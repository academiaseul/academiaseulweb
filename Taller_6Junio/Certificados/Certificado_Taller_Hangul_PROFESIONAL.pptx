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47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10312" y="210312"/>
            <a:ext cx="10268712" cy="7141464"/>
          </a:xfrm>
          <a:prstGeom prst="rect">
            <a:avLst/>
          </a:prstGeom>
          <a:ln w="3175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283464"/>
            <a:ext cx="10122408" cy="6995160"/>
          </a:xfrm>
          <a:prstGeom prst="rect">
            <a:avLst/>
          </a:prstGeom>
          <a:ln w="12700">
            <a:solidFill>
              <a:srgbClr val="A884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1417320"/>
            <a:ext cx="1068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D0D0D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CERTIFICADO</a:t>
            </a:r>
            <a:endParaRPr lang="en-US" sz="5000" dirty="0">
              <a:latin typeface="Algerian" panose="04020705040A02060702" pitchFamily="8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0" y="2286000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DE PARTICIPACIÓN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0" y="267004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9A8F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수료증  ·  아카데미아 서울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736" y="2973308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otorga el presente certificado a: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97480" y="34930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ko-KR" altLang="es-CL" sz="2400" b="1"/>
              <a:t>카롤리나 오르테가 로차</a:t>
            </a:r>
            <a:endParaRPr lang="en-US" sz="2400" b="1" dirty="0"/>
          </a:p>
        </p:txBody>
      </p:sp>
      <p:sp>
        <p:nvSpPr>
          <p:cNvPr id="13" name="Shape 10"/>
          <p:cNvSpPr/>
          <p:nvPr/>
        </p:nvSpPr>
        <p:spPr>
          <a:xfrm>
            <a:off x="2697480" y="4069080"/>
            <a:ext cx="5303520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224528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su participación en el taller en vivo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0" y="4553712"/>
            <a:ext cx="1068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“Aprende a leer </a:t>
            </a:r>
            <a:r>
              <a:rPr lang="en-US" sz="2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en 1 hora”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0" y="493776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vía Zoom · 6 de junio de 2026</a:t>
            </a:r>
            <a:endParaRPr lang="en-US" sz="1250" dirty="0"/>
          </a:p>
        </p:txBody>
      </p:sp>
      <p:pic>
        <p:nvPicPr>
          <p:cNvPr id="17" name="Image 1" descr="/tmp/cert/si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630" y="5378905"/>
            <a:ext cx="1892808" cy="14081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23360" y="5989320"/>
            <a:ext cx="265176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0" y="6053328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Kim · </a:t>
            </a:r>
            <a:r>
              <a:rPr lang="en-US" sz="1300" b="1" dirty="0">
                <a:solidFill>
                  <a:srgbClr val="0D0D0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김재희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0" y="63459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e Instructor · Academia Seúl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4C6EE3C-0849-682F-6E6C-246660D27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383" y="-761824"/>
            <a:ext cx="3431872" cy="34318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3D0F96-EA63-0B6B-D1B1-4F87ADAF9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272" y="4772154"/>
            <a:ext cx="2434332" cy="2434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54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Malgun Gothic</vt:lpstr>
      <vt:lpstr>Algerian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Taller de Hangul</dc:title>
  <dc:subject>PptxGenJS Presentation</dc:subject>
  <dc:creator>Academia Seúl</dc:creator>
  <cp:lastModifiedBy>Jae Hee Kim</cp:lastModifiedBy>
  <cp:revision>14</cp:revision>
  <dcterms:created xsi:type="dcterms:W3CDTF">2026-06-06T10:32:39Z</dcterms:created>
  <dcterms:modified xsi:type="dcterms:W3CDTF">2026-06-09T10:45:07Z</dcterms:modified>
</cp:coreProperties>
</file>