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256" r:id="rId2"/>
    <p:sldId id="257" r:id="rId3"/>
    <p:sldId id="287" r:id="rId4"/>
    <p:sldId id="291" r:id="rId5"/>
    <p:sldId id="288" r:id="rId6"/>
    <p:sldId id="289" r:id="rId7"/>
    <p:sldId id="292" r:id="rId8"/>
    <p:sldId id="290" r:id="rId9"/>
    <p:sldId id="293" r:id="rId10"/>
    <p:sldId id="258" r:id="rId11"/>
    <p:sldId id="285" r:id="rId12"/>
    <p:sldId id="260" r:id="rId13"/>
    <p:sldId id="280" r:id="rId14"/>
    <p:sldId id="377" r:id="rId15"/>
    <p:sldId id="378" r:id="rId16"/>
    <p:sldId id="282" r:id="rId17"/>
    <p:sldId id="379" r:id="rId18"/>
    <p:sldId id="512" r:id="rId19"/>
    <p:sldId id="281" r:id="rId20"/>
    <p:sldId id="261" r:id="rId21"/>
    <p:sldId id="375" r:id="rId22"/>
    <p:sldId id="380" r:id="rId23"/>
    <p:sldId id="381" r:id="rId24"/>
    <p:sldId id="263" r:id="rId25"/>
    <p:sldId id="382" r:id="rId26"/>
    <p:sldId id="264" r:id="rId27"/>
    <p:sldId id="265" r:id="rId28"/>
    <p:sldId id="383" r:id="rId29"/>
    <p:sldId id="384" r:id="rId30"/>
    <p:sldId id="385" r:id="rId31"/>
    <p:sldId id="386" r:id="rId32"/>
    <p:sldId id="387" r:id="rId33"/>
    <p:sldId id="388" r:id="rId34"/>
    <p:sldId id="389" r:id="rId35"/>
    <p:sldId id="390" r:id="rId36"/>
    <p:sldId id="391" r:id="rId37"/>
    <p:sldId id="266" r:id="rId38"/>
    <p:sldId id="376" r:id="rId39"/>
    <p:sldId id="314" r:id="rId40"/>
    <p:sldId id="392" r:id="rId41"/>
    <p:sldId id="513" r:id="rId42"/>
    <p:sldId id="283" r:id="rId43"/>
    <p:sldId id="397" r:id="rId44"/>
    <p:sldId id="393" r:id="rId45"/>
    <p:sldId id="394" r:id="rId46"/>
    <p:sldId id="395"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96" r:id="rId65"/>
    <p:sldId id="268" r:id="rId66"/>
    <p:sldId id="269" r:id="rId67"/>
    <p:sldId id="270" r:id="rId68"/>
    <p:sldId id="284" r:id="rId69"/>
    <p:sldId id="504" r:id="rId70"/>
    <p:sldId id="514" r:id="rId71"/>
    <p:sldId id="505" r:id="rId72"/>
    <p:sldId id="515" r:id="rId73"/>
    <p:sldId id="506" r:id="rId74"/>
    <p:sldId id="507" r:id="rId75"/>
    <p:sldId id="320" r:id="rId76"/>
    <p:sldId id="271" r:id="rId77"/>
    <p:sldId id="272" r:id="rId78"/>
    <p:sldId id="273" r:id="rId79"/>
    <p:sldId id="275" r:id="rId80"/>
    <p:sldId id="276" r:id="rId81"/>
    <p:sldId id="277" r:id="rId82"/>
    <p:sldId id="278" r:id="rId83"/>
    <p:sldId id="286" r:id="rId84"/>
    <p:sldId id="279" r:id="rId85"/>
    <p:sldId id="511" r:id="rId86"/>
    <p:sldId id="508" r:id="rId87"/>
    <p:sldId id="509" r:id="rId88"/>
    <p:sldId id="510" r:id="rId89"/>
    <p:sldId id="516" r:id="rId9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1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43169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C7279-6828-E016-E4F8-FF237C34F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CE29A-376C-7616-0CC2-A3A5C7F60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32D7-6881-28AB-7835-69C4AEC5B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B5523-AB0D-4B98-AFB3-67F967AED8A5}"/>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201369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543354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3F1F-EC18-74A4-5FCE-CBE3E0E5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C6BE8-B5BA-4D2B-5A39-D2914B7BD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BE31-7A51-9C76-D78F-BEA99444C5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8EF95D-AE7A-8419-08C7-98B3D53D80E3}"/>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976493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8352248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8.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4703445" y="-565785"/>
            <a:ext cx="2754630" cy="2754630"/>
          </a:xfrm>
          <a:prstGeom prst="rect">
            <a:avLst/>
          </a:prstGeom>
        </p:spPr>
      </p:pic>
      <p:sp>
        <p:nvSpPr>
          <p:cNvPr id="3" name="Text 0"/>
          <p:cNvSpPr/>
          <p:nvPr/>
        </p:nvSpPr>
        <p:spPr>
          <a:xfrm>
            <a:off x="0" y="1508760"/>
            <a:ext cx="12161520" cy="365760"/>
          </a:xfrm>
          <a:prstGeom prst="rect">
            <a:avLst/>
          </a:prstGeom>
          <a:noFill/>
          <a:ln/>
        </p:spPr>
        <p:txBody>
          <a:bodyPr wrap="square" rtlCol="0" anchor="ctr"/>
          <a:lstStyle/>
          <a:p>
            <a:pPr marL="0" indent="0" algn="ctr">
              <a:buNone/>
            </a:pPr>
            <a:r>
              <a:rPr lang="en-US" sz="1400" kern="0" spc="1200" dirty="0">
                <a:solidFill>
                  <a:srgbClr val="FFFFFF"/>
                </a:solidFill>
                <a:latin typeface="Calibri" pitchFamily="34" charset="0"/>
                <a:ea typeface="Calibri" pitchFamily="34" charset="-122"/>
                <a:cs typeface="Calibri" pitchFamily="34" charset="-120"/>
              </a:rPr>
              <a:t>TALLER GRATUITO</a:t>
            </a:r>
            <a:endParaRPr lang="en-US" sz="1400" dirty="0"/>
          </a:p>
        </p:txBody>
      </p:sp>
      <p:sp>
        <p:nvSpPr>
          <p:cNvPr id="4" name="Text 1"/>
          <p:cNvSpPr/>
          <p:nvPr/>
        </p:nvSpPr>
        <p:spPr>
          <a:xfrm>
            <a:off x="0" y="2011680"/>
            <a:ext cx="12161520" cy="1371600"/>
          </a:xfrm>
          <a:prstGeom prst="rect">
            <a:avLst/>
          </a:prstGeom>
          <a:noFill/>
          <a:ln/>
        </p:spPr>
        <p:txBody>
          <a:bodyPr wrap="square" rtlCol="0" anchor="ctr"/>
          <a:lstStyle/>
          <a:p>
            <a:pPr marL="0" indent="0" algn="ctr">
              <a:buNone/>
            </a:pPr>
            <a:r>
              <a:rPr lang="en-US" sz="11000" b="1" dirty="0">
                <a:solidFill>
                  <a:srgbClr val="FFFFFF"/>
                </a:solidFill>
                <a:latin typeface="Malgun Gothic" pitchFamily="34" charset="0"/>
                <a:ea typeface="Malgun Gothic" pitchFamily="34" charset="-122"/>
                <a:cs typeface="Malgun Gothic" pitchFamily="34" charset="-120"/>
              </a:rPr>
              <a:t>한글</a:t>
            </a:r>
            <a:endParaRPr lang="en-US" sz="11000" dirty="0"/>
          </a:p>
        </p:txBody>
      </p:sp>
      <p:sp>
        <p:nvSpPr>
          <p:cNvPr id="5" name="Text 2"/>
          <p:cNvSpPr/>
          <p:nvPr/>
        </p:nvSpPr>
        <p:spPr>
          <a:xfrm>
            <a:off x="0" y="3749040"/>
            <a:ext cx="1216152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Aprende a leer Hangul en 1 hora</a:t>
            </a:r>
            <a:endParaRPr lang="en-US" sz="2800" dirty="0"/>
          </a:p>
        </p:txBody>
      </p:sp>
      <p:sp>
        <p:nvSpPr>
          <p:cNvPr id="6" name="Text 3"/>
          <p:cNvSpPr/>
          <p:nvPr/>
        </p:nvSpPr>
        <p:spPr>
          <a:xfrm>
            <a:off x="0" y="4526280"/>
            <a:ext cx="12161520" cy="45720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Sábado 6 de junio · 20:00 hora Chile</a:t>
            </a:r>
            <a:endParaRPr lang="en-US" sz="1600" dirty="0"/>
          </a:p>
        </p:txBody>
      </p:sp>
      <p:pic>
        <p:nvPicPr>
          <p:cNvPr id="7" name="Image 1" descr="/sessions/sleepy-zen-cray/mnt/outputs/deck_assets/sello_linea_v1_05.png"/>
          <p:cNvPicPr>
            <a:picLocks noChangeAspect="1"/>
          </p:cNvPicPr>
          <p:nvPr/>
        </p:nvPicPr>
        <p:blipFill>
          <a:blip r:embed="rId4"/>
          <a:stretch>
            <a:fillRect/>
          </a:stretch>
        </p:blipFill>
        <p:spPr>
          <a:xfrm>
            <a:off x="10972800" y="5852160"/>
            <a:ext cx="822960" cy="822960"/>
          </a:xfrm>
          <a:prstGeom prst="rect">
            <a:avLst/>
          </a:prstGeom>
        </p:spPr>
      </p:pic>
      <p:sp>
        <p:nvSpPr>
          <p:cNvPr id="8" name="Text 4"/>
          <p:cNvSpPr/>
          <p:nvPr/>
        </p:nvSpPr>
        <p:spPr>
          <a:xfrm>
            <a:off x="0" y="6263640"/>
            <a:ext cx="12161520" cy="274320"/>
          </a:xfrm>
          <a:prstGeom prst="rect">
            <a:avLst/>
          </a:prstGeom>
          <a:noFill/>
          <a:ln/>
        </p:spPr>
        <p:txBody>
          <a:bodyPr wrap="square" rtlCol="0" anchor="ctr"/>
          <a:lstStyle/>
          <a:p>
            <a:pPr marL="0" indent="0" algn="ctr">
              <a:buNone/>
            </a:pPr>
            <a:r>
              <a:rPr lang="en-US" sz="1100" kern="0" spc="400" dirty="0" err="1">
                <a:solidFill>
                  <a:srgbClr val="FFFFFF"/>
                </a:solidFill>
                <a:latin typeface="Calibri" pitchFamily="34" charset="0"/>
                <a:ea typeface="Calibri" pitchFamily="34" charset="-122"/>
                <a:cs typeface="Calibri" pitchFamily="34" charset="-120"/>
              </a:rPr>
              <a:t>Profesor</a:t>
            </a:r>
            <a:r>
              <a:rPr lang="en-US" sz="1100" kern="0" spc="400" dirty="0">
                <a:solidFill>
                  <a:srgbClr val="FFFFFF"/>
                </a:solidFill>
                <a:latin typeface="Calibri" pitchFamily="34" charset="0"/>
                <a:ea typeface="Calibri" pitchFamily="34" charset="-122"/>
                <a:cs typeface="Calibri" pitchFamily="34" charset="-120"/>
              </a:rPr>
              <a:t> · Jay Kim · 김재희  ·  Academia Seúl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BIENVENIDA</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¡Hola hola chingus! 안녕하세요~</a:t>
            </a:r>
            <a:endParaRPr lang="en-US" sz="3200" dirty="0"/>
          </a:p>
        </p:txBody>
      </p:sp>
      <p:sp>
        <p:nvSpPr>
          <p:cNvPr id="4" name="Text 2"/>
          <p:cNvSpPr/>
          <p:nvPr/>
        </p:nvSpPr>
        <p:spPr>
          <a:xfrm>
            <a:off x="548640" y="2011680"/>
            <a:ext cx="7182196" cy="4114800"/>
          </a:xfrm>
          <a:prstGeom prst="rect">
            <a:avLst/>
          </a:prstGeom>
          <a:noFill/>
          <a:ln/>
        </p:spPr>
        <p:txBody>
          <a:bodyPr wrap="square" rtlCol="0" anchor="t"/>
          <a:lstStyle/>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Bienvenidos al primer taller oficial de Academia Seúl.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En los próximos 60 minutos vamos a hacer algo concreto: que cuando salgas del Zoom, puedas LEER las letras coreanas y ESCRIBIR tu nombre en Hangul.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Una promesa: si alguno NO puede leer su nombre al final, me escribís por DM y te hago una sesión 1:1 gratuita. Tienen mi palabra.</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Mientras tanto, en el chat: ¿desde qué país se conectan? ¿Es la primera vez que ven Hangul, o ya lo intentaron antes?</a:t>
            </a:r>
            <a:endParaRPr lang="en-US" sz="1600" dirty="0"/>
          </a:p>
        </p:txBody>
      </p:sp>
      <p:pic>
        <p:nvPicPr>
          <p:cNvPr id="6"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02  ·  TALLER</a:t>
            </a:r>
            <a:endParaRPr lang="en-US" sz="800" dirty="0"/>
          </a:p>
        </p:txBody>
      </p:sp>
      <p:pic>
        <p:nvPicPr>
          <p:cNvPr id="9" name="Image 0" descr="/sessions/sleepy-zen-cray/mnt/outputs/deck_assets/logo_var2_azul.png">
            <a:extLst>
              <a:ext uri="{FF2B5EF4-FFF2-40B4-BE49-F238E27FC236}">
                <a16:creationId xmlns:a16="http://schemas.microsoft.com/office/drawing/2014/main" id="{8E317A61-00C1-49CF-874A-5E43AC9F5A24}"/>
              </a:ext>
            </a:extLst>
          </p:cNvPr>
          <p:cNvPicPr>
            <a:picLocks noChangeAspect="1"/>
          </p:cNvPicPr>
          <p:nvPr/>
        </p:nvPicPr>
        <p:blipFill>
          <a:blip r:embed="rId4"/>
          <a:stretch>
            <a:fillRect/>
          </a:stretch>
        </p:blipFill>
        <p:spPr>
          <a:xfrm>
            <a:off x="9778365" y="-760095"/>
            <a:ext cx="2571750" cy="2571750"/>
          </a:xfrm>
          <a:prstGeom prst="rect">
            <a:avLst/>
          </a:prstGeom>
        </p:spPr>
      </p:pic>
      <p:pic>
        <p:nvPicPr>
          <p:cNvPr id="5" name="Picture 4">
            <a:extLst>
              <a:ext uri="{FF2B5EF4-FFF2-40B4-BE49-F238E27FC236}">
                <a16:creationId xmlns:a16="http://schemas.microsoft.com/office/drawing/2014/main" id="{921E2A11-58AE-965C-36E2-CFC2C590F3E6}"/>
              </a:ext>
            </a:extLst>
          </p:cNvPr>
          <p:cNvPicPr>
            <a:picLocks noChangeAspect="1"/>
          </p:cNvPicPr>
          <p:nvPr/>
        </p:nvPicPr>
        <p:blipFill>
          <a:blip r:embed="rId5"/>
          <a:stretch>
            <a:fillRect/>
          </a:stretch>
        </p:blipFill>
        <p:spPr>
          <a:xfrm>
            <a:off x="7485611" y="1977044"/>
            <a:ext cx="3887874" cy="38878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6"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pic>
        <p:nvPicPr>
          <p:cNvPr id="9" name="Image 0" descr="/sessions/sleepy-zen-cray/mnt/outputs/deck_assets/logo_var2_azul.png">
            <a:extLst>
              <a:ext uri="{FF2B5EF4-FFF2-40B4-BE49-F238E27FC236}">
                <a16:creationId xmlns:a16="http://schemas.microsoft.com/office/drawing/2014/main" id="{C4E37DD5-DB10-D330-E9DF-7FE42F0A4F2C}"/>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pic>
        <p:nvPicPr>
          <p:cNvPr id="2" name="Image 0" descr="/sessions/sleepy-zen-cray/mnt/outputs/deck_assets/logo_var2_azul.png">
            <a:extLst>
              <a:ext uri="{FF2B5EF4-FFF2-40B4-BE49-F238E27FC236}">
                <a16:creationId xmlns:a16="http://schemas.microsoft.com/office/drawing/2014/main" id="{8D9D7321-92F7-4C06-3D3B-1D4A8972B1AE}"/>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pic>
        <p:nvPicPr>
          <p:cNvPr id="2" name="Image 0" descr="/sessions/sleepy-zen-cray/mnt/outputs/deck_assets/logo_var2_azul.png">
            <a:extLst>
              <a:ext uri="{FF2B5EF4-FFF2-40B4-BE49-F238E27FC236}">
                <a16:creationId xmlns:a16="http://schemas.microsoft.com/office/drawing/2014/main" id="{0D5255D5-33B3-74D3-FCC6-73B487C31D5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4C8B836E-C54E-8D56-FB56-AB1CBA919367}"/>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BA19652E-9E50-136A-CB91-49F5A6D3952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pic>
        <p:nvPicPr>
          <p:cNvPr id="2" name="Image 0" descr="/sessions/sleepy-zen-cray/mnt/outputs/deck_assets/logo_var2_azul.png">
            <a:extLst>
              <a:ext uri="{FF2B5EF4-FFF2-40B4-BE49-F238E27FC236}">
                <a16:creationId xmlns:a16="http://schemas.microsoft.com/office/drawing/2014/main" id="{43670E1E-CBA4-A580-685A-9D3CD2B1A33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pic>
        <p:nvPicPr>
          <p:cNvPr id="2" name="Image 0" descr="/sessions/sleepy-zen-cray/mnt/outputs/deck_assets/logo_var2_azul.png">
            <a:extLst>
              <a:ext uri="{FF2B5EF4-FFF2-40B4-BE49-F238E27FC236}">
                <a16:creationId xmlns:a16="http://schemas.microsoft.com/office/drawing/2014/main" id="{C1144166-163D-D01E-9AB8-423CF397243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OBJETIVOS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vas a saber en 60 minutos</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모음</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Las 6 vocales básicas</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자음</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7 consonantes más usadas</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음절</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Cómo armar sílabas</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이름</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Tu nombre en Hangul</a:t>
            </a:r>
            <a:endParaRPr lang="en-US" sz="1200" dirty="0"/>
          </a:p>
        </p:txBody>
      </p:sp>
      <p:sp>
        <p:nvSpPr>
          <p:cNvPr id="16" name="Shape 14"/>
          <p:cNvSpPr/>
          <p:nvPr/>
        </p:nvSpPr>
        <p:spPr>
          <a:xfrm>
            <a:off x="548640" y="3246120"/>
            <a:ext cx="2743200" cy="1280160"/>
          </a:xfrm>
          <a:prstGeom prst="roundRect">
            <a:avLst>
              <a:gd name="adj" fmla="val 7143"/>
            </a:avLst>
          </a:prstGeom>
          <a:solidFill>
            <a:srgbClr val="E8E5F8"/>
          </a:solidFill>
          <a:ln w="12700">
            <a:solidFill>
              <a:srgbClr val="E8E5F8"/>
            </a:solidFill>
            <a:prstDash val="solid"/>
          </a:ln>
        </p:spPr>
      </p:sp>
      <p:sp>
        <p:nvSpPr>
          <p:cNvPr id="17" name="Text 15"/>
          <p:cNvSpPr/>
          <p:nvPr/>
        </p:nvSpPr>
        <p:spPr>
          <a:xfrm>
            <a:off x="548640"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단어</a:t>
            </a:r>
            <a:endParaRPr lang="en-US" sz="2200" dirty="0"/>
          </a:p>
        </p:txBody>
      </p:sp>
      <p:sp>
        <p:nvSpPr>
          <p:cNvPr id="18" name="Text 16"/>
          <p:cNvSpPr/>
          <p:nvPr/>
        </p:nvSpPr>
        <p:spPr>
          <a:xfrm>
            <a:off x="548640"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Palabras reales</a:t>
            </a:r>
            <a:endParaRPr lang="en-US" sz="1200" dirty="0"/>
          </a:p>
        </p:txBody>
      </p:sp>
      <p:sp>
        <p:nvSpPr>
          <p:cNvPr id="19" name="Shape 17"/>
          <p:cNvSpPr/>
          <p:nvPr/>
        </p:nvSpPr>
        <p:spPr>
          <a:xfrm>
            <a:off x="3410712" y="3246120"/>
            <a:ext cx="2743200" cy="1280160"/>
          </a:xfrm>
          <a:prstGeom prst="roundRect">
            <a:avLst>
              <a:gd name="adj" fmla="val 7143"/>
            </a:avLst>
          </a:prstGeom>
          <a:solidFill>
            <a:srgbClr val="FFE2E2"/>
          </a:solidFill>
          <a:ln w="12700">
            <a:solidFill>
              <a:srgbClr val="FFE2E2"/>
            </a:solidFill>
            <a:prstDash val="solid"/>
          </a:ln>
        </p:spPr>
      </p:sp>
      <p:sp>
        <p:nvSpPr>
          <p:cNvPr id="20" name="Text 18"/>
          <p:cNvSpPr/>
          <p:nvPr/>
        </p:nvSpPr>
        <p:spPr>
          <a:xfrm>
            <a:off x="3410712"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K-pop</a:t>
            </a:r>
            <a:endParaRPr lang="en-US" sz="2200" dirty="0"/>
          </a:p>
        </p:txBody>
      </p:sp>
      <p:sp>
        <p:nvSpPr>
          <p:cNvPr id="21" name="Text 19"/>
          <p:cNvSpPr/>
          <p:nvPr/>
        </p:nvSpPr>
        <p:spPr>
          <a:xfrm>
            <a:off x="3410712"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Reconocer letras de K-dramas</a:t>
            </a:r>
            <a:endParaRPr lang="en-US" sz="1200" dirty="0"/>
          </a:p>
        </p:txBody>
      </p:sp>
      <p:pic>
        <p:nvPicPr>
          <p:cNvPr id="23"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03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5665D17F-672D-22AF-3251-D04C46F41C6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pic>
        <p:nvPicPr>
          <p:cNvPr id="44" name="Image 0" descr="/sessions/sleepy-zen-cray/mnt/outputs/deck_assets/logo_var2_azul.png">
            <a:extLst>
              <a:ext uri="{FF2B5EF4-FFF2-40B4-BE49-F238E27FC236}">
                <a16:creationId xmlns:a16="http://schemas.microsoft.com/office/drawing/2014/main" id="{D87ACA8F-24AE-7ED0-39EA-5C3D3136EEA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097714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§2 · HISTORIA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promesa del Rey Sejong</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1443, el Rey Sejong el Grande inventó 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Antes de él, en Corea solo escribían con caracteres chinos — pero eran tan complicados que SOLO los nobles podían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Sejong dijo: NO. Yo quiero que TODOS — campesinos, mujeres, niños — puedan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Entonces creó un alfabeto tan lógico que en sus palabras: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"Un hombre sabio lo aprende en una mañana; uno tonto en 10 días."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Nosotros lo vamos a aprender en 60 minutos.</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1443</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Rey Sejong el Grande</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Patrimonio UNESCO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05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D6D2E3E4-4644-F2B4-2181-78809F2044C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pic>
        <p:nvPicPr>
          <p:cNvPr id="28" name="Image 0" descr="/sessions/sleepy-zen-cray/mnt/outputs/deck_assets/logo_var2_azul.png">
            <a:extLst>
              <a:ext uri="{FF2B5EF4-FFF2-40B4-BE49-F238E27FC236}">
                <a16:creationId xmlns:a16="http://schemas.microsoft.com/office/drawing/2014/main" id="{64675F56-D2CC-8FCA-7B97-8CCB19E9934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84688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pic>
        <p:nvPicPr>
          <p:cNvPr id="10" name="Image 0" descr="/sessions/sleepy-zen-cray/mnt/outputs/deck_assets/logo_var2_azul.png">
            <a:extLst>
              <a:ext uri="{FF2B5EF4-FFF2-40B4-BE49-F238E27FC236}">
                <a16:creationId xmlns:a16="http://schemas.microsoft.com/office/drawing/2014/main" id="{60F8179D-1672-DE6A-CA42-89DB058FE94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pic>
        <p:nvPicPr>
          <p:cNvPr id="19" name="Image 0" descr="/sessions/sleepy-zen-cray/mnt/outputs/deck_assets/logo_var2_azul.png">
            <a:extLst>
              <a:ext uri="{FF2B5EF4-FFF2-40B4-BE49-F238E27FC236}">
                <a16:creationId xmlns:a16="http://schemas.microsoft.com/office/drawing/2014/main" id="{9DC0AE98-BC83-1C18-78DC-C6005B9AAEE7}"/>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del coreano moderno</a:t>
            </a:r>
            <a:endParaRPr lang="en-US" sz="1800" dirty="0"/>
          </a:p>
        </p:txBody>
      </p:sp>
      <p:sp>
        <p:nvSpPr>
          <p:cNvPr id="27" name="Text 25"/>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pic>
        <p:nvPicPr>
          <p:cNvPr id="30" name="Image 0" descr="/sessions/sleepy-zen-cray/mnt/outputs/deck_assets/logo_var2_azul.png">
            <a:extLst>
              <a:ext uri="{FF2B5EF4-FFF2-40B4-BE49-F238E27FC236}">
                <a16:creationId xmlns:a16="http://schemas.microsoft.com/office/drawing/2014/main" id="{50C0D397-A447-BA7A-F0D9-3A7267B4145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783005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pic>
        <p:nvPicPr>
          <p:cNvPr id="26" name="Image 0" descr="/sessions/sleepy-zen-cray/mnt/outputs/deck_assets/logo_var2_azul.png">
            <a:extLst>
              <a:ext uri="{FF2B5EF4-FFF2-40B4-BE49-F238E27FC236}">
                <a16:creationId xmlns:a16="http://schemas.microsoft.com/office/drawing/2014/main" id="{EBA7F393-C57A-A118-2B88-A6946B2237B4}"/>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0F955-5DEE-B5CD-F675-173831F9D86B}"/>
            </a:ext>
          </a:extLst>
        </p:cNvPr>
        <p:cNvGrpSpPr/>
        <p:nvPr/>
      </p:nvGrpSpPr>
      <p:grpSpPr>
        <a:xfrm>
          <a:off x="0" y="0"/>
          <a:ext cx="0" cy="0"/>
          <a:chOff x="0" y="0"/>
          <a:chExt cx="0" cy="0"/>
        </a:xfrm>
      </p:grpSpPr>
      <p:pic>
        <p:nvPicPr>
          <p:cNvPr id="2" name="img81">
            <a:extLst>
              <a:ext uri="{FF2B5EF4-FFF2-40B4-BE49-F238E27FC236}">
                <a16:creationId xmlns:a16="http://schemas.microsoft.com/office/drawing/2014/main" id="{7D4CFF6D-9813-04F6-1309-AD26F473F6E4}"/>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B9431777-7504-4625-FEAC-16E57872EE04}"/>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0324387B-E5F0-B639-6BB2-BF74D6333DAB}"/>
              </a:ext>
            </a:extLst>
          </p:cNvPr>
          <p:cNvPicPr>
            <a:picLocks noChangeAspect="1"/>
          </p:cNvPicPr>
          <p:nvPr/>
        </p:nvPicPr>
        <p:blipFill>
          <a:blip r:embed="rId3"/>
          <a:stretch>
            <a:fillRect/>
          </a:stretch>
        </p:blipFill>
        <p:spPr>
          <a:xfrm>
            <a:off x="2666610" y="1607966"/>
            <a:ext cx="7052743" cy="4962867"/>
          </a:xfrm>
          <a:prstGeom prst="rect">
            <a:avLst/>
          </a:prstGeom>
        </p:spPr>
      </p:pic>
      <p:pic>
        <p:nvPicPr>
          <p:cNvPr id="4" name="Image 0" descr="/sessions/sleepy-zen-cray/mnt/outputs/deck_assets/logo_var2_azul.png">
            <a:extLst>
              <a:ext uri="{FF2B5EF4-FFF2-40B4-BE49-F238E27FC236}">
                <a16:creationId xmlns:a16="http://schemas.microsoft.com/office/drawing/2014/main" id="{54B374DC-BF1F-16BE-80F6-2FFC07542C6F}"/>
              </a:ext>
            </a:extLst>
          </p:cNvPr>
          <p:cNvPicPr>
            <a:picLocks noChangeAspect="1"/>
          </p:cNvPicPr>
          <p:nvPr/>
        </p:nvPicPr>
        <p:blipFill>
          <a:blip r:embed="rId4"/>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434768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pic>
        <p:nvPicPr>
          <p:cNvPr id="39" name="Image 0" descr="/sessions/sleepy-zen-cray/mnt/outputs/deck_assets/logo_var2_azul.png">
            <a:extLst>
              <a:ext uri="{FF2B5EF4-FFF2-40B4-BE49-F238E27FC236}">
                <a16:creationId xmlns:a16="http://schemas.microsoft.com/office/drawing/2014/main" id="{40EC977D-7636-77A7-8850-07F5215513A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006907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§3 · CIENCIA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El alfabeto más científico del mundo</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Lo más cool del Hangul: cada letra ES un dibujo de tu boca cuando la pronunciás.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ㄱ se pronuncia 'g'. La lengua toca el paladar. Mirá la forma.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ㄴ se pronuncia 'n'. La lengua arriba detrás de los dientes, en 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ㅁ se pronuncia 'm'. Los labios se cierran formando un cuadrado.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Por eso Hangul es el alfabeto MÁS científico del mundo.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UNESCO lo declaró Patrimonio de la Humanidad.</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과학</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gwahak</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(ciencia)</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06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3E62B1C4-6B91-0AC5-156C-F1218FCF425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1455D518-77A6-A1BE-2B95-1BD9E6987842}"/>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285832F8-5FC4-447D-1626-E4682FB6855C}"/>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0D04E0B0-2CA4-1727-558D-AE8FB44361CA}"/>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381FD0A2-5632-1171-23AF-89443324A51B}"/>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9DA34BBA-E8A7-4D1D-9BB1-53A0AEA0818F}"/>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955BB0F-41BE-8931-FC76-47FB8A102486}"/>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81F1044B-62FD-6123-94DE-86849A19D7CC}"/>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282E4182-4506-5CE1-A2F0-F8B1B18F0505}"/>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AFDF2672-DB2A-D509-B98F-C83821661144}"/>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DD13332D-5DCE-F5F4-8768-82569388C6C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AE58DE7B-815D-74EE-0C23-A419B64E5ECC}"/>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CBEE7B1C-7D7B-3414-9733-D4808E233439}"/>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63E25B7A-BC91-9C55-6B0E-CBDF47BE5742}"/>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A51E950A-89DF-4EF0-EA9F-884A64A33E42}"/>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5729D592-F4F2-2A9B-DA8F-2874DE2EEE5F}"/>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71F38DA4-38CB-B7E3-2679-333659FB1811}"/>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39346EFD-0541-E8E6-3EEE-D9609B52BF7A}"/>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7662A925-7DF2-4B8B-FBFC-8E5B69A8F5CD}"/>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CC5A11F4-78F6-6750-1F51-CFF054E10D68}"/>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652F02BC-83C3-4F0A-6F09-397A760520C6}"/>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970C11E5-CBC1-97D7-527C-D631680E67A9}"/>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pic>
        <p:nvPicPr>
          <p:cNvPr id="58" name="Image 0" descr="/sessions/sleepy-zen-cray/mnt/outputs/deck_assets/logo_var2_azul.png">
            <a:extLst>
              <a:ext uri="{FF2B5EF4-FFF2-40B4-BE49-F238E27FC236}">
                <a16:creationId xmlns:a16="http://schemas.microsoft.com/office/drawing/2014/main" id="{C61BBB62-479C-72EC-18EE-2DC42BEA7990}"/>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148775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pic>
        <p:nvPicPr>
          <p:cNvPr id="18" name="Image 0" descr="/sessions/sleepy-zen-cray/mnt/outputs/deck_assets/logo_var2_azul.png">
            <a:extLst>
              <a:ext uri="{FF2B5EF4-FFF2-40B4-BE49-F238E27FC236}">
                <a16:creationId xmlns:a16="http://schemas.microsoft.com/office/drawing/2014/main" id="{83B8A956-E1ED-DD88-D765-078A975767D3}"/>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0" descr="/sessions/sleepy-zen-cray/mnt/outputs/deck_assets/logo_var2_azul.png">
            <a:extLst>
              <a:ext uri="{FF2B5EF4-FFF2-40B4-BE49-F238E27FC236}">
                <a16:creationId xmlns:a16="http://schemas.microsoft.com/office/drawing/2014/main" id="{5742E7E6-9A2C-9BAB-172C-03A1386DB607}"/>
              </a:ext>
            </a:extLst>
          </p:cNvPr>
          <p:cNvPicPr>
            <a:picLocks noChangeAspect="1"/>
          </p:cNvPicPr>
          <p:nvPr/>
        </p:nvPicPr>
        <p:blipFill>
          <a:blip r:embed="rId3"/>
          <a:stretch>
            <a:fillRect/>
          </a:stretch>
        </p:blipFill>
        <p:spPr>
          <a:xfrm>
            <a:off x="9778365" y="-760095"/>
            <a:ext cx="2571750" cy="2571750"/>
          </a:xfrm>
          <a:prstGeom prst="rect">
            <a:avLst/>
          </a:prstGeom>
        </p:spPr>
      </p:pic>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4"/>
          <a:stretch>
            <a:fillRect/>
          </a:stretch>
        </p:blipFill>
        <p:spPr>
          <a:xfrm>
            <a:off x="11231575" y="1005840"/>
            <a:ext cx="502920" cy="502920"/>
          </a:xfrm>
          <a:prstGeom prst="rect">
            <a:avLst/>
          </a:prstGeom>
        </p:spPr>
      </p:pic>
      <p:sp>
        <p:nvSpPr>
          <p:cNvPr id="6" name="Text 3"/>
          <p:cNvSpPr/>
          <p:nvPr/>
        </p:nvSpPr>
        <p:spPr>
          <a:xfrm>
            <a:off x="9768535" y="106984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5"/>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caballo</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§4.1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ㅏ · La 'A' de mamá</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es una línea vertical con un puntito a la derecha.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pronuncia 'a' — igualito que la 'a' de 'mamá' en español. Súper fácil.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ㅏ. Repitan conmigo: ㅏ.</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el puntito te dice por DÓNDE sale el aire. A la derecha = sonido normal abierto.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아빠 → appa (papá)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사 → sa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ㅏ</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a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Como la 'a' de mamá</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08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60874597-17C8-F6E6-A6AB-B25E5D56BF4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109960" y="1010412"/>
            <a:ext cx="502920" cy="502920"/>
          </a:xfrm>
          <a:prstGeom prst="rect">
            <a:avLst/>
          </a:prstGeom>
        </p:spPr>
      </p:pic>
      <p:sp>
        <p:nvSpPr>
          <p:cNvPr id="6" name="Text 3"/>
          <p:cNvSpPr/>
          <p:nvPr/>
        </p:nvSpPr>
        <p:spPr>
          <a:xfrm>
            <a:off x="9646920" y="1074420"/>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pic>
        <p:nvPicPr>
          <p:cNvPr id="23" name="Image 0" descr="/sessions/sleepy-zen-cray/mnt/outputs/deck_assets/logo_var2_azul.png">
            <a:extLst>
              <a:ext uri="{FF2B5EF4-FFF2-40B4-BE49-F238E27FC236}">
                <a16:creationId xmlns:a16="http://schemas.microsoft.com/office/drawing/2014/main" id="{2C60BD75-E3A5-1CC3-5EFB-4B5CEF6AFBDD}"/>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§4.2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ㅓ · La difícil para hispanos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 es la vocal MÁS difícil para hispanohablantes. Atención.</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puntito está a la IZQUIERDA. Sonido más cerrado, profundo.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 se pronuncia 'e'. NO se pronuncia 'o'. Está EN EL MEDIO.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pongan la boca como si fueran a decir 'A' (abierta), pero saquen el sonido de 'O'.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Practica: ㅏ — ㅓ — ㅏ — 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어디 → eodi (¿dónde?)</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ㅓ</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eo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Boca de 'a' + sonido 'o'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09  ·  TALLER</a:t>
            </a:r>
            <a:endParaRPr lang="en-US" sz="800" dirty="0"/>
          </a:p>
        </p:txBody>
      </p:sp>
      <p:pic>
        <p:nvPicPr>
          <p:cNvPr id="14" name="Image 0" descr="/sessions/sleepy-zen-cray/mnt/outputs/deck_assets/logo_var2_azul.png">
            <a:extLst>
              <a:ext uri="{FF2B5EF4-FFF2-40B4-BE49-F238E27FC236}">
                <a16:creationId xmlns:a16="http://schemas.microsoft.com/office/drawing/2014/main" id="{1AB0CB06-BF8B-4DFD-6A94-692AB2964FF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§4.3 · VOCALES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4 fáciles · ㅗ ㅜ ㅡ ㅣ</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ㅗ</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o ] como en sol</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오빠 (oppa)</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ㅜ</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u ] como en luna</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우유 (uyu - leche)</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ㅡ</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eu ] labios estirados</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그 (geu - ese)</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ㅣ</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i ] como en sí</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이 (i - este)</a:t>
            </a:r>
            <a:endParaRPr lang="en-US" sz="1200" dirty="0"/>
          </a:p>
        </p:txBody>
      </p:sp>
      <p:pic>
        <p:nvPicPr>
          <p:cNvPr id="17"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8" name="Text 14"/>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9" name="Text 15"/>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10  ·  TALLER</a:t>
            </a:r>
            <a:endParaRPr lang="en-US" sz="800" dirty="0"/>
          </a:p>
        </p:txBody>
      </p:sp>
      <p:pic>
        <p:nvPicPr>
          <p:cNvPr id="20" name="Image 0" descr="/sessions/sleepy-zen-cray/mnt/outputs/deck_assets/logo_var2_azul.png">
            <a:extLst>
              <a:ext uri="{FF2B5EF4-FFF2-40B4-BE49-F238E27FC236}">
                <a16:creationId xmlns:a16="http://schemas.microsoft.com/office/drawing/2014/main" id="{D138C7B9-1CC4-2FE6-B141-B038A63D3E06}"/>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pic>
        <p:nvPicPr>
          <p:cNvPr id="18" name="Image 0" descr="/sessions/sleepy-zen-cray/mnt/outputs/deck_assets/logo_var2_azul.png">
            <a:extLst>
              <a:ext uri="{FF2B5EF4-FFF2-40B4-BE49-F238E27FC236}">
                <a16:creationId xmlns:a16="http://schemas.microsoft.com/office/drawing/2014/main" id="{CDA6A7C9-13DB-3493-DAE9-08D3089C4394}"/>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1056132"/>
            <a:ext cx="502920" cy="502920"/>
          </a:xfrm>
          <a:prstGeom prst="rect">
            <a:avLst/>
          </a:prstGeom>
        </p:spPr>
      </p:pic>
      <p:sp>
        <p:nvSpPr>
          <p:cNvPr id="6" name="Text 3"/>
          <p:cNvSpPr/>
          <p:nvPr/>
        </p:nvSpPr>
        <p:spPr>
          <a:xfrm>
            <a:off x="9768535" y="1120140"/>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pic>
        <p:nvPicPr>
          <p:cNvPr id="22" name="Image 0" descr="/sessions/sleepy-zen-cray/mnt/outputs/deck_assets/logo_var2_azul.png">
            <a:extLst>
              <a:ext uri="{FF2B5EF4-FFF2-40B4-BE49-F238E27FC236}">
                <a16:creationId xmlns:a16="http://schemas.microsoft.com/office/drawing/2014/main" id="{E7DEE933-0EB5-0681-F1E9-A6CD3E647787}"/>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178540" y="1051560"/>
            <a:ext cx="502920" cy="502920"/>
          </a:xfrm>
          <a:prstGeom prst="rect">
            <a:avLst/>
          </a:prstGeom>
        </p:spPr>
      </p:pic>
      <p:sp>
        <p:nvSpPr>
          <p:cNvPr id="6" name="Text 3"/>
          <p:cNvSpPr/>
          <p:nvPr/>
        </p:nvSpPr>
        <p:spPr>
          <a:xfrm>
            <a:off x="9715500" y="11155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zapatos</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pic>
        <p:nvPicPr>
          <p:cNvPr id="22" name="Image 0" descr="/sessions/sleepy-zen-cray/mnt/outputs/deck_assets/logo_var2_azul.png">
            <a:extLst>
              <a:ext uri="{FF2B5EF4-FFF2-40B4-BE49-F238E27FC236}">
                <a16:creationId xmlns:a16="http://schemas.microsoft.com/office/drawing/2014/main" id="{AA541B0B-B9DD-9D37-0A55-622F4D0162D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pic>
        <p:nvPicPr>
          <p:cNvPr id="32" name="Image 0" descr="/sessions/sleepy-zen-cray/mnt/outputs/deck_assets/logo_var2_azul.png">
            <a:extLst>
              <a:ext uri="{FF2B5EF4-FFF2-40B4-BE49-F238E27FC236}">
                <a16:creationId xmlns:a16="http://schemas.microsoft.com/office/drawing/2014/main" id="{E3D53A14-568F-7BEF-AE9F-63222ECA5D13}"/>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880" y="1005840"/>
            <a:ext cx="502920" cy="502920"/>
          </a:xfrm>
          <a:prstGeom prst="rect">
            <a:avLst/>
          </a:prstGeom>
        </p:spPr>
      </p:pic>
      <p:sp>
        <p:nvSpPr>
          <p:cNvPr id="6" name="Text 3"/>
          <p:cNvSpPr/>
          <p:nvPr/>
        </p:nvSpPr>
        <p:spPr>
          <a:xfrm>
            <a:off x="9768840" y="106984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cocina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aula</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pic>
        <p:nvPicPr>
          <p:cNvPr id="22" name="Image 0" descr="/sessions/sleepy-zen-cray/mnt/outputs/deck_assets/logo_var2_azul.png">
            <a:extLst>
              <a:ext uri="{FF2B5EF4-FFF2-40B4-BE49-F238E27FC236}">
                <a16:creationId xmlns:a16="http://schemas.microsoft.com/office/drawing/2014/main" id="{CBA7BA12-8160-9814-F3B1-CC9C7D0F71A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1078992"/>
            <a:ext cx="502920" cy="502920"/>
          </a:xfrm>
          <a:prstGeom prst="rect">
            <a:avLst/>
          </a:prstGeom>
        </p:spPr>
      </p:pic>
      <p:sp>
        <p:nvSpPr>
          <p:cNvPr id="6" name="Text 3"/>
          <p:cNvSpPr/>
          <p:nvPr/>
        </p:nvSpPr>
        <p:spPr>
          <a:xfrm>
            <a:off x="9768535" y="1143000"/>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vidrio</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pic>
        <p:nvPicPr>
          <p:cNvPr id="22" name="Image 0" descr="/sessions/sleepy-zen-cray/mnt/outputs/deck_assets/logo_var2_azul.png">
            <a:extLst>
              <a:ext uri="{FF2B5EF4-FFF2-40B4-BE49-F238E27FC236}">
                <a16:creationId xmlns:a16="http://schemas.microsoft.com/office/drawing/2014/main" id="{B93FC020-B300-B10E-2B9D-0CF6278605E9}"/>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1056132"/>
            <a:ext cx="502920" cy="502920"/>
          </a:xfrm>
          <a:prstGeom prst="rect">
            <a:avLst/>
          </a:prstGeom>
        </p:spPr>
      </p:pic>
      <p:sp>
        <p:nvSpPr>
          <p:cNvPr id="6" name="Text 3"/>
          <p:cNvSpPr/>
          <p:nvPr/>
        </p:nvSpPr>
        <p:spPr>
          <a:xfrm>
            <a:off x="9768535" y="1120140"/>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historia</a:t>
            </a:r>
            <a:endParaRPr lang="en-US" sz="2200" dirty="0"/>
          </a:p>
        </p:txBody>
      </p:sp>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pic>
        <p:nvPicPr>
          <p:cNvPr id="22" name="Image 0" descr="/sessions/sleepy-zen-cray/mnt/outputs/deck_assets/logo_var2_azul.png">
            <a:extLst>
              <a:ext uri="{FF2B5EF4-FFF2-40B4-BE49-F238E27FC236}">
                <a16:creationId xmlns:a16="http://schemas.microsoft.com/office/drawing/2014/main" id="{7DA65387-C70B-0C43-00BD-9C2752E3E8D5}"/>
              </a:ext>
            </a:extLst>
          </p:cNvPr>
          <p:cNvPicPr>
            <a:picLocks noChangeAspect="1"/>
          </p:cNvPicPr>
          <p:nvPr/>
        </p:nvPicPr>
        <p:blipFill>
          <a:blip r:embed="rId5"/>
          <a:stretch>
            <a:fillRect/>
          </a:stretch>
        </p:blipFill>
        <p:spPr>
          <a:xfrm>
            <a:off x="9778365" y="-760095"/>
            <a:ext cx="2571750" cy="25717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pic>
        <p:nvPicPr>
          <p:cNvPr id="33" name="Image 0" descr="/sessions/sleepy-zen-cray/mnt/outputs/deck_assets/logo_var2_azul.png">
            <a:extLst>
              <a:ext uri="{FF2B5EF4-FFF2-40B4-BE49-F238E27FC236}">
                <a16:creationId xmlns:a16="http://schemas.microsoft.com/office/drawing/2014/main" id="{1DF75538-AAC6-6D7A-DA6A-31C5FBE3060B}"/>
              </a:ext>
            </a:extLst>
          </p:cNvPr>
          <p:cNvPicPr>
            <a:picLocks noChangeAspect="1"/>
          </p:cNvPicPr>
          <p:nvPr/>
        </p:nvPicPr>
        <p:blipFill>
          <a:blip r:embed="rId6"/>
          <a:stretch>
            <a:fillRect/>
          </a:stretch>
        </p:blipFill>
        <p:spPr>
          <a:xfrm>
            <a:off x="9778365" y="-760095"/>
            <a:ext cx="2571750" cy="25717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§4.4 · QUIZ</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Mini-quiz de vocales</a:t>
            </a:r>
            <a:endParaRPr lang="en-US" sz="26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300" i="1" dirty="0">
                <a:solidFill>
                  <a:srgbClr val="6B6B7C"/>
                </a:solidFill>
                <a:latin typeface="Calibri" pitchFamily="34" charset="0"/>
                <a:ea typeface="Calibri" pitchFamily="34" charset="-122"/>
                <a:cs typeface="Calibri" pitchFamily="34" charset="-120"/>
              </a:rPr>
              <a:t>Yo señalo, escribís la respuesta en el chat</a:t>
            </a:r>
            <a:endParaRPr lang="en-US" sz="1300" dirty="0"/>
          </a:p>
        </p:txBody>
      </p:sp>
      <p:sp>
        <p:nvSpPr>
          <p:cNvPr id="5" name="Shape 3"/>
          <p:cNvSpPr/>
          <p:nvPr/>
        </p:nvSpPr>
        <p:spPr>
          <a:xfrm>
            <a:off x="548640" y="2194560"/>
            <a:ext cx="5486400" cy="1524000"/>
          </a:xfrm>
          <a:prstGeom prst="roundRect">
            <a:avLst>
              <a:gd name="adj" fmla="val 6000"/>
            </a:avLst>
          </a:prstGeom>
          <a:solidFill>
            <a:srgbClr val="3D2EE8"/>
          </a:solidFill>
          <a:ln w="12700">
            <a:solidFill>
              <a:srgbClr val="3D2EE8"/>
            </a:solidFill>
            <a:prstDash val="solid"/>
          </a:ln>
        </p:spPr>
      </p:sp>
      <p:sp>
        <p:nvSpPr>
          <p:cNvPr id="6" name="Text 4"/>
          <p:cNvSpPr/>
          <p:nvPr/>
        </p:nvSpPr>
        <p:spPr>
          <a:xfrm>
            <a:off x="548640"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ㅏ</a:t>
            </a:r>
            <a:endParaRPr lang="en-US" sz="3200" dirty="0"/>
          </a:p>
        </p:txBody>
      </p:sp>
      <p:sp>
        <p:nvSpPr>
          <p:cNvPr id="7" name="Text 5"/>
          <p:cNvSpPr/>
          <p:nvPr/>
        </p:nvSpPr>
        <p:spPr>
          <a:xfrm>
            <a:off x="548640"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a</a:t>
            </a:r>
            <a:endParaRPr lang="en-US" sz="1400" dirty="0"/>
          </a:p>
        </p:txBody>
      </p:sp>
      <p:sp>
        <p:nvSpPr>
          <p:cNvPr id="8" name="Shape 6"/>
          <p:cNvSpPr/>
          <p:nvPr/>
        </p:nvSpPr>
        <p:spPr>
          <a:xfrm>
            <a:off x="6153912" y="2194560"/>
            <a:ext cx="5486400" cy="1524000"/>
          </a:xfrm>
          <a:prstGeom prst="roundRect">
            <a:avLst>
              <a:gd name="adj" fmla="val 6000"/>
            </a:avLst>
          </a:prstGeom>
          <a:solidFill>
            <a:srgbClr val="FF5C5C"/>
          </a:solidFill>
          <a:ln w="12700">
            <a:solidFill>
              <a:srgbClr val="FF5C5C"/>
            </a:solidFill>
            <a:prstDash val="solid"/>
          </a:ln>
        </p:spPr>
      </p:sp>
      <p:sp>
        <p:nvSpPr>
          <p:cNvPr id="9" name="Text 7"/>
          <p:cNvSpPr/>
          <p:nvPr/>
        </p:nvSpPr>
        <p:spPr>
          <a:xfrm>
            <a:off x="6153912"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ㅓ</a:t>
            </a:r>
            <a:endParaRPr lang="en-US" sz="3200" dirty="0"/>
          </a:p>
        </p:txBody>
      </p:sp>
      <p:sp>
        <p:nvSpPr>
          <p:cNvPr id="10" name="Text 8"/>
          <p:cNvSpPr/>
          <p:nvPr/>
        </p:nvSpPr>
        <p:spPr>
          <a:xfrm>
            <a:off x="6153912"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eo</a:t>
            </a:r>
            <a:endParaRPr lang="en-US" sz="1400" dirty="0"/>
          </a:p>
        </p:txBody>
      </p:sp>
      <p:sp>
        <p:nvSpPr>
          <p:cNvPr id="11" name="Shape 9"/>
          <p:cNvSpPr/>
          <p:nvPr/>
        </p:nvSpPr>
        <p:spPr>
          <a:xfrm>
            <a:off x="548640" y="3837432"/>
            <a:ext cx="5486400" cy="1524000"/>
          </a:xfrm>
          <a:prstGeom prst="roundRect">
            <a:avLst>
              <a:gd name="adj" fmla="val 6000"/>
            </a:avLst>
          </a:prstGeom>
          <a:solidFill>
            <a:srgbClr val="3D2EE8"/>
          </a:solidFill>
          <a:ln w="12700">
            <a:solidFill>
              <a:srgbClr val="3D2EE8"/>
            </a:solidFill>
            <a:prstDash val="solid"/>
          </a:ln>
        </p:spPr>
      </p:sp>
      <p:sp>
        <p:nvSpPr>
          <p:cNvPr id="12" name="Text 10"/>
          <p:cNvSpPr/>
          <p:nvPr/>
        </p:nvSpPr>
        <p:spPr>
          <a:xfrm>
            <a:off x="548640"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ㅗ</a:t>
            </a:r>
            <a:endParaRPr lang="en-US" sz="3200" dirty="0"/>
          </a:p>
        </p:txBody>
      </p:sp>
      <p:sp>
        <p:nvSpPr>
          <p:cNvPr id="13" name="Text 11"/>
          <p:cNvSpPr/>
          <p:nvPr/>
        </p:nvSpPr>
        <p:spPr>
          <a:xfrm>
            <a:off x="548640"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o</a:t>
            </a:r>
            <a:endParaRPr lang="en-US" sz="1400" dirty="0"/>
          </a:p>
        </p:txBody>
      </p:sp>
      <p:sp>
        <p:nvSpPr>
          <p:cNvPr id="14" name="Shape 12"/>
          <p:cNvSpPr/>
          <p:nvPr/>
        </p:nvSpPr>
        <p:spPr>
          <a:xfrm>
            <a:off x="6153912" y="3837432"/>
            <a:ext cx="5486400" cy="1524000"/>
          </a:xfrm>
          <a:prstGeom prst="roundRect">
            <a:avLst>
              <a:gd name="adj" fmla="val 6000"/>
            </a:avLst>
          </a:prstGeom>
          <a:solidFill>
            <a:srgbClr val="FF5C5C"/>
          </a:solidFill>
          <a:ln w="12700">
            <a:solidFill>
              <a:srgbClr val="FF5C5C"/>
            </a:solidFill>
            <a:prstDash val="solid"/>
          </a:ln>
        </p:spPr>
      </p:sp>
      <p:sp>
        <p:nvSpPr>
          <p:cNvPr id="15" name="Text 13"/>
          <p:cNvSpPr/>
          <p:nvPr/>
        </p:nvSpPr>
        <p:spPr>
          <a:xfrm>
            <a:off x="6153912"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ㅜ</a:t>
            </a:r>
            <a:endParaRPr lang="en-US" sz="3200" dirty="0"/>
          </a:p>
        </p:txBody>
      </p:sp>
      <p:sp>
        <p:nvSpPr>
          <p:cNvPr id="16" name="Text 14"/>
          <p:cNvSpPr/>
          <p:nvPr/>
        </p:nvSpPr>
        <p:spPr>
          <a:xfrm>
            <a:off x="6153912"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u</a:t>
            </a:r>
            <a:endParaRPr lang="en-US" sz="1400" dirty="0"/>
          </a:p>
        </p:txBody>
      </p:sp>
      <p:sp>
        <p:nvSpPr>
          <p:cNvPr id="17" name="Shape 15"/>
          <p:cNvSpPr/>
          <p:nvPr/>
        </p:nvSpPr>
        <p:spPr>
          <a:xfrm>
            <a:off x="548640" y="5480304"/>
            <a:ext cx="5486400" cy="1524000"/>
          </a:xfrm>
          <a:prstGeom prst="roundRect">
            <a:avLst>
              <a:gd name="adj" fmla="val 6000"/>
            </a:avLst>
          </a:prstGeom>
          <a:solidFill>
            <a:srgbClr val="3D2EE8"/>
          </a:solidFill>
          <a:ln w="12700">
            <a:solidFill>
              <a:srgbClr val="3D2EE8"/>
            </a:solidFill>
            <a:prstDash val="solid"/>
          </a:ln>
        </p:spPr>
      </p:sp>
      <p:sp>
        <p:nvSpPr>
          <p:cNvPr id="18" name="Text 16"/>
          <p:cNvSpPr/>
          <p:nvPr/>
        </p:nvSpPr>
        <p:spPr>
          <a:xfrm>
            <a:off x="548640"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ㅡ</a:t>
            </a:r>
            <a:endParaRPr lang="en-US" sz="3200" dirty="0"/>
          </a:p>
        </p:txBody>
      </p:sp>
      <p:sp>
        <p:nvSpPr>
          <p:cNvPr id="19" name="Text 17"/>
          <p:cNvSpPr/>
          <p:nvPr/>
        </p:nvSpPr>
        <p:spPr>
          <a:xfrm>
            <a:off x="548640"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eu</a:t>
            </a:r>
            <a:endParaRPr lang="en-US" sz="1400" dirty="0"/>
          </a:p>
        </p:txBody>
      </p:sp>
      <p:sp>
        <p:nvSpPr>
          <p:cNvPr id="20" name="Shape 18"/>
          <p:cNvSpPr/>
          <p:nvPr/>
        </p:nvSpPr>
        <p:spPr>
          <a:xfrm>
            <a:off x="6153912" y="5480304"/>
            <a:ext cx="5486400" cy="1524000"/>
          </a:xfrm>
          <a:prstGeom prst="roundRect">
            <a:avLst>
              <a:gd name="adj" fmla="val 6000"/>
            </a:avLst>
          </a:prstGeom>
          <a:solidFill>
            <a:srgbClr val="FF5C5C"/>
          </a:solidFill>
          <a:ln w="12700">
            <a:solidFill>
              <a:srgbClr val="FF5C5C"/>
            </a:solidFill>
            <a:prstDash val="solid"/>
          </a:ln>
        </p:spPr>
      </p:sp>
      <p:sp>
        <p:nvSpPr>
          <p:cNvPr id="21" name="Text 19"/>
          <p:cNvSpPr/>
          <p:nvPr/>
        </p:nvSpPr>
        <p:spPr>
          <a:xfrm>
            <a:off x="6153912"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ㅣ</a:t>
            </a:r>
            <a:endParaRPr lang="en-US" sz="3200" dirty="0"/>
          </a:p>
        </p:txBody>
      </p:sp>
      <p:sp>
        <p:nvSpPr>
          <p:cNvPr id="22" name="Text 20"/>
          <p:cNvSpPr/>
          <p:nvPr/>
        </p:nvSpPr>
        <p:spPr>
          <a:xfrm>
            <a:off x="6153912"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i</a:t>
            </a:r>
            <a:endParaRPr lang="en-US" sz="1400" dirty="0"/>
          </a:p>
        </p:txBody>
      </p:sp>
      <p:pic>
        <p:nvPicPr>
          <p:cNvPr id="24"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25" name="Text 21"/>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6" name="Text 22"/>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11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35491CC6-47E4-3958-4BA6-0E77D01A381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E340-E3AA-ABCA-43AC-58FF5F658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39E1C2-B632-D132-1052-E154AB7263CC}"/>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a:extLst>
              <a:ext uri="{FF2B5EF4-FFF2-40B4-BE49-F238E27FC236}">
                <a16:creationId xmlns:a16="http://schemas.microsoft.com/office/drawing/2014/main" id="{40524EF0-EFE5-4C72-8F69-DCAD5D17497C}"/>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a:extLst>
              <a:ext uri="{FF2B5EF4-FFF2-40B4-BE49-F238E27FC236}">
                <a16:creationId xmlns:a16="http://schemas.microsoft.com/office/drawing/2014/main" id="{8E9DF5A2-6B2C-44C4-56D9-E12EEF41963B}"/>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a:extLst>
              <a:ext uri="{FF2B5EF4-FFF2-40B4-BE49-F238E27FC236}">
                <a16:creationId xmlns:a16="http://schemas.microsoft.com/office/drawing/2014/main" id="{8E94598C-A78D-F570-1638-0E2D59404B00}"/>
              </a:ext>
            </a:extLst>
          </p:cNvPr>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a:extLst>
              <a:ext uri="{FF2B5EF4-FFF2-40B4-BE49-F238E27FC236}">
                <a16:creationId xmlns:a16="http://schemas.microsoft.com/office/drawing/2014/main" id="{7661767F-9B94-4FAB-6DB3-3334BB9DBF45}"/>
              </a:ext>
            </a:extLst>
          </p:cNvPr>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a:extLst>
              <a:ext uri="{FF2B5EF4-FFF2-40B4-BE49-F238E27FC236}">
                <a16:creationId xmlns:a16="http://schemas.microsoft.com/office/drawing/2014/main" id="{9C594F2B-0B19-E285-7C78-95F48F515702}"/>
              </a:ext>
            </a:extLst>
          </p:cNvPr>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a:extLst>
              <a:ext uri="{FF2B5EF4-FFF2-40B4-BE49-F238E27FC236}">
                <a16:creationId xmlns:a16="http://schemas.microsoft.com/office/drawing/2014/main" id="{E224941D-677A-1A24-26EB-CA0E2C5577FA}"/>
              </a:ext>
            </a:extLst>
          </p:cNvPr>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a:extLst>
              <a:ext uri="{FF2B5EF4-FFF2-40B4-BE49-F238E27FC236}">
                <a16:creationId xmlns:a16="http://schemas.microsoft.com/office/drawing/2014/main" id="{8AD2424B-F40D-B46C-87B5-E9DFD158D66A}"/>
              </a:ext>
            </a:extLst>
          </p:cNvPr>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a:extLst>
              <a:ext uri="{FF2B5EF4-FFF2-40B4-BE49-F238E27FC236}">
                <a16:creationId xmlns:a16="http://schemas.microsoft.com/office/drawing/2014/main" id="{FD957A6C-58D1-B645-F952-B8209F94B9AB}"/>
              </a:ext>
            </a:extLst>
          </p:cNvPr>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a:extLst>
              <a:ext uri="{FF2B5EF4-FFF2-40B4-BE49-F238E27FC236}">
                <a16:creationId xmlns:a16="http://schemas.microsoft.com/office/drawing/2014/main" id="{1B579E27-C75C-FB15-823F-50BE4E49B8E3}"/>
              </a:ext>
            </a:extLst>
          </p:cNvPr>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a:extLst>
              <a:ext uri="{FF2B5EF4-FFF2-40B4-BE49-F238E27FC236}">
                <a16:creationId xmlns:a16="http://schemas.microsoft.com/office/drawing/2014/main" id="{B7CF437A-C9A3-35CE-B11C-0971CBF33E77}"/>
              </a:ext>
            </a:extLst>
          </p:cNvPr>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a:extLst>
              <a:ext uri="{FF2B5EF4-FFF2-40B4-BE49-F238E27FC236}">
                <a16:creationId xmlns:a16="http://schemas.microsoft.com/office/drawing/2014/main" id="{973AB8C8-BED4-88AC-D149-C526D57F6788}"/>
              </a:ext>
            </a:extLst>
          </p:cNvPr>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a:extLst>
              <a:ext uri="{FF2B5EF4-FFF2-40B4-BE49-F238E27FC236}">
                <a16:creationId xmlns:a16="http://schemas.microsoft.com/office/drawing/2014/main" id="{E51AFA15-84A7-AD91-B76D-52BF89D988DF}"/>
              </a:ext>
            </a:extLst>
          </p:cNvPr>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a:extLst>
              <a:ext uri="{FF2B5EF4-FFF2-40B4-BE49-F238E27FC236}">
                <a16:creationId xmlns:a16="http://schemas.microsoft.com/office/drawing/2014/main" id="{87C65A44-1B73-DCE5-5593-0260DE5D451F}"/>
              </a:ext>
            </a:extLst>
          </p:cNvPr>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a:extLst>
              <a:ext uri="{FF2B5EF4-FFF2-40B4-BE49-F238E27FC236}">
                <a16:creationId xmlns:a16="http://schemas.microsoft.com/office/drawing/2014/main" id="{DF2D4520-AD69-32C4-E5C0-506743F19349}"/>
              </a:ext>
            </a:extLst>
          </p:cNvPr>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a:extLst>
              <a:ext uri="{FF2B5EF4-FFF2-40B4-BE49-F238E27FC236}">
                <a16:creationId xmlns:a16="http://schemas.microsoft.com/office/drawing/2014/main" id="{5A57DADC-F5FD-7A4C-57B8-FE8858B73E5A}"/>
              </a:ext>
            </a:extLst>
          </p:cNvPr>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a:extLst>
              <a:ext uri="{FF2B5EF4-FFF2-40B4-BE49-F238E27FC236}">
                <a16:creationId xmlns:a16="http://schemas.microsoft.com/office/drawing/2014/main" id="{CE8114AE-7551-4140-53D8-79D8F5A98B8D}"/>
              </a:ext>
            </a:extLst>
          </p:cNvPr>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a:extLst>
              <a:ext uri="{FF2B5EF4-FFF2-40B4-BE49-F238E27FC236}">
                <a16:creationId xmlns:a16="http://schemas.microsoft.com/office/drawing/2014/main" id="{7D4F5629-B71A-C6A1-7C8F-08BB10ED5B1A}"/>
              </a:ext>
            </a:extLst>
          </p:cNvPr>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a:extLst>
              <a:ext uri="{FF2B5EF4-FFF2-40B4-BE49-F238E27FC236}">
                <a16:creationId xmlns:a16="http://schemas.microsoft.com/office/drawing/2014/main" id="{C7026E9F-A4F1-5FF0-E39E-A4F3F3AB6A7A}"/>
              </a:ext>
            </a:extLst>
          </p:cNvPr>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a:extLst>
              <a:ext uri="{FF2B5EF4-FFF2-40B4-BE49-F238E27FC236}">
                <a16:creationId xmlns:a16="http://schemas.microsoft.com/office/drawing/2014/main" id="{768340F7-378C-0F7A-0B03-78FF387BA417}"/>
              </a:ext>
            </a:extLst>
          </p:cNvPr>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a:extLst>
              <a:ext uri="{FF2B5EF4-FFF2-40B4-BE49-F238E27FC236}">
                <a16:creationId xmlns:a16="http://schemas.microsoft.com/office/drawing/2014/main" id="{61C7DA97-8386-564B-DD09-904B5FC15DF6}"/>
              </a:ext>
            </a:extLst>
          </p:cNvPr>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a:extLst>
              <a:ext uri="{FF2B5EF4-FFF2-40B4-BE49-F238E27FC236}">
                <a16:creationId xmlns:a16="http://schemas.microsoft.com/office/drawing/2014/main" id="{DD00C788-3D19-7C01-6F83-12AE9A55CA8F}"/>
              </a:ext>
            </a:extLst>
          </p:cNvPr>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a:extLst>
              <a:ext uri="{FF2B5EF4-FFF2-40B4-BE49-F238E27FC236}">
                <a16:creationId xmlns:a16="http://schemas.microsoft.com/office/drawing/2014/main" id="{75FEC520-0E96-C1C5-3EB6-821F6BDD2BF2}"/>
              </a:ext>
            </a:extLst>
          </p:cNvPr>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a:extLst>
              <a:ext uri="{FF2B5EF4-FFF2-40B4-BE49-F238E27FC236}">
                <a16:creationId xmlns:a16="http://schemas.microsoft.com/office/drawing/2014/main" id="{FEF11570-E585-F5B0-6603-0E2AD4A7208C}"/>
              </a:ext>
            </a:extLst>
          </p:cNvPr>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a:extLst>
              <a:ext uri="{FF2B5EF4-FFF2-40B4-BE49-F238E27FC236}">
                <a16:creationId xmlns:a16="http://schemas.microsoft.com/office/drawing/2014/main" id="{D4A86513-27C3-BD81-CA30-CEF02090E97A}"/>
              </a:ext>
            </a:extLst>
          </p:cNvPr>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a:extLst>
              <a:ext uri="{FF2B5EF4-FFF2-40B4-BE49-F238E27FC236}">
                <a16:creationId xmlns:a16="http://schemas.microsoft.com/office/drawing/2014/main" id="{305FD977-5E9B-7379-7B10-402AF47B3D5D}"/>
              </a:ext>
            </a:extLst>
          </p:cNvPr>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a:extLst>
              <a:ext uri="{FF2B5EF4-FFF2-40B4-BE49-F238E27FC236}">
                <a16:creationId xmlns:a16="http://schemas.microsoft.com/office/drawing/2014/main" id="{B1FA4C90-8971-62B7-B527-BEB5DCD3B4EA}"/>
              </a:ext>
            </a:extLst>
          </p:cNvPr>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a:extLst>
              <a:ext uri="{FF2B5EF4-FFF2-40B4-BE49-F238E27FC236}">
                <a16:creationId xmlns:a16="http://schemas.microsoft.com/office/drawing/2014/main" id="{218B6D68-C38F-9626-B580-6432A7C0760D}"/>
              </a:ext>
            </a:extLst>
          </p:cNvPr>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a:extLst>
              <a:ext uri="{FF2B5EF4-FFF2-40B4-BE49-F238E27FC236}">
                <a16:creationId xmlns:a16="http://schemas.microsoft.com/office/drawing/2014/main" id="{565D7991-7F0E-E459-1343-D4F870C057E7}"/>
              </a:ext>
            </a:extLst>
          </p:cNvPr>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a:extLst>
              <a:ext uri="{FF2B5EF4-FFF2-40B4-BE49-F238E27FC236}">
                <a16:creationId xmlns:a16="http://schemas.microsoft.com/office/drawing/2014/main" id="{BE86D63C-EC72-8AFF-1E0E-6AFF0653012F}"/>
              </a:ext>
            </a:extLst>
          </p:cNvPr>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a:extLst>
              <a:ext uri="{FF2B5EF4-FFF2-40B4-BE49-F238E27FC236}">
                <a16:creationId xmlns:a16="http://schemas.microsoft.com/office/drawing/2014/main" id="{68EDEA95-5E8E-6CB2-0EB8-7D4832C99F47}"/>
              </a:ext>
            </a:extLst>
          </p:cNvPr>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a:extLst>
              <a:ext uri="{FF2B5EF4-FFF2-40B4-BE49-F238E27FC236}">
                <a16:creationId xmlns:a16="http://schemas.microsoft.com/office/drawing/2014/main" id="{4E3669BA-CA64-6300-3372-F4B57C7DDBE2}"/>
              </a:ext>
            </a:extLst>
          </p:cNvPr>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sp>
        <p:nvSpPr>
          <p:cNvPr id="35" name="Text 32">
            <a:extLst>
              <a:ext uri="{FF2B5EF4-FFF2-40B4-BE49-F238E27FC236}">
                <a16:creationId xmlns:a16="http://schemas.microsoft.com/office/drawing/2014/main" id="{02E1A177-A86E-2CD8-FCE8-615EBCA6527A}"/>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802D41F0-6F2F-5C53-1135-188374C8C26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85A63612-1C1A-DACF-10AE-F437740C114A}"/>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E0AD0C07-5CFA-E6FD-6D12-90B8AD2019BE}"/>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BA18A64A-1582-A3ED-9165-AA2805AE497F}"/>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5926684A-7570-372E-685C-2ADFC7BBBD55}"/>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5BE6F6FF-7F19-459E-E9AC-E6AB98A614FE}"/>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F68AC85-4D01-4E95-7D49-27B78BAA005E}"/>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1DEDB9F1-0633-9C27-1558-3D4ECA85DAD1}"/>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66A634B9-D451-8554-C919-C804DEEEEA33}"/>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3062CC77-C878-656F-B25B-A816AA33CAAE}"/>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73C5050E-4C90-05E6-FFB8-9DAABC10F9A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2FE1D9A9-5A8D-C17C-3BE3-3998920753ED}"/>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48F51F26-D68C-A029-8FDF-AC40D96CD8AE}"/>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8ECC3CAC-C48D-2194-CD6A-F907FDB7FF66}"/>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5244AC1B-DF65-D003-BC79-A69486E8420E}"/>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35DE9E7F-24D5-78C7-1416-0972AF0CB299}"/>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D136F41B-C9EE-1236-3042-542B51081CA7}"/>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25A8704C-858F-3970-BD63-F9CB2486FBFB}"/>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0470042E-C6CD-95FA-61A2-150812F5B8B4}"/>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090BA9D2-CB21-C3B3-9F5B-04A066FA2CBE}"/>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FC1930EA-9F6E-FCFD-683C-08BFADF27D6E}"/>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F2402F50-3314-8989-1801-2DE6B3A0231C}"/>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pic>
        <p:nvPicPr>
          <p:cNvPr id="58" name="Image 0" descr="/sessions/sleepy-zen-cray/mnt/outputs/deck_assets/logo_var2_azul.png">
            <a:extLst>
              <a:ext uri="{FF2B5EF4-FFF2-40B4-BE49-F238E27FC236}">
                <a16:creationId xmlns:a16="http://schemas.microsoft.com/office/drawing/2014/main" id="{0377AB7D-1804-5FFC-AB34-1FD56A757E8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494776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F564681D-E678-D435-0DC4-4178EEA99542}"/>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79C45D79-8EE8-D8CC-B0A1-6748598BBDE6}"/>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768B7034-1EBC-1641-DBD0-34BD2B24CA82}"/>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6E7E8153-B4FE-2D49-51DF-9AD57CCC1B97}"/>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EFFB2AD0-9901-92BA-50B4-7A7F41698120}"/>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21F414FB-9177-96B4-9D22-09AFD347D26B}"/>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7B42B800-C616-F57B-8527-686A929CCAA7}"/>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4D56D902-1932-F7E8-36FB-C0E1A273FC61}"/>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36D396FB-3013-9A8E-B071-4FF152723978}"/>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9CC4B61-1088-F5E0-A95A-B8B8E0AD1F13}"/>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40427D0-E30F-ABD3-8FA7-FDC98040ACD5}"/>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5B0F7D30-2721-97DF-4A4C-6CA7942A5F43}"/>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3987922C-7396-0119-5C27-F5426DD23B07}"/>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110E09FC-91D7-179F-29D9-F533FF09054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E5BAE4C7-38E4-BE6D-2B99-A332F6644590}"/>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85CCFD9D-45C8-F21A-D786-18D9280BDEB4}"/>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0826C248-7C4E-FCCD-182E-63E1D4973A95}"/>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3D225247-A127-628D-F0C8-0E86C7791BF3}"/>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F48FD68F-6705-D60D-0443-9886E2B6AAAD}"/>
              </a:ext>
            </a:extLst>
          </p:cNvPr>
          <p:cNvSpPr txBox="1"/>
          <p:nvPr/>
        </p:nvSpPr>
        <p:spPr>
          <a:xfrm>
            <a:off x="9435668" y="5945061"/>
            <a:ext cx="239168" cy="369332"/>
          </a:xfrm>
          <a:prstGeom prst="rect">
            <a:avLst/>
          </a:prstGeom>
          <a:noFill/>
        </p:spPr>
        <p:txBody>
          <a:bodyPr wrap="none" rtlCol="0">
            <a:spAutoFit/>
          </a:bodyPr>
          <a:lstStyle/>
          <a:p>
            <a:r>
              <a:rPr lang="es-CL" dirty="0"/>
              <a:t>j</a:t>
            </a:r>
          </a:p>
        </p:txBody>
      </p:sp>
      <p:pic>
        <p:nvPicPr>
          <p:cNvPr id="56" name="Image 0" descr="/sessions/sleepy-zen-cray/mnt/outputs/deck_assets/logo_var2_azul.png">
            <a:extLst>
              <a:ext uri="{FF2B5EF4-FFF2-40B4-BE49-F238E27FC236}">
                <a16:creationId xmlns:a16="http://schemas.microsoft.com/office/drawing/2014/main" id="{9E3A3D1E-1D1A-A938-1FCB-B1129689E684}"/>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pic>
        <p:nvPicPr>
          <p:cNvPr id="34" name="Image 0" descr="/sessions/sleepy-zen-cray/mnt/outputs/deck_assets/logo_var2_azul.png">
            <a:extLst>
              <a:ext uri="{FF2B5EF4-FFF2-40B4-BE49-F238E27FC236}">
                <a16:creationId xmlns:a16="http://schemas.microsoft.com/office/drawing/2014/main" id="{ED74D701-41B1-668F-E714-5352BD66E328}"/>
              </a:ext>
            </a:extLst>
          </p:cNvPr>
          <p:cNvPicPr>
            <a:picLocks noChangeAspect="1"/>
          </p:cNvPicPr>
          <p:nvPr/>
        </p:nvPicPr>
        <p:blipFill>
          <a:blip r:embed="rId3"/>
          <a:stretch>
            <a:fillRect/>
          </a:stretch>
        </p:blipFill>
        <p:spPr>
          <a:xfrm>
            <a:off x="9778365" y="-760095"/>
            <a:ext cx="2571750" cy="25717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35B5B-ADAF-D0D6-5DC7-23ED8E53BB62}"/>
            </a:ext>
          </a:extLst>
        </p:cNvPr>
        <p:cNvGrpSpPr/>
        <p:nvPr/>
      </p:nvGrpSpPr>
      <p:grpSpPr>
        <a:xfrm>
          <a:off x="0" y="0"/>
          <a:ext cx="0" cy="0"/>
          <a:chOff x="0" y="0"/>
          <a:chExt cx="0" cy="0"/>
        </a:xfrm>
      </p:grpSpPr>
      <p:pic>
        <p:nvPicPr>
          <p:cNvPr id="2" name="img81">
            <a:extLst>
              <a:ext uri="{FF2B5EF4-FFF2-40B4-BE49-F238E27FC236}">
                <a16:creationId xmlns:a16="http://schemas.microsoft.com/office/drawing/2014/main" id="{EA747C57-0F7C-04C3-950D-BE641EF4345F}"/>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95FB1ECC-6587-D677-4876-A593F92C24DC}"/>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E5FCFE44-1009-6333-45A9-0A005917DDC9}"/>
              </a:ext>
            </a:extLst>
          </p:cNvPr>
          <p:cNvPicPr>
            <a:picLocks noChangeAspect="1"/>
          </p:cNvPicPr>
          <p:nvPr/>
        </p:nvPicPr>
        <p:blipFill>
          <a:blip r:embed="rId3"/>
          <a:stretch>
            <a:fillRect/>
          </a:stretch>
        </p:blipFill>
        <p:spPr>
          <a:xfrm>
            <a:off x="2666610" y="1607966"/>
            <a:ext cx="7052743" cy="4962867"/>
          </a:xfrm>
          <a:prstGeom prst="rect">
            <a:avLst/>
          </a:prstGeom>
        </p:spPr>
      </p:pic>
      <p:pic>
        <p:nvPicPr>
          <p:cNvPr id="4" name="Image 0" descr="/sessions/sleepy-zen-cray/mnt/outputs/deck_assets/logo_var2_azul.png">
            <a:extLst>
              <a:ext uri="{FF2B5EF4-FFF2-40B4-BE49-F238E27FC236}">
                <a16:creationId xmlns:a16="http://schemas.microsoft.com/office/drawing/2014/main" id="{679B6294-CC02-1854-985D-C054764B4D6E}"/>
              </a:ext>
            </a:extLst>
          </p:cNvPr>
          <p:cNvPicPr>
            <a:picLocks noChangeAspect="1"/>
          </p:cNvPicPr>
          <p:nvPr/>
        </p:nvPicPr>
        <p:blipFill>
          <a:blip r:embed="rId4"/>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067373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§3.2 · DERIVACIÓN</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De 5 consonantes básicas a las 14 modernas</a:t>
            </a:r>
            <a:endParaRPr lang="en-US" sz="3400" dirty="0"/>
          </a:p>
        </p:txBody>
      </p:sp>
      <p:sp>
        <p:nvSpPr>
          <p:cNvPr id="4" name="Text 2"/>
          <p:cNvSpPr/>
          <p:nvPr/>
        </p:nvSpPr>
        <p:spPr>
          <a:xfrm>
            <a:off x="365760" y="1463040"/>
            <a:ext cx="11430000" cy="320040"/>
          </a:xfrm>
          <a:prstGeom prst="rect">
            <a:avLst/>
          </a:prstGeom>
          <a:noFill/>
          <a:ln/>
        </p:spPr>
        <p:txBody>
          <a:bodyPr wrap="square" rtlCol="0" anchor="ctr"/>
          <a:lstStyle/>
          <a:p>
            <a:pPr marL="0" indent="0" algn="ctr">
              <a:buNone/>
            </a:pPr>
            <a:r>
              <a:rPr lang="en-US" sz="1400" b="1" kern="0" spc="600" dirty="0">
                <a:solidFill>
                  <a:srgbClr val="4036ED"/>
                </a:solidFill>
                <a:latin typeface="Trebuchet MS" pitchFamily="34" charset="0"/>
                <a:ea typeface="Trebuchet MS" pitchFamily="34" charset="-122"/>
                <a:cs typeface="Trebuchet MS" pitchFamily="34" charset="-120"/>
              </a:rPr>
              <a:t>5 BÁSICAS · Dibujadas de los órganos de la boca</a:t>
            </a:r>
            <a:endParaRPr lang="en-US" sz="1400" dirty="0"/>
          </a:p>
        </p:txBody>
      </p:sp>
      <p:sp>
        <p:nvSpPr>
          <p:cNvPr id="5" name="Shape 3"/>
          <p:cNvSpPr/>
          <p:nvPr/>
        </p:nvSpPr>
        <p:spPr>
          <a:xfrm>
            <a:off x="1569568" y="1874520"/>
            <a:ext cx="1554480" cy="1554480"/>
          </a:xfrm>
          <a:prstGeom prst="ellipse">
            <a:avLst/>
          </a:prstGeom>
          <a:solidFill>
            <a:srgbClr val="2A1FB8"/>
          </a:solidFill>
          <a:ln/>
        </p:spPr>
      </p:sp>
      <p:sp>
        <p:nvSpPr>
          <p:cNvPr id="6" name="Text 4"/>
          <p:cNvSpPr/>
          <p:nvPr/>
        </p:nvSpPr>
        <p:spPr>
          <a:xfrm>
            <a:off x="156956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ㄱ</a:t>
            </a:r>
            <a:endParaRPr lang="en-US" sz="7200" dirty="0"/>
          </a:p>
        </p:txBody>
      </p:sp>
      <p:sp>
        <p:nvSpPr>
          <p:cNvPr id="7" name="Text 5"/>
          <p:cNvSpPr/>
          <p:nvPr/>
        </p:nvSpPr>
        <p:spPr>
          <a:xfrm>
            <a:off x="156956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/g/</a:t>
            </a:r>
            <a:endParaRPr lang="en-US" sz="1300" dirty="0"/>
          </a:p>
        </p:txBody>
      </p:sp>
      <p:sp>
        <p:nvSpPr>
          <p:cNvPr id="8" name="Shape 6"/>
          <p:cNvSpPr/>
          <p:nvPr/>
        </p:nvSpPr>
        <p:spPr>
          <a:xfrm>
            <a:off x="3444088" y="1874520"/>
            <a:ext cx="1554480" cy="1554480"/>
          </a:xfrm>
          <a:prstGeom prst="ellipse">
            <a:avLst/>
          </a:prstGeom>
          <a:solidFill>
            <a:srgbClr val="2A1FB8"/>
          </a:solidFill>
          <a:ln/>
        </p:spPr>
      </p:sp>
      <p:sp>
        <p:nvSpPr>
          <p:cNvPr id="9" name="Text 7"/>
          <p:cNvSpPr/>
          <p:nvPr/>
        </p:nvSpPr>
        <p:spPr>
          <a:xfrm>
            <a:off x="344408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ㄴ</a:t>
            </a:r>
            <a:endParaRPr lang="en-US" sz="7200" dirty="0"/>
          </a:p>
        </p:txBody>
      </p:sp>
      <p:sp>
        <p:nvSpPr>
          <p:cNvPr id="10" name="Text 8"/>
          <p:cNvSpPr/>
          <p:nvPr/>
        </p:nvSpPr>
        <p:spPr>
          <a:xfrm>
            <a:off x="344408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a:t>
            </a:r>
            <a:endParaRPr lang="en-US" sz="1300" dirty="0"/>
          </a:p>
        </p:txBody>
      </p:sp>
      <p:sp>
        <p:nvSpPr>
          <p:cNvPr id="11" name="Shape 9"/>
          <p:cNvSpPr/>
          <p:nvPr/>
        </p:nvSpPr>
        <p:spPr>
          <a:xfrm>
            <a:off x="5318608" y="1874520"/>
            <a:ext cx="1554480" cy="1554480"/>
          </a:xfrm>
          <a:prstGeom prst="ellipse">
            <a:avLst/>
          </a:prstGeom>
          <a:solidFill>
            <a:srgbClr val="2A1FB8"/>
          </a:solidFill>
          <a:ln/>
        </p:spPr>
      </p:sp>
      <p:sp>
        <p:nvSpPr>
          <p:cNvPr id="12" name="Text 10"/>
          <p:cNvSpPr/>
          <p:nvPr/>
        </p:nvSpPr>
        <p:spPr>
          <a:xfrm>
            <a:off x="531860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ㅁ</a:t>
            </a:r>
            <a:endParaRPr lang="en-US" sz="7200" dirty="0"/>
          </a:p>
        </p:txBody>
      </p:sp>
      <p:sp>
        <p:nvSpPr>
          <p:cNvPr id="13" name="Text 11"/>
          <p:cNvSpPr/>
          <p:nvPr/>
        </p:nvSpPr>
        <p:spPr>
          <a:xfrm>
            <a:off x="531860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/m/</a:t>
            </a:r>
            <a:endParaRPr lang="en-US" sz="1300" dirty="0"/>
          </a:p>
        </p:txBody>
      </p:sp>
      <p:sp>
        <p:nvSpPr>
          <p:cNvPr id="14" name="Shape 12"/>
          <p:cNvSpPr/>
          <p:nvPr/>
        </p:nvSpPr>
        <p:spPr>
          <a:xfrm>
            <a:off x="7193128" y="1874520"/>
            <a:ext cx="1554480" cy="1554480"/>
          </a:xfrm>
          <a:prstGeom prst="ellipse">
            <a:avLst/>
          </a:prstGeom>
          <a:solidFill>
            <a:srgbClr val="2A1FB8"/>
          </a:solidFill>
          <a:ln/>
        </p:spPr>
      </p:sp>
      <p:sp>
        <p:nvSpPr>
          <p:cNvPr id="15" name="Text 13"/>
          <p:cNvSpPr/>
          <p:nvPr/>
        </p:nvSpPr>
        <p:spPr>
          <a:xfrm>
            <a:off x="719312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ㅅ</a:t>
            </a:r>
            <a:endParaRPr lang="en-US" sz="7200" dirty="0"/>
          </a:p>
        </p:txBody>
      </p:sp>
      <p:sp>
        <p:nvSpPr>
          <p:cNvPr id="16" name="Text 14"/>
          <p:cNvSpPr/>
          <p:nvPr/>
        </p:nvSpPr>
        <p:spPr>
          <a:xfrm>
            <a:off x="719312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/s/</a:t>
            </a:r>
            <a:endParaRPr lang="en-US" sz="1300" dirty="0"/>
          </a:p>
        </p:txBody>
      </p:sp>
      <p:sp>
        <p:nvSpPr>
          <p:cNvPr id="17" name="Shape 15"/>
          <p:cNvSpPr/>
          <p:nvPr/>
        </p:nvSpPr>
        <p:spPr>
          <a:xfrm>
            <a:off x="9067648" y="1874520"/>
            <a:ext cx="1554480" cy="1554480"/>
          </a:xfrm>
          <a:prstGeom prst="ellipse">
            <a:avLst/>
          </a:prstGeom>
          <a:solidFill>
            <a:srgbClr val="2A1FB8"/>
          </a:solidFill>
          <a:ln/>
        </p:spPr>
      </p:sp>
      <p:sp>
        <p:nvSpPr>
          <p:cNvPr id="18" name="Text 16"/>
          <p:cNvSpPr/>
          <p:nvPr/>
        </p:nvSpPr>
        <p:spPr>
          <a:xfrm>
            <a:off x="906764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ㅇ</a:t>
            </a:r>
            <a:endParaRPr lang="en-US" sz="7200" dirty="0"/>
          </a:p>
        </p:txBody>
      </p:sp>
      <p:sp>
        <p:nvSpPr>
          <p:cNvPr id="19" name="Text 17"/>
          <p:cNvSpPr/>
          <p:nvPr/>
        </p:nvSpPr>
        <p:spPr>
          <a:xfrm>
            <a:off x="906764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/ng/</a:t>
            </a:r>
            <a:endParaRPr lang="en-US" sz="1300" dirty="0"/>
          </a:p>
        </p:txBody>
      </p:sp>
      <p:sp>
        <p:nvSpPr>
          <p:cNvPr id="20" name="Text 18"/>
          <p:cNvSpPr/>
          <p:nvPr/>
        </p:nvSpPr>
        <p:spPr>
          <a:xfrm>
            <a:off x="365760" y="3703320"/>
            <a:ext cx="11430000" cy="320040"/>
          </a:xfrm>
          <a:prstGeom prst="rect">
            <a:avLst/>
          </a:prstGeom>
          <a:noFill/>
          <a:ln/>
        </p:spPr>
        <p:txBody>
          <a:bodyPr wrap="square" rtlCol="0" anchor="ctr"/>
          <a:lstStyle/>
          <a:p>
            <a:pPr marL="0" indent="0" algn="ctr">
              <a:buNone/>
            </a:pPr>
            <a:r>
              <a:rPr lang="en-US" sz="1300" b="1" kern="0" spc="800" dirty="0">
                <a:solidFill>
                  <a:srgbClr val="4A5568"/>
                </a:solidFill>
                <a:latin typeface="Trebuchet MS" pitchFamily="34" charset="0"/>
                <a:ea typeface="Trebuchet MS" pitchFamily="34" charset="-122"/>
                <a:cs typeface="Trebuchet MS" pitchFamily="34" charset="-120"/>
              </a:rPr>
              <a:t>+ AÑADIR TRAZOS  +  DUPLICAR</a:t>
            </a:r>
            <a:endParaRPr lang="en-US" sz="1300" dirty="0"/>
          </a:p>
        </p:txBody>
      </p:sp>
      <p:sp>
        <p:nvSpPr>
          <p:cNvPr id="21" name="Shape 19"/>
          <p:cNvSpPr/>
          <p:nvPr/>
        </p:nvSpPr>
        <p:spPr>
          <a:xfrm>
            <a:off x="5760720" y="4023360"/>
            <a:ext cx="640080" cy="411480"/>
          </a:xfrm>
          <a:prstGeom prst="downArrow">
            <a:avLst/>
          </a:prstGeom>
          <a:solidFill>
            <a:srgbClr val="A79BFF"/>
          </a:solidFill>
          <a:ln/>
        </p:spPr>
      </p:sp>
      <p:sp>
        <p:nvSpPr>
          <p:cNvPr id="22" name="Text 20"/>
          <p:cNvSpPr/>
          <p:nvPr/>
        </p:nvSpPr>
        <p:spPr>
          <a:xfrm>
            <a:off x="365760" y="4526280"/>
            <a:ext cx="11430000" cy="320040"/>
          </a:xfrm>
          <a:prstGeom prst="rect">
            <a:avLst/>
          </a:prstGeom>
          <a:noFill/>
          <a:ln/>
        </p:spPr>
        <p:txBody>
          <a:bodyPr wrap="square" rtlCol="0" anchor="ctr"/>
          <a:lstStyle/>
          <a:p>
            <a:pPr marL="0" indent="0" algn="ctr">
              <a:buNone/>
            </a:pPr>
            <a:r>
              <a:rPr lang="en-US" sz="1400" b="1" kern="0" spc="600" dirty="0">
                <a:solidFill>
                  <a:srgbClr val="A79BFF"/>
                </a:solidFill>
                <a:latin typeface="Trebuchet MS" pitchFamily="34" charset="0"/>
                <a:ea typeface="Trebuchet MS" pitchFamily="34" charset="-122"/>
                <a:cs typeface="Trebuchet MS" pitchFamily="34" charset="-120"/>
              </a:rPr>
              <a:t>9 DERIVADAS · Construidas sobre las 5 básicas</a:t>
            </a:r>
            <a:endParaRPr lang="en-US" sz="1400" dirty="0"/>
          </a:p>
        </p:txBody>
      </p:sp>
      <p:sp>
        <p:nvSpPr>
          <p:cNvPr id="23" name="Shape 21"/>
          <p:cNvSpPr/>
          <p:nvPr/>
        </p:nvSpPr>
        <p:spPr>
          <a:xfrm>
            <a:off x="1226668" y="4937760"/>
            <a:ext cx="960120" cy="960120"/>
          </a:xfrm>
          <a:prstGeom prst="ellipse">
            <a:avLst/>
          </a:prstGeom>
          <a:solidFill>
            <a:srgbClr val="EFEBFF"/>
          </a:solidFill>
          <a:ln w="25400">
            <a:solidFill>
              <a:srgbClr val="A79BFF"/>
            </a:solidFill>
            <a:prstDash val="solid"/>
          </a:ln>
        </p:spPr>
      </p:sp>
      <p:sp>
        <p:nvSpPr>
          <p:cNvPr id="24" name="Text 22"/>
          <p:cNvSpPr/>
          <p:nvPr/>
        </p:nvSpPr>
        <p:spPr>
          <a:xfrm>
            <a:off x="12266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ㅋ</a:t>
            </a:r>
            <a:endParaRPr lang="en-US" sz="3800" dirty="0"/>
          </a:p>
        </p:txBody>
      </p:sp>
      <p:sp>
        <p:nvSpPr>
          <p:cNvPr id="25" name="Text 23"/>
          <p:cNvSpPr/>
          <p:nvPr/>
        </p:nvSpPr>
        <p:spPr>
          <a:xfrm>
            <a:off x="12266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ㄱ</a:t>
            </a:r>
            <a:endParaRPr lang="en-US" sz="1100" dirty="0"/>
          </a:p>
        </p:txBody>
      </p:sp>
      <p:sp>
        <p:nvSpPr>
          <p:cNvPr id="26" name="Shape 24"/>
          <p:cNvSpPr/>
          <p:nvPr/>
        </p:nvSpPr>
        <p:spPr>
          <a:xfrm>
            <a:off x="2323948" y="4937760"/>
            <a:ext cx="960120" cy="960120"/>
          </a:xfrm>
          <a:prstGeom prst="ellipse">
            <a:avLst/>
          </a:prstGeom>
          <a:solidFill>
            <a:srgbClr val="EFEBFF"/>
          </a:solidFill>
          <a:ln w="25400">
            <a:solidFill>
              <a:srgbClr val="A79BFF"/>
            </a:solidFill>
            <a:prstDash val="solid"/>
          </a:ln>
        </p:spPr>
      </p:sp>
      <p:sp>
        <p:nvSpPr>
          <p:cNvPr id="27" name="Text 25"/>
          <p:cNvSpPr/>
          <p:nvPr/>
        </p:nvSpPr>
        <p:spPr>
          <a:xfrm>
            <a:off x="23239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ㄷ</a:t>
            </a:r>
            <a:endParaRPr lang="en-US" sz="3800" dirty="0"/>
          </a:p>
        </p:txBody>
      </p:sp>
      <p:sp>
        <p:nvSpPr>
          <p:cNvPr id="28" name="Text 26"/>
          <p:cNvSpPr/>
          <p:nvPr/>
        </p:nvSpPr>
        <p:spPr>
          <a:xfrm>
            <a:off x="23239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29" name="Shape 27"/>
          <p:cNvSpPr/>
          <p:nvPr/>
        </p:nvSpPr>
        <p:spPr>
          <a:xfrm>
            <a:off x="3421228" y="4937760"/>
            <a:ext cx="960120" cy="960120"/>
          </a:xfrm>
          <a:prstGeom prst="ellipse">
            <a:avLst/>
          </a:prstGeom>
          <a:solidFill>
            <a:srgbClr val="EFEBFF"/>
          </a:solidFill>
          <a:ln w="25400">
            <a:solidFill>
              <a:srgbClr val="A79BFF"/>
            </a:solidFill>
            <a:prstDash val="solid"/>
          </a:ln>
        </p:spPr>
      </p:sp>
      <p:sp>
        <p:nvSpPr>
          <p:cNvPr id="30" name="Text 28"/>
          <p:cNvSpPr/>
          <p:nvPr/>
        </p:nvSpPr>
        <p:spPr>
          <a:xfrm>
            <a:off x="34212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ㅌ</a:t>
            </a:r>
            <a:endParaRPr lang="en-US" sz="3800" dirty="0"/>
          </a:p>
        </p:txBody>
      </p:sp>
      <p:sp>
        <p:nvSpPr>
          <p:cNvPr id="31" name="Text 29"/>
          <p:cNvSpPr/>
          <p:nvPr/>
        </p:nvSpPr>
        <p:spPr>
          <a:xfrm>
            <a:off x="34212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ㄷ</a:t>
            </a:r>
            <a:endParaRPr lang="en-US" sz="1100" dirty="0"/>
          </a:p>
        </p:txBody>
      </p:sp>
      <p:sp>
        <p:nvSpPr>
          <p:cNvPr id="32" name="Shape 30"/>
          <p:cNvSpPr/>
          <p:nvPr/>
        </p:nvSpPr>
        <p:spPr>
          <a:xfrm>
            <a:off x="4518508" y="4937760"/>
            <a:ext cx="960120" cy="960120"/>
          </a:xfrm>
          <a:prstGeom prst="ellipse">
            <a:avLst/>
          </a:prstGeom>
          <a:solidFill>
            <a:srgbClr val="EFEBFF"/>
          </a:solidFill>
          <a:ln w="25400">
            <a:solidFill>
              <a:srgbClr val="A79BFF"/>
            </a:solidFill>
            <a:prstDash val="solid"/>
          </a:ln>
        </p:spPr>
      </p:sp>
      <p:sp>
        <p:nvSpPr>
          <p:cNvPr id="33" name="Text 31"/>
          <p:cNvSpPr/>
          <p:nvPr/>
        </p:nvSpPr>
        <p:spPr>
          <a:xfrm>
            <a:off x="45185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ㄹ</a:t>
            </a:r>
            <a:endParaRPr lang="en-US" sz="3800" dirty="0"/>
          </a:p>
        </p:txBody>
      </p:sp>
      <p:sp>
        <p:nvSpPr>
          <p:cNvPr id="34" name="Text 32"/>
          <p:cNvSpPr/>
          <p:nvPr/>
        </p:nvSpPr>
        <p:spPr>
          <a:xfrm>
            <a:off x="45185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35" name="Shape 33"/>
          <p:cNvSpPr/>
          <p:nvPr/>
        </p:nvSpPr>
        <p:spPr>
          <a:xfrm>
            <a:off x="5615788" y="4937760"/>
            <a:ext cx="960120" cy="960120"/>
          </a:xfrm>
          <a:prstGeom prst="ellipse">
            <a:avLst/>
          </a:prstGeom>
          <a:solidFill>
            <a:srgbClr val="EFEBFF"/>
          </a:solidFill>
          <a:ln w="25400">
            <a:solidFill>
              <a:srgbClr val="A79BFF"/>
            </a:solidFill>
            <a:prstDash val="solid"/>
          </a:ln>
        </p:spPr>
      </p:sp>
      <p:sp>
        <p:nvSpPr>
          <p:cNvPr id="36" name="Text 34"/>
          <p:cNvSpPr/>
          <p:nvPr/>
        </p:nvSpPr>
        <p:spPr>
          <a:xfrm>
            <a:off x="561578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ㅂ</a:t>
            </a:r>
            <a:endParaRPr lang="en-US" sz="3800" dirty="0"/>
          </a:p>
        </p:txBody>
      </p:sp>
      <p:sp>
        <p:nvSpPr>
          <p:cNvPr id="37" name="Text 35"/>
          <p:cNvSpPr/>
          <p:nvPr/>
        </p:nvSpPr>
        <p:spPr>
          <a:xfrm>
            <a:off x="561578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ㅁ</a:t>
            </a:r>
            <a:endParaRPr lang="en-US" sz="1100" dirty="0"/>
          </a:p>
        </p:txBody>
      </p:sp>
      <p:sp>
        <p:nvSpPr>
          <p:cNvPr id="38" name="Shape 36"/>
          <p:cNvSpPr/>
          <p:nvPr/>
        </p:nvSpPr>
        <p:spPr>
          <a:xfrm>
            <a:off x="6713068" y="4937760"/>
            <a:ext cx="960120" cy="960120"/>
          </a:xfrm>
          <a:prstGeom prst="ellipse">
            <a:avLst/>
          </a:prstGeom>
          <a:solidFill>
            <a:srgbClr val="EFEBFF"/>
          </a:solidFill>
          <a:ln w="25400">
            <a:solidFill>
              <a:srgbClr val="A79BFF"/>
            </a:solidFill>
            <a:prstDash val="solid"/>
          </a:ln>
        </p:spPr>
      </p:sp>
      <p:sp>
        <p:nvSpPr>
          <p:cNvPr id="39" name="Text 37"/>
          <p:cNvSpPr/>
          <p:nvPr/>
        </p:nvSpPr>
        <p:spPr>
          <a:xfrm>
            <a:off x="67130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ㅍ</a:t>
            </a:r>
            <a:endParaRPr lang="en-US" sz="3800" dirty="0"/>
          </a:p>
        </p:txBody>
      </p:sp>
      <p:sp>
        <p:nvSpPr>
          <p:cNvPr id="40" name="Text 38"/>
          <p:cNvSpPr/>
          <p:nvPr/>
        </p:nvSpPr>
        <p:spPr>
          <a:xfrm>
            <a:off x="67130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ㅂ</a:t>
            </a:r>
            <a:endParaRPr lang="en-US" sz="1100" dirty="0"/>
          </a:p>
        </p:txBody>
      </p:sp>
      <p:sp>
        <p:nvSpPr>
          <p:cNvPr id="41" name="Shape 39"/>
          <p:cNvSpPr/>
          <p:nvPr/>
        </p:nvSpPr>
        <p:spPr>
          <a:xfrm>
            <a:off x="7810348" y="4937760"/>
            <a:ext cx="960120" cy="960120"/>
          </a:xfrm>
          <a:prstGeom prst="ellipse">
            <a:avLst/>
          </a:prstGeom>
          <a:solidFill>
            <a:srgbClr val="EFEBFF"/>
          </a:solidFill>
          <a:ln w="25400">
            <a:solidFill>
              <a:srgbClr val="A79BFF"/>
            </a:solidFill>
            <a:prstDash val="solid"/>
          </a:ln>
        </p:spPr>
      </p:sp>
      <p:sp>
        <p:nvSpPr>
          <p:cNvPr id="42" name="Text 40"/>
          <p:cNvSpPr/>
          <p:nvPr/>
        </p:nvSpPr>
        <p:spPr>
          <a:xfrm>
            <a:off x="78103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ㅈ</a:t>
            </a:r>
            <a:endParaRPr lang="en-US" sz="3800" dirty="0"/>
          </a:p>
        </p:txBody>
      </p:sp>
      <p:sp>
        <p:nvSpPr>
          <p:cNvPr id="43" name="Text 41"/>
          <p:cNvSpPr/>
          <p:nvPr/>
        </p:nvSpPr>
        <p:spPr>
          <a:xfrm>
            <a:off x="78103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ㅅ</a:t>
            </a:r>
            <a:endParaRPr lang="en-US" sz="1100" dirty="0"/>
          </a:p>
        </p:txBody>
      </p:sp>
      <p:sp>
        <p:nvSpPr>
          <p:cNvPr id="44" name="Shape 42"/>
          <p:cNvSpPr/>
          <p:nvPr/>
        </p:nvSpPr>
        <p:spPr>
          <a:xfrm>
            <a:off x="8907628" y="4937760"/>
            <a:ext cx="960120" cy="960120"/>
          </a:xfrm>
          <a:prstGeom prst="ellipse">
            <a:avLst/>
          </a:prstGeom>
          <a:solidFill>
            <a:srgbClr val="EFEBFF"/>
          </a:solidFill>
          <a:ln w="25400">
            <a:solidFill>
              <a:srgbClr val="A79BFF"/>
            </a:solidFill>
            <a:prstDash val="solid"/>
          </a:ln>
        </p:spPr>
      </p:sp>
      <p:sp>
        <p:nvSpPr>
          <p:cNvPr id="45" name="Text 43"/>
          <p:cNvSpPr/>
          <p:nvPr/>
        </p:nvSpPr>
        <p:spPr>
          <a:xfrm>
            <a:off x="89076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ㅊ</a:t>
            </a:r>
            <a:endParaRPr lang="en-US" sz="3800" dirty="0"/>
          </a:p>
        </p:txBody>
      </p:sp>
      <p:sp>
        <p:nvSpPr>
          <p:cNvPr id="46" name="Text 44"/>
          <p:cNvSpPr/>
          <p:nvPr/>
        </p:nvSpPr>
        <p:spPr>
          <a:xfrm>
            <a:off x="89076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ㅈ</a:t>
            </a:r>
            <a:endParaRPr lang="en-US" sz="1100" dirty="0"/>
          </a:p>
        </p:txBody>
      </p:sp>
      <p:sp>
        <p:nvSpPr>
          <p:cNvPr id="47" name="Shape 45"/>
          <p:cNvSpPr/>
          <p:nvPr/>
        </p:nvSpPr>
        <p:spPr>
          <a:xfrm>
            <a:off x="10004908" y="4937760"/>
            <a:ext cx="960120" cy="960120"/>
          </a:xfrm>
          <a:prstGeom prst="ellipse">
            <a:avLst/>
          </a:prstGeom>
          <a:solidFill>
            <a:srgbClr val="EFEBFF"/>
          </a:solidFill>
          <a:ln w="25400">
            <a:solidFill>
              <a:srgbClr val="A79BFF"/>
            </a:solidFill>
            <a:prstDash val="solid"/>
          </a:ln>
        </p:spPr>
      </p:sp>
      <p:sp>
        <p:nvSpPr>
          <p:cNvPr id="48" name="Text 46"/>
          <p:cNvSpPr/>
          <p:nvPr/>
        </p:nvSpPr>
        <p:spPr>
          <a:xfrm>
            <a:off x="100049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ㅎ</a:t>
            </a:r>
            <a:endParaRPr lang="en-US" sz="3800" dirty="0"/>
          </a:p>
        </p:txBody>
      </p:sp>
      <p:sp>
        <p:nvSpPr>
          <p:cNvPr id="49" name="Text 47"/>
          <p:cNvSpPr/>
          <p:nvPr/>
        </p:nvSpPr>
        <p:spPr>
          <a:xfrm>
            <a:off x="100049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ㅇ</a:t>
            </a:r>
            <a:endParaRPr lang="en-US" sz="1100" dirty="0"/>
          </a:p>
        </p:txBody>
      </p:sp>
      <p:sp>
        <p:nvSpPr>
          <p:cNvPr id="50" name="Shape 48"/>
          <p:cNvSpPr/>
          <p:nvPr/>
        </p:nvSpPr>
        <p:spPr>
          <a:xfrm>
            <a:off x="4937760" y="6080760"/>
            <a:ext cx="2286000" cy="320040"/>
          </a:xfrm>
          <a:prstGeom prst="roundRect">
            <a:avLst>
              <a:gd name="adj" fmla="val 51429"/>
            </a:avLst>
          </a:prstGeom>
          <a:solidFill>
            <a:srgbClr val="2EA86B"/>
          </a:solidFill>
          <a:ln/>
        </p:spPr>
      </p:sp>
      <p:sp>
        <p:nvSpPr>
          <p:cNvPr id="51" name="Text 49"/>
          <p:cNvSpPr/>
          <p:nvPr/>
        </p:nvSpPr>
        <p:spPr>
          <a:xfrm>
            <a:off x="4937760" y="6080760"/>
            <a:ext cx="2286000" cy="32004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Trebuchet MS" pitchFamily="34" charset="0"/>
                <a:ea typeface="Trebuchet MS" pitchFamily="34" charset="-122"/>
                <a:cs typeface="Trebuchet MS" pitchFamily="34" charset="-120"/>
              </a:rPr>
              <a:t>TOTAL · 14 letras</a:t>
            </a:r>
            <a:endParaRPr lang="en-US" sz="1200" dirty="0"/>
          </a:p>
        </p:txBody>
      </p:sp>
      <p:sp>
        <p:nvSpPr>
          <p:cNvPr id="52" name="Text 50"/>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24.</a:t>
            </a:r>
            <a:endParaRPr lang="en-US" sz="900" dirty="0"/>
          </a:p>
        </p:txBody>
      </p:sp>
      <p:sp>
        <p:nvSpPr>
          <p:cNvPr id="53" name="Text 51"/>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4" name="Text 52"/>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06C  ·  TALLER</a:t>
            </a:r>
            <a:endParaRPr lang="en-US" sz="1000" dirty="0"/>
          </a:p>
        </p:txBody>
      </p:sp>
      <p:pic>
        <p:nvPicPr>
          <p:cNvPr id="55" name="Image 0" descr="/sessions/sleepy-zen-cray/mnt/outputs/deck_assets/logo_var2_azul.png">
            <a:extLst>
              <a:ext uri="{FF2B5EF4-FFF2-40B4-BE49-F238E27FC236}">
                <a16:creationId xmlns:a16="http://schemas.microsoft.com/office/drawing/2014/main" id="{6FA37631-4D2B-A25B-8A6A-56F6934C39A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6007346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pic>
        <p:nvPicPr>
          <p:cNvPr id="27" name="Image 0" descr="/sessions/sleepy-zen-cray/mnt/outputs/deck_assets/logo_var2_azul.png">
            <a:extLst>
              <a:ext uri="{FF2B5EF4-FFF2-40B4-BE49-F238E27FC236}">
                <a16:creationId xmlns:a16="http://schemas.microsoft.com/office/drawing/2014/main" id="{D459B318-FAB3-358C-9DD0-96333FCC5CC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carne</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pic>
        <p:nvPicPr>
          <p:cNvPr id="22" name="Image 0" descr="/sessions/sleepy-zen-cray/mnt/outputs/deck_assets/logo_var2_azul.png">
            <a:extLst>
              <a:ext uri="{FF2B5EF4-FFF2-40B4-BE49-F238E27FC236}">
                <a16:creationId xmlns:a16="http://schemas.microsoft.com/office/drawing/2014/main" id="{E7B8F5C6-6272-350D-29B2-ECAC8114459A}"/>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pic>
        <p:nvPicPr>
          <p:cNvPr id="22" name="Image 0" descr="/sessions/sleepy-zen-cray/mnt/outputs/deck_assets/logo_var2_azul.png">
            <a:extLst>
              <a:ext uri="{FF2B5EF4-FFF2-40B4-BE49-F238E27FC236}">
                <a16:creationId xmlns:a16="http://schemas.microsoft.com/office/drawing/2014/main" id="{8E46E131-8067-2B38-105C-45A387EFB33E}"/>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flor</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pic>
        <p:nvPicPr>
          <p:cNvPr id="22" name="Image 0" descr="/sessions/sleepy-zen-cray/mnt/outputs/deck_assets/logo_var2_azul.png">
            <a:extLst>
              <a:ext uri="{FF2B5EF4-FFF2-40B4-BE49-F238E27FC236}">
                <a16:creationId xmlns:a16="http://schemas.microsoft.com/office/drawing/2014/main" id="{B03B7F48-C8B3-6AEA-04E8-E21E97E04D55}"/>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pic>
        <p:nvPicPr>
          <p:cNvPr id="28" name="Image 0" descr="/sessions/sleepy-zen-cray/mnt/outputs/deck_assets/logo_var2_azul.png">
            <a:extLst>
              <a:ext uri="{FF2B5EF4-FFF2-40B4-BE49-F238E27FC236}">
                <a16:creationId xmlns:a16="http://schemas.microsoft.com/office/drawing/2014/main" id="{1EF4945A-3FFE-7CD4-EF33-20BC6A7E66A0}"/>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hermana mayor</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pic>
        <p:nvPicPr>
          <p:cNvPr id="22" name="Image 0" descr="/sessions/sleepy-zen-cray/mnt/outputs/deck_assets/logo_var2_azul.png">
            <a:extLst>
              <a:ext uri="{FF2B5EF4-FFF2-40B4-BE49-F238E27FC236}">
                <a16:creationId xmlns:a16="http://schemas.microsoft.com/office/drawing/2014/main" id="{A285A656-DF1A-5A6C-D2A9-CA74AEF5DE5C}"/>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pierna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ciudad</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pic>
        <p:nvPicPr>
          <p:cNvPr id="22" name="Image 0" descr="/sessions/sleepy-zen-cray/mnt/outputs/deck_assets/logo_var2_azul.png">
            <a:extLst>
              <a:ext uri="{FF2B5EF4-FFF2-40B4-BE49-F238E27FC236}">
                <a16:creationId xmlns:a16="http://schemas.microsoft.com/office/drawing/2014/main" id="{E7016D0E-4987-C35B-9907-AB907584E0AB}"/>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conejo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pic>
        <p:nvPicPr>
          <p:cNvPr id="22" name="Image 0" descr="/sessions/sleepy-zen-cray/mnt/outputs/deck_assets/logo_var2_azul.png">
            <a:extLst>
              <a:ext uri="{FF2B5EF4-FFF2-40B4-BE49-F238E27FC236}">
                <a16:creationId xmlns:a16="http://schemas.microsoft.com/office/drawing/2014/main" id="{EBD1B13B-E7F0-0F0E-3288-5F8739A9D94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tierra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pic>
        <p:nvPicPr>
          <p:cNvPr id="22" name="Image 0" descr="/sessions/sleepy-zen-cray/mnt/outputs/deck_assets/logo_var2_azul.png">
            <a:extLst>
              <a:ext uri="{FF2B5EF4-FFF2-40B4-BE49-F238E27FC236}">
                <a16:creationId xmlns:a16="http://schemas.microsoft.com/office/drawing/2014/main" id="{57BA2C89-E193-4B8D-61EA-6994A627466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pic>
        <p:nvPicPr>
          <p:cNvPr id="22" name="Image 0" descr="/sessions/sleepy-zen-cray/mnt/outputs/deck_assets/logo_var2_azul.png">
            <a:extLst>
              <a:ext uri="{FF2B5EF4-FFF2-40B4-BE49-F238E27FC236}">
                <a16:creationId xmlns:a16="http://schemas.microsoft.com/office/drawing/2014/main" id="{E8168DAB-B35F-05A4-5EE6-FA2C751167D2}"/>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pic>
        <p:nvPicPr>
          <p:cNvPr id="27" name="Image 0" descr="/sessions/sleepy-zen-cray/mnt/outputs/deck_assets/logo_var2_azul.png">
            <a:extLst>
              <a:ext uri="{FF2B5EF4-FFF2-40B4-BE49-F238E27FC236}">
                <a16:creationId xmlns:a16="http://schemas.microsoft.com/office/drawing/2014/main" id="{089AB12F-B77C-F0CD-482A-4A0289986A5D}"/>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agua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pic>
        <p:nvPicPr>
          <p:cNvPr id="22" name="Image 0" descr="/sessions/sleepy-zen-cray/mnt/outputs/deck_assets/logo_var2_azul.png">
            <a:extLst>
              <a:ext uri="{FF2B5EF4-FFF2-40B4-BE49-F238E27FC236}">
                <a16:creationId xmlns:a16="http://schemas.microsoft.com/office/drawing/2014/main" id="{D89D4366-92F6-FE9B-058B-AAE2E2B8D70D}"/>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lluvia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pic>
        <p:nvPicPr>
          <p:cNvPr id="22" name="Image 0" descr="/sessions/sleepy-zen-cray/mnt/outputs/deck_assets/logo_var2_azul.png">
            <a:extLst>
              <a:ext uri="{FF2B5EF4-FFF2-40B4-BE49-F238E27FC236}">
                <a16:creationId xmlns:a16="http://schemas.microsoft.com/office/drawing/2014/main" id="{2166F554-A8AA-E398-E48C-1BB4C5B1685E}"/>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uva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pic>
        <p:nvPicPr>
          <p:cNvPr id="22" name="Image 0" descr="/sessions/sleepy-zen-cray/mnt/outputs/deck_assets/logo_var2_azul.png">
            <a:extLst>
              <a:ext uri="{FF2B5EF4-FFF2-40B4-BE49-F238E27FC236}">
                <a16:creationId xmlns:a16="http://schemas.microsoft.com/office/drawing/2014/main" id="{F261FC76-B61F-2C4C-3C68-52967B494E10}"/>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pan</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pic>
        <p:nvPicPr>
          <p:cNvPr id="22" name="Image 0" descr="/sessions/sleepy-zen-cray/mnt/outputs/deck_assets/logo_var2_azul.png">
            <a:extLst>
              <a:ext uri="{FF2B5EF4-FFF2-40B4-BE49-F238E27FC236}">
                <a16:creationId xmlns:a16="http://schemas.microsoft.com/office/drawing/2014/main" id="{5802B54C-0195-75C9-29C5-14880F53E8D1}"/>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pic>
        <p:nvPicPr>
          <p:cNvPr id="28" name="Image 0" descr="/sessions/sleepy-zen-cray/mnt/outputs/deck_assets/logo_var2_azul.png">
            <a:extLst>
              <a:ext uri="{FF2B5EF4-FFF2-40B4-BE49-F238E27FC236}">
                <a16:creationId xmlns:a16="http://schemas.microsoft.com/office/drawing/2014/main" id="{97E5F8D1-5949-E385-16BC-30EDE63ECF27}"/>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tiempo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pic>
        <p:nvPicPr>
          <p:cNvPr id="22" name="Image 0" descr="/sessions/sleepy-zen-cray/mnt/outputs/deck_assets/logo_var2_azul.png">
            <a:extLst>
              <a:ext uri="{FF2B5EF4-FFF2-40B4-BE49-F238E27FC236}">
                <a16:creationId xmlns:a16="http://schemas.microsoft.com/office/drawing/2014/main" id="{4619E610-918B-7FB2-54C3-85FF428693A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101852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fin de semana</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pic>
        <p:nvPicPr>
          <p:cNvPr id="23" name="Image 0" descr="/sessions/sleepy-zen-cray/mnt/outputs/deck_assets/logo_var2_azul.png">
            <a:extLst>
              <a:ext uri="{FF2B5EF4-FFF2-40B4-BE49-F238E27FC236}">
                <a16:creationId xmlns:a16="http://schemas.microsoft.com/office/drawing/2014/main" id="{4978DC9E-425C-87D5-2913-55F91102E443}"/>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libro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
        <p:nvSpPr>
          <p:cNvPr id="22" name="Text 3">
            <a:extLst>
              <a:ext uri="{FF2B5EF4-FFF2-40B4-BE49-F238E27FC236}">
                <a16:creationId xmlns:a16="http://schemas.microsoft.com/office/drawing/2014/main" id="{123C5C48-822B-6F4C-81DE-EB501843F8CF}"/>
              </a:ext>
            </a:extLst>
          </p:cNvPr>
          <p:cNvSpPr/>
          <p:nvPr/>
        </p:nvSpPr>
        <p:spPr>
          <a:xfrm>
            <a:off x="8488375" y="98298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23" name="Text 4">
            <a:extLst>
              <a:ext uri="{FF2B5EF4-FFF2-40B4-BE49-F238E27FC236}">
                <a16:creationId xmlns:a16="http://schemas.microsoft.com/office/drawing/2014/main" id="{19BCC0A4-6DF3-0401-70DE-F0A0816EFCDC}"/>
              </a:ext>
            </a:extLst>
          </p:cNvPr>
          <p:cNvSpPr/>
          <p:nvPr/>
        </p:nvSpPr>
        <p:spPr>
          <a:xfrm>
            <a:off x="8488375" y="134874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pic>
        <p:nvPicPr>
          <p:cNvPr id="24" name="Image 0" descr="/sessions/sleepy-zen-cray/mnt/outputs/deck_assets/logo_var2_azul.png">
            <a:extLst>
              <a:ext uri="{FF2B5EF4-FFF2-40B4-BE49-F238E27FC236}">
                <a16:creationId xmlns:a16="http://schemas.microsoft.com/office/drawing/2014/main" id="{0D0C40DA-BFCE-87D0-5F2E-D38DAF529D7A}"/>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8298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34874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barato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pic>
        <p:nvPicPr>
          <p:cNvPr id="22" name="Image 0" descr="/sessions/sleepy-zen-cray/mnt/outputs/deck_assets/logo_var2_azul.png">
            <a:extLst>
              <a:ext uri="{FF2B5EF4-FFF2-40B4-BE49-F238E27FC236}">
                <a16:creationId xmlns:a16="http://schemas.microsoft.com/office/drawing/2014/main" id="{C469E058-4884-490D-0DD7-29EDEC7A7F56}"/>
              </a:ext>
            </a:extLst>
          </p:cNvPr>
          <p:cNvPicPr>
            <a:picLocks noChangeAspect="1"/>
          </p:cNvPicPr>
          <p:nvPr/>
        </p:nvPicPr>
        <p:blipFill>
          <a:blip r:embed="rId4"/>
          <a:stretch>
            <a:fillRect/>
          </a:stretch>
        </p:blipFill>
        <p:spPr>
          <a:xfrm>
            <a:off x="9778365" y="-651510"/>
            <a:ext cx="2571750" cy="257175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guiso</a:t>
            </a:r>
            <a:endParaRPr lang="en-US" sz="2200" dirty="0"/>
          </a:p>
        </p:txBody>
      </p:sp>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pic>
        <p:nvPicPr>
          <p:cNvPr id="22" name="Image 0" descr="/sessions/sleepy-zen-cray/mnt/outputs/deck_assets/logo_var2_azul.png">
            <a:extLst>
              <a:ext uri="{FF2B5EF4-FFF2-40B4-BE49-F238E27FC236}">
                <a16:creationId xmlns:a16="http://schemas.microsoft.com/office/drawing/2014/main" id="{7B068B24-CEB1-4D25-3EC6-842BF0A0B798}"/>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F9D-B5CA-31B7-0F34-FC15664696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79E5BE-023C-1071-932B-7F23F1B82C80}"/>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a:extLst>
              <a:ext uri="{FF2B5EF4-FFF2-40B4-BE49-F238E27FC236}">
                <a16:creationId xmlns:a16="http://schemas.microsoft.com/office/drawing/2014/main" id="{00543D09-A6A9-1A95-6A17-03ADC8E7C3C2}"/>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a:extLst>
              <a:ext uri="{FF2B5EF4-FFF2-40B4-BE49-F238E27FC236}">
                <a16:creationId xmlns:a16="http://schemas.microsoft.com/office/drawing/2014/main" id="{CB92F106-896F-2926-6776-A7ABE6C0909C}"/>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a:extLst>
              <a:ext uri="{FF2B5EF4-FFF2-40B4-BE49-F238E27FC236}">
                <a16:creationId xmlns:a16="http://schemas.microsoft.com/office/drawing/2014/main" id="{5DE23432-0D9D-8952-A47D-979E57C24427}"/>
              </a:ext>
            </a:extLst>
          </p:cNvPr>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a:extLst>
              <a:ext uri="{FF2B5EF4-FFF2-40B4-BE49-F238E27FC236}">
                <a16:creationId xmlns:a16="http://schemas.microsoft.com/office/drawing/2014/main" id="{D15F58D7-B23A-623A-ED7A-E8CA03AE1F44}"/>
              </a:ext>
            </a:extLst>
          </p:cNvPr>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a:extLst>
              <a:ext uri="{FF2B5EF4-FFF2-40B4-BE49-F238E27FC236}">
                <a16:creationId xmlns:a16="http://schemas.microsoft.com/office/drawing/2014/main" id="{2DB96466-C725-40E5-1DF8-88EC31EBBEF9}"/>
              </a:ext>
            </a:extLst>
          </p:cNvPr>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a:extLst>
              <a:ext uri="{FF2B5EF4-FFF2-40B4-BE49-F238E27FC236}">
                <a16:creationId xmlns:a16="http://schemas.microsoft.com/office/drawing/2014/main" id="{E7D429DA-8382-7252-F592-36C0FB34147B}"/>
              </a:ext>
            </a:extLst>
          </p:cNvPr>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a:extLst>
              <a:ext uri="{FF2B5EF4-FFF2-40B4-BE49-F238E27FC236}">
                <a16:creationId xmlns:a16="http://schemas.microsoft.com/office/drawing/2014/main" id="{BC23A000-521A-EE73-8FE0-07239CE136C8}"/>
              </a:ext>
            </a:extLst>
          </p:cNvPr>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a:extLst>
              <a:ext uri="{FF2B5EF4-FFF2-40B4-BE49-F238E27FC236}">
                <a16:creationId xmlns:a16="http://schemas.microsoft.com/office/drawing/2014/main" id="{96F95897-A0A3-F2A8-D348-0ABE1422FA61}"/>
              </a:ext>
            </a:extLst>
          </p:cNvPr>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a:extLst>
              <a:ext uri="{FF2B5EF4-FFF2-40B4-BE49-F238E27FC236}">
                <a16:creationId xmlns:a16="http://schemas.microsoft.com/office/drawing/2014/main" id="{9C9BB336-2E02-4E02-3830-FAFBCA8082BA}"/>
              </a:ext>
            </a:extLst>
          </p:cNvPr>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a:extLst>
              <a:ext uri="{FF2B5EF4-FFF2-40B4-BE49-F238E27FC236}">
                <a16:creationId xmlns:a16="http://schemas.microsoft.com/office/drawing/2014/main" id="{B102D015-488E-1B28-83D5-E0FBB8C20DBA}"/>
              </a:ext>
            </a:extLst>
          </p:cNvPr>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a:extLst>
              <a:ext uri="{FF2B5EF4-FFF2-40B4-BE49-F238E27FC236}">
                <a16:creationId xmlns:a16="http://schemas.microsoft.com/office/drawing/2014/main" id="{6D4AF492-D56D-2914-F6A6-52F74B2F15BA}"/>
              </a:ext>
            </a:extLst>
          </p:cNvPr>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a:extLst>
              <a:ext uri="{FF2B5EF4-FFF2-40B4-BE49-F238E27FC236}">
                <a16:creationId xmlns:a16="http://schemas.microsoft.com/office/drawing/2014/main" id="{4A40C356-45D0-3F2F-67A2-FCB4B8B2E8D3}"/>
              </a:ext>
            </a:extLst>
          </p:cNvPr>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a:extLst>
              <a:ext uri="{FF2B5EF4-FFF2-40B4-BE49-F238E27FC236}">
                <a16:creationId xmlns:a16="http://schemas.microsoft.com/office/drawing/2014/main" id="{C2754572-3BEB-FD94-4EBD-15C4411399E5}"/>
              </a:ext>
            </a:extLst>
          </p:cNvPr>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a:extLst>
              <a:ext uri="{FF2B5EF4-FFF2-40B4-BE49-F238E27FC236}">
                <a16:creationId xmlns:a16="http://schemas.microsoft.com/office/drawing/2014/main" id="{316A1083-2746-503B-4BA8-9CAB30FC22C4}"/>
              </a:ext>
            </a:extLst>
          </p:cNvPr>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a:extLst>
              <a:ext uri="{FF2B5EF4-FFF2-40B4-BE49-F238E27FC236}">
                <a16:creationId xmlns:a16="http://schemas.microsoft.com/office/drawing/2014/main" id="{AC7E3D4E-F5FA-F591-0EEA-2A184B9B7C7F}"/>
              </a:ext>
            </a:extLst>
          </p:cNvPr>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a:extLst>
              <a:ext uri="{FF2B5EF4-FFF2-40B4-BE49-F238E27FC236}">
                <a16:creationId xmlns:a16="http://schemas.microsoft.com/office/drawing/2014/main" id="{4499E03D-7FFB-6B72-9AB9-5952261CC7FD}"/>
              </a:ext>
            </a:extLst>
          </p:cNvPr>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a:extLst>
              <a:ext uri="{FF2B5EF4-FFF2-40B4-BE49-F238E27FC236}">
                <a16:creationId xmlns:a16="http://schemas.microsoft.com/office/drawing/2014/main" id="{0C30A979-F135-A57C-182D-77AC61488467}"/>
              </a:ext>
            </a:extLst>
          </p:cNvPr>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a:extLst>
              <a:ext uri="{FF2B5EF4-FFF2-40B4-BE49-F238E27FC236}">
                <a16:creationId xmlns:a16="http://schemas.microsoft.com/office/drawing/2014/main" id="{023B13F7-0853-5A4A-12A6-73FAC158A7CC}"/>
              </a:ext>
            </a:extLst>
          </p:cNvPr>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a:extLst>
              <a:ext uri="{FF2B5EF4-FFF2-40B4-BE49-F238E27FC236}">
                <a16:creationId xmlns:a16="http://schemas.microsoft.com/office/drawing/2014/main" id="{D64A4652-BB14-1EE1-93A9-45F561054444}"/>
              </a:ext>
            </a:extLst>
          </p:cNvPr>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a:extLst>
              <a:ext uri="{FF2B5EF4-FFF2-40B4-BE49-F238E27FC236}">
                <a16:creationId xmlns:a16="http://schemas.microsoft.com/office/drawing/2014/main" id="{6FD8EC09-48F5-3D60-A160-895BD2C89A89}"/>
              </a:ext>
            </a:extLst>
          </p:cNvPr>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a:extLst>
              <a:ext uri="{FF2B5EF4-FFF2-40B4-BE49-F238E27FC236}">
                <a16:creationId xmlns:a16="http://schemas.microsoft.com/office/drawing/2014/main" id="{C1DFE266-A2F2-5C4B-7463-8811B2730CAB}"/>
              </a:ext>
            </a:extLst>
          </p:cNvPr>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a:extLst>
              <a:ext uri="{FF2B5EF4-FFF2-40B4-BE49-F238E27FC236}">
                <a16:creationId xmlns:a16="http://schemas.microsoft.com/office/drawing/2014/main" id="{87DD95CD-53A5-CC14-14D1-84DD046C03EE}"/>
              </a:ext>
            </a:extLst>
          </p:cNvPr>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a:extLst>
              <a:ext uri="{FF2B5EF4-FFF2-40B4-BE49-F238E27FC236}">
                <a16:creationId xmlns:a16="http://schemas.microsoft.com/office/drawing/2014/main" id="{01F4816A-D7D2-C203-50DE-2F508DC02B32}"/>
              </a:ext>
            </a:extLst>
          </p:cNvPr>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a:extLst>
              <a:ext uri="{FF2B5EF4-FFF2-40B4-BE49-F238E27FC236}">
                <a16:creationId xmlns:a16="http://schemas.microsoft.com/office/drawing/2014/main" id="{048A5BBE-7BC2-8522-263E-0E350E14F25A}"/>
              </a:ext>
            </a:extLst>
          </p:cNvPr>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a:extLst>
              <a:ext uri="{FF2B5EF4-FFF2-40B4-BE49-F238E27FC236}">
                <a16:creationId xmlns:a16="http://schemas.microsoft.com/office/drawing/2014/main" id="{62387AA2-E861-9A1A-895E-9B5203020735}"/>
              </a:ext>
            </a:extLst>
          </p:cNvPr>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a:extLst>
              <a:ext uri="{FF2B5EF4-FFF2-40B4-BE49-F238E27FC236}">
                <a16:creationId xmlns:a16="http://schemas.microsoft.com/office/drawing/2014/main" id="{8E573605-1503-C7AC-5ABA-19E3995A64BA}"/>
              </a:ext>
            </a:extLst>
          </p:cNvPr>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a:extLst>
              <a:ext uri="{FF2B5EF4-FFF2-40B4-BE49-F238E27FC236}">
                <a16:creationId xmlns:a16="http://schemas.microsoft.com/office/drawing/2014/main" id="{B1F506A3-1443-20F8-F65A-4872A399592F}"/>
              </a:ext>
            </a:extLst>
          </p:cNvPr>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a:extLst>
              <a:ext uri="{FF2B5EF4-FFF2-40B4-BE49-F238E27FC236}">
                <a16:creationId xmlns:a16="http://schemas.microsoft.com/office/drawing/2014/main" id="{07265F30-C27A-A3E1-F08B-33130694D64B}"/>
              </a:ext>
            </a:extLst>
          </p:cNvPr>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a:extLst>
              <a:ext uri="{FF2B5EF4-FFF2-40B4-BE49-F238E27FC236}">
                <a16:creationId xmlns:a16="http://schemas.microsoft.com/office/drawing/2014/main" id="{F0E8AC61-DB19-632A-24DE-6FC591EFFDFF}"/>
              </a:ext>
            </a:extLst>
          </p:cNvPr>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a:extLst>
              <a:ext uri="{FF2B5EF4-FFF2-40B4-BE49-F238E27FC236}">
                <a16:creationId xmlns:a16="http://schemas.microsoft.com/office/drawing/2014/main" id="{FBBD611D-40D7-E64F-58BE-26A83BB34D29}"/>
              </a:ext>
            </a:extLst>
          </p:cNvPr>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a:extLst>
              <a:ext uri="{FF2B5EF4-FFF2-40B4-BE49-F238E27FC236}">
                <a16:creationId xmlns:a16="http://schemas.microsoft.com/office/drawing/2014/main" id="{26D6730B-B2CF-0978-485A-02FDFF7E2F29}"/>
              </a:ext>
            </a:extLst>
          </p:cNvPr>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sp>
        <p:nvSpPr>
          <p:cNvPr id="35" name="Text 32">
            <a:extLst>
              <a:ext uri="{FF2B5EF4-FFF2-40B4-BE49-F238E27FC236}">
                <a16:creationId xmlns:a16="http://schemas.microsoft.com/office/drawing/2014/main" id="{9F00B1CD-4B71-AF22-B6A2-3A5063C920C3}"/>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6A5E5B29-60E5-7558-4037-C1CD2C7DCFE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D483500D-A880-E4D8-BE76-0C030FFF9FF8}"/>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2D60BBB3-3F76-4CCE-0367-4976EC2F75E9}"/>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D1E14CE3-C09F-3E8E-F3A3-2A17FADCFCA4}"/>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8275F712-1566-2598-BA39-78768D3D5620}"/>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D95DAE77-01A8-D36D-AC51-6FC8512C1C34}"/>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06D71A85-DBF0-B3BE-B7D5-400ABAF8E4BA}"/>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FBC6CB51-51DB-64CF-7E29-C68758829AF5}"/>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F2E21CB5-E613-48E5-27C0-EE8224AFDCFE}"/>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A6B65C16-674E-220B-B1D5-0B69E0425BCE}"/>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7F589A9-76CE-C0F4-5CC5-A803C31E200D}"/>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F6D2D97-0702-1D61-6216-58FCAB557E7B}"/>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7D608120-B9C9-AD5D-A921-05030B27756A}"/>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00E1FC1D-7332-696A-C541-E6411C919EBF}"/>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24ED60F5-B502-F559-5BF9-A04657C9A67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5C24AA9A-E562-3100-10EE-8BD626341D83}"/>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7751F454-52DE-2780-2CF4-3EA140F26212}"/>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1C696C47-8ABA-FA22-B490-2F632803AA8A}"/>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E845422C-277F-FDBB-6B40-C189299342ED}"/>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E022A997-C56D-CBF5-DF4A-4743822A9C9A}"/>
              </a:ext>
            </a:extLst>
          </p:cNvPr>
          <p:cNvSpPr txBox="1"/>
          <p:nvPr/>
        </p:nvSpPr>
        <p:spPr>
          <a:xfrm>
            <a:off x="9435668" y="5945061"/>
            <a:ext cx="239168" cy="369332"/>
          </a:xfrm>
          <a:prstGeom prst="rect">
            <a:avLst/>
          </a:prstGeom>
          <a:noFill/>
        </p:spPr>
        <p:txBody>
          <a:bodyPr wrap="none" rtlCol="0">
            <a:spAutoFit/>
          </a:bodyPr>
          <a:lstStyle/>
          <a:p>
            <a:r>
              <a:rPr lang="es-CL" dirty="0"/>
              <a:t>j</a:t>
            </a:r>
          </a:p>
        </p:txBody>
      </p:sp>
      <p:pic>
        <p:nvPicPr>
          <p:cNvPr id="56" name="Image 0" descr="/sessions/sleepy-zen-cray/mnt/outputs/deck_assets/logo_var2_azul.png">
            <a:extLst>
              <a:ext uri="{FF2B5EF4-FFF2-40B4-BE49-F238E27FC236}">
                <a16:creationId xmlns:a16="http://schemas.microsoft.com/office/drawing/2014/main" id="{0852BB60-E894-C57D-E9D5-19E68C16FD99}"/>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4387694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§5.1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ㄱ · ㄴ · ㄷ</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ㄱ → La lengua tocando el paladar.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'g' o 'k'. Al inicio de palabra suena más 'k'.</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김치 (Kimchi). 김 = kim.</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Lengua arriba detrás de los dientes.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'n'. Igual que en español.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너 → neo (tú)</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ㄷ → La lengua hace forma de 'C' al revés.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'd' o 't'.</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다 → da</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ㄱ ㄴ ㄷ</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(paladar, lengua, dientes)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Mostrá tu boca</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13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51A0C07B-7FD5-9019-354C-6C0EBAEB9EEC}"/>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§5.2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ㄹ · ㅁ · ㅂ</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ㄹ → ¡La famosa! Es a la vez 'r' y 'l'.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suave, como en 'pero' (no 'perro').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MÍTICO: 사랑 → sarang.</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¿Saben qué significa? AMOR.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사랑해 → saranghae = te amo.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ㅁ → Labios cerrados, forma cuadrada. 'm'.</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마 → 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ㅂ → Labios juntos abriéndose. 'b' o 'p'.</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 bap (arroz/comida)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먹었어요?' = '¿Comiste?' (saludo en Corea)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사랑</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sarang</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AMOR</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14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C847D6E7-4634-200C-BDE9-D7FD4CCAD2DF}"/>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§5.3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ㅅ + Repaso · ya tenés 13 letras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ㅅ → Forma de techo o 'V' invertida.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 como en español. 사 → sa.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ciudad de SEÚL se escribe: 서울</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Vamos a leerla: ㅅ + ㅓ + ㅇ + ㅜ + ㄹ</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Esa ㅇ que aparece es una consonante muda al inicio de sílaba. Solo está ahí para que la vocal tenga compañía.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YA TIENEN:</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6 vocales + 7 consonantes = 13 letras.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Con eso podemos armar sílabas.</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서울</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Seoul</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ㅅ-ㅓ-ㅇ-ㅜ-ㄹ</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15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0279C548-0E05-5717-A787-A5D3CEFD5253}"/>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pic>
        <p:nvPicPr>
          <p:cNvPr id="58" name="Image 0" descr="/sessions/sleepy-zen-cray/mnt/outputs/deck_assets/logo_var2_azul.png">
            <a:extLst>
              <a:ext uri="{FF2B5EF4-FFF2-40B4-BE49-F238E27FC236}">
                <a16:creationId xmlns:a16="http://schemas.microsoft.com/office/drawing/2014/main" id="{C94D28AF-3BC7-F101-2728-B900236E98B2}"/>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1413120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B4D1-87EB-83FA-0DD4-CDA102DBC387}"/>
            </a:ext>
          </a:extLst>
        </p:cNvPr>
        <p:cNvGrpSpPr/>
        <p:nvPr/>
      </p:nvGrpSpPr>
      <p:grpSpPr>
        <a:xfrm>
          <a:off x="0" y="0"/>
          <a:ext cx="0" cy="0"/>
          <a:chOff x="0" y="0"/>
          <a:chExt cx="0" cy="0"/>
        </a:xfrm>
      </p:grpSpPr>
      <p:pic>
        <p:nvPicPr>
          <p:cNvPr id="2" name="ref77">
            <a:extLst>
              <a:ext uri="{FF2B5EF4-FFF2-40B4-BE49-F238E27FC236}">
                <a16:creationId xmlns:a16="http://schemas.microsoft.com/office/drawing/2014/main" id="{7C73E664-4421-BDFA-5C6A-C6A90301DEA9}"/>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671D7265-D193-52D2-FA53-96B9BED0A909}"/>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4551038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6B00-4F22-B424-DBFD-E31A4AF2816D}"/>
            </a:ext>
          </a:extLst>
        </p:cNvPr>
        <p:cNvGrpSpPr/>
        <p:nvPr/>
      </p:nvGrpSpPr>
      <p:grpSpPr>
        <a:xfrm>
          <a:off x="0" y="0"/>
          <a:ext cx="0" cy="0"/>
          <a:chOff x="0" y="0"/>
          <a:chExt cx="0" cy="0"/>
        </a:xfrm>
      </p:grpSpPr>
      <p:pic>
        <p:nvPicPr>
          <p:cNvPr id="2" name="img82">
            <a:extLst>
              <a:ext uri="{FF2B5EF4-FFF2-40B4-BE49-F238E27FC236}">
                <a16:creationId xmlns:a16="http://schemas.microsoft.com/office/drawing/2014/main" id="{F2F23752-AB4A-8198-EB7A-E8D5863ECE5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273274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46B25-EF43-B29A-7C3E-D737176D53AF}"/>
            </a:ext>
          </a:extLst>
        </p:cNvPr>
        <p:cNvGrpSpPr/>
        <p:nvPr/>
      </p:nvGrpSpPr>
      <p:grpSpPr>
        <a:xfrm>
          <a:off x="0" y="0"/>
          <a:ext cx="0" cy="0"/>
          <a:chOff x="0" y="0"/>
          <a:chExt cx="0" cy="0"/>
        </a:xfrm>
      </p:grpSpPr>
      <p:pic>
        <p:nvPicPr>
          <p:cNvPr id="2" name="ref78">
            <a:extLst>
              <a:ext uri="{FF2B5EF4-FFF2-40B4-BE49-F238E27FC236}">
                <a16:creationId xmlns:a16="http://schemas.microsoft.com/office/drawing/2014/main" id="{5ADD8258-4280-B1B3-DFC4-BA3B3791C52A}"/>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1094D8AE-10C1-5BF5-B63E-95A1AFFA02B5}"/>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5038049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D5179-FD61-6E36-BFDC-C66DB1546493}"/>
            </a:ext>
          </a:extLst>
        </p:cNvPr>
        <p:cNvGrpSpPr/>
        <p:nvPr/>
      </p:nvGrpSpPr>
      <p:grpSpPr>
        <a:xfrm>
          <a:off x="0" y="0"/>
          <a:ext cx="0" cy="0"/>
          <a:chOff x="0" y="0"/>
          <a:chExt cx="0" cy="0"/>
        </a:xfrm>
      </p:grpSpPr>
      <p:pic>
        <p:nvPicPr>
          <p:cNvPr id="2" name="img83">
            <a:extLst>
              <a:ext uri="{FF2B5EF4-FFF2-40B4-BE49-F238E27FC236}">
                <a16:creationId xmlns:a16="http://schemas.microsoft.com/office/drawing/2014/main" id="{44BB2877-02A5-3B69-A658-0EEE06CB0E8E}"/>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C516845F-CC21-EA50-BA2C-8E0DEEB173A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497858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A9CA-3F6F-E076-EE85-A222741FB618}"/>
            </a:ext>
          </a:extLst>
        </p:cNvPr>
        <p:cNvGrpSpPr/>
        <p:nvPr/>
      </p:nvGrpSpPr>
      <p:grpSpPr>
        <a:xfrm>
          <a:off x="0" y="0"/>
          <a:ext cx="0" cy="0"/>
          <a:chOff x="0" y="0"/>
          <a:chExt cx="0" cy="0"/>
        </a:xfrm>
      </p:grpSpPr>
      <p:pic>
        <p:nvPicPr>
          <p:cNvPr id="2" name="ref79">
            <a:extLst>
              <a:ext uri="{FF2B5EF4-FFF2-40B4-BE49-F238E27FC236}">
                <a16:creationId xmlns:a16="http://schemas.microsoft.com/office/drawing/2014/main" id="{D5622332-B013-A706-F925-9CDDE72C0AF8}"/>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A5822CDD-6C85-FF2C-82EA-80E61E37A06B}"/>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315940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BCE-4922-2A9A-DB06-56CFCB531523}"/>
            </a:ext>
          </a:extLst>
        </p:cNvPr>
        <p:cNvGrpSpPr/>
        <p:nvPr/>
      </p:nvGrpSpPr>
      <p:grpSpPr>
        <a:xfrm>
          <a:off x="0" y="0"/>
          <a:ext cx="0" cy="0"/>
          <a:chOff x="0" y="0"/>
          <a:chExt cx="0" cy="0"/>
        </a:xfrm>
      </p:grpSpPr>
      <p:pic>
        <p:nvPicPr>
          <p:cNvPr id="2" name="ref80">
            <a:extLst>
              <a:ext uri="{FF2B5EF4-FFF2-40B4-BE49-F238E27FC236}">
                <a16:creationId xmlns:a16="http://schemas.microsoft.com/office/drawing/2014/main" id="{5D41A049-706E-A037-1949-3AE4675EC84C}"/>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290E7FC9-F5FA-8AEC-E01B-308FCA1F16E8}"/>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4" name="TextBox 3">
            <a:extLst>
              <a:ext uri="{FF2B5EF4-FFF2-40B4-BE49-F238E27FC236}">
                <a16:creationId xmlns:a16="http://schemas.microsoft.com/office/drawing/2014/main" id="{707733BC-E2A7-1BD5-2776-596D9A3F3D13}"/>
              </a:ext>
            </a:extLst>
          </p:cNvPr>
          <p:cNvSpPr txBox="1"/>
          <p:nvPr/>
        </p:nvSpPr>
        <p:spPr>
          <a:xfrm>
            <a:off x="2558473" y="4784329"/>
            <a:ext cx="1107996" cy="646331"/>
          </a:xfrm>
          <a:prstGeom prst="rect">
            <a:avLst/>
          </a:prstGeom>
          <a:noFill/>
        </p:spPr>
        <p:txBody>
          <a:bodyPr wrap="none" rtlCol="0">
            <a:spAutoFit/>
          </a:bodyPr>
          <a:lstStyle/>
          <a:p>
            <a:r>
              <a:rPr lang="ko-KR" altLang="es-CL" sz="3600" dirty="0"/>
              <a:t>읽다</a:t>
            </a:r>
            <a:endParaRPr lang="es-CL" sz="3600" dirty="0"/>
          </a:p>
        </p:txBody>
      </p:sp>
    </p:spTree>
    <p:extLst>
      <p:ext uri="{BB962C8B-B14F-4D97-AF65-F5344CB8AC3E}">
        <p14:creationId xmlns:p14="http://schemas.microsoft.com/office/powerpoint/2010/main" val="9877835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pic>
        <p:nvPicPr>
          <p:cNvPr id="39" name="Image 0" descr="/sessions/sleepy-zen-cray/mnt/outputs/deck_assets/logo_var2_azul.png">
            <a:extLst>
              <a:ext uri="{FF2B5EF4-FFF2-40B4-BE49-F238E27FC236}">
                <a16:creationId xmlns:a16="http://schemas.microsoft.com/office/drawing/2014/main" id="{778A3FDA-7416-A658-FA1F-3ACB05C344B0}"/>
              </a:ext>
            </a:extLst>
          </p:cNvPr>
          <p:cNvPicPr>
            <a:picLocks noChangeAspect="1"/>
          </p:cNvPicPr>
          <p:nvPr/>
        </p:nvPicPr>
        <p:blipFill>
          <a:blip r:embed="rId3"/>
          <a:stretch>
            <a:fillRect/>
          </a:stretch>
        </p:blipFill>
        <p:spPr>
          <a:xfrm>
            <a:off x="9778365" y="-600075"/>
            <a:ext cx="2571750" cy="257175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 · SÍLABAS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regla mágica del Hangul</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Aquí está la magia del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CADA sílaba se mete dentro de un cuadrado imaginario.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consonante va a la izquierda o arriba.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vocal va a la derecha o abajo.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JUNTAS forman UN bloque que es UNA sílaba.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ㅏ no se escribe 'na' en dos letras separadas.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escribe 나 — en UN solo cuadro.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 como un TETRIS coreano.</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나</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ㄴ + ㅏ</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 UN cuadrado</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16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74D28B4E-D389-06E3-96E4-4F840CC68A57}"/>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§6.1 · REGLAS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2 reglas de posición</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1 · Vocal VERTICAL (ㅏ ㅓ ㅣ)</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 la IZQUIERDA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(na)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비 (bi)</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서 (seo)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2 · Vocal HORIZONTAL (ㅗ ㅜ 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ARRIBA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모 (mo)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두 (du)</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그 (geu)</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ESO ES TODO. Con esas 2 reglas, pueden leer Hangul.</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 →</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(2 reglas)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Vertical / Horizontal</a:t>
            </a:r>
            <a:endParaRPr lang="en-US" sz="1400" dirty="0"/>
          </a:p>
        </p:txBody>
      </p:sp>
      <p:pic>
        <p:nvPicPr>
          <p:cNvPr id="10"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17  ·  TALLER</a:t>
            </a:r>
            <a:endParaRPr lang="en-US" sz="800" dirty="0"/>
          </a:p>
        </p:txBody>
      </p:sp>
      <p:pic>
        <p:nvPicPr>
          <p:cNvPr id="13" name="Image 0" descr="/sessions/sleepy-zen-cray/mnt/outputs/deck_assets/logo_var2_azul.png">
            <a:extLst>
              <a:ext uri="{FF2B5EF4-FFF2-40B4-BE49-F238E27FC236}">
                <a16:creationId xmlns:a16="http://schemas.microsoft.com/office/drawing/2014/main" id="{A2BB1686-3DAD-B595-2B17-2A295E55DB71}"/>
              </a:ext>
            </a:extLst>
          </p:cNvPr>
          <p:cNvPicPr>
            <a:picLocks noChangeAspect="1"/>
          </p:cNvPicPr>
          <p:nvPr/>
        </p:nvPicPr>
        <p:blipFill>
          <a:blip r:embed="rId4"/>
          <a:stretch>
            <a:fillRect/>
          </a:stretch>
        </p:blipFill>
        <p:spPr>
          <a:xfrm>
            <a:off x="9778365" y="-600075"/>
            <a:ext cx="2571750" cy="257175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§6.2 · LECTURA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Lee conmigo · palabras reales</a:t>
            </a:r>
            <a:endParaRPr lang="en-US" sz="2600" dirty="0"/>
          </a:p>
        </p:txBody>
      </p:sp>
      <p:sp>
        <p:nvSpPr>
          <p:cNvPr id="4" name="Shape 2"/>
          <p:cNvSpPr/>
          <p:nvPr/>
        </p:nvSpPr>
        <p:spPr>
          <a:xfrm>
            <a:off x="548640" y="1828800"/>
            <a:ext cx="3657600" cy="1524000"/>
          </a:xfrm>
          <a:prstGeom prst="roundRect">
            <a:avLst>
              <a:gd name="adj" fmla="val 6000"/>
            </a:avLst>
          </a:prstGeom>
          <a:solidFill>
            <a:srgbClr val="FF5C5C"/>
          </a:solidFill>
          <a:ln w="12700">
            <a:solidFill>
              <a:srgbClr val="FF5C5C"/>
            </a:solidFill>
            <a:prstDash val="solid"/>
          </a:ln>
        </p:spPr>
      </p:sp>
      <p:sp>
        <p:nvSpPr>
          <p:cNvPr id="5" name="Text 3"/>
          <p:cNvSpPr/>
          <p:nvPr/>
        </p:nvSpPr>
        <p:spPr>
          <a:xfrm>
            <a:off x="548640"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나</a:t>
            </a:r>
            <a:endParaRPr lang="en-US" sz="2600" dirty="0"/>
          </a:p>
        </p:txBody>
      </p:sp>
      <p:sp>
        <p:nvSpPr>
          <p:cNvPr id="6" name="Text 4"/>
          <p:cNvSpPr/>
          <p:nvPr/>
        </p:nvSpPr>
        <p:spPr>
          <a:xfrm>
            <a:off x="548640"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na (yo)</a:t>
            </a:r>
            <a:endParaRPr lang="en-US" sz="1200" dirty="0"/>
          </a:p>
        </p:txBody>
      </p:sp>
      <p:sp>
        <p:nvSpPr>
          <p:cNvPr id="7" name="Shape 5"/>
          <p:cNvSpPr/>
          <p:nvPr/>
        </p:nvSpPr>
        <p:spPr>
          <a:xfrm>
            <a:off x="4325112" y="1828800"/>
            <a:ext cx="3657600" cy="1524000"/>
          </a:xfrm>
          <a:prstGeom prst="roundRect">
            <a:avLst>
              <a:gd name="adj" fmla="val 6000"/>
            </a:avLst>
          </a:prstGeom>
          <a:solidFill>
            <a:srgbClr val="E8E5F8"/>
          </a:solidFill>
          <a:ln w="12700">
            <a:solidFill>
              <a:srgbClr val="E8E5F8"/>
            </a:solidFill>
            <a:prstDash val="solid"/>
          </a:ln>
        </p:spPr>
      </p:sp>
      <p:sp>
        <p:nvSpPr>
          <p:cNvPr id="8" name="Text 6"/>
          <p:cNvSpPr/>
          <p:nvPr/>
        </p:nvSpPr>
        <p:spPr>
          <a:xfrm>
            <a:off x="4325112" y="1965960"/>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너</a:t>
            </a:r>
            <a:endParaRPr lang="en-US" sz="2600" dirty="0"/>
          </a:p>
        </p:txBody>
      </p:sp>
      <p:sp>
        <p:nvSpPr>
          <p:cNvPr id="9" name="Text 7"/>
          <p:cNvSpPr/>
          <p:nvPr/>
        </p:nvSpPr>
        <p:spPr>
          <a:xfrm>
            <a:off x="4325112" y="2743200"/>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neo (tú)</a:t>
            </a:r>
            <a:endParaRPr lang="en-US" sz="1200" dirty="0"/>
          </a:p>
        </p:txBody>
      </p:sp>
      <p:sp>
        <p:nvSpPr>
          <p:cNvPr id="10" name="Shape 8"/>
          <p:cNvSpPr/>
          <p:nvPr/>
        </p:nvSpPr>
        <p:spPr>
          <a:xfrm>
            <a:off x="8101584" y="1828800"/>
            <a:ext cx="3657600" cy="1524000"/>
          </a:xfrm>
          <a:prstGeom prst="roundRect">
            <a:avLst>
              <a:gd name="adj" fmla="val 6000"/>
            </a:avLst>
          </a:prstGeom>
          <a:solidFill>
            <a:srgbClr val="3D2EE8"/>
          </a:solidFill>
          <a:ln w="12700">
            <a:solidFill>
              <a:srgbClr val="3D2EE8"/>
            </a:solidFill>
            <a:prstDash val="solid"/>
          </a:ln>
        </p:spPr>
      </p:sp>
      <p:sp>
        <p:nvSpPr>
          <p:cNvPr id="11" name="Text 9"/>
          <p:cNvSpPr/>
          <p:nvPr/>
        </p:nvSpPr>
        <p:spPr>
          <a:xfrm>
            <a:off x="8101584"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우리</a:t>
            </a:r>
            <a:endParaRPr lang="en-US" sz="2600" dirty="0"/>
          </a:p>
        </p:txBody>
      </p:sp>
      <p:sp>
        <p:nvSpPr>
          <p:cNvPr id="12" name="Text 10"/>
          <p:cNvSpPr/>
          <p:nvPr/>
        </p:nvSpPr>
        <p:spPr>
          <a:xfrm>
            <a:off x="8101584"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uri (nosotros)</a:t>
            </a:r>
            <a:endParaRPr lang="en-US" sz="1200" dirty="0"/>
          </a:p>
        </p:txBody>
      </p:sp>
      <p:sp>
        <p:nvSpPr>
          <p:cNvPr id="13" name="Shape 11"/>
          <p:cNvSpPr/>
          <p:nvPr/>
        </p:nvSpPr>
        <p:spPr>
          <a:xfrm>
            <a:off x="548640" y="3471672"/>
            <a:ext cx="3657600" cy="1524000"/>
          </a:xfrm>
          <a:prstGeom prst="roundRect">
            <a:avLst>
              <a:gd name="adj" fmla="val 6000"/>
            </a:avLst>
          </a:prstGeom>
          <a:solidFill>
            <a:srgbClr val="FF5C5C"/>
          </a:solidFill>
          <a:ln w="12700">
            <a:solidFill>
              <a:srgbClr val="FF5C5C"/>
            </a:solidFill>
            <a:prstDash val="solid"/>
          </a:ln>
        </p:spPr>
      </p:sp>
      <p:sp>
        <p:nvSpPr>
          <p:cNvPr id="14" name="Text 12"/>
          <p:cNvSpPr/>
          <p:nvPr/>
        </p:nvSpPr>
        <p:spPr>
          <a:xfrm>
            <a:off x="548640"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사랑</a:t>
            </a:r>
            <a:endParaRPr lang="en-US" sz="2600" dirty="0"/>
          </a:p>
        </p:txBody>
      </p:sp>
      <p:sp>
        <p:nvSpPr>
          <p:cNvPr id="15" name="Text 13"/>
          <p:cNvSpPr/>
          <p:nvPr/>
        </p:nvSpPr>
        <p:spPr>
          <a:xfrm>
            <a:off x="548640"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sa-rang (amor)</a:t>
            </a:r>
            <a:endParaRPr lang="en-US" sz="1200" dirty="0"/>
          </a:p>
        </p:txBody>
      </p:sp>
      <p:sp>
        <p:nvSpPr>
          <p:cNvPr id="16" name="Shape 14"/>
          <p:cNvSpPr/>
          <p:nvPr/>
        </p:nvSpPr>
        <p:spPr>
          <a:xfrm>
            <a:off x="4325112" y="3471672"/>
            <a:ext cx="3657600" cy="1524000"/>
          </a:xfrm>
          <a:prstGeom prst="roundRect">
            <a:avLst>
              <a:gd name="adj" fmla="val 6000"/>
            </a:avLst>
          </a:prstGeom>
          <a:solidFill>
            <a:srgbClr val="E8E5F8"/>
          </a:solidFill>
          <a:ln w="12700">
            <a:solidFill>
              <a:srgbClr val="E8E5F8"/>
            </a:solidFill>
            <a:prstDash val="solid"/>
          </a:ln>
        </p:spPr>
      </p:sp>
      <p:sp>
        <p:nvSpPr>
          <p:cNvPr id="17" name="Text 15"/>
          <p:cNvSpPr/>
          <p:nvPr/>
        </p:nvSpPr>
        <p:spPr>
          <a:xfrm>
            <a:off x="4325112" y="3608832"/>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한국</a:t>
            </a:r>
            <a:endParaRPr lang="en-US" sz="2600" dirty="0"/>
          </a:p>
        </p:txBody>
      </p:sp>
      <p:sp>
        <p:nvSpPr>
          <p:cNvPr id="18" name="Text 16"/>
          <p:cNvSpPr/>
          <p:nvPr/>
        </p:nvSpPr>
        <p:spPr>
          <a:xfrm>
            <a:off x="4325112" y="4386072"/>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han-guk (Corea)</a:t>
            </a:r>
            <a:endParaRPr lang="en-US" sz="1200" dirty="0"/>
          </a:p>
        </p:txBody>
      </p:sp>
      <p:sp>
        <p:nvSpPr>
          <p:cNvPr id="19" name="Shape 17"/>
          <p:cNvSpPr/>
          <p:nvPr/>
        </p:nvSpPr>
        <p:spPr>
          <a:xfrm>
            <a:off x="8101584" y="3471672"/>
            <a:ext cx="3657600" cy="1524000"/>
          </a:xfrm>
          <a:prstGeom prst="roundRect">
            <a:avLst>
              <a:gd name="adj" fmla="val 6000"/>
            </a:avLst>
          </a:prstGeom>
          <a:solidFill>
            <a:srgbClr val="3D2EE8"/>
          </a:solidFill>
          <a:ln w="12700">
            <a:solidFill>
              <a:srgbClr val="3D2EE8"/>
            </a:solidFill>
            <a:prstDash val="solid"/>
          </a:ln>
        </p:spPr>
      </p:sp>
      <p:sp>
        <p:nvSpPr>
          <p:cNvPr id="20" name="Text 18"/>
          <p:cNvSpPr/>
          <p:nvPr/>
        </p:nvSpPr>
        <p:spPr>
          <a:xfrm>
            <a:off x="8101584"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서울</a:t>
            </a:r>
            <a:endParaRPr lang="en-US" sz="2600" dirty="0"/>
          </a:p>
        </p:txBody>
      </p:sp>
      <p:sp>
        <p:nvSpPr>
          <p:cNvPr id="21" name="Text 19"/>
          <p:cNvSpPr/>
          <p:nvPr/>
        </p:nvSpPr>
        <p:spPr>
          <a:xfrm>
            <a:off x="8101584"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seo-ul (Seúl)</a:t>
            </a:r>
            <a:endParaRPr lang="en-US" sz="1200" dirty="0"/>
          </a:p>
        </p:txBody>
      </p:sp>
      <p:sp>
        <p:nvSpPr>
          <p:cNvPr id="22" name="Shape 20"/>
          <p:cNvSpPr/>
          <p:nvPr/>
        </p:nvSpPr>
        <p:spPr>
          <a:xfrm>
            <a:off x="548640" y="5114544"/>
            <a:ext cx="3657600" cy="1524000"/>
          </a:xfrm>
          <a:prstGeom prst="roundRect">
            <a:avLst>
              <a:gd name="adj" fmla="val 6000"/>
            </a:avLst>
          </a:prstGeom>
          <a:solidFill>
            <a:srgbClr val="FF5C5C"/>
          </a:solidFill>
          <a:ln w="12700">
            <a:solidFill>
              <a:srgbClr val="FF5C5C"/>
            </a:solidFill>
            <a:prstDash val="solid"/>
          </a:ln>
        </p:spPr>
      </p:sp>
      <p:sp>
        <p:nvSpPr>
          <p:cNvPr id="23" name="Text 21"/>
          <p:cNvSpPr/>
          <p:nvPr/>
        </p:nvSpPr>
        <p:spPr>
          <a:xfrm>
            <a:off x="548640" y="5251704"/>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김치</a:t>
            </a:r>
            <a:endParaRPr lang="en-US" sz="2600" dirty="0"/>
          </a:p>
        </p:txBody>
      </p:sp>
      <p:sp>
        <p:nvSpPr>
          <p:cNvPr id="24" name="Text 22"/>
          <p:cNvSpPr/>
          <p:nvPr/>
        </p:nvSpPr>
        <p:spPr>
          <a:xfrm>
            <a:off x="548640" y="6028944"/>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kim-chi</a:t>
            </a:r>
            <a:endParaRPr lang="en-US" sz="1200" dirty="0"/>
          </a:p>
        </p:txBody>
      </p:sp>
      <p:sp>
        <p:nvSpPr>
          <p:cNvPr id="25" name="Shape 23"/>
          <p:cNvSpPr/>
          <p:nvPr/>
        </p:nvSpPr>
        <p:spPr>
          <a:xfrm>
            <a:off x="4325112" y="5114544"/>
            <a:ext cx="3657600" cy="1524000"/>
          </a:xfrm>
          <a:prstGeom prst="roundRect">
            <a:avLst>
              <a:gd name="adj" fmla="val 6000"/>
            </a:avLst>
          </a:prstGeom>
          <a:solidFill>
            <a:srgbClr val="E8E5F8"/>
          </a:solidFill>
          <a:ln w="12700">
            <a:solidFill>
              <a:srgbClr val="E8E5F8"/>
            </a:solidFill>
            <a:prstDash val="solid"/>
          </a:ln>
        </p:spPr>
      </p:sp>
      <p:sp>
        <p:nvSpPr>
          <p:cNvPr id="26" name="Text 24"/>
          <p:cNvSpPr/>
          <p:nvPr/>
        </p:nvSpPr>
        <p:spPr>
          <a:xfrm>
            <a:off x="4325112" y="5251704"/>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라면</a:t>
            </a:r>
            <a:endParaRPr lang="en-US" sz="2600" dirty="0"/>
          </a:p>
        </p:txBody>
      </p:sp>
      <p:sp>
        <p:nvSpPr>
          <p:cNvPr id="27" name="Text 25"/>
          <p:cNvSpPr/>
          <p:nvPr/>
        </p:nvSpPr>
        <p:spPr>
          <a:xfrm>
            <a:off x="4325112" y="6028944"/>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ra-myeon</a:t>
            </a:r>
            <a:endParaRPr lang="en-US" sz="1200" dirty="0"/>
          </a:p>
        </p:txBody>
      </p:sp>
      <p:sp>
        <p:nvSpPr>
          <p:cNvPr id="30" name="Text 26"/>
          <p:cNvSpPr/>
          <p:nvPr/>
        </p:nvSpPr>
        <p:spPr>
          <a:xfrm>
            <a:off x="914400" y="6448044"/>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31" name="Text 27"/>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18  ·  TALLER</a:t>
            </a:r>
            <a:endParaRPr lang="en-US" sz="800" dirty="0"/>
          </a:p>
        </p:txBody>
      </p:sp>
      <p:pic>
        <p:nvPicPr>
          <p:cNvPr id="32" name="Image 0" descr="/sessions/sleepy-zen-cray/mnt/outputs/deck_assets/logo_var2_azul.png">
            <a:extLst>
              <a:ext uri="{FF2B5EF4-FFF2-40B4-BE49-F238E27FC236}">
                <a16:creationId xmlns:a16="http://schemas.microsoft.com/office/drawing/2014/main" id="{9E7BCBBB-0371-80EB-AA94-F399E7705AB7}"/>
              </a:ext>
            </a:extLst>
          </p:cNvPr>
          <p:cNvPicPr>
            <a:picLocks noChangeAspect="1"/>
          </p:cNvPicPr>
          <p:nvPr/>
        </p:nvPicPr>
        <p:blipFill>
          <a:blip r:embed="rId3"/>
          <a:stretch>
            <a:fillRect/>
          </a:stretch>
        </p:blipFill>
        <p:spPr>
          <a:xfrm>
            <a:off x="9778365" y="-600075"/>
            <a:ext cx="2571750" cy="257175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§7.1 · NOMBRES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Ejemplos de nombres en Hangul</a:t>
            </a:r>
            <a:endParaRPr lang="en-US" sz="2600" dirty="0"/>
          </a:p>
        </p:txBody>
      </p:sp>
      <p:sp>
        <p:nvSpPr>
          <p:cNvPr id="4" name="Shape 2"/>
          <p:cNvSpPr/>
          <p:nvPr/>
        </p:nvSpPr>
        <p:spPr>
          <a:xfrm>
            <a:off x="548640" y="1828800"/>
            <a:ext cx="3657600" cy="2286000"/>
          </a:xfrm>
          <a:prstGeom prst="roundRect">
            <a:avLst>
              <a:gd name="adj" fmla="val 4000"/>
            </a:avLst>
          </a:prstGeom>
          <a:solidFill>
            <a:srgbClr val="FF5C5C"/>
          </a:solidFill>
          <a:ln w="12700">
            <a:solidFill>
              <a:srgbClr val="FF5C5C"/>
            </a:solidFill>
            <a:prstDash val="solid"/>
          </a:ln>
        </p:spPr>
      </p:sp>
      <p:sp>
        <p:nvSpPr>
          <p:cNvPr id="5" name="Text 3"/>
          <p:cNvSpPr/>
          <p:nvPr/>
        </p:nvSpPr>
        <p:spPr>
          <a:xfrm>
            <a:off x="548640" y="1965960"/>
            <a:ext cx="3657600" cy="1143000"/>
          </a:xfrm>
          <a:prstGeom prst="rect">
            <a:avLst/>
          </a:prstGeom>
          <a:noFill/>
          <a:ln/>
        </p:spPr>
        <p:txBody>
          <a:bodyPr wrap="square" rtlCol="0" anchor="ctr"/>
          <a:lstStyle/>
          <a:p>
            <a:pPr marL="0" indent="0" algn="ctr">
              <a:buNone/>
            </a:pPr>
            <a:r>
              <a:rPr lang="en-US" sz="2600" b="1" dirty="0" err="1">
                <a:solidFill>
                  <a:srgbClr val="FFFFFF"/>
                </a:solidFill>
                <a:latin typeface="Malgun Gothic" pitchFamily="34" charset="0"/>
                <a:ea typeface="Malgun Gothic" pitchFamily="34" charset="-122"/>
                <a:cs typeface="Malgun Gothic" pitchFamily="34" charset="-120"/>
              </a:rPr>
              <a:t>아나</a:t>
            </a:r>
            <a:r>
              <a:rPr lang="en-US" sz="2600" b="1" dirty="0">
                <a:solidFill>
                  <a:srgbClr val="FFFFFF"/>
                </a:solidFill>
                <a:latin typeface="Malgun Gothic" pitchFamily="34" charset="0"/>
                <a:ea typeface="Malgun Gothic" pitchFamily="34" charset="-122"/>
                <a:cs typeface="Malgun Gothic" pitchFamily="34" charset="-120"/>
              </a:rPr>
              <a:t> </a:t>
            </a:r>
            <a:r>
              <a:rPr lang="ko-KR" altLang="es-CL" sz="2600" b="1" dirty="0">
                <a:solidFill>
                  <a:srgbClr val="FFFFFF"/>
                </a:solidFill>
                <a:latin typeface="Malgun Gothic" pitchFamily="34" charset="0"/>
                <a:ea typeface="Malgun Gothic" pitchFamily="34" charset="-122"/>
                <a:cs typeface="Malgun Gothic" pitchFamily="34" charset="-120"/>
              </a:rPr>
              <a:t>빅토리아</a:t>
            </a:r>
            <a:endParaRPr lang="en-US" sz="2600" dirty="0"/>
          </a:p>
        </p:txBody>
      </p:sp>
      <p:sp>
        <p:nvSpPr>
          <p:cNvPr id="6" name="Text 4"/>
          <p:cNvSpPr/>
          <p:nvPr/>
        </p:nvSpPr>
        <p:spPr>
          <a:xfrm>
            <a:off x="548640"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Ana</a:t>
            </a:r>
            <a:endParaRPr lang="en-US" sz="1200" dirty="0"/>
          </a:p>
        </p:txBody>
      </p:sp>
      <p:sp>
        <p:nvSpPr>
          <p:cNvPr id="7" name="Shape 5"/>
          <p:cNvSpPr/>
          <p:nvPr/>
        </p:nvSpPr>
        <p:spPr>
          <a:xfrm>
            <a:off x="4325112" y="1828800"/>
            <a:ext cx="3657600" cy="2286000"/>
          </a:xfrm>
          <a:prstGeom prst="roundRect">
            <a:avLst>
              <a:gd name="adj" fmla="val 4000"/>
            </a:avLst>
          </a:prstGeom>
          <a:solidFill>
            <a:srgbClr val="E8E5F8"/>
          </a:solidFill>
          <a:ln w="12700">
            <a:solidFill>
              <a:srgbClr val="E8E5F8"/>
            </a:solidFill>
            <a:prstDash val="solid"/>
          </a:ln>
        </p:spPr>
      </p:sp>
      <p:sp>
        <p:nvSpPr>
          <p:cNvPr id="8" name="Text 6"/>
          <p:cNvSpPr/>
          <p:nvPr/>
        </p:nvSpPr>
        <p:spPr>
          <a:xfrm>
            <a:off x="4325112" y="1965960"/>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마리아</a:t>
            </a:r>
            <a:endParaRPr lang="en-US" sz="2600" dirty="0"/>
          </a:p>
        </p:txBody>
      </p:sp>
      <p:sp>
        <p:nvSpPr>
          <p:cNvPr id="9" name="Text 7"/>
          <p:cNvSpPr/>
          <p:nvPr/>
        </p:nvSpPr>
        <p:spPr>
          <a:xfrm>
            <a:off x="4325112" y="3200400"/>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María</a:t>
            </a:r>
            <a:endParaRPr lang="en-US" sz="1200" dirty="0"/>
          </a:p>
        </p:txBody>
      </p:sp>
      <p:sp>
        <p:nvSpPr>
          <p:cNvPr id="10" name="Shape 8"/>
          <p:cNvSpPr/>
          <p:nvPr/>
        </p:nvSpPr>
        <p:spPr>
          <a:xfrm>
            <a:off x="8101584" y="1828800"/>
            <a:ext cx="3657600" cy="2286000"/>
          </a:xfrm>
          <a:prstGeom prst="roundRect">
            <a:avLst>
              <a:gd name="adj" fmla="val 4000"/>
            </a:avLst>
          </a:prstGeom>
          <a:solidFill>
            <a:srgbClr val="3D2EE8"/>
          </a:solidFill>
          <a:ln w="12700">
            <a:solidFill>
              <a:srgbClr val="3D2EE8"/>
            </a:solidFill>
            <a:prstDash val="solid"/>
          </a:ln>
        </p:spPr>
      </p:sp>
      <p:sp>
        <p:nvSpPr>
          <p:cNvPr id="11" name="Text 9"/>
          <p:cNvSpPr/>
          <p:nvPr/>
        </p:nvSpPr>
        <p:spPr>
          <a:xfrm>
            <a:off x="8101584"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루이스</a:t>
            </a:r>
            <a:endParaRPr lang="en-US" sz="2600" dirty="0"/>
          </a:p>
        </p:txBody>
      </p:sp>
      <p:sp>
        <p:nvSpPr>
          <p:cNvPr id="12" name="Text 10"/>
          <p:cNvSpPr/>
          <p:nvPr/>
        </p:nvSpPr>
        <p:spPr>
          <a:xfrm>
            <a:off x="8101584"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Luis (lu-i-seu)</a:t>
            </a:r>
            <a:endParaRPr lang="en-US" sz="1200" dirty="0"/>
          </a:p>
        </p:txBody>
      </p:sp>
      <p:sp>
        <p:nvSpPr>
          <p:cNvPr id="13" name="Shape 11"/>
          <p:cNvSpPr/>
          <p:nvPr/>
        </p:nvSpPr>
        <p:spPr>
          <a:xfrm>
            <a:off x="548640" y="4233672"/>
            <a:ext cx="3657600" cy="2286000"/>
          </a:xfrm>
          <a:prstGeom prst="roundRect">
            <a:avLst>
              <a:gd name="adj" fmla="val 4000"/>
            </a:avLst>
          </a:prstGeom>
          <a:solidFill>
            <a:srgbClr val="FF5C5C"/>
          </a:solidFill>
          <a:ln w="12700">
            <a:solidFill>
              <a:srgbClr val="FF5C5C"/>
            </a:solidFill>
            <a:prstDash val="solid"/>
          </a:ln>
        </p:spPr>
      </p:sp>
      <p:sp>
        <p:nvSpPr>
          <p:cNvPr id="14" name="Text 12"/>
          <p:cNvSpPr/>
          <p:nvPr/>
        </p:nvSpPr>
        <p:spPr>
          <a:xfrm>
            <a:off x="548640"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디에고</a:t>
            </a:r>
            <a:endParaRPr lang="en-US" sz="2600" dirty="0"/>
          </a:p>
        </p:txBody>
      </p:sp>
      <p:sp>
        <p:nvSpPr>
          <p:cNvPr id="15" name="Text 13"/>
          <p:cNvSpPr/>
          <p:nvPr/>
        </p:nvSpPr>
        <p:spPr>
          <a:xfrm>
            <a:off x="548640"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Diego</a:t>
            </a:r>
            <a:endParaRPr lang="en-US" sz="1200" dirty="0"/>
          </a:p>
        </p:txBody>
      </p:sp>
      <p:sp>
        <p:nvSpPr>
          <p:cNvPr id="16" name="Shape 14"/>
          <p:cNvSpPr/>
          <p:nvPr/>
        </p:nvSpPr>
        <p:spPr>
          <a:xfrm>
            <a:off x="4325112" y="4233672"/>
            <a:ext cx="3657600" cy="2286000"/>
          </a:xfrm>
          <a:prstGeom prst="roundRect">
            <a:avLst>
              <a:gd name="adj" fmla="val 4000"/>
            </a:avLst>
          </a:prstGeom>
          <a:solidFill>
            <a:srgbClr val="E8E5F8"/>
          </a:solidFill>
          <a:ln w="12700">
            <a:solidFill>
              <a:srgbClr val="E8E5F8"/>
            </a:solidFill>
            <a:prstDash val="solid"/>
          </a:ln>
        </p:spPr>
      </p:sp>
      <p:sp>
        <p:nvSpPr>
          <p:cNvPr id="17" name="Text 15"/>
          <p:cNvSpPr/>
          <p:nvPr/>
        </p:nvSpPr>
        <p:spPr>
          <a:xfrm>
            <a:off x="4325112" y="4370832"/>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카롤리나</a:t>
            </a:r>
            <a:endParaRPr lang="en-US" sz="2600" dirty="0"/>
          </a:p>
        </p:txBody>
      </p:sp>
      <p:sp>
        <p:nvSpPr>
          <p:cNvPr id="18" name="Text 16"/>
          <p:cNvSpPr/>
          <p:nvPr/>
        </p:nvSpPr>
        <p:spPr>
          <a:xfrm>
            <a:off x="4325112" y="5605272"/>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Carolina</a:t>
            </a:r>
            <a:endParaRPr lang="en-US" sz="1200" dirty="0"/>
          </a:p>
        </p:txBody>
      </p:sp>
      <p:sp>
        <p:nvSpPr>
          <p:cNvPr id="19" name="Shape 17"/>
          <p:cNvSpPr/>
          <p:nvPr/>
        </p:nvSpPr>
        <p:spPr>
          <a:xfrm>
            <a:off x="8101584" y="4233672"/>
            <a:ext cx="3657600" cy="2286000"/>
          </a:xfrm>
          <a:prstGeom prst="roundRect">
            <a:avLst>
              <a:gd name="adj" fmla="val 4000"/>
            </a:avLst>
          </a:prstGeom>
          <a:solidFill>
            <a:srgbClr val="3D2EE8"/>
          </a:solidFill>
          <a:ln w="12700">
            <a:solidFill>
              <a:srgbClr val="3D2EE8"/>
            </a:solidFill>
            <a:prstDash val="solid"/>
          </a:ln>
        </p:spPr>
      </p:sp>
      <p:sp>
        <p:nvSpPr>
          <p:cNvPr id="20" name="Text 18"/>
          <p:cNvSpPr/>
          <p:nvPr/>
        </p:nvSpPr>
        <p:spPr>
          <a:xfrm>
            <a:off x="8101584" y="4370832"/>
            <a:ext cx="3657600" cy="1143000"/>
          </a:xfrm>
          <a:prstGeom prst="rect">
            <a:avLst/>
          </a:prstGeom>
          <a:noFill/>
          <a:ln/>
        </p:spPr>
        <p:txBody>
          <a:bodyPr wrap="square" rtlCol="0" anchor="ctr"/>
          <a:lstStyle/>
          <a:p>
            <a:pPr marL="0" indent="0" algn="ctr">
              <a:buNone/>
            </a:pPr>
            <a:r>
              <a:rPr lang="ko-KR" altLang="es-CL" sz="2600" b="1" dirty="0">
                <a:solidFill>
                  <a:srgbClr val="FFFFFF"/>
                </a:solidFill>
                <a:latin typeface="Malgun Gothic" pitchFamily="34" charset="0"/>
                <a:ea typeface="Malgun Gothic" pitchFamily="34" charset="-122"/>
                <a:cs typeface="Malgun Gothic" pitchFamily="34" charset="-120"/>
              </a:rPr>
              <a:t>김재희</a:t>
            </a:r>
            <a:endParaRPr lang="en-US" sz="2600" dirty="0"/>
          </a:p>
        </p:txBody>
      </p:sp>
      <p:sp>
        <p:nvSpPr>
          <p:cNvPr id="21" name="Text 19"/>
          <p:cNvSpPr/>
          <p:nvPr/>
        </p:nvSpPr>
        <p:spPr>
          <a:xfrm>
            <a:off x="8101584"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Jay (jeyi)</a:t>
            </a:r>
            <a:endParaRPr lang="en-US" sz="1200" dirty="0"/>
          </a:p>
        </p:txBody>
      </p:sp>
      <p:sp>
        <p:nvSpPr>
          <p:cNvPr id="24" name="Text 20"/>
          <p:cNvSpPr/>
          <p:nvPr/>
        </p:nvSpPr>
        <p:spPr>
          <a:xfrm>
            <a:off x="729672" y="627888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20  ·  TALLER</a:t>
            </a:r>
            <a:endParaRPr lang="en-US" sz="800" dirty="0"/>
          </a:p>
        </p:txBody>
      </p:sp>
      <p:pic>
        <p:nvPicPr>
          <p:cNvPr id="27" name="Image 0" descr="/sessions/sleepy-zen-cray/mnt/outputs/deck_assets/logo_var2_azul.png">
            <a:extLst>
              <a:ext uri="{FF2B5EF4-FFF2-40B4-BE49-F238E27FC236}">
                <a16:creationId xmlns:a16="http://schemas.microsoft.com/office/drawing/2014/main" id="{19B329AB-E6A5-F5F1-6D9E-ACF918DCE749}"/>
              </a:ext>
            </a:extLst>
          </p:cNvPr>
          <p:cNvPicPr>
            <a:picLocks noChangeAspect="1"/>
          </p:cNvPicPr>
          <p:nvPr/>
        </p:nvPicPr>
        <p:blipFill>
          <a:blip r:embed="rId3"/>
          <a:stretch>
            <a:fillRect/>
          </a:stretch>
        </p:blipFill>
        <p:spPr>
          <a:xfrm>
            <a:off x="9778365" y="-600075"/>
            <a:ext cx="2571750" cy="257175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2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74320"/>
            <a:ext cx="914400" cy="914400"/>
          </a:xfrm>
          <a:prstGeom prst="rect">
            <a:avLst/>
          </a:prstGeom>
        </p:spPr>
      </p:pic>
      <p:sp>
        <p:nvSpPr>
          <p:cNvPr id="3" name="Text 0"/>
          <p:cNvSpPr/>
          <p:nvPr/>
        </p:nvSpPr>
        <p:spPr>
          <a:xfrm>
            <a:off x="0" y="1325880"/>
            <a:ext cx="12161520" cy="274320"/>
          </a:xfrm>
          <a:prstGeom prst="rect">
            <a:avLst/>
          </a:prstGeom>
          <a:noFill/>
          <a:ln/>
        </p:spPr>
        <p:txBody>
          <a:bodyPr wrap="square" rtlCol="0" anchor="ctr"/>
          <a:lstStyle/>
          <a:p>
            <a:pPr marL="0" indent="0" algn="ctr">
              <a:buNone/>
            </a:pPr>
            <a:r>
              <a:rPr lang="en-US" sz="1200" b="1" kern="0" spc="800" dirty="0">
                <a:solidFill>
                  <a:srgbClr val="FFFFFF"/>
                </a:solidFill>
                <a:latin typeface="Calibri" pitchFamily="34" charset="0"/>
                <a:ea typeface="Calibri" pitchFamily="34" charset="-122"/>
                <a:cs typeface="Calibri" pitchFamily="34" charset="-120"/>
              </a:rPr>
              <a:t>LO LOGRASTE!</a:t>
            </a:r>
            <a:endParaRPr lang="en-US" sz="1200" dirty="0"/>
          </a:p>
        </p:txBody>
      </p:sp>
      <p:sp>
        <p:nvSpPr>
          <p:cNvPr id="4" name="Text 1"/>
          <p:cNvSpPr/>
          <p:nvPr/>
        </p:nvSpPr>
        <p:spPr>
          <a:xfrm>
            <a:off x="0" y="1691640"/>
            <a:ext cx="1216152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Recapitulemos</a:t>
            </a:r>
            <a:endParaRPr lang="en-US" sz="3000" dirty="0"/>
          </a:p>
        </p:txBody>
      </p:sp>
      <p:sp>
        <p:nvSpPr>
          <p:cNvPr id="5" name="Shape 2"/>
          <p:cNvSpPr/>
          <p:nvPr/>
        </p:nvSpPr>
        <p:spPr>
          <a:xfrm>
            <a:off x="1371600" y="2606039"/>
            <a:ext cx="9418320" cy="3102033"/>
          </a:xfrm>
          <a:prstGeom prst="roundRect">
            <a:avLst>
              <a:gd name="adj" fmla="val 5000"/>
            </a:avLst>
          </a:prstGeom>
          <a:solidFill>
            <a:srgbClr val="FFFFFF"/>
          </a:solidFill>
          <a:ln w="12700">
            <a:solidFill>
              <a:srgbClr val="FFFFFF"/>
            </a:solidFill>
            <a:prstDash val="solid"/>
          </a:ln>
        </p:spPr>
      </p:sp>
      <p:sp>
        <p:nvSpPr>
          <p:cNvPr id="6" name="Text 3"/>
          <p:cNvSpPr/>
          <p:nvPr/>
        </p:nvSpPr>
        <p:spPr>
          <a:xfrm>
            <a:off x="1645920" y="2788920"/>
            <a:ext cx="8869680" cy="2377440"/>
          </a:xfrm>
          <a:prstGeom prst="rect">
            <a:avLst/>
          </a:prstGeom>
          <a:noFill/>
          <a:ln/>
        </p:spPr>
        <p:txBody>
          <a:bodyPr wrap="square" rtlCol="0" anchor="t"/>
          <a:lstStyle/>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Las 6 vocales: ㅏ ㅓ ㅗ ㅜ ㅡ ㅣ</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7 consonantes: ㄱ ㄴ ㄷ ㄹ ㅁ ㅂ ㅅ</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Construcción de sílabas (2 reglas)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Lectura de palabras reales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Tu propio nombre en Hangul</a:t>
            </a:r>
            <a:endParaRPr lang="en-US" sz="1500" dirty="0"/>
          </a:p>
          <a:p>
            <a:pPr marL="0" indent="0">
              <a:lnSpc>
                <a:spcPct val="150000"/>
              </a:lnSpc>
              <a:buNone/>
            </a:pP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En 60 minutos aprendieron 13 letras + reglas de combinación.</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La gente paga $200 USD por cursos que enseñan menos.</a:t>
            </a:r>
            <a:endParaRPr lang="en-US" sz="1500" dirty="0"/>
          </a:p>
        </p:txBody>
      </p:sp>
      <p:sp>
        <p:nvSpPr>
          <p:cNvPr id="7" name="Text 4"/>
          <p:cNvSpPr/>
          <p:nvPr/>
        </p:nvSpPr>
        <p:spPr>
          <a:xfrm>
            <a:off x="0" y="5799511"/>
            <a:ext cx="12161520" cy="365760"/>
          </a:xfrm>
          <a:prstGeom prst="rect">
            <a:avLst/>
          </a:prstGeom>
          <a:noFill/>
          <a:ln/>
        </p:spPr>
        <p:txBody>
          <a:bodyPr wrap="square" rtlCol="0" anchor="ctr"/>
          <a:lstStyle/>
          <a:p>
            <a:pPr marL="0" indent="0" algn="ctr">
              <a:buNone/>
            </a:pPr>
            <a:r>
              <a:rPr lang="en-US" sz="1200" b="1" kern="0" spc="600" dirty="0">
                <a:solidFill>
                  <a:srgbClr val="FFFFFF"/>
                </a:solidFill>
                <a:latin typeface="Calibri" pitchFamily="34" charset="0"/>
                <a:ea typeface="Calibri" pitchFamily="34" charset="-122"/>
                <a:cs typeface="Calibri" pitchFamily="34" charset="-120"/>
              </a:rPr>
              <a:t>🎯 AHORA</a:t>
            </a:r>
            <a:endParaRPr lang="en-US" sz="1200" dirty="0"/>
          </a:p>
        </p:txBody>
      </p:sp>
      <p:sp>
        <p:nvSpPr>
          <p:cNvPr id="8" name="Text 5"/>
          <p:cNvSpPr/>
          <p:nvPr/>
        </p:nvSpPr>
        <p:spPr>
          <a:xfrm>
            <a:off x="914400" y="6035040"/>
            <a:ext cx="10332720" cy="54864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Subí tu nombre en Hangul al chat AHORA — quiero verlos a todos</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§8 · NIVEL 1</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viene en Nivel 1 · 코리아 사랑</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Nivel 1 nos vemos UNA vez por semana, 90 minutos, durante 10 semanas. Empezamos el 7 de julio.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esas 10 semanas vas a poder: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Presentarte en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Saludar, agradecer, despedirte</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Hablar de tu familia, trabajo, lo que te gusta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Pedir comida en un restaurante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Entender frases básicas en K-dramas SIN subtítulos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además tenés MI atención: yo personalmente corrijo la pronunciación de cada uno, sesión por sesión.</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11</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sesiones · 10 semanas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Empieza 7 julio 2026</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9778365" y="-600075"/>
            <a:ext cx="2571750" cy="257175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22  ·  TALLER</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23">
    <p:bg>
      <p:bgPr>
        <a:solidFill>
          <a:srgbClr val="FF5C5C"/>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10315575" y="-137160"/>
            <a:ext cx="1680210" cy="1680210"/>
          </a:xfrm>
          <a:prstGeom prst="rect">
            <a:avLst/>
          </a:prstGeom>
        </p:spPr>
      </p:pic>
      <p:sp>
        <p:nvSpPr>
          <p:cNvPr id="3" name="Text 0"/>
          <p:cNvSpPr/>
          <p:nvPr/>
        </p:nvSpPr>
        <p:spPr>
          <a:xfrm>
            <a:off x="0" y="1234440"/>
            <a:ext cx="12161520" cy="274320"/>
          </a:xfrm>
          <a:prstGeom prst="rect">
            <a:avLst/>
          </a:prstGeom>
          <a:noFill/>
          <a:ln/>
        </p:spPr>
        <p:txBody>
          <a:bodyPr wrap="square" rtlCol="0" anchor="ctr"/>
          <a:lstStyle/>
          <a:p>
            <a:pPr marL="0" indent="0" algn="ctr">
              <a:buNone/>
            </a:pPr>
            <a:r>
              <a:rPr lang="en-US" sz="1100" b="1" kern="0" spc="800" dirty="0">
                <a:solidFill>
                  <a:srgbClr val="FFFFFF"/>
                </a:solidFill>
                <a:latin typeface="Calibri" pitchFamily="34" charset="0"/>
                <a:ea typeface="Calibri" pitchFamily="34" charset="-122"/>
                <a:cs typeface="Calibri" pitchFamily="34" charset="-120"/>
              </a:rPr>
              <a:t>OFERTA EXCLUSIVA</a:t>
            </a:r>
            <a:endParaRPr lang="en-US" sz="1100" dirty="0"/>
          </a:p>
        </p:txBody>
      </p:sp>
      <p:sp>
        <p:nvSpPr>
          <p:cNvPr id="4" name="Text 1"/>
          <p:cNvSpPr/>
          <p:nvPr/>
        </p:nvSpPr>
        <p:spPr>
          <a:xfrm>
            <a:off x="0" y="1508760"/>
            <a:ext cx="121615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Solo para los del Taller de HOY</a:t>
            </a:r>
            <a:endParaRPr lang="en-US" sz="2200" dirty="0"/>
          </a:p>
        </p:txBody>
      </p:sp>
      <p:sp>
        <p:nvSpPr>
          <p:cNvPr id="5" name="Shape 2"/>
          <p:cNvSpPr/>
          <p:nvPr/>
        </p:nvSpPr>
        <p:spPr>
          <a:xfrm>
            <a:off x="1371600" y="2148840"/>
            <a:ext cx="9418320" cy="1371600"/>
          </a:xfrm>
          <a:prstGeom prst="roundRect">
            <a:avLst>
              <a:gd name="adj" fmla="val 10000"/>
            </a:avLst>
          </a:prstGeom>
          <a:solidFill>
            <a:srgbClr val="FFFFFF"/>
          </a:solidFill>
          <a:ln w="12700">
            <a:solidFill>
              <a:srgbClr val="FFFFFF"/>
            </a:solidFill>
            <a:prstDash val="solid"/>
          </a:ln>
        </p:spPr>
      </p:sp>
      <p:sp>
        <p:nvSpPr>
          <p:cNvPr id="6" name="Text 3"/>
          <p:cNvSpPr/>
          <p:nvPr/>
        </p:nvSpPr>
        <p:spPr>
          <a:xfrm>
            <a:off x="1554480" y="2286000"/>
            <a:ext cx="4389120" cy="1097280"/>
          </a:xfrm>
          <a:prstGeom prst="rect">
            <a:avLst/>
          </a:prstGeom>
          <a:noFill/>
          <a:ln/>
        </p:spPr>
        <p:txBody>
          <a:bodyPr wrap="square" rtlCol="0" anchor="ctr"/>
          <a:lstStyle/>
          <a:p>
            <a:pPr marL="0" indent="0" algn="ctr">
              <a:buNone/>
            </a:pPr>
            <a:r>
              <a:rPr lang="en-US" sz="2400" strike="sngStrike" dirty="0">
                <a:solidFill>
                  <a:srgbClr val="6B6B7C"/>
                </a:solidFill>
                <a:latin typeface="Calibri" pitchFamily="34" charset="0"/>
                <a:ea typeface="Calibri" pitchFamily="34" charset="-122"/>
                <a:cs typeface="Calibri" pitchFamily="34" charset="-120"/>
              </a:rPr>
              <a:t>$129 USD</a:t>
            </a:r>
            <a:endParaRPr lang="en-US" sz="2400" dirty="0"/>
          </a:p>
        </p:txBody>
      </p:sp>
      <p:sp>
        <p:nvSpPr>
          <p:cNvPr id="7" name="Text 4"/>
          <p:cNvSpPr/>
          <p:nvPr/>
        </p:nvSpPr>
        <p:spPr>
          <a:xfrm>
            <a:off x="6217920" y="2240280"/>
            <a:ext cx="4389120" cy="731520"/>
          </a:xfrm>
          <a:prstGeom prst="rect">
            <a:avLst/>
          </a:prstGeom>
          <a:noFill/>
          <a:ln/>
        </p:spPr>
        <p:txBody>
          <a:bodyPr wrap="square" rtlCol="0" anchor="ctr"/>
          <a:lstStyle/>
          <a:p>
            <a:pPr marL="0" indent="0" algn="ctr">
              <a:buNone/>
            </a:pPr>
            <a:r>
              <a:rPr lang="en-US" sz="4400" b="1" dirty="0">
                <a:solidFill>
                  <a:srgbClr val="3D2EE8"/>
                </a:solidFill>
                <a:latin typeface="Calibri" pitchFamily="34" charset="0"/>
                <a:ea typeface="Calibri" pitchFamily="34" charset="-122"/>
                <a:cs typeface="Calibri" pitchFamily="34" charset="-120"/>
              </a:rPr>
              <a:t>$89 USD</a:t>
            </a:r>
            <a:endParaRPr lang="en-US" sz="4400" dirty="0"/>
          </a:p>
        </p:txBody>
      </p:sp>
      <p:sp>
        <p:nvSpPr>
          <p:cNvPr id="8" name="Text 5"/>
          <p:cNvSpPr/>
          <p:nvPr/>
        </p:nvSpPr>
        <p:spPr>
          <a:xfrm>
            <a:off x="6217920" y="2880360"/>
            <a:ext cx="4389120" cy="365760"/>
          </a:xfrm>
          <a:prstGeom prst="rect">
            <a:avLst/>
          </a:prstGeom>
          <a:noFill/>
          <a:ln/>
        </p:spPr>
        <p:txBody>
          <a:bodyPr wrap="square" rtlCol="0" anchor="ctr"/>
          <a:lstStyle/>
          <a:p>
            <a:pPr marL="0" indent="0" algn="ctr">
              <a:buNone/>
            </a:pPr>
            <a:r>
              <a:rPr lang="en-US" sz="1200" i="1" dirty="0">
                <a:solidFill>
                  <a:srgbClr val="3D2EE8"/>
                </a:solidFill>
                <a:latin typeface="Calibri" pitchFamily="34" charset="0"/>
                <a:ea typeface="Calibri" pitchFamily="34" charset="-122"/>
                <a:cs typeface="Calibri" pitchFamily="34" charset="-120"/>
              </a:rPr>
              <a:t>Precio HOY · 31% OFF</a:t>
            </a:r>
            <a:endParaRPr lang="en-US" sz="1200" dirty="0"/>
          </a:p>
        </p:txBody>
      </p:sp>
      <p:sp>
        <p:nvSpPr>
          <p:cNvPr id="9" name="Text 6"/>
          <p:cNvSpPr/>
          <p:nvPr/>
        </p:nvSpPr>
        <p:spPr>
          <a:xfrm>
            <a:off x="0" y="3703320"/>
            <a:ext cx="12161520" cy="320040"/>
          </a:xfrm>
          <a:prstGeom prst="rect">
            <a:avLst/>
          </a:prstGeom>
          <a:noFill/>
          <a:ln/>
        </p:spPr>
        <p:txBody>
          <a:bodyPr wrap="square"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+ 4 BONOS GRATIS INCLUIDOS:</a:t>
            </a:r>
            <a:endParaRPr lang="en-US" sz="1300" dirty="0"/>
          </a:p>
        </p:txBody>
      </p:sp>
      <p:sp>
        <p:nvSpPr>
          <p:cNvPr id="10" name="Shape 7"/>
          <p:cNvSpPr/>
          <p:nvPr/>
        </p:nvSpPr>
        <p:spPr>
          <a:xfrm>
            <a:off x="548640" y="4114800"/>
            <a:ext cx="2697480" cy="914400"/>
          </a:xfrm>
          <a:prstGeom prst="roundRect">
            <a:avLst>
              <a:gd name="adj" fmla="val 10000"/>
            </a:avLst>
          </a:prstGeom>
          <a:solidFill>
            <a:srgbClr val="FFFFFF"/>
          </a:solidFill>
          <a:ln w="12700">
            <a:solidFill>
              <a:srgbClr val="FFFFFF"/>
            </a:solidFill>
            <a:prstDash val="solid"/>
          </a:ln>
        </p:spPr>
      </p:sp>
      <p:sp>
        <p:nvSpPr>
          <p:cNvPr id="11" name="Text 8"/>
          <p:cNvSpPr/>
          <p:nvPr/>
        </p:nvSpPr>
        <p:spPr>
          <a:xfrm>
            <a:off x="54864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PDF Pronunciación</a:t>
            </a:r>
            <a:endParaRPr lang="en-US" sz="1300" dirty="0"/>
          </a:p>
        </p:txBody>
      </p:sp>
      <p:sp>
        <p:nvSpPr>
          <p:cNvPr id="12" name="Text 9"/>
          <p:cNvSpPr/>
          <p:nvPr/>
        </p:nvSpPr>
        <p:spPr>
          <a:xfrm>
            <a:off x="54864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$19</a:t>
            </a:r>
            <a:endParaRPr lang="en-US" sz="1100" dirty="0"/>
          </a:p>
        </p:txBody>
      </p:sp>
      <p:sp>
        <p:nvSpPr>
          <p:cNvPr id="13" name="Shape 10"/>
          <p:cNvSpPr/>
          <p:nvPr/>
        </p:nvSpPr>
        <p:spPr>
          <a:xfrm>
            <a:off x="3383280" y="4114800"/>
            <a:ext cx="2697480" cy="914400"/>
          </a:xfrm>
          <a:prstGeom prst="roundRect">
            <a:avLst>
              <a:gd name="adj" fmla="val 10000"/>
            </a:avLst>
          </a:prstGeom>
          <a:solidFill>
            <a:srgbClr val="FFFFFF"/>
          </a:solidFill>
          <a:ln w="12700">
            <a:solidFill>
              <a:srgbClr val="FFFFFF"/>
            </a:solidFill>
            <a:prstDash val="solid"/>
          </a:ln>
        </p:spPr>
      </p:sp>
      <p:sp>
        <p:nvSpPr>
          <p:cNvPr id="14" name="Text 11"/>
          <p:cNvSpPr/>
          <p:nvPr/>
        </p:nvSpPr>
        <p:spPr>
          <a:xfrm>
            <a:off x="338328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Sesión 1:1 con Jay</a:t>
            </a:r>
            <a:endParaRPr lang="en-US" sz="1300" dirty="0"/>
          </a:p>
        </p:txBody>
      </p:sp>
      <p:sp>
        <p:nvSpPr>
          <p:cNvPr id="15" name="Text 12"/>
          <p:cNvSpPr/>
          <p:nvPr/>
        </p:nvSpPr>
        <p:spPr>
          <a:xfrm>
            <a:off x="338328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$30</a:t>
            </a:r>
            <a:endParaRPr lang="en-US" sz="1100" dirty="0"/>
          </a:p>
        </p:txBody>
      </p:sp>
      <p:sp>
        <p:nvSpPr>
          <p:cNvPr id="16" name="Shape 13"/>
          <p:cNvSpPr/>
          <p:nvPr/>
        </p:nvSpPr>
        <p:spPr>
          <a:xfrm>
            <a:off x="6217920" y="4114800"/>
            <a:ext cx="2697480" cy="914400"/>
          </a:xfrm>
          <a:prstGeom prst="roundRect">
            <a:avLst>
              <a:gd name="adj" fmla="val 10000"/>
            </a:avLst>
          </a:prstGeom>
          <a:solidFill>
            <a:srgbClr val="FFFFFF"/>
          </a:solidFill>
          <a:ln w="12700">
            <a:solidFill>
              <a:srgbClr val="FFFFFF"/>
            </a:solidFill>
            <a:prstDash val="solid"/>
          </a:ln>
        </p:spPr>
      </p:sp>
      <p:sp>
        <p:nvSpPr>
          <p:cNvPr id="17" name="Text 14"/>
          <p:cNvSpPr/>
          <p:nvPr/>
        </p:nvSpPr>
        <p:spPr>
          <a:xfrm>
            <a:off x="621792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Discord permanente</a:t>
            </a:r>
            <a:endParaRPr lang="en-US" sz="1300" dirty="0"/>
          </a:p>
        </p:txBody>
      </p:sp>
      <p:sp>
        <p:nvSpPr>
          <p:cNvPr id="18" name="Text 15"/>
          <p:cNvSpPr/>
          <p:nvPr/>
        </p:nvSpPr>
        <p:spPr>
          <a:xfrm>
            <a:off x="621792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$20</a:t>
            </a:r>
            <a:endParaRPr lang="en-US" sz="1100" dirty="0"/>
          </a:p>
        </p:txBody>
      </p:sp>
      <p:sp>
        <p:nvSpPr>
          <p:cNvPr id="19" name="Shape 16"/>
          <p:cNvSpPr/>
          <p:nvPr/>
        </p:nvSpPr>
        <p:spPr>
          <a:xfrm>
            <a:off x="9052560" y="4114800"/>
            <a:ext cx="2697480" cy="914400"/>
          </a:xfrm>
          <a:prstGeom prst="roundRect">
            <a:avLst>
              <a:gd name="adj" fmla="val 10000"/>
            </a:avLst>
          </a:prstGeom>
          <a:solidFill>
            <a:srgbClr val="FFFFFF"/>
          </a:solidFill>
          <a:ln w="12700">
            <a:solidFill>
              <a:srgbClr val="FFFFFF"/>
            </a:solidFill>
            <a:prstDash val="solid"/>
          </a:ln>
        </p:spPr>
      </p:sp>
      <p:sp>
        <p:nvSpPr>
          <p:cNvPr id="20" name="Text 17"/>
          <p:cNvSpPr/>
          <p:nvPr/>
        </p:nvSpPr>
        <p:spPr>
          <a:xfrm>
            <a:off x="905256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20% OFF Nivel 2</a:t>
            </a:r>
            <a:endParaRPr lang="en-US" sz="1300" dirty="0"/>
          </a:p>
        </p:txBody>
      </p:sp>
      <p:sp>
        <p:nvSpPr>
          <p:cNvPr id="21" name="Text 18"/>
          <p:cNvSpPr/>
          <p:nvPr/>
        </p:nvSpPr>
        <p:spPr>
          <a:xfrm>
            <a:off x="905256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$25</a:t>
            </a:r>
            <a:endParaRPr lang="en-US" sz="1100" dirty="0"/>
          </a:p>
        </p:txBody>
      </p:sp>
      <p:sp>
        <p:nvSpPr>
          <p:cNvPr id="22" name="Text 19"/>
          <p:cNvSpPr/>
          <p:nvPr/>
        </p:nvSpPr>
        <p:spPr>
          <a:xfrm>
            <a:off x="0" y="5257800"/>
            <a:ext cx="1216152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Valor total: $223 USD  ·  Tu precio HOY: $89 USD</a:t>
            </a:r>
            <a:endParaRPr lang="en-US" sz="1600" dirty="0"/>
          </a:p>
        </p:txBody>
      </p:sp>
      <p:sp>
        <p:nvSpPr>
          <p:cNvPr id="23" name="Text 20"/>
          <p:cNvSpPr/>
          <p:nvPr/>
        </p:nvSpPr>
        <p:spPr>
          <a:xfrm>
            <a:off x="0" y="566928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 Solo hasta el LUNES 8 JUNIO · 23:59 hora Chile</a:t>
            </a:r>
            <a:endParaRPr lang="en-US" sz="1400" dirty="0"/>
          </a:p>
        </p:txBody>
      </p:sp>
      <p:sp>
        <p:nvSpPr>
          <p:cNvPr id="24" name="Text 21"/>
          <p:cNvSpPr/>
          <p:nvPr/>
        </p:nvSpPr>
        <p:spPr>
          <a:xfrm>
            <a:off x="0" y="6126480"/>
            <a:ext cx="12161520" cy="457200"/>
          </a:xfrm>
          <a:prstGeom prst="rect">
            <a:avLst/>
          </a:prstGeom>
          <a:noFill/>
          <a:ln/>
        </p:spPr>
        <p:txBody>
          <a:bodyPr wrap="square"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 academiaseul.com/nivel-1</a:t>
            </a:r>
            <a:endParaRPr lang="en-US" sz="2200" dirty="0"/>
          </a:p>
        </p:txBody>
      </p:sp>
      <p:pic>
        <p:nvPicPr>
          <p:cNvPr id="25" name="Image 1" descr="/sessions/sleepy-zen-cray/mnt/outputs/deck_assets/sello_linea_v1_05.png"/>
          <p:cNvPicPr>
            <a:picLocks noChangeAspect="1"/>
          </p:cNvPicPr>
          <p:nvPr/>
        </p:nvPicPr>
        <p:blipFill>
          <a:blip r:embed="rId4"/>
          <a:stretch>
            <a:fillRect/>
          </a:stretch>
        </p:blipFill>
        <p:spPr>
          <a:xfrm>
            <a:off x="365760" y="6126480"/>
            <a:ext cx="640080" cy="640080"/>
          </a:xfrm>
          <a:prstGeom prst="rect">
            <a:avLst/>
          </a:prstGeom>
        </p:spPr>
      </p:pic>
      <p:pic>
        <p:nvPicPr>
          <p:cNvPr id="26" name="Image 2" descr="/sessions/sleepy-zen-cray/mnt/outputs/deck_assets/sello_linea_v1_05.png"/>
          <p:cNvPicPr>
            <a:picLocks noChangeAspect="1"/>
          </p:cNvPicPr>
          <p:nvPr/>
        </p:nvPicPr>
        <p:blipFill>
          <a:blip r:embed="rId4"/>
          <a:stretch>
            <a:fillRect/>
          </a:stretch>
        </p:blipFill>
        <p:spPr>
          <a:xfrm>
            <a:off x="11155680" y="6126480"/>
            <a:ext cx="640080" cy="64008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71600" y="1371600"/>
            <a:ext cx="9418320" cy="4572000"/>
          </a:xfrm>
          <a:prstGeom prst="roundRect">
            <a:avLst>
              <a:gd name="adj" fmla="val 2400"/>
            </a:avLst>
          </a:prstGeom>
          <a:solidFill>
            <a:srgbClr val="FFFFFF"/>
          </a:solidFill>
          <a:ln w="12700">
            <a:solidFill>
              <a:srgbClr val="E2E8F0"/>
            </a:solidFill>
            <a:prstDash val="solid"/>
          </a:ln>
        </p:spPr>
      </p:sp>
      <p:sp>
        <p:nvSpPr>
          <p:cNvPr id="3" name="Shape 1"/>
          <p:cNvSpPr/>
          <p:nvPr/>
        </p:nvSpPr>
        <p:spPr>
          <a:xfrm>
            <a:off x="1371600" y="1371600"/>
            <a:ext cx="9418320" cy="640080"/>
          </a:xfrm>
          <a:prstGeom prst="rect">
            <a:avLst/>
          </a:prstGeom>
          <a:solidFill>
            <a:srgbClr val="2A1FB8"/>
          </a:solidFill>
          <a:ln/>
        </p:spPr>
      </p:sp>
      <p:sp>
        <p:nvSpPr>
          <p:cNvPr id="4" name="Text 2"/>
          <p:cNvSpPr/>
          <p:nvPr/>
        </p:nvSpPr>
        <p:spPr>
          <a:xfrm>
            <a:off x="1371600" y="1371600"/>
            <a:ext cx="9418320" cy="640080"/>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Trebuchet MS" pitchFamily="34" charset="0"/>
                <a:ea typeface="Trebuchet MS" pitchFamily="34" charset="-122"/>
                <a:cs typeface="Trebuchet MS" pitchFamily="34" charset="-120"/>
              </a:rPr>
              <a:t>FUENTES &amp; ATRIBUCIÓN</a:t>
            </a:r>
            <a:endParaRPr lang="en-US" sz="1800" dirty="0"/>
          </a:p>
        </p:txBody>
      </p:sp>
      <p:sp>
        <p:nvSpPr>
          <p:cNvPr id="5" name="Text 3"/>
          <p:cNvSpPr/>
          <p:nvPr/>
        </p:nvSpPr>
        <p:spPr>
          <a:xfrm>
            <a:off x="1737360" y="219456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Fuente principal</a:t>
            </a:r>
            <a:endParaRPr lang="en-US" sz="1300" dirty="0"/>
          </a:p>
        </p:txBody>
      </p:sp>
      <p:sp>
        <p:nvSpPr>
          <p:cNvPr id="6" name="Text 4"/>
          <p:cNvSpPr/>
          <p:nvPr/>
        </p:nvSpPr>
        <p:spPr>
          <a:xfrm>
            <a:off x="1737360" y="2468880"/>
            <a:ext cx="8686800" cy="457200"/>
          </a:xfrm>
          <a:prstGeom prst="rect">
            <a:avLst/>
          </a:prstGeom>
          <a:noFill/>
          <a:ln/>
        </p:spPr>
        <p:txBody>
          <a:bodyPr wrap="square" rtlCol="0" anchor="ctr"/>
          <a:lstStyle/>
          <a:p>
            <a:pPr marL="0" indent="0">
              <a:buNone/>
            </a:pPr>
            <a:r>
              <a:rPr lang="en-US" sz="2200" b="1" i="1" dirty="0">
                <a:solidFill>
                  <a:srgbClr val="0F172A"/>
                </a:solidFill>
                <a:latin typeface="Trebuchet MS" pitchFamily="34" charset="0"/>
                <a:ea typeface="Trebuchet MS" pitchFamily="34" charset="-122"/>
                <a:cs typeface="Trebuchet MS" pitchFamily="34" charset="-120"/>
              </a:rPr>
              <a:t>Hangeul – Korea's Unique Alphabet</a:t>
            </a:r>
            <a:endParaRPr lang="en-US" sz="2200" dirty="0"/>
          </a:p>
        </p:txBody>
      </p:sp>
      <p:sp>
        <p:nvSpPr>
          <p:cNvPr id="7" name="Text 5"/>
          <p:cNvSpPr/>
          <p:nvPr/>
        </p:nvSpPr>
        <p:spPr>
          <a:xfrm>
            <a:off x="1737360" y="297180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Editor · </a:t>
            </a:r>
            <a:r>
              <a:rPr lang="en-US" sz="1400" dirty="0">
                <a:solidFill>
                  <a:srgbClr val="0F172A"/>
                </a:solidFill>
                <a:latin typeface="Calibri" pitchFamily="34" charset="0"/>
                <a:ea typeface="Calibri" pitchFamily="34" charset="-122"/>
                <a:cs typeface="Calibri" pitchFamily="34" charset="-120"/>
              </a:rPr>
              <a:t>Korea Foundation (KF)  </a:t>
            </a:r>
            <a:r>
              <a:rPr lang="en-US" sz="1400" i="1" dirty="0">
                <a:solidFill>
                  <a:srgbClr val="4A5568"/>
                </a:solidFill>
                <a:latin typeface="Malgun Gothic" pitchFamily="34" charset="0"/>
                <a:ea typeface="Malgun Gothic" pitchFamily="34" charset="-122"/>
                <a:cs typeface="Malgun Gothic" pitchFamily="34" charset="-120"/>
              </a:rPr>
              <a:t>한국국제교류재단</a:t>
            </a:r>
            <a:endParaRPr lang="en-US" sz="1400" dirty="0"/>
          </a:p>
        </p:txBody>
      </p:sp>
      <p:sp>
        <p:nvSpPr>
          <p:cNvPr id="8" name="Text 6"/>
          <p:cNvSpPr/>
          <p:nvPr/>
        </p:nvSpPr>
        <p:spPr>
          <a:xfrm>
            <a:off x="1737360" y="329184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Año · </a:t>
            </a:r>
            <a:r>
              <a:rPr lang="en-US" sz="1400" dirty="0">
                <a:solidFill>
                  <a:srgbClr val="0F172A"/>
                </a:solidFill>
                <a:latin typeface="Calibri" pitchFamily="34" charset="0"/>
                <a:ea typeface="Calibri" pitchFamily="34" charset="-122"/>
                <a:cs typeface="Calibri" pitchFamily="34" charset="-120"/>
              </a:rPr>
              <a:t>2010</a:t>
            </a:r>
            <a:endParaRPr lang="en-US" sz="1400" dirty="0"/>
          </a:p>
        </p:txBody>
      </p:sp>
      <p:sp>
        <p:nvSpPr>
          <p:cNvPr id="9" name="Text 7"/>
          <p:cNvSpPr/>
          <p:nvPr/>
        </p:nvSpPr>
        <p:spPr>
          <a:xfrm>
            <a:off x="1737360" y="361188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Páginas referenciadas · </a:t>
            </a:r>
            <a:r>
              <a:rPr lang="en-US" sz="1400" dirty="0">
                <a:solidFill>
                  <a:srgbClr val="0F172A"/>
                </a:solidFill>
                <a:latin typeface="Calibri" pitchFamily="34" charset="0"/>
                <a:ea typeface="Calibri" pitchFamily="34" charset="-122"/>
                <a:cs typeface="Calibri" pitchFamily="34" charset="-120"/>
              </a:rPr>
              <a:t>12-13, 16-17, 21, 24, 27</a:t>
            </a:r>
            <a:endParaRPr lang="en-US" sz="1400" dirty="0"/>
          </a:p>
        </p:txBody>
      </p:sp>
      <p:sp>
        <p:nvSpPr>
          <p:cNvPr id="10" name="Text 8"/>
          <p:cNvSpPr/>
          <p:nvPr/>
        </p:nvSpPr>
        <p:spPr>
          <a:xfrm>
            <a:off x="1737360" y="416052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Uso educativo</a:t>
            </a:r>
            <a:endParaRPr lang="en-US" sz="1300" dirty="0"/>
          </a:p>
        </p:txBody>
      </p:sp>
      <p:sp>
        <p:nvSpPr>
          <p:cNvPr id="11" name="Text 9"/>
          <p:cNvSpPr/>
          <p:nvPr/>
        </p:nvSpPr>
        <p:spPr>
          <a:xfrm>
            <a:off x="1737360" y="4434840"/>
            <a:ext cx="8686800" cy="137160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Los conceptos, citas de académicos, y estructuras pedagógicas integradas en este taller están basados en y atribuidos a la publicación de Korea Foundation. Los diagramas han sido recreados en la línea gráfica de Academia Seúl. Este material se utiliza con fines educativos no comerciales.</a:t>
            </a:r>
            <a:endParaRPr lang="en-US" sz="1300" dirty="0"/>
          </a:p>
        </p:txBody>
      </p:sp>
      <p:sp>
        <p:nvSpPr>
          <p:cNvPr id="12" name="Text 10"/>
          <p:cNvSpPr/>
          <p:nvPr/>
        </p:nvSpPr>
        <p:spPr>
          <a:xfrm>
            <a:off x="365760" y="6446520"/>
            <a:ext cx="11430000" cy="274320"/>
          </a:xfrm>
          <a:prstGeom prst="rect">
            <a:avLst/>
          </a:prstGeom>
          <a:noFill/>
          <a:ln/>
        </p:spPr>
        <p:txBody>
          <a:bodyPr wrap="square" rtlCol="0" anchor="ctr"/>
          <a:lstStyle/>
          <a:p>
            <a:pPr marL="0" indent="0" algn="ctr">
              <a:buNone/>
            </a:pPr>
            <a:r>
              <a:rPr lang="en-US" sz="1100" i="1" dirty="0">
                <a:solidFill>
                  <a:srgbClr val="94A3B8"/>
                </a:solidFill>
                <a:latin typeface="Georgia" pitchFamily="34" charset="0"/>
                <a:ea typeface="Georgia" pitchFamily="34" charset="-122"/>
                <a:cs typeface="Georgia" pitchFamily="34" charset="-120"/>
              </a:rPr>
              <a:t>Academia Seúl agradece a Korea Foundation por preservar y compartir este legado lingüístico.</a:t>
            </a:r>
            <a:endParaRPr lang="en-US" sz="1100" dirty="0"/>
          </a:p>
        </p:txBody>
      </p:sp>
    </p:spTree>
    <p:extLst>
      <p:ext uri="{BB962C8B-B14F-4D97-AF65-F5344CB8AC3E}">
        <p14:creationId xmlns:p14="http://schemas.microsoft.com/office/powerpoint/2010/main" val="6574476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24">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10206990" y="0"/>
            <a:ext cx="1520190" cy="1520190"/>
          </a:xfrm>
          <a:prstGeom prst="rect">
            <a:avLst/>
          </a:prstGeom>
        </p:spPr>
      </p:pic>
      <p:sp>
        <p:nvSpPr>
          <p:cNvPr id="3" name="Text 0"/>
          <p:cNvSpPr/>
          <p:nvPr/>
        </p:nvSpPr>
        <p:spPr>
          <a:xfrm>
            <a:off x="0" y="1360170"/>
            <a:ext cx="12161520" cy="914400"/>
          </a:xfrm>
          <a:prstGeom prst="rect">
            <a:avLst/>
          </a:prstGeom>
          <a:noFill/>
          <a:ln/>
        </p:spPr>
        <p:txBody>
          <a:bodyPr wrap="square" rtlCol="0" anchor="ctr"/>
          <a:lstStyle/>
          <a:p>
            <a:pPr algn="ctr"/>
            <a:r>
              <a:rPr lang="en-US" sz="5400" b="1" dirty="0" err="1">
                <a:solidFill>
                  <a:srgbClr val="FFFFFF"/>
                </a:solidFill>
                <a:latin typeface="Calibri" pitchFamily="34" charset="0"/>
                <a:ea typeface="Calibri" pitchFamily="34" charset="-122"/>
                <a:cs typeface="Calibri" pitchFamily="34" charset="-120"/>
              </a:rPr>
              <a:t>Preguntas</a:t>
            </a:r>
            <a:r>
              <a:rPr lang="en-US" sz="5400" b="1" dirty="0">
                <a:solidFill>
                  <a:srgbClr val="FFFFFF"/>
                </a:solidFill>
                <a:latin typeface="Calibri" pitchFamily="34" charset="0"/>
                <a:ea typeface="Calibri" pitchFamily="34" charset="-122"/>
                <a:cs typeface="Calibri" pitchFamily="34" charset="-120"/>
              </a:rPr>
              <a:t>?</a:t>
            </a:r>
            <a:r>
              <a:rPr lang="en-US" sz="5400" dirty="0">
                <a:solidFill>
                  <a:srgbClr val="FFFFFF"/>
                </a:solidFill>
                <a:latin typeface="Malgun Gothic" pitchFamily="34" charset="0"/>
                <a:ea typeface="Malgun Gothic" pitchFamily="34" charset="-122"/>
                <a:cs typeface="Malgun Gothic" pitchFamily="34" charset="-120"/>
              </a:rPr>
              <a:t> </a:t>
            </a:r>
            <a:r>
              <a:rPr lang="en-US" sz="5400" dirty="0" err="1">
                <a:solidFill>
                  <a:srgbClr val="FFFFFF"/>
                </a:solidFill>
                <a:latin typeface="Malgun Gothic" pitchFamily="34" charset="0"/>
                <a:ea typeface="Malgun Gothic" pitchFamily="34" charset="-122"/>
                <a:cs typeface="Malgun Gothic" pitchFamily="34" charset="-120"/>
              </a:rPr>
              <a:t>질문이</a:t>
            </a:r>
            <a:r>
              <a:rPr lang="en-US" sz="5400" dirty="0">
                <a:solidFill>
                  <a:srgbClr val="FFFFFF"/>
                </a:solidFill>
                <a:latin typeface="Malgun Gothic" pitchFamily="34" charset="0"/>
                <a:ea typeface="Malgun Gothic" pitchFamily="34" charset="-122"/>
                <a:cs typeface="Malgun Gothic" pitchFamily="34" charset="-120"/>
              </a:rPr>
              <a:t> </a:t>
            </a:r>
            <a:r>
              <a:rPr lang="en-US" sz="5400" dirty="0" err="1">
                <a:solidFill>
                  <a:srgbClr val="FFFFFF"/>
                </a:solidFill>
                <a:latin typeface="Malgun Gothic" pitchFamily="34" charset="0"/>
                <a:ea typeface="Malgun Gothic" pitchFamily="34" charset="-122"/>
                <a:cs typeface="Malgun Gothic" pitchFamily="34" charset="-120"/>
              </a:rPr>
              <a:t>있어요</a:t>
            </a:r>
            <a:r>
              <a:rPr lang="en-US" sz="5400" dirty="0">
                <a:solidFill>
                  <a:srgbClr val="FFFFFF"/>
                </a:solidFill>
                <a:latin typeface="Malgun Gothic" pitchFamily="34" charset="0"/>
                <a:ea typeface="Malgun Gothic" pitchFamily="34" charset="-122"/>
                <a:cs typeface="Malgun Gothic" pitchFamily="34" charset="-120"/>
              </a:rPr>
              <a:t>?</a:t>
            </a:r>
            <a:endParaRPr lang="en-US" sz="5400" dirty="0"/>
          </a:p>
        </p:txBody>
      </p:sp>
      <p:sp>
        <p:nvSpPr>
          <p:cNvPr id="4" name="Text 1"/>
          <p:cNvSpPr/>
          <p:nvPr/>
        </p:nvSpPr>
        <p:spPr>
          <a:xfrm>
            <a:off x="-646546" y="2794462"/>
            <a:ext cx="12161520" cy="731520"/>
          </a:xfrm>
          <a:prstGeom prst="rect">
            <a:avLst/>
          </a:prstGeom>
          <a:noFill/>
          <a:ln/>
        </p:spPr>
        <p:txBody>
          <a:bodyPr wrap="square" rtlCol="0" anchor="ctr"/>
          <a:lstStyle/>
          <a:p>
            <a:pPr marL="0" indent="0" algn="ctr">
              <a:buNone/>
            </a:pPr>
            <a:r>
              <a:rPr lang="ko-KR" altLang="es-CL" sz="3600" dirty="0">
                <a:solidFill>
                  <a:srgbClr val="FFFFFF"/>
                </a:solidFill>
                <a:latin typeface="Malgun Gothic" pitchFamily="34" charset="0"/>
                <a:ea typeface="Malgun Gothic" pitchFamily="34" charset="-122"/>
              </a:rPr>
              <a:t>감사합니다</a:t>
            </a:r>
            <a:r>
              <a:rPr lang="es-CL" altLang="ko-KR" sz="3600" dirty="0">
                <a:solidFill>
                  <a:srgbClr val="FFFFFF"/>
                </a:solidFill>
                <a:latin typeface="Malgun Gothic" pitchFamily="34" charset="0"/>
                <a:ea typeface="Malgun Gothic" pitchFamily="34" charset="-122"/>
              </a:rPr>
              <a:t>! [</a:t>
            </a:r>
            <a:r>
              <a:rPr lang="es-CL" altLang="ko-KR" sz="3600" dirty="0" err="1">
                <a:solidFill>
                  <a:srgbClr val="FFFFFF"/>
                </a:solidFill>
                <a:latin typeface="Malgun Gothic" pitchFamily="34" charset="0"/>
                <a:ea typeface="Malgun Gothic" pitchFamily="34" charset="-122"/>
              </a:rPr>
              <a:t>Gamsajamnida</a:t>
            </a:r>
            <a:r>
              <a:rPr lang="es-CL" altLang="ko-KR" sz="3600" dirty="0">
                <a:solidFill>
                  <a:srgbClr val="FFFFFF"/>
                </a:solidFill>
                <a:latin typeface="Malgun Gothic" pitchFamily="34" charset="0"/>
                <a:ea typeface="Malgun Gothic" pitchFamily="34" charset="-122"/>
              </a:rPr>
              <a:t>]</a:t>
            </a:r>
            <a:br>
              <a:rPr lang="es-CL" altLang="ko-KR" sz="3600" dirty="0">
                <a:solidFill>
                  <a:srgbClr val="FFFFFF"/>
                </a:solidFill>
                <a:latin typeface="Malgun Gothic" pitchFamily="34" charset="0"/>
                <a:ea typeface="Malgun Gothic" pitchFamily="34" charset="-122"/>
              </a:rPr>
            </a:br>
            <a:r>
              <a:rPr lang="es-CL" altLang="ko-KR" sz="3600" dirty="0">
                <a:solidFill>
                  <a:srgbClr val="FFFFFF"/>
                </a:solidFill>
                <a:latin typeface="Malgun Gothic" pitchFamily="34" charset="0"/>
                <a:ea typeface="Malgun Gothic" pitchFamily="34" charset="-122"/>
              </a:rPr>
              <a:t>Muchas gracias!</a:t>
            </a:r>
            <a:endParaRPr lang="en-US" sz="3600" dirty="0"/>
          </a:p>
        </p:txBody>
      </p:sp>
      <p:sp>
        <p:nvSpPr>
          <p:cNvPr id="5" name="Text 2"/>
          <p:cNvSpPr/>
          <p:nvPr/>
        </p:nvSpPr>
        <p:spPr>
          <a:xfrm>
            <a:off x="0" y="393192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Link de inscripción en el chat:</a:t>
            </a:r>
            <a:endParaRPr lang="en-US" sz="1400" dirty="0"/>
          </a:p>
        </p:txBody>
      </p:sp>
      <p:sp>
        <p:nvSpPr>
          <p:cNvPr id="6" name="Text 3"/>
          <p:cNvSpPr/>
          <p:nvPr/>
        </p:nvSpPr>
        <p:spPr>
          <a:xfrm>
            <a:off x="0" y="4297680"/>
            <a:ext cx="12161520" cy="4572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academiaseul.com/nivel-1</a:t>
            </a:r>
            <a:endParaRPr lang="en-US" sz="2400" dirty="0"/>
          </a:p>
        </p:txBody>
      </p:sp>
      <p:sp>
        <p:nvSpPr>
          <p:cNvPr id="7" name="Text 4"/>
          <p:cNvSpPr/>
          <p:nvPr/>
        </p:nvSpPr>
        <p:spPr>
          <a:xfrm>
            <a:off x="0" y="5212080"/>
            <a:ext cx="1216152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@jaychingu.oficial    🎵 @jaychingu.oficial    🎥 @jaychinguoficial</a:t>
            </a:r>
            <a:endParaRPr lang="en-US" sz="1200" dirty="0"/>
          </a:p>
        </p:txBody>
      </p:sp>
      <p:sp>
        <p:nvSpPr>
          <p:cNvPr id="8" name="Text 5"/>
          <p:cNvSpPr/>
          <p:nvPr/>
        </p:nvSpPr>
        <p:spPr>
          <a:xfrm>
            <a:off x="0" y="5760720"/>
            <a:ext cx="12161520" cy="45720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Gracias por estar </a:t>
            </a:r>
            <a:r>
              <a:rPr lang="en-US" sz="1800" i="1" dirty="0" err="1">
                <a:solidFill>
                  <a:srgbClr val="FFFFFF"/>
                </a:solidFill>
                <a:latin typeface="Calibri" pitchFamily="34" charset="0"/>
                <a:ea typeface="Calibri" pitchFamily="34" charset="-122"/>
                <a:cs typeface="Calibri" pitchFamily="34" charset="-120"/>
              </a:rPr>
              <a:t>acá</a:t>
            </a:r>
            <a:r>
              <a:rPr lang="en-US" sz="1800" i="1" dirty="0">
                <a:solidFill>
                  <a:srgbClr val="FFFFFF"/>
                </a:solidFill>
                <a:latin typeface="Calibri" pitchFamily="34" charset="0"/>
                <a:ea typeface="Calibri" pitchFamily="34" charset="-122"/>
                <a:cs typeface="Calibri" pitchFamily="34" charset="-120"/>
              </a:rPr>
              <a:t> hoy 💜</a:t>
            </a:r>
          </a:p>
          <a:p>
            <a:pPr marL="0" indent="0" algn="ctr">
              <a:buNone/>
            </a:pPr>
            <a:r>
              <a:rPr lang="ko-KR" altLang="es-CL" sz="1800" dirty="0">
                <a:solidFill>
                  <a:srgbClr val="FFFFFF"/>
                </a:solidFill>
                <a:latin typeface="Calibri" pitchFamily="34" charset="0"/>
                <a:cs typeface="Calibri" pitchFamily="34" charset="-120"/>
              </a:rPr>
              <a:t>화이팅  친구</a:t>
            </a:r>
            <a:endParaRPr lang="en-US" sz="1800" dirty="0"/>
          </a:p>
        </p:txBody>
      </p:sp>
      <p:pic>
        <p:nvPicPr>
          <p:cNvPr id="9" name="Image 1" descr="/sessions/sleepy-zen-cray/mnt/outputs/deck_assets/sello_linea_v1_05.png"/>
          <p:cNvPicPr>
            <a:picLocks noChangeAspect="1"/>
          </p:cNvPicPr>
          <p:nvPr/>
        </p:nvPicPr>
        <p:blipFill>
          <a:blip r:embed="rId4"/>
          <a:stretch>
            <a:fillRect/>
          </a:stretch>
        </p:blipFill>
        <p:spPr>
          <a:xfrm>
            <a:off x="203662" y="5658196"/>
            <a:ext cx="1280160" cy="1280160"/>
          </a:xfrm>
          <a:prstGeom prst="rect">
            <a:avLst/>
          </a:prstGeom>
        </p:spPr>
      </p:pic>
      <p:pic>
        <p:nvPicPr>
          <p:cNvPr id="11" name="Picture 10">
            <a:extLst>
              <a:ext uri="{FF2B5EF4-FFF2-40B4-BE49-F238E27FC236}">
                <a16:creationId xmlns:a16="http://schemas.microsoft.com/office/drawing/2014/main" id="{D818115B-D66A-8960-EC8E-461D137A35DB}"/>
              </a:ext>
            </a:extLst>
          </p:cNvPr>
          <p:cNvPicPr>
            <a:picLocks noChangeAspect="1"/>
          </p:cNvPicPr>
          <p:nvPr/>
        </p:nvPicPr>
        <p:blipFill>
          <a:blip r:embed="rId5"/>
          <a:stretch>
            <a:fillRect/>
          </a:stretch>
        </p:blipFill>
        <p:spPr>
          <a:xfrm>
            <a:off x="8557722" y="2880360"/>
            <a:ext cx="3169458" cy="3169458"/>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g81">
            <a:extLst>
              <a:ext uri="{FF2B5EF4-FFF2-40B4-BE49-F238E27FC236}">
                <a16:creationId xmlns:a16="http://schemas.microsoft.com/office/drawing/2014/main" id="{A79A1141-748B-B97B-AD2C-87FEA44BF5B5}"/>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917F0BE4-202E-1A0B-18B0-1E6AF0CE64AC}"/>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4741CAEC-7619-9B7A-7344-028805989371}"/>
              </a:ext>
            </a:extLst>
          </p:cNvPr>
          <p:cNvPicPr>
            <a:picLocks noChangeAspect="1"/>
          </p:cNvPicPr>
          <p:nvPr/>
        </p:nvPicPr>
        <p:blipFill>
          <a:blip r:embed="rId3"/>
          <a:stretch>
            <a:fillRect/>
          </a:stretch>
        </p:blipFill>
        <p:spPr>
          <a:xfrm>
            <a:off x="2666610" y="1607966"/>
            <a:ext cx="7052743" cy="4962867"/>
          </a:xfrm>
          <a:prstGeom prst="rect">
            <a:avLst/>
          </a:prstGeom>
        </p:spPr>
      </p:pic>
    </p:spTree>
    <p:extLst>
      <p:ext uri="{BB962C8B-B14F-4D97-AF65-F5344CB8AC3E}">
        <p14:creationId xmlns:p14="http://schemas.microsoft.com/office/powerpoint/2010/main" val="2176973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Design 81">
    <p:spTree>
      <p:nvGrpSpPr>
        <p:cNvPr id="1" name=""/>
        <p:cNvGrpSpPr/>
        <p:nvPr/>
      </p:nvGrpSpPr>
      <p:grpSpPr>
        <a:xfrm>
          <a:off x="0" y="0"/>
          <a:ext cx="0" cy="0"/>
          <a:chOff x="0" y="0"/>
          <a:chExt cx="0" cy="0"/>
        </a:xfrm>
      </p:grpSpPr>
      <p:pic>
        <p:nvPicPr>
          <p:cNvPr id="2" name="img81"/>
          <p:cNvPicPr>
            <a:picLocks noChangeAspect="1"/>
          </p:cNvPicPr>
          <p:nvPr/>
        </p:nvPicPr>
        <p:blipFill>
          <a:blip r:embed="rId2"/>
          <a:stretch>
            <a:fillRect/>
          </a:stretch>
        </p:blipFill>
        <p:spPr>
          <a:xfrm>
            <a:off x="-92362" y="0"/>
            <a:ext cx="12192000" cy="6858000"/>
          </a:xfrm>
          <a:prstGeom prst="rect">
            <a:avLst/>
          </a:prstGeom>
        </p:spPr>
      </p:pic>
      <p:sp>
        <p:nvSpPr>
          <p:cNvPr id="6" name="TextBox 5">
            <a:extLst>
              <a:ext uri="{FF2B5EF4-FFF2-40B4-BE49-F238E27FC236}">
                <a16:creationId xmlns:a16="http://schemas.microsoft.com/office/drawing/2014/main" id="{6DC1D5C2-B504-A70B-122B-2D09769E038B}"/>
              </a:ext>
            </a:extLst>
          </p:cNvPr>
          <p:cNvSpPr txBox="1"/>
          <p:nvPr/>
        </p:nvSpPr>
        <p:spPr>
          <a:xfrm>
            <a:off x="1191491" y="3429000"/>
            <a:ext cx="1210588" cy="707886"/>
          </a:xfrm>
          <a:prstGeom prst="rect">
            <a:avLst/>
          </a:prstGeom>
          <a:noFill/>
        </p:spPr>
        <p:txBody>
          <a:bodyPr wrap="none" rtlCol="0">
            <a:spAutoFit/>
          </a:bodyPr>
          <a:lstStyle/>
          <a:p>
            <a:r>
              <a:rPr lang="ko-KR" altLang="es-CL" sz="4000" dirty="0"/>
              <a:t>한국</a:t>
            </a:r>
            <a:endParaRPr lang="es-CL" sz="4000" dirty="0"/>
          </a:p>
        </p:txBody>
      </p:sp>
      <p:sp>
        <p:nvSpPr>
          <p:cNvPr id="7" name="TextBox 6">
            <a:extLst>
              <a:ext uri="{FF2B5EF4-FFF2-40B4-BE49-F238E27FC236}">
                <a16:creationId xmlns:a16="http://schemas.microsoft.com/office/drawing/2014/main" id="{B09DC30E-E63D-3917-74DD-726D63B9534F}"/>
              </a:ext>
            </a:extLst>
          </p:cNvPr>
          <p:cNvSpPr txBox="1"/>
          <p:nvPr/>
        </p:nvSpPr>
        <p:spPr>
          <a:xfrm>
            <a:off x="3486727" y="3313546"/>
            <a:ext cx="1524776" cy="707886"/>
          </a:xfrm>
          <a:prstGeom prst="rect">
            <a:avLst/>
          </a:prstGeom>
          <a:noFill/>
        </p:spPr>
        <p:txBody>
          <a:bodyPr wrap="none" rtlCol="0">
            <a:spAutoFit/>
          </a:bodyPr>
          <a:lstStyle/>
          <a:p>
            <a:r>
              <a:rPr lang="ko-KR" altLang="es-CL" sz="4000" dirty="0"/>
              <a:t>돋 </a:t>
            </a:r>
            <a:r>
              <a:rPr lang="es-CL" altLang="ko-KR" sz="4000" dirty="0" err="1"/>
              <a:t>dot</a:t>
            </a:r>
            <a:endParaRPr lang="es-CL" sz="4000" dirty="0"/>
          </a:p>
        </p:txBody>
      </p:sp>
      <p:sp>
        <p:nvSpPr>
          <p:cNvPr id="8" name="TextBox 7">
            <a:extLst>
              <a:ext uri="{FF2B5EF4-FFF2-40B4-BE49-F238E27FC236}">
                <a16:creationId xmlns:a16="http://schemas.microsoft.com/office/drawing/2014/main" id="{0EEABB36-9B6A-3DF7-F948-8B9494F5014E}"/>
              </a:ext>
            </a:extLst>
          </p:cNvPr>
          <p:cNvSpPr txBox="1"/>
          <p:nvPr/>
        </p:nvSpPr>
        <p:spPr>
          <a:xfrm>
            <a:off x="5512716" y="3315856"/>
            <a:ext cx="697627" cy="707886"/>
          </a:xfrm>
          <a:prstGeom prst="rect">
            <a:avLst/>
          </a:prstGeom>
          <a:noFill/>
        </p:spPr>
        <p:txBody>
          <a:bodyPr wrap="none" rtlCol="0">
            <a:spAutoFit/>
          </a:bodyPr>
          <a:lstStyle/>
          <a:p>
            <a:r>
              <a:rPr lang="ko-KR" altLang="es-CL" sz="4000"/>
              <a:t>말</a:t>
            </a:r>
            <a:endParaRPr lang="es-CL" sz="4000" dirty="0"/>
          </a:p>
        </p:txBody>
      </p:sp>
      <p:sp>
        <p:nvSpPr>
          <p:cNvPr id="9" name="TextBox 8">
            <a:extLst>
              <a:ext uri="{FF2B5EF4-FFF2-40B4-BE49-F238E27FC236}">
                <a16:creationId xmlns:a16="http://schemas.microsoft.com/office/drawing/2014/main" id="{0F6EDF57-ADB6-5AB1-636A-0ECDE37846FB}"/>
              </a:ext>
            </a:extLst>
          </p:cNvPr>
          <p:cNvSpPr txBox="1"/>
          <p:nvPr/>
        </p:nvSpPr>
        <p:spPr>
          <a:xfrm>
            <a:off x="8805065" y="3420416"/>
            <a:ext cx="697627" cy="707886"/>
          </a:xfrm>
          <a:prstGeom prst="rect">
            <a:avLst/>
          </a:prstGeom>
          <a:noFill/>
        </p:spPr>
        <p:txBody>
          <a:bodyPr wrap="none" rtlCol="0">
            <a:spAutoFit/>
          </a:bodyPr>
          <a:lstStyle/>
          <a:p>
            <a:r>
              <a:rPr lang="ko-KR" altLang="es-CL" sz="4000" dirty="0"/>
              <a:t>밥</a:t>
            </a:r>
            <a:endParaRPr lang="es-CL" sz="4000" dirty="0"/>
          </a:p>
        </p:txBody>
      </p:sp>
      <p:sp>
        <p:nvSpPr>
          <p:cNvPr id="10" name="TextBox 9">
            <a:extLst>
              <a:ext uri="{FF2B5EF4-FFF2-40B4-BE49-F238E27FC236}">
                <a16:creationId xmlns:a16="http://schemas.microsoft.com/office/drawing/2014/main" id="{1E9A24A9-CA70-FAAA-7C2B-A533D90A0D38}"/>
              </a:ext>
            </a:extLst>
          </p:cNvPr>
          <p:cNvSpPr txBox="1"/>
          <p:nvPr/>
        </p:nvSpPr>
        <p:spPr>
          <a:xfrm>
            <a:off x="7180499" y="3238650"/>
            <a:ext cx="1210588" cy="707886"/>
          </a:xfrm>
          <a:prstGeom prst="rect">
            <a:avLst/>
          </a:prstGeom>
          <a:noFill/>
        </p:spPr>
        <p:txBody>
          <a:bodyPr wrap="none" rtlCol="0">
            <a:spAutoFit/>
          </a:bodyPr>
          <a:lstStyle/>
          <a:p>
            <a:r>
              <a:rPr lang="ko-KR" altLang="es-CL" sz="4000"/>
              <a:t>엄마</a:t>
            </a:r>
            <a:endParaRPr lang="es-CL" sz="4000" dirty="0"/>
          </a:p>
        </p:txBody>
      </p:sp>
      <p:sp>
        <p:nvSpPr>
          <p:cNvPr id="11" name="TextBox 10">
            <a:extLst>
              <a:ext uri="{FF2B5EF4-FFF2-40B4-BE49-F238E27FC236}">
                <a16:creationId xmlns:a16="http://schemas.microsoft.com/office/drawing/2014/main" id="{6EEEBE80-3AC2-4E9E-5F07-5C78D54C2F2E}"/>
              </a:ext>
            </a:extLst>
          </p:cNvPr>
          <p:cNvSpPr txBox="1"/>
          <p:nvPr/>
        </p:nvSpPr>
        <p:spPr>
          <a:xfrm>
            <a:off x="-209345" y="4770582"/>
            <a:ext cx="1326004" cy="707886"/>
          </a:xfrm>
          <a:prstGeom prst="rect">
            <a:avLst/>
          </a:prstGeom>
          <a:noFill/>
        </p:spPr>
        <p:txBody>
          <a:bodyPr wrap="none" rtlCol="0">
            <a:spAutoFit/>
          </a:bodyPr>
          <a:lstStyle/>
          <a:p>
            <a:r>
              <a:rPr lang="ko-KR" altLang="es-CL" sz="4000"/>
              <a:t>방 빵</a:t>
            </a:r>
            <a:endParaRPr lang="es-CL" sz="4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Design 82">
    <p:spTree>
      <p:nvGrpSpPr>
        <p:cNvPr id="1" name=""/>
        <p:cNvGrpSpPr/>
        <p:nvPr/>
      </p:nvGrpSpPr>
      <p:grpSpPr>
        <a:xfrm>
          <a:off x="0" y="0"/>
          <a:ext cx="0" cy="0"/>
          <a:chOff x="0" y="0"/>
          <a:chExt cx="0" cy="0"/>
        </a:xfrm>
      </p:grpSpPr>
      <p:pic>
        <p:nvPicPr>
          <p:cNvPr id="2" name="img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Design 83">
    <p:spTree>
      <p:nvGrpSpPr>
        <p:cNvPr id="1" name=""/>
        <p:cNvGrpSpPr/>
        <p:nvPr/>
      </p:nvGrpSpPr>
      <p:grpSpPr>
        <a:xfrm>
          <a:off x="0" y="0"/>
          <a:ext cx="0" cy="0"/>
          <a:chOff x="0" y="0"/>
          <a:chExt cx="0" cy="0"/>
        </a:xfrm>
      </p:grpSpPr>
      <p:pic>
        <p:nvPicPr>
          <p:cNvPr id="2" name="img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8709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5799</Words>
  <Application>Microsoft Office PowerPoint</Application>
  <PresentationFormat>Widescreen</PresentationFormat>
  <Paragraphs>1438</Paragraphs>
  <Slides>89</Slides>
  <Notes>70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Malgun Gothic</vt: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Taller Hangul · 6 Junio 2026</dc:title>
  <dc:subject>PptxGenJS Presentation</dc:subject>
  <dc:creator>김재희 (Jay Kim)</dc:creator>
  <cp:lastModifiedBy>Jae Hee Kim</cp:lastModifiedBy>
  <cp:revision>70</cp:revision>
  <dcterms:created xsi:type="dcterms:W3CDTF">2026-06-03T10:06:29Z</dcterms:created>
  <dcterms:modified xsi:type="dcterms:W3CDTF">2026-06-07T01:29:24Z</dcterms:modified>
</cp:coreProperties>
</file>