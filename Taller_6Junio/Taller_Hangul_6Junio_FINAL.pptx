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91"/>
  </p:notesMasterIdLst>
  <p:sldIdLst>
    <p:sldId id="256" r:id="rId2"/>
    <p:sldId id="257" r:id="rId3"/>
    <p:sldId id="287" r:id="rId4"/>
    <p:sldId id="291" r:id="rId5"/>
    <p:sldId id="288" r:id="rId6"/>
    <p:sldId id="289" r:id="rId7"/>
    <p:sldId id="292" r:id="rId8"/>
    <p:sldId id="290" r:id="rId9"/>
    <p:sldId id="293" r:id="rId10"/>
    <p:sldId id="258" r:id="rId11"/>
    <p:sldId id="285" r:id="rId12"/>
    <p:sldId id="260" r:id="rId13"/>
    <p:sldId id="280" r:id="rId14"/>
    <p:sldId id="377" r:id="rId15"/>
    <p:sldId id="378" r:id="rId16"/>
    <p:sldId id="282" r:id="rId17"/>
    <p:sldId id="379" r:id="rId18"/>
    <p:sldId id="512" r:id="rId19"/>
    <p:sldId id="281" r:id="rId20"/>
    <p:sldId id="261" r:id="rId21"/>
    <p:sldId id="375" r:id="rId22"/>
    <p:sldId id="380" r:id="rId23"/>
    <p:sldId id="381" r:id="rId24"/>
    <p:sldId id="263" r:id="rId25"/>
    <p:sldId id="382" r:id="rId26"/>
    <p:sldId id="264" r:id="rId27"/>
    <p:sldId id="265" r:id="rId28"/>
    <p:sldId id="383" r:id="rId29"/>
    <p:sldId id="384" r:id="rId30"/>
    <p:sldId id="385" r:id="rId31"/>
    <p:sldId id="386" r:id="rId32"/>
    <p:sldId id="387" r:id="rId33"/>
    <p:sldId id="388" r:id="rId34"/>
    <p:sldId id="389" r:id="rId35"/>
    <p:sldId id="390" r:id="rId36"/>
    <p:sldId id="391" r:id="rId37"/>
    <p:sldId id="266" r:id="rId38"/>
    <p:sldId id="376" r:id="rId39"/>
    <p:sldId id="314" r:id="rId40"/>
    <p:sldId id="392" r:id="rId41"/>
    <p:sldId id="513" r:id="rId42"/>
    <p:sldId id="283" r:id="rId43"/>
    <p:sldId id="397" r:id="rId44"/>
    <p:sldId id="393" r:id="rId45"/>
    <p:sldId id="394" r:id="rId46"/>
    <p:sldId id="395" r:id="rId47"/>
    <p:sldId id="294" r:id="rId48"/>
    <p:sldId id="295" r:id="rId49"/>
    <p:sldId id="296" r:id="rId50"/>
    <p:sldId id="297" r:id="rId51"/>
    <p:sldId id="298" r:id="rId52"/>
    <p:sldId id="299" r:id="rId53"/>
    <p:sldId id="300" r:id="rId54"/>
    <p:sldId id="301" r:id="rId55"/>
    <p:sldId id="302" r:id="rId56"/>
    <p:sldId id="303" r:id="rId57"/>
    <p:sldId id="304" r:id="rId58"/>
    <p:sldId id="305" r:id="rId59"/>
    <p:sldId id="306" r:id="rId60"/>
    <p:sldId id="307" r:id="rId61"/>
    <p:sldId id="308" r:id="rId62"/>
    <p:sldId id="309" r:id="rId63"/>
    <p:sldId id="310" r:id="rId64"/>
    <p:sldId id="396" r:id="rId65"/>
    <p:sldId id="268" r:id="rId66"/>
    <p:sldId id="269" r:id="rId67"/>
    <p:sldId id="270" r:id="rId68"/>
    <p:sldId id="284" r:id="rId69"/>
    <p:sldId id="504" r:id="rId70"/>
    <p:sldId id="514" r:id="rId71"/>
    <p:sldId id="505" r:id="rId72"/>
    <p:sldId id="515" r:id="rId73"/>
    <p:sldId id="506" r:id="rId74"/>
    <p:sldId id="507" r:id="rId75"/>
    <p:sldId id="320" r:id="rId76"/>
    <p:sldId id="271" r:id="rId77"/>
    <p:sldId id="272" r:id="rId78"/>
    <p:sldId id="273" r:id="rId79"/>
    <p:sldId id="275" r:id="rId80"/>
    <p:sldId id="276" r:id="rId81"/>
    <p:sldId id="277" r:id="rId82"/>
    <p:sldId id="278" r:id="rId83"/>
    <p:sldId id="286" r:id="rId84"/>
    <p:sldId id="279" r:id="rId85"/>
    <p:sldId id="511" r:id="rId86"/>
    <p:sldId id="508" r:id="rId87"/>
    <p:sldId id="509" r:id="rId88"/>
    <p:sldId id="510" r:id="rId89"/>
    <p:sldId id="516" r:id="rId9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597"/>
    <p:restoredTop sz="94610"/>
  </p:normalViewPr>
  <p:slideViewPr>
    <p:cSldViewPr snapToGrid="0" snapToObjects="1">
      <p:cViewPr varScale="1">
        <p:scale>
          <a:sx n="83" d="100"/>
          <a:sy n="83" d="100"/>
        </p:scale>
        <p:origin x="658" y="7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tableStyles" Target="tableStyles.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93"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presProps" Target="presProp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09318594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ES" dirty="0"/>
              <a:t>Hangeul – El alfabeto único de Corea, de la Fundación Corea (KF) (한국국제교류재단). 2010.</a:t>
            </a:r>
          </a:p>
          <a:p>
            <a:endParaRPr lang="es-ES" dirty="0"/>
          </a:p>
          <a:p>
            <a:r>
              <a:rPr lang="es-ES" dirty="0"/>
              <a:t>Introducción</a:t>
            </a:r>
          </a:p>
          <a:p>
            <a:endParaRPr lang="es-ES" dirty="0"/>
          </a:p>
          <a:p>
            <a:r>
              <a:rPr lang="es-ES" dirty="0"/>
              <a:t>La escritura es una invención crucial de la civilización, un logro que permite acumular y transmitir conocimiento, y preservar la experiencia humana de una manera incuestionablemente duradera. Sin embargo, según los registros existentes, la mayoría de las lenguas del mundo son actualmente escritas utilizando una de las tres grandes invenciones de la escritura: los alfabetos, los silabarios o los sistemas logográficos. Entre ellos, Hangeul, el sistema de escritura indígena de Corea, es uno de ellos. Promulgado en 1446, Hangeul es una invención ingeniosa que utiliza elementos orientados hacia la ciencia para facilitar el aprendizaje y el uso.</a:t>
            </a:r>
          </a:p>
          <a:p>
            <a:endParaRPr lang="es-ES" dirty="0"/>
          </a:p>
          <a:p>
            <a:r>
              <a:rPr lang="es-ES" dirty="0"/>
              <a:t>Corea fue tradicionalmente una de las civilizaciones orientales que utilizaban caracteres chinos para escribir, pero el rey Sejong el Grande inventó el alfabeto específicamente para el idioma coreano. Aunque ahora está universalmente reconocido como uno de los mejores sistemas de escritura jamás concebidos por los estudiosos del mundo, a lo largo de la historia Hangeul enfrentó desprecio, tratado durante siglos como “escritura de mujeres” y otros nombres despectivos. A pesar de ello, Hangeul resistió.</a:t>
            </a:r>
          </a:p>
          <a:p>
            <a:endParaRPr lang="es-ES" dirty="0"/>
          </a:p>
          <a:p>
            <a:r>
              <a:rPr lang="es-ES" dirty="0"/>
              <a:t>Ya sea o no, en última instancia, el mejor de todos los sistemas de escritura concebibles para Corea, Hangeul debe ser indiscutiblemente clasificado entre los mayores logros del humanismo. Este libro examina el sistema de escritura hangeul y su impacto en la sociedad coreana. Comenzaremos observando los antecedentes históricos y la génesis del sistema de escritura, examinando la estructura del alfabeto y explorando las teorías lingüísticas y filosóficas que lo sustentan. A continuación, abordaremos el impacto que Hangeul tuvo en la escritura y la alfabetización, así como el papel clave que desempeñó en la creación del propio sistema de escritura. Después, examinaremos las contribuciones posteriores del alfabeto en los siglos siguientes y estudiaremos su impacto en la sociedad coreana. Por último, observaremos cómo Hangeul ha ayudado a promover el uso de la tecnología de la información en Corea y veremos las numerosas formas en que el sistema de escritura de Hangeul ha ayudado a la sociedad coreana y, en última instancia, ha diferenciado la vida coreana.</a:t>
            </a:r>
          </a:p>
          <a:p>
            <a:endParaRPr lang="es-ES" dirty="0"/>
          </a:p>
          <a:p>
            <a:r>
              <a:rPr lang="es-ES" dirty="0"/>
              <a:t>“Porque el habla de este país es diferente de la del chino, los caracteres chinos no se corresponden con ella. Por lo tanto, incluso si la gente desea comunicarse, muchos de ellos no pueden expresar lo que sienten. Entristecido por esto, he creado 28 letras nuevas, con la intención de que todos puedan aprenderlas fácilmente y utilizarlas cómodamente en su vida diaria.”</a:t>
            </a:r>
          </a:p>
          <a:p>
            <a:r>
              <a:rPr lang="es-ES" dirty="0"/>
              <a:t>— Del Hunminjeongeum (“Sonidos Correctos para la Instrucción del Pueblo”), 1446.</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428612343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335515646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229984299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279755167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243169309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9C7279-6828-E016-E4F8-FF237C34FBF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0CE29A-376C-7616-0CC2-A3A5C7F6034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01032D7-6881-28AB-7835-69C4AEC5B3E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39B5523-AB0D-4B98-AFB3-67F967AED8A5}"/>
              </a:ext>
            </a:extLst>
          </p:cNvPr>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220136956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543354879"/>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803F1F-EC18-74A4-5FCE-CBE3E0E50F3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D3C6BE8-B5BA-4D2B-5A39-D2914B7BD93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501BE31-7A51-9C76-D78F-BEA99444C51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58EF95D-AE7A-8419-08C7-98B3D53D80E3}"/>
              </a:ext>
            </a:extLst>
          </p:cNvPr>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976493419"/>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3307786149"/>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835224888"/>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1.xml"/><Relationship Id="rId5" Type="http://schemas.openxmlformats.org/officeDocument/2006/relationships/image" Target="../media/image5.png"/><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8.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9.png"/><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0.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1.png"/><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1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1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1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9.xml"/><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14.png"/></Relationships>
</file>

<file path=ppt/slides/_rels/slide1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1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2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5.xml"/><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14.png"/></Relationships>
</file>

<file path=ppt/slides/_rels/slide2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6.xml"/><Relationship Id="rId1" Type="http://schemas.openxmlformats.org/officeDocument/2006/relationships/slideLayout" Target="../slideLayouts/slideLayout1.xml"/><Relationship Id="rId5" Type="http://schemas.openxmlformats.org/officeDocument/2006/relationships/image" Target="../media/image18.png"/><Relationship Id="rId4" Type="http://schemas.openxmlformats.org/officeDocument/2006/relationships/image" Target="../media/image17.png"/></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2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8.xml"/><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20.png"/></Relationships>
</file>

<file path=ppt/slides/_rels/slide2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9.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2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0.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2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1.xml"/><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14.png"/></Relationships>
</file>

<file path=ppt/slides/_rels/slide29.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2.xml"/><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21.png"/></Relationships>
</file>

<file path=ppt/slides/_rels/slide3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3.xml"/><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22.png"/></Relationships>
</file>

<file path=ppt/slides/_rels/slide3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5.xml"/><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23.png"/></Relationships>
</file>

<file path=ppt/slides/_rels/slide3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6.xml"/><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24.png"/></Relationships>
</file>

<file path=ppt/slides/_rels/slide3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7.xml"/><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25.png"/></Relationships>
</file>

<file path=ppt/slides/_rels/slide3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8.xml"/><Relationship Id="rId1" Type="http://schemas.openxmlformats.org/officeDocument/2006/relationships/slideLayout" Target="../slideLayouts/slideLayout1.xml"/><Relationship Id="rId5" Type="http://schemas.openxmlformats.org/officeDocument/2006/relationships/image" Target="../media/image27.png"/><Relationship Id="rId4" Type="http://schemas.openxmlformats.org/officeDocument/2006/relationships/image" Target="../media/image26.png"/></Relationships>
</file>

<file path=ppt/slides/_rels/slide3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9.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28.png"/><Relationship Id="rId4" Type="http://schemas.openxmlformats.org/officeDocument/2006/relationships/image" Target="../media/image14.png"/></Relationships>
</file>

<file path=ppt/slides/_rels/slide3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0.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3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4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35.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44.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36.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45.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37.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46.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38.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47.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39.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48.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40.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49.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41.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50.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42.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51.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43.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52.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44.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53.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45.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54.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46.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55.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47.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56.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48.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57.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49.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58.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50.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59.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51.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60.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52.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61.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53.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62.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54.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63.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55.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6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6.xml"/><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7.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6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8.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6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9.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6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0.xml"/><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0.png"/><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2.png"/><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3.png"/><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4.png"/><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5.png"/><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1.xml"/><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2.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7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3.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7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4.xml"/><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5.xml"/><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6.xml"/><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7.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8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8.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0.xml"/><Relationship Id="rId1" Type="http://schemas.openxmlformats.org/officeDocument/2006/relationships/slideLayout" Target="../slideLayouts/slideLayout1.xml"/><Relationship Id="rId5" Type="http://schemas.openxmlformats.org/officeDocument/2006/relationships/image" Target="../media/image5.png"/><Relationship Id="rId4" Type="http://schemas.openxmlformats.org/officeDocument/2006/relationships/image" Target="../media/image2.png"/></Relationships>
</file>

<file path=ppt/slides/_rels/slide8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1.xml"/></Relationships>
</file>

<file path=ppt/slides/_rels/slide86.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1.xml"/></Relationships>
</file>

<file path=ppt/slides/_rels/slide87.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1.xml"/></Relationships>
</file>

<file path=ppt/slides/_rels/slide88.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1.xml"/></Relationships>
</file>

<file path=ppt/slides/_rels/slide89.xml.rels><?xml version="1.0" encoding="UTF-8" standalone="yes"?>
<Relationships xmlns="http://schemas.openxmlformats.org/package/2006/relationships"><Relationship Id="rId2" Type="http://schemas.openxmlformats.org/officeDocument/2006/relationships/image" Target="../media/image56.jpe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3D2EE8"/>
        </a:solidFill>
        <a:effectLst/>
      </p:bgPr>
    </p:bg>
    <p:spTree>
      <p:nvGrpSpPr>
        <p:cNvPr id="1" name=""/>
        <p:cNvGrpSpPr/>
        <p:nvPr/>
      </p:nvGrpSpPr>
      <p:grpSpPr>
        <a:xfrm>
          <a:off x="0" y="0"/>
          <a:ext cx="0" cy="0"/>
          <a:chOff x="0" y="0"/>
          <a:chExt cx="0" cy="0"/>
        </a:xfrm>
      </p:grpSpPr>
      <p:pic>
        <p:nvPicPr>
          <p:cNvPr id="2" name="Image 0" descr="/sessions/sleepy-zen-cray/mnt/outputs/deck_assets/logo_principal_blanco.png"/>
          <p:cNvPicPr>
            <a:picLocks noChangeAspect="1"/>
          </p:cNvPicPr>
          <p:nvPr/>
        </p:nvPicPr>
        <p:blipFill>
          <a:blip r:embed="rId3"/>
          <a:stretch>
            <a:fillRect/>
          </a:stretch>
        </p:blipFill>
        <p:spPr>
          <a:xfrm>
            <a:off x="4703445" y="-565785"/>
            <a:ext cx="2754630" cy="2754630"/>
          </a:xfrm>
          <a:prstGeom prst="rect">
            <a:avLst/>
          </a:prstGeom>
        </p:spPr>
      </p:pic>
      <p:sp>
        <p:nvSpPr>
          <p:cNvPr id="3" name="Text 0"/>
          <p:cNvSpPr/>
          <p:nvPr/>
        </p:nvSpPr>
        <p:spPr>
          <a:xfrm>
            <a:off x="0" y="1508760"/>
            <a:ext cx="12161520" cy="365760"/>
          </a:xfrm>
          <a:prstGeom prst="rect">
            <a:avLst/>
          </a:prstGeom>
          <a:noFill/>
          <a:ln/>
        </p:spPr>
        <p:txBody>
          <a:bodyPr wrap="square" rtlCol="0" anchor="ctr"/>
          <a:lstStyle/>
          <a:p>
            <a:pPr marL="0" indent="0" algn="ctr">
              <a:buNone/>
            </a:pPr>
            <a:r>
              <a:rPr lang="en-US" sz="1400" kern="0" spc="1200" dirty="0">
                <a:solidFill>
                  <a:srgbClr val="FFFFFF"/>
                </a:solidFill>
                <a:latin typeface="Calibri" pitchFamily="34" charset="0"/>
                <a:ea typeface="Calibri" pitchFamily="34" charset="-122"/>
                <a:cs typeface="Calibri" pitchFamily="34" charset="-120"/>
              </a:rPr>
              <a:t>TALLER GRATUITO</a:t>
            </a:r>
            <a:endParaRPr lang="en-US" sz="1400" dirty="0"/>
          </a:p>
        </p:txBody>
      </p:sp>
      <p:sp>
        <p:nvSpPr>
          <p:cNvPr id="4" name="Text 1"/>
          <p:cNvSpPr/>
          <p:nvPr/>
        </p:nvSpPr>
        <p:spPr>
          <a:xfrm>
            <a:off x="0" y="2011680"/>
            <a:ext cx="12161520" cy="1371600"/>
          </a:xfrm>
          <a:prstGeom prst="rect">
            <a:avLst/>
          </a:prstGeom>
          <a:noFill/>
          <a:ln/>
        </p:spPr>
        <p:txBody>
          <a:bodyPr wrap="square" rtlCol="0" anchor="ctr"/>
          <a:lstStyle/>
          <a:p>
            <a:pPr marL="0" indent="0" algn="ctr">
              <a:buNone/>
            </a:pPr>
            <a:r>
              <a:rPr lang="en-US" sz="11000" b="1" dirty="0">
                <a:solidFill>
                  <a:srgbClr val="FFFFFF"/>
                </a:solidFill>
                <a:latin typeface="Malgun Gothic" pitchFamily="34" charset="0"/>
                <a:ea typeface="Malgun Gothic" pitchFamily="34" charset="-122"/>
                <a:cs typeface="Malgun Gothic" pitchFamily="34" charset="-120"/>
              </a:rPr>
              <a:t>한글</a:t>
            </a:r>
            <a:endParaRPr lang="en-US" sz="11000" dirty="0"/>
          </a:p>
        </p:txBody>
      </p:sp>
      <p:sp>
        <p:nvSpPr>
          <p:cNvPr id="5" name="Text 2"/>
          <p:cNvSpPr/>
          <p:nvPr/>
        </p:nvSpPr>
        <p:spPr>
          <a:xfrm>
            <a:off x="0" y="3749040"/>
            <a:ext cx="12161520" cy="640080"/>
          </a:xfrm>
          <a:prstGeom prst="rect">
            <a:avLst/>
          </a:prstGeom>
          <a:noFill/>
          <a:ln/>
        </p:spPr>
        <p:txBody>
          <a:bodyPr wrap="square" rtlCol="0" anchor="ctr"/>
          <a:lstStyle/>
          <a:p>
            <a:pPr marL="0" indent="0" algn="ctr">
              <a:buNone/>
            </a:pPr>
            <a:r>
              <a:rPr lang="en-US" sz="2800" b="1" dirty="0">
                <a:solidFill>
                  <a:srgbClr val="FFFFFF"/>
                </a:solidFill>
                <a:latin typeface="Calibri" pitchFamily="34" charset="0"/>
                <a:ea typeface="Calibri" pitchFamily="34" charset="-122"/>
                <a:cs typeface="Calibri" pitchFamily="34" charset="-120"/>
              </a:rPr>
              <a:t>Aprende a leer Hangul en 1 hora</a:t>
            </a:r>
            <a:endParaRPr lang="en-US" sz="2800" dirty="0"/>
          </a:p>
        </p:txBody>
      </p:sp>
      <p:sp>
        <p:nvSpPr>
          <p:cNvPr id="6" name="Text 3"/>
          <p:cNvSpPr/>
          <p:nvPr/>
        </p:nvSpPr>
        <p:spPr>
          <a:xfrm>
            <a:off x="0" y="4526280"/>
            <a:ext cx="12161520" cy="457200"/>
          </a:xfrm>
          <a:prstGeom prst="rect">
            <a:avLst/>
          </a:prstGeom>
          <a:noFill/>
          <a:ln/>
        </p:spPr>
        <p:txBody>
          <a:bodyPr wrap="square" rtlCol="0" anchor="ctr"/>
          <a:lstStyle/>
          <a:p>
            <a:pPr marL="0" indent="0" algn="ctr">
              <a:buNone/>
            </a:pPr>
            <a:r>
              <a:rPr lang="en-US" sz="1600" i="1" dirty="0">
                <a:solidFill>
                  <a:srgbClr val="FFFFFF"/>
                </a:solidFill>
                <a:latin typeface="Calibri" pitchFamily="34" charset="0"/>
                <a:ea typeface="Calibri" pitchFamily="34" charset="-122"/>
                <a:cs typeface="Calibri" pitchFamily="34" charset="-120"/>
              </a:rPr>
              <a:t>Sábado 6 de junio · 20:00 hora Chile</a:t>
            </a:r>
            <a:endParaRPr lang="en-US" sz="1600" dirty="0"/>
          </a:p>
        </p:txBody>
      </p:sp>
      <p:pic>
        <p:nvPicPr>
          <p:cNvPr id="7" name="Image 1" descr="/sessions/sleepy-zen-cray/mnt/outputs/deck_assets/sello_linea_v1_05.png"/>
          <p:cNvPicPr>
            <a:picLocks noChangeAspect="1"/>
          </p:cNvPicPr>
          <p:nvPr/>
        </p:nvPicPr>
        <p:blipFill>
          <a:blip r:embed="rId4"/>
          <a:stretch>
            <a:fillRect/>
          </a:stretch>
        </p:blipFill>
        <p:spPr>
          <a:xfrm>
            <a:off x="10972800" y="5852160"/>
            <a:ext cx="822960" cy="822960"/>
          </a:xfrm>
          <a:prstGeom prst="rect">
            <a:avLst/>
          </a:prstGeom>
        </p:spPr>
      </p:pic>
      <p:sp>
        <p:nvSpPr>
          <p:cNvPr id="8" name="Text 4"/>
          <p:cNvSpPr/>
          <p:nvPr/>
        </p:nvSpPr>
        <p:spPr>
          <a:xfrm>
            <a:off x="0" y="6263640"/>
            <a:ext cx="12161520" cy="274320"/>
          </a:xfrm>
          <a:prstGeom prst="rect">
            <a:avLst/>
          </a:prstGeom>
          <a:noFill/>
          <a:ln/>
        </p:spPr>
        <p:txBody>
          <a:bodyPr wrap="square" rtlCol="0" anchor="ctr"/>
          <a:lstStyle/>
          <a:p>
            <a:pPr marL="0" indent="0" algn="ctr">
              <a:buNone/>
            </a:pPr>
            <a:r>
              <a:rPr lang="en-US" sz="1100" kern="0" spc="400" dirty="0" err="1">
                <a:solidFill>
                  <a:srgbClr val="FFFFFF"/>
                </a:solidFill>
                <a:latin typeface="Calibri" pitchFamily="34" charset="0"/>
                <a:ea typeface="Calibri" pitchFamily="34" charset="-122"/>
                <a:cs typeface="Calibri" pitchFamily="34" charset="-120"/>
              </a:rPr>
              <a:t>Profesor</a:t>
            </a:r>
            <a:r>
              <a:rPr lang="en-US" sz="1100" kern="0" spc="400" dirty="0">
                <a:solidFill>
                  <a:srgbClr val="FFFFFF"/>
                </a:solidFill>
                <a:latin typeface="Calibri" pitchFamily="34" charset="0"/>
                <a:ea typeface="Calibri" pitchFamily="34" charset="-122"/>
                <a:cs typeface="Calibri" pitchFamily="34" charset="-120"/>
              </a:rPr>
              <a:t> · Jay Kim · 김재희  ·  Academia Seúl</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marL="0" indent="0">
              <a:buNone/>
            </a:pPr>
            <a:r>
              <a:rPr lang="en-US" sz="900" b="1" kern="0" spc="600" dirty="0">
                <a:solidFill>
                  <a:srgbClr val="3D2EE8"/>
                </a:solidFill>
                <a:latin typeface="Calibri" pitchFamily="34" charset="0"/>
                <a:ea typeface="Calibri" pitchFamily="34" charset="-122"/>
                <a:cs typeface="Calibri" pitchFamily="34" charset="-120"/>
              </a:rPr>
              <a:t>BIENVENIDA</a:t>
            </a:r>
            <a:endParaRPr lang="en-US" sz="900" dirty="0"/>
          </a:p>
        </p:txBody>
      </p:sp>
      <p:sp>
        <p:nvSpPr>
          <p:cNvPr id="3" name="Text 1"/>
          <p:cNvSpPr/>
          <p:nvPr/>
        </p:nvSpPr>
        <p:spPr>
          <a:xfrm>
            <a:off x="548640" y="822960"/>
            <a:ext cx="10515600" cy="822960"/>
          </a:xfrm>
          <a:prstGeom prst="rect">
            <a:avLst/>
          </a:prstGeom>
          <a:noFill/>
          <a:ln/>
        </p:spPr>
        <p:txBody>
          <a:bodyPr wrap="square" rtlCol="0" anchor="ctr"/>
          <a:lstStyle/>
          <a:p>
            <a:pPr marL="0" indent="0">
              <a:buNone/>
            </a:pPr>
            <a:r>
              <a:rPr lang="en-US" sz="3200" b="1" dirty="0">
                <a:solidFill>
                  <a:srgbClr val="1A1A2E"/>
                </a:solidFill>
                <a:latin typeface="Calibri" pitchFamily="34" charset="0"/>
                <a:ea typeface="Calibri" pitchFamily="34" charset="-122"/>
                <a:cs typeface="Calibri" pitchFamily="34" charset="-120"/>
              </a:rPr>
              <a:t>¡Hola hola chingus! 안녕하세요~</a:t>
            </a:r>
            <a:endParaRPr lang="en-US" sz="3200" dirty="0"/>
          </a:p>
        </p:txBody>
      </p:sp>
      <p:sp>
        <p:nvSpPr>
          <p:cNvPr id="4" name="Text 2"/>
          <p:cNvSpPr/>
          <p:nvPr/>
        </p:nvSpPr>
        <p:spPr>
          <a:xfrm>
            <a:off x="548640" y="2011680"/>
            <a:ext cx="7182196" cy="4114800"/>
          </a:xfrm>
          <a:prstGeom prst="rect">
            <a:avLst/>
          </a:prstGeom>
          <a:noFill/>
          <a:ln/>
        </p:spPr>
        <p:txBody>
          <a:bodyPr wrap="square" rtlCol="0" anchor="t"/>
          <a:lstStyle/>
          <a:p>
            <a:pPr marL="0" indent="0">
              <a:lnSpc>
                <a:spcPct val="140000"/>
              </a:lnSpc>
              <a:buNone/>
            </a:pPr>
            <a:r>
              <a:rPr lang="en-US" sz="1600" dirty="0">
                <a:solidFill>
                  <a:srgbClr val="1A1A2E"/>
                </a:solidFill>
                <a:latin typeface="Calibri" pitchFamily="34" charset="0"/>
                <a:ea typeface="Calibri" pitchFamily="34" charset="-122"/>
                <a:cs typeface="Calibri" pitchFamily="34" charset="-120"/>
              </a:rPr>
              <a:t>Bienvenidos al primer taller oficial de Academia Seúl.</a:t>
            </a:r>
            <a:endParaRPr lang="en-US" sz="1600" dirty="0"/>
          </a:p>
          <a:p>
            <a:pPr marL="0" indent="0">
              <a:lnSpc>
                <a:spcPct val="140000"/>
              </a:lnSpc>
              <a:buNone/>
            </a:pPr>
            <a:endParaRPr lang="en-US" sz="1600" dirty="0"/>
          </a:p>
          <a:p>
            <a:pPr marL="0" indent="0">
              <a:lnSpc>
                <a:spcPct val="140000"/>
              </a:lnSpc>
              <a:buNone/>
            </a:pPr>
            <a:r>
              <a:rPr lang="en-US" sz="1600" dirty="0">
                <a:solidFill>
                  <a:srgbClr val="1A1A2E"/>
                </a:solidFill>
                <a:latin typeface="Calibri" pitchFamily="34" charset="0"/>
                <a:ea typeface="Calibri" pitchFamily="34" charset="-122"/>
                <a:cs typeface="Calibri" pitchFamily="34" charset="-120"/>
              </a:rPr>
              <a:t>En los próximos 60 minutos vamos a hacer algo concreto: que cuando salgas del Zoom, puedas LEER las letras coreanas y ESCRIBIR tu nombre en Hangul.</a:t>
            </a:r>
            <a:endParaRPr lang="en-US" sz="1600" dirty="0"/>
          </a:p>
          <a:p>
            <a:pPr marL="0" indent="0">
              <a:lnSpc>
                <a:spcPct val="140000"/>
              </a:lnSpc>
              <a:buNone/>
            </a:pPr>
            <a:endParaRPr lang="en-US" sz="1600" dirty="0"/>
          </a:p>
          <a:p>
            <a:pPr marL="0" indent="0">
              <a:lnSpc>
                <a:spcPct val="140000"/>
              </a:lnSpc>
              <a:buNone/>
            </a:pPr>
            <a:r>
              <a:rPr lang="en-US" sz="1600" dirty="0">
                <a:solidFill>
                  <a:srgbClr val="1A1A2E"/>
                </a:solidFill>
                <a:latin typeface="Calibri" pitchFamily="34" charset="0"/>
                <a:ea typeface="Calibri" pitchFamily="34" charset="-122"/>
                <a:cs typeface="Calibri" pitchFamily="34" charset="-120"/>
              </a:rPr>
              <a:t>Una promesa: si alguno NO puede leer su nombre al final, me escribís por DM y te hago una sesión 1:1 gratuita. Tienen mi palabra.</a:t>
            </a:r>
            <a:endParaRPr lang="en-US" sz="1600" dirty="0"/>
          </a:p>
          <a:p>
            <a:pPr marL="0" indent="0">
              <a:lnSpc>
                <a:spcPct val="140000"/>
              </a:lnSpc>
              <a:buNone/>
            </a:pPr>
            <a:endParaRPr lang="en-US" sz="1600" dirty="0"/>
          </a:p>
          <a:p>
            <a:pPr marL="0" indent="0">
              <a:lnSpc>
                <a:spcPct val="140000"/>
              </a:lnSpc>
              <a:buNone/>
            </a:pPr>
            <a:r>
              <a:rPr lang="en-US" sz="1600" dirty="0">
                <a:solidFill>
                  <a:srgbClr val="1A1A2E"/>
                </a:solidFill>
                <a:latin typeface="Calibri" pitchFamily="34" charset="0"/>
                <a:ea typeface="Calibri" pitchFamily="34" charset="-122"/>
                <a:cs typeface="Calibri" pitchFamily="34" charset="-120"/>
              </a:rPr>
              <a:t>Mientras tanto, en el chat: ¿desde qué país se conectan? ¿Es la primera vez que ven Hangul, o ya lo intentaron antes?</a:t>
            </a:r>
            <a:endParaRPr lang="en-US" sz="1600" dirty="0"/>
          </a:p>
        </p:txBody>
      </p:sp>
      <p:pic>
        <p:nvPicPr>
          <p:cNvPr id="6" name="Image 1" descr="/sessions/sleepy-zen-cray/mnt/outputs/deck_assets/sello_linea_v1_01.png"/>
          <p:cNvPicPr>
            <a:picLocks noChangeAspect="1"/>
          </p:cNvPicPr>
          <p:nvPr/>
        </p:nvPicPr>
        <p:blipFill>
          <a:blip r:embed="rId3"/>
          <a:stretch>
            <a:fillRect/>
          </a:stretch>
        </p:blipFill>
        <p:spPr>
          <a:xfrm>
            <a:off x="365760" y="6355080"/>
            <a:ext cx="411480" cy="411480"/>
          </a:xfrm>
          <a:prstGeom prst="rect">
            <a:avLst/>
          </a:prstGeom>
        </p:spPr>
      </p:pic>
      <p:sp>
        <p:nvSpPr>
          <p:cNvPr id="7" name="Text 3"/>
          <p:cNvSpPr/>
          <p:nvPr/>
        </p:nvSpPr>
        <p:spPr>
          <a:xfrm>
            <a:off x="914400" y="6492240"/>
            <a:ext cx="4572000" cy="228600"/>
          </a:xfrm>
          <a:prstGeom prst="rect">
            <a:avLst/>
          </a:prstGeom>
          <a:noFill/>
          <a:ln/>
        </p:spPr>
        <p:txBody>
          <a:bodyPr wrap="square" rtlCol="0" anchor="ctr"/>
          <a:lstStyle/>
          <a:p>
            <a:pPr marL="0" indent="0">
              <a:buNone/>
            </a:pPr>
            <a:r>
              <a:rPr lang="en-US" sz="800" b="1" dirty="0">
                <a:solidFill>
                  <a:srgbClr val="6B6B7C"/>
                </a:solidFill>
                <a:latin typeface="Calibri" pitchFamily="34" charset="0"/>
                <a:ea typeface="Calibri" pitchFamily="34" charset="-122"/>
                <a:cs typeface="Calibri" pitchFamily="34" charset="-120"/>
              </a:rPr>
              <a:t>ACADEMIA SEÚL  ·  MÉTODO CHINGU™</a:t>
            </a:r>
            <a:endParaRPr lang="en-US" sz="800" dirty="0"/>
          </a:p>
        </p:txBody>
      </p:sp>
      <p:sp>
        <p:nvSpPr>
          <p:cNvPr id="8" name="Text 4"/>
          <p:cNvSpPr/>
          <p:nvPr/>
        </p:nvSpPr>
        <p:spPr>
          <a:xfrm>
            <a:off x="7315200" y="6492240"/>
            <a:ext cx="4572000" cy="228600"/>
          </a:xfrm>
          <a:prstGeom prst="rect">
            <a:avLst/>
          </a:prstGeom>
          <a:noFill/>
          <a:ln/>
        </p:spPr>
        <p:txBody>
          <a:bodyPr wrap="square" rtlCol="0" anchor="ctr"/>
          <a:lstStyle/>
          <a:p>
            <a:pPr marL="0" indent="0" algn="r">
              <a:buNone/>
            </a:pPr>
            <a:r>
              <a:rPr lang="en-US" sz="800" b="1" dirty="0">
                <a:solidFill>
                  <a:srgbClr val="6B6B7C"/>
                </a:solidFill>
                <a:latin typeface="Calibri" pitchFamily="34" charset="0"/>
                <a:ea typeface="Calibri" pitchFamily="34" charset="-122"/>
                <a:cs typeface="Calibri" pitchFamily="34" charset="-120"/>
              </a:rPr>
              <a:t>SES 02  ·  TALLER</a:t>
            </a:r>
            <a:endParaRPr lang="en-US" sz="800" dirty="0"/>
          </a:p>
        </p:txBody>
      </p:sp>
      <p:pic>
        <p:nvPicPr>
          <p:cNvPr id="9" name="Image 0" descr="/sessions/sleepy-zen-cray/mnt/outputs/deck_assets/logo_var2_azul.png">
            <a:extLst>
              <a:ext uri="{FF2B5EF4-FFF2-40B4-BE49-F238E27FC236}">
                <a16:creationId xmlns:a16="http://schemas.microsoft.com/office/drawing/2014/main" id="{8E317A61-00C1-49CF-874A-5E43AC9F5A24}"/>
              </a:ext>
            </a:extLst>
          </p:cNvPr>
          <p:cNvPicPr>
            <a:picLocks noChangeAspect="1"/>
          </p:cNvPicPr>
          <p:nvPr/>
        </p:nvPicPr>
        <p:blipFill>
          <a:blip r:embed="rId4"/>
          <a:stretch>
            <a:fillRect/>
          </a:stretch>
        </p:blipFill>
        <p:spPr>
          <a:xfrm>
            <a:off x="9778365" y="-760095"/>
            <a:ext cx="2571750" cy="2571750"/>
          </a:xfrm>
          <a:prstGeom prst="rect">
            <a:avLst/>
          </a:prstGeom>
        </p:spPr>
      </p:pic>
      <p:pic>
        <p:nvPicPr>
          <p:cNvPr id="5" name="Picture 4">
            <a:extLst>
              <a:ext uri="{FF2B5EF4-FFF2-40B4-BE49-F238E27FC236}">
                <a16:creationId xmlns:a16="http://schemas.microsoft.com/office/drawing/2014/main" id="{921E2A11-58AE-965C-36E2-CFC2C590F3E6}"/>
              </a:ext>
            </a:extLst>
          </p:cNvPr>
          <p:cNvPicPr>
            <a:picLocks noChangeAspect="1"/>
          </p:cNvPicPr>
          <p:nvPr/>
        </p:nvPicPr>
        <p:blipFill>
          <a:blip r:embed="rId5"/>
          <a:stretch>
            <a:fillRect/>
          </a:stretch>
        </p:blipFill>
        <p:spPr>
          <a:xfrm>
            <a:off x="7485611" y="1977044"/>
            <a:ext cx="3887874" cy="3887874"/>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marL="0" indent="0">
              <a:buNone/>
            </a:pPr>
            <a:r>
              <a:rPr lang="en-US" sz="900" b="1" kern="0" spc="600" dirty="0">
                <a:solidFill>
                  <a:srgbClr val="3D2EE8"/>
                </a:solidFill>
                <a:latin typeface="Calibri" pitchFamily="34" charset="0"/>
                <a:ea typeface="Calibri" pitchFamily="34" charset="-122"/>
                <a:cs typeface="Calibri" pitchFamily="34" charset="-120"/>
              </a:rPr>
              <a:t>INTRODUCCIÓN</a:t>
            </a:r>
            <a:endParaRPr lang="en-US" sz="900" dirty="0"/>
          </a:p>
        </p:txBody>
      </p:sp>
      <p:sp>
        <p:nvSpPr>
          <p:cNvPr id="3" name="Text 1"/>
          <p:cNvSpPr/>
          <p:nvPr/>
        </p:nvSpPr>
        <p:spPr>
          <a:xfrm>
            <a:off x="548640" y="822960"/>
            <a:ext cx="10515600" cy="822960"/>
          </a:xfrm>
          <a:prstGeom prst="rect">
            <a:avLst/>
          </a:prstGeom>
          <a:noFill/>
          <a:ln/>
        </p:spPr>
        <p:txBody>
          <a:bodyPr wrap="square" rtlCol="0" anchor="ctr"/>
          <a:lstStyle/>
          <a:p>
            <a:pPr marL="0" indent="0">
              <a:buNone/>
            </a:pPr>
            <a:r>
              <a:rPr lang="en-US" sz="3200" b="1" dirty="0">
                <a:solidFill>
                  <a:srgbClr val="1A1A2E"/>
                </a:solidFill>
                <a:latin typeface="Calibri" pitchFamily="34" charset="0"/>
                <a:ea typeface="Calibri" pitchFamily="34" charset="-122"/>
                <a:cs typeface="Calibri" pitchFamily="34" charset="-120"/>
              </a:rPr>
              <a:t>Hangeul, el alfabeto único de Corea</a:t>
            </a:r>
            <a:endParaRPr lang="en-US" sz="3200" dirty="0"/>
          </a:p>
        </p:txBody>
      </p:sp>
      <p:sp>
        <p:nvSpPr>
          <p:cNvPr id="4" name="Text 2"/>
          <p:cNvSpPr/>
          <p:nvPr/>
        </p:nvSpPr>
        <p:spPr>
          <a:xfrm>
            <a:off x="548640" y="2011680"/>
            <a:ext cx="10972800" cy="4114800"/>
          </a:xfrm>
          <a:prstGeom prst="rect">
            <a:avLst/>
          </a:prstGeom>
          <a:noFill/>
          <a:ln/>
        </p:spPr>
        <p:txBody>
          <a:bodyPr wrap="square" rtlCol="0" anchor="t"/>
          <a:lstStyle/>
          <a:p>
            <a:pPr marL="0" indent="0">
              <a:lnSpc>
                <a:spcPct val="130000"/>
              </a:lnSpc>
              <a:spcAft>
                <a:spcPts val="600"/>
              </a:spcAft>
              <a:buNone/>
            </a:pPr>
            <a:r>
              <a:rPr lang="es-ES" sz="1500" dirty="0">
                <a:solidFill>
                  <a:srgbClr val="1A1A2E"/>
                </a:solidFill>
                <a:latin typeface="Calibri" pitchFamily="34" charset="0"/>
                <a:ea typeface="Calibri" pitchFamily="34" charset="-122"/>
                <a:cs typeface="Calibri" pitchFamily="34" charset="-120"/>
              </a:rPr>
              <a:t>La escritura es una de las grandes invenciones de la humanidad: permite acumular conocimiento y preservar la experiencia humana. Casi todas las lenguas del mundo se escriben con alfabetos, silabarios o sistemas logográficos — y el Hangeul, la escritura propia de Corea, es uno de ellos.</a:t>
            </a:r>
          </a:p>
          <a:p>
            <a:pPr marL="0" indent="0">
              <a:lnSpc>
                <a:spcPct val="130000"/>
              </a:lnSpc>
              <a:spcAft>
                <a:spcPts val="800"/>
              </a:spcAft>
              <a:buNone/>
            </a:pPr>
            <a:r>
              <a:rPr lang="es-ES" sz="1500" dirty="0">
                <a:solidFill>
                  <a:srgbClr val="1A1A2E"/>
                </a:solidFill>
                <a:latin typeface="Calibri" pitchFamily="34" charset="0"/>
                <a:ea typeface="Calibri" pitchFamily="34" charset="-122"/>
                <a:cs typeface="Calibri" pitchFamily="34" charset="-120"/>
              </a:rPr>
              <a:t>Corea usó por siglos los caracteres chinos, hasta que el rey Sejong el Grande creó un alfabeto pensado exclusivamente para el idioma coreano. Promulgado en 1446, hoy es reconocido como uno de los mejores sistemas de escritura jamás concebidos.</a:t>
            </a:r>
          </a:p>
          <a:p>
            <a:pPr marL="0" indent="0">
              <a:lnSpc>
                <a:spcPct val="130000"/>
              </a:lnSpc>
              <a:spcAft>
                <a:spcPts val="300"/>
              </a:spcAft>
              <a:buNone/>
            </a:pPr>
            <a:r>
              <a:rPr lang="es-ES" sz="1500" i="1" dirty="0">
                <a:solidFill>
                  <a:srgbClr val="3D2EE8"/>
                </a:solidFill>
                <a:latin typeface="Calibri" pitchFamily="34" charset="0"/>
                <a:ea typeface="Calibri" pitchFamily="34" charset="-122"/>
                <a:cs typeface="Calibri" pitchFamily="34" charset="-120"/>
              </a:rPr>
              <a:t>“Como el habla de este país es distinta de la de China, los caracteres chinos no se corresponden con ella. Por eso, aunque la gente desee comunicarse, muchos no logran expresar lo que sienten. Apenado por ello, he creado 28 letras nuevas, para que todos puedan aprenderlas con facilidad y usarlas cómodamente cada día.”</a:t>
            </a:r>
          </a:p>
          <a:p>
            <a:pPr marL="0" indent="0">
              <a:lnSpc>
                <a:spcPct val="130000"/>
              </a:lnSpc>
              <a:spcAft>
                <a:spcPts val="300"/>
              </a:spcAft>
              <a:buNone/>
            </a:pPr>
            <a:r>
              <a:rPr lang="es-ES" sz="1100" b="1" dirty="0">
                <a:solidFill>
                  <a:srgbClr val="6B6B7C"/>
                </a:solidFill>
                <a:latin typeface="Calibri" pitchFamily="34" charset="0"/>
                <a:ea typeface="Calibri" pitchFamily="34" charset="-122"/>
                <a:cs typeface="Calibri" pitchFamily="34" charset="-120"/>
              </a:rPr>
              <a:t>— Del Hunminjeongeum (“Sonidos correctos para la instrucción del pueblo”), 1446.</a:t>
            </a:r>
          </a:p>
          <a:p>
            <a:pPr marL="0" indent="0">
              <a:lnSpc>
                <a:spcPct val="130000"/>
              </a:lnSpc>
              <a:buNone/>
            </a:pPr>
            <a:r>
              <a:rPr lang="es-ES" sz="1000" dirty="0">
                <a:solidFill>
                  <a:srgbClr val="9A92A8"/>
                </a:solidFill>
                <a:latin typeface="Calibri" pitchFamily="34" charset="0"/>
                <a:ea typeface="Calibri" pitchFamily="34" charset="-122"/>
                <a:cs typeface="Calibri" pitchFamily="34" charset="-120"/>
              </a:rPr>
              <a:t>Fuente: Hangeul — El alfabeto único de Corea, Fundación Corea (KF / 한국국제교류재단), 2010.</a:t>
            </a:r>
          </a:p>
        </p:txBody>
      </p:sp>
      <p:pic>
        <p:nvPicPr>
          <p:cNvPr id="6" name="Image 1" descr="/sessions/sleepy-zen-cray/mnt/outputs/deck_assets/sello_linea_v1_01.png"/>
          <p:cNvPicPr>
            <a:picLocks noChangeAspect="1"/>
          </p:cNvPicPr>
          <p:nvPr/>
        </p:nvPicPr>
        <p:blipFill>
          <a:blip r:embed="rId3"/>
          <a:stretch>
            <a:fillRect/>
          </a:stretch>
        </p:blipFill>
        <p:spPr>
          <a:xfrm>
            <a:off x="365760" y="6355080"/>
            <a:ext cx="411480" cy="411480"/>
          </a:xfrm>
          <a:prstGeom prst="rect">
            <a:avLst/>
          </a:prstGeom>
        </p:spPr>
      </p:pic>
      <p:sp>
        <p:nvSpPr>
          <p:cNvPr id="7" name="Text 3"/>
          <p:cNvSpPr/>
          <p:nvPr/>
        </p:nvSpPr>
        <p:spPr>
          <a:xfrm>
            <a:off x="914400" y="6492240"/>
            <a:ext cx="4572000" cy="228600"/>
          </a:xfrm>
          <a:prstGeom prst="rect">
            <a:avLst/>
          </a:prstGeom>
          <a:noFill/>
          <a:ln/>
        </p:spPr>
        <p:txBody>
          <a:bodyPr wrap="square" rtlCol="0" anchor="ctr"/>
          <a:lstStyle/>
          <a:p>
            <a:pPr marL="0" indent="0">
              <a:buNone/>
            </a:pPr>
            <a:r>
              <a:rPr lang="en-US" sz="800" b="1" dirty="0">
                <a:solidFill>
                  <a:srgbClr val="6B6B7C"/>
                </a:solidFill>
                <a:latin typeface="Calibri" pitchFamily="34" charset="0"/>
                <a:ea typeface="Calibri" pitchFamily="34" charset="-122"/>
                <a:cs typeface="Calibri" pitchFamily="34" charset="-120"/>
              </a:rPr>
              <a:t>ACADEMIA SEÚL  ·  MÉTODO CHINGU™</a:t>
            </a:r>
            <a:endParaRPr lang="en-US" sz="800" dirty="0"/>
          </a:p>
        </p:txBody>
      </p:sp>
      <p:sp>
        <p:nvSpPr>
          <p:cNvPr id="8" name="Text 4"/>
          <p:cNvSpPr/>
          <p:nvPr/>
        </p:nvSpPr>
        <p:spPr>
          <a:xfrm>
            <a:off x="7315200" y="6492240"/>
            <a:ext cx="4572000" cy="228600"/>
          </a:xfrm>
          <a:prstGeom prst="rect">
            <a:avLst/>
          </a:prstGeom>
          <a:noFill/>
          <a:ln/>
        </p:spPr>
        <p:txBody>
          <a:bodyPr wrap="square" rtlCol="0" anchor="ctr"/>
          <a:lstStyle/>
          <a:p>
            <a:pPr marL="0" indent="0" algn="r">
              <a:buNone/>
            </a:pPr>
            <a:r>
              <a:rPr lang="en-US" sz="800" b="1" dirty="0">
                <a:solidFill>
                  <a:srgbClr val="6B6B7C"/>
                </a:solidFill>
                <a:latin typeface="Calibri" pitchFamily="34" charset="0"/>
                <a:ea typeface="Calibri" pitchFamily="34" charset="-122"/>
                <a:cs typeface="Calibri" pitchFamily="34" charset="-120"/>
              </a:rPr>
              <a:t>INTRO  ·  FUENTE: KF 2010</a:t>
            </a:r>
            <a:endParaRPr lang="en-US" sz="800" dirty="0"/>
          </a:p>
        </p:txBody>
      </p:sp>
      <p:pic>
        <p:nvPicPr>
          <p:cNvPr id="9" name="Image 0" descr="/sessions/sleepy-zen-cray/mnt/outputs/deck_assets/logo_var2_azul.png">
            <a:extLst>
              <a:ext uri="{FF2B5EF4-FFF2-40B4-BE49-F238E27FC236}">
                <a16:creationId xmlns:a16="http://schemas.microsoft.com/office/drawing/2014/main" id="{C4E37DD5-DB10-D330-E9DF-7FE42F0A4F2C}"/>
              </a:ext>
            </a:extLst>
          </p:cNvPr>
          <p:cNvPicPr>
            <a:picLocks noChangeAspect="1"/>
          </p:cNvPicPr>
          <p:nvPr/>
        </p:nvPicPr>
        <p:blipFill>
          <a:blip r:embed="rId4"/>
          <a:stretch>
            <a:fillRect/>
          </a:stretch>
        </p:blipFill>
        <p:spPr>
          <a:xfrm>
            <a:off x="9778365" y="-760095"/>
            <a:ext cx="2571750" cy="257175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DBB68E-6C38-B981-F5D8-6757336BAA64}"/>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649A9B2E-FF20-25FF-7C96-2ECA2C971846}"/>
              </a:ext>
            </a:extLst>
          </p:cNvPr>
          <p:cNvPicPr>
            <a:picLocks noChangeAspect="1"/>
          </p:cNvPicPr>
          <p:nvPr/>
        </p:nvPicPr>
        <p:blipFill>
          <a:blip r:embed="rId2"/>
          <a:stretch>
            <a:fillRect/>
          </a:stretch>
        </p:blipFill>
        <p:spPr>
          <a:xfrm>
            <a:off x="2737304" y="441557"/>
            <a:ext cx="5289097" cy="5974886"/>
          </a:xfrm>
          <a:prstGeom prst="rect">
            <a:avLst/>
          </a:prstGeom>
        </p:spPr>
      </p:pic>
      <p:pic>
        <p:nvPicPr>
          <p:cNvPr id="2" name="Image 0" descr="/sessions/sleepy-zen-cray/mnt/outputs/deck_assets/logo_var2_azul.png">
            <a:extLst>
              <a:ext uri="{FF2B5EF4-FFF2-40B4-BE49-F238E27FC236}">
                <a16:creationId xmlns:a16="http://schemas.microsoft.com/office/drawing/2014/main" id="{8D9D7321-92F7-4C06-3D3B-1D4A8972B1AE}"/>
              </a:ext>
            </a:extLst>
          </p:cNvPr>
          <p:cNvPicPr>
            <a:picLocks noChangeAspect="1"/>
          </p:cNvPicPr>
          <p:nvPr/>
        </p:nvPicPr>
        <p:blipFill>
          <a:blip r:embed="rId3"/>
          <a:stretch>
            <a:fillRect/>
          </a:stretch>
        </p:blipFill>
        <p:spPr>
          <a:xfrm>
            <a:off x="9778365" y="-760095"/>
            <a:ext cx="2571750" cy="2571750"/>
          </a:xfrm>
          <a:prstGeom prst="rect">
            <a:avLst/>
          </a:prstGeom>
        </p:spPr>
      </p:pic>
    </p:spTree>
    <p:extLst>
      <p:ext uri="{BB962C8B-B14F-4D97-AF65-F5344CB8AC3E}">
        <p14:creationId xmlns:p14="http://schemas.microsoft.com/office/powerpoint/2010/main" val="266306043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42B6EB2-0F6B-AEFC-7D9D-AE5E6BF926F9}"/>
              </a:ext>
            </a:extLst>
          </p:cNvPr>
          <p:cNvPicPr>
            <a:picLocks noChangeAspect="1"/>
          </p:cNvPicPr>
          <p:nvPr/>
        </p:nvPicPr>
        <p:blipFill>
          <a:blip r:embed="rId2"/>
          <a:stretch>
            <a:fillRect/>
          </a:stretch>
        </p:blipFill>
        <p:spPr>
          <a:xfrm>
            <a:off x="358736" y="215585"/>
            <a:ext cx="11474527" cy="6642415"/>
          </a:xfrm>
          <a:prstGeom prst="rect">
            <a:avLst/>
          </a:prstGeom>
        </p:spPr>
      </p:pic>
      <p:pic>
        <p:nvPicPr>
          <p:cNvPr id="2" name="Image 0" descr="/sessions/sleepy-zen-cray/mnt/outputs/deck_assets/logo_var2_azul.png">
            <a:extLst>
              <a:ext uri="{FF2B5EF4-FFF2-40B4-BE49-F238E27FC236}">
                <a16:creationId xmlns:a16="http://schemas.microsoft.com/office/drawing/2014/main" id="{0D5255D5-33B3-74D3-FCC6-73B487C31D5A}"/>
              </a:ext>
            </a:extLst>
          </p:cNvPr>
          <p:cNvPicPr>
            <a:picLocks noChangeAspect="1"/>
          </p:cNvPicPr>
          <p:nvPr/>
        </p:nvPicPr>
        <p:blipFill>
          <a:blip r:embed="rId3"/>
          <a:stretch>
            <a:fillRect/>
          </a:stretch>
        </p:blipFill>
        <p:spPr>
          <a:xfrm>
            <a:off x="9778365" y="-760095"/>
            <a:ext cx="2571750" cy="2571750"/>
          </a:xfrm>
          <a:prstGeom prst="rect">
            <a:avLst/>
          </a:prstGeom>
        </p:spPr>
      </p:pic>
    </p:spTree>
    <p:extLst>
      <p:ext uri="{BB962C8B-B14F-4D97-AF65-F5344CB8AC3E}">
        <p14:creationId xmlns:p14="http://schemas.microsoft.com/office/powerpoint/2010/main" val="368626347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CCAF6E-0E61-585B-6F01-709691F4C813}"/>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A171C2EE-C052-5BC9-DE1C-47039BDCBB4B}"/>
              </a:ext>
            </a:extLst>
          </p:cNvPr>
          <p:cNvPicPr>
            <a:picLocks noChangeAspect="1"/>
          </p:cNvPicPr>
          <p:nvPr/>
        </p:nvPicPr>
        <p:blipFill>
          <a:blip r:embed="rId2"/>
          <a:stretch>
            <a:fillRect/>
          </a:stretch>
        </p:blipFill>
        <p:spPr>
          <a:xfrm>
            <a:off x="1968000" y="0"/>
            <a:ext cx="8256000" cy="6858000"/>
          </a:xfrm>
          <a:prstGeom prst="rect">
            <a:avLst/>
          </a:prstGeom>
        </p:spPr>
      </p:pic>
      <p:pic>
        <p:nvPicPr>
          <p:cNvPr id="2" name="Image 0" descr="/sessions/sleepy-zen-cray/mnt/outputs/deck_assets/logo_var2_azul.png">
            <a:extLst>
              <a:ext uri="{FF2B5EF4-FFF2-40B4-BE49-F238E27FC236}">
                <a16:creationId xmlns:a16="http://schemas.microsoft.com/office/drawing/2014/main" id="{4C8B836E-C54E-8D56-FB56-AB1CBA919367}"/>
              </a:ext>
            </a:extLst>
          </p:cNvPr>
          <p:cNvPicPr>
            <a:picLocks noChangeAspect="1"/>
          </p:cNvPicPr>
          <p:nvPr/>
        </p:nvPicPr>
        <p:blipFill>
          <a:blip r:embed="rId3"/>
          <a:stretch>
            <a:fillRect/>
          </a:stretch>
        </p:blipFill>
        <p:spPr>
          <a:xfrm>
            <a:off x="9778365" y="-760095"/>
            <a:ext cx="2571750" cy="2571750"/>
          </a:xfrm>
          <a:prstGeom prst="rect">
            <a:avLst/>
          </a:prstGeom>
        </p:spPr>
      </p:pic>
    </p:spTree>
    <p:extLst>
      <p:ext uri="{BB962C8B-B14F-4D97-AF65-F5344CB8AC3E}">
        <p14:creationId xmlns:p14="http://schemas.microsoft.com/office/powerpoint/2010/main" val="15098451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731E3513-9ED8-9C42-F700-97C1ECE437A2}"/>
              </a:ext>
            </a:extLst>
          </p:cNvPr>
          <p:cNvPicPr>
            <a:picLocks noChangeAspect="1"/>
          </p:cNvPicPr>
          <p:nvPr/>
        </p:nvPicPr>
        <p:blipFill>
          <a:blip r:embed="rId2"/>
          <a:stretch>
            <a:fillRect/>
          </a:stretch>
        </p:blipFill>
        <p:spPr>
          <a:xfrm>
            <a:off x="268126" y="0"/>
            <a:ext cx="11655748" cy="6858000"/>
          </a:xfrm>
          <a:prstGeom prst="rect">
            <a:avLst/>
          </a:prstGeom>
        </p:spPr>
      </p:pic>
      <p:pic>
        <p:nvPicPr>
          <p:cNvPr id="2" name="Image 0" descr="/sessions/sleepy-zen-cray/mnt/outputs/deck_assets/logo_var2_azul.png">
            <a:extLst>
              <a:ext uri="{FF2B5EF4-FFF2-40B4-BE49-F238E27FC236}">
                <a16:creationId xmlns:a16="http://schemas.microsoft.com/office/drawing/2014/main" id="{BA19652E-9E50-136A-CB91-49F5A6D3952B}"/>
              </a:ext>
            </a:extLst>
          </p:cNvPr>
          <p:cNvPicPr>
            <a:picLocks noChangeAspect="1"/>
          </p:cNvPicPr>
          <p:nvPr/>
        </p:nvPicPr>
        <p:blipFill>
          <a:blip r:embed="rId3"/>
          <a:stretch>
            <a:fillRect/>
          </a:stretch>
        </p:blipFill>
        <p:spPr>
          <a:xfrm>
            <a:off x="9778365" y="-760095"/>
            <a:ext cx="2571750" cy="2571750"/>
          </a:xfrm>
          <a:prstGeom prst="rect">
            <a:avLst/>
          </a:prstGeom>
        </p:spPr>
      </p:pic>
    </p:spTree>
    <p:extLst>
      <p:ext uri="{BB962C8B-B14F-4D97-AF65-F5344CB8AC3E}">
        <p14:creationId xmlns:p14="http://schemas.microsoft.com/office/powerpoint/2010/main" val="152060037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BBDFF2-4950-82F5-D12E-72D5A74B1F97}"/>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60077B31-F9C5-D52B-9EA6-DAAFFE02DEC7}"/>
              </a:ext>
            </a:extLst>
          </p:cNvPr>
          <p:cNvPicPr>
            <a:picLocks noChangeAspect="1"/>
          </p:cNvPicPr>
          <p:nvPr/>
        </p:nvPicPr>
        <p:blipFill>
          <a:blip r:embed="rId2"/>
          <a:stretch>
            <a:fillRect/>
          </a:stretch>
        </p:blipFill>
        <p:spPr>
          <a:xfrm>
            <a:off x="2390706" y="509711"/>
            <a:ext cx="7410588" cy="6015779"/>
          </a:xfrm>
          <a:prstGeom prst="rect">
            <a:avLst/>
          </a:prstGeom>
        </p:spPr>
      </p:pic>
      <p:pic>
        <p:nvPicPr>
          <p:cNvPr id="2" name="Image 0" descr="/sessions/sleepy-zen-cray/mnt/outputs/deck_assets/logo_var2_azul.png">
            <a:extLst>
              <a:ext uri="{FF2B5EF4-FFF2-40B4-BE49-F238E27FC236}">
                <a16:creationId xmlns:a16="http://schemas.microsoft.com/office/drawing/2014/main" id="{43670E1E-CBA4-A580-685A-9D3CD2B1A331}"/>
              </a:ext>
            </a:extLst>
          </p:cNvPr>
          <p:cNvPicPr>
            <a:picLocks noChangeAspect="1"/>
          </p:cNvPicPr>
          <p:nvPr/>
        </p:nvPicPr>
        <p:blipFill>
          <a:blip r:embed="rId3"/>
          <a:stretch>
            <a:fillRect/>
          </a:stretch>
        </p:blipFill>
        <p:spPr>
          <a:xfrm>
            <a:off x="9778365" y="-760095"/>
            <a:ext cx="2571750" cy="2571750"/>
          </a:xfrm>
          <a:prstGeom prst="rect">
            <a:avLst/>
          </a:prstGeom>
        </p:spPr>
      </p:pic>
    </p:spTree>
    <p:extLst>
      <p:ext uri="{BB962C8B-B14F-4D97-AF65-F5344CB8AC3E}">
        <p14:creationId xmlns:p14="http://schemas.microsoft.com/office/powerpoint/2010/main" val="207515035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C56FA546-0792-6569-6620-ABA7EB07BCED}"/>
              </a:ext>
            </a:extLst>
          </p:cNvPr>
          <p:cNvPicPr>
            <a:picLocks noChangeAspect="1"/>
          </p:cNvPicPr>
          <p:nvPr/>
        </p:nvPicPr>
        <p:blipFill>
          <a:blip r:embed="rId2"/>
          <a:stretch>
            <a:fillRect/>
          </a:stretch>
        </p:blipFill>
        <p:spPr>
          <a:xfrm>
            <a:off x="2325820" y="77317"/>
            <a:ext cx="7150689" cy="6503592"/>
          </a:xfrm>
          <a:prstGeom prst="rect">
            <a:avLst/>
          </a:prstGeom>
        </p:spPr>
      </p:pic>
      <p:pic>
        <p:nvPicPr>
          <p:cNvPr id="2" name="Image 0" descr="/sessions/sleepy-zen-cray/mnt/outputs/deck_assets/logo_var2_azul.png">
            <a:extLst>
              <a:ext uri="{FF2B5EF4-FFF2-40B4-BE49-F238E27FC236}">
                <a16:creationId xmlns:a16="http://schemas.microsoft.com/office/drawing/2014/main" id="{C1144166-163D-D01E-9AB8-423CF397243B}"/>
              </a:ext>
            </a:extLst>
          </p:cNvPr>
          <p:cNvPicPr>
            <a:picLocks noChangeAspect="1"/>
          </p:cNvPicPr>
          <p:nvPr/>
        </p:nvPicPr>
        <p:blipFill>
          <a:blip r:embed="rId3"/>
          <a:stretch>
            <a:fillRect/>
          </a:stretch>
        </p:blipFill>
        <p:spPr>
          <a:xfrm>
            <a:off x="9778365" y="-760095"/>
            <a:ext cx="2571750" cy="2571750"/>
          </a:xfrm>
          <a:prstGeom prst="rect">
            <a:avLst/>
          </a:prstGeom>
        </p:spPr>
      </p:pic>
    </p:spTree>
    <p:extLst>
      <p:ext uri="{BB962C8B-B14F-4D97-AF65-F5344CB8AC3E}">
        <p14:creationId xmlns:p14="http://schemas.microsoft.com/office/powerpoint/2010/main" val="126389636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marL="0" indent="0">
              <a:buNone/>
            </a:pPr>
            <a:r>
              <a:rPr lang="en-US" sz="900" b="1" kern="0" spc="600" dirty="0">
                <a:solidFill>
                  <a:srgbClr val="3D2EE8"/>
                </a:solidFill>
                <a:latin typeface="Calibri" pitchFamily="34" charset="0"/>
                <a:ea typeface="Calibri" pitchFamily="34" charset="-122"/>
                <a:cs typeface="Calibri" pitchFamily="34" charset="-120"/>
              </a:rPr>
              <a:t>OBJETIVOS</a:t>
            </a:r>
            <a:endParaRPr lang="en-US" sz="900" dirty="0"/>
          </a:p>
        </p:txBody>
      </p:sp>
      <p:sp>
        <p:nvSpPr>
          <p:cNvPr id="3" name="Text 1"/>
          <p:cNvSpPr/>
          <p:nvPr/>
        </p:nvSpPr>
        <p:spPr>
          <a:xfrm>
            <a:off x="548640" y="822960"/>
            <a:ext cx="10515600" cy="640080"/>
          </a:xfrm>
          <a:prstGeom prst="rect">
            <a:avLst/>
          </a:prstGeom>
          <a:noFill/>
          <a:ln/>
        </p:spPr>
        <p:txBody>
          <a:bodyPr wrap="square" rtlCol="0" anchor="ctr"/>
          <a:lstStyle/>
          <a:p>
            <a:pPr marL="0" indent="0">
              <a:buNone/>
            </a:pPr>
            <a:r>
              <a:rPr lang="en-US" sz="2600" b="1" dirty="0">
                <a:solidFill>
                  <a:srgbClr val="1A1A2E"/>
                </a:solidFill>
                <a:latin typeface="Calibri" pitchFamily="34" charset="0"/>
                <a:ea typeface="Calibri" pitchFamily="34" charset="-122"/>
                <a:cs typeface="Calibri" pitchFamily="34" charset="-120"/>
              </a:rPr>
              <a:t>Lo que vas a saber en 60 minutos</a:t>
            </a:r>
            <a:endParaRPr lang="en-US" sz="2600" dirty="0"/>
          </a:p>
        </p:txBody>
      </p:sp>
      <p:sp>
        <p:nvSpPr>
          <p:cNvPr id="4" name="Shape 2"/>
          <p:cNvSpPr/>
          <p:nvPr/>
        </p:nvSpPr>
        <p:spPr>
          <a:xfrm>
            <a:off x="548640" y="1828800"/>
            <a:ext cx="2743200" cy="1280160"/>
          </a:xfrm>
          <a:prstGeom prst="roundRect">
            <a:avLst>
              <a:gd name="adj" fmla="val 7143"/>
            </a:avLst>
          </a:prstGeom>
          <a:solidFill>
            <a:srgbClr val="E8E5F8"/>
          </a:solidFill>
          <a:ln w="12700">
            <a:solidFill>
              <a:srgbClr val="E8E5F8"/>
            </a:solidFill>
            <a:prstDash val="solid"/>
          </a:ln>
        </p:spPr>
      </p:sp>
      <p:sp>
        <p:nvSpPr>
          <p:cNvPr id="5" name="Text 3"/>
          <p:cNvSpPr/>
          <p:nvPr/>
        </p:nvSpPr>
        <p:spPr>
          <a:xfrm>
            <a:off x="548640" y="1965960"/>
            <a:ext cx="2743200" cy="502920"/>
          </a:xfrm>
          <a:prstGeom prst="rect">
            <a:avLst/>
          </a:prstGeom>
          <a:noFill/>
          <a:ln/>
        </p:spPr>
        <p:txBody>
          <a:bodyPr wrap="square" rtlCol="0" anchor="ctr"/>
          <a:lstStyle/>
          <a:p>
            <a:pPr marL="0" indent="0" algn="ctr">
              <a:buNone/>
            </a:pPr>
            <a:r>
              <a:rPr lang="en-US" sz="2200" b="1" dirty="0">
                <a:solidFill>
                  <a:srgbClr val="1A1A2E"/>
                </a:solidFill>
                <a:latin typeface="Malgun Gothic" pitchFamily="34" charset="0"/>
                <a:ea typeface="Malgun Gothic" pitchFamily="34" charset="-122"/>
                <a:cs typeface="Malgun Gothic" pitchFamily="34" charset="-120"/>
              </a:rPr>
              <a:t>✅ 모음</a:t>
            </a:r>
            <a:endParaRPr lang="en-US" sz="2200" dirty="0"/>
          </a:p>
        </p:txBody>
      </p:sp>
      <p:sp>
        <p:nvSpPr>
          <p:cNvPr id="6" name="Text 4"/>
          <p:cNvSpPr/>
          <p:nvPr/>
        </p:nvSpPr>
        <p:spPr>
          <a:xfrm>
            <a:off x="548640" y="2542032"/>
            <a:ext cx="2743200" cy="502920"/>
          </a:xfrm>
          <a:prstGeom prst="rect">
            <a:avLst/>
          </a:prstGeom>
          <a:noFill/>
          <a:ln/>
        </p:spPr>
        <p:txBody>
          <a:bodyPr wrap="square" rtlCol="0" anchor="ctr"/>
          <a:lstStyle/>
          <a:p>
            <a:pPr marL="0" indent="0" algn="ctr">
              <a:buNone/>
            </a:pPr>
            <a:r>
              <a:rPr lang="en-US" sz="1200" dirty="0">
                <a:solidFill>
                  <a:srgbClr val="1A1A2E"/>
                </a:solidFill>
                <a:latin typeface="Calibri" pitchFamily="34" charset="0"/>
                <a:ea typeface="Calibri" pitchFamily="34" charset="-122"/>
                <a:cs typeface="Calibri" pitchFamily="34" charset="-120"/>
              </a:rPr>
              <a:t>Las 6 vocales básicas</a:t>
            </a:r>
            <a:endParaRPr lang="en-US" sz="1200" dirty="0"/>
          </a:p>
        </p:txBody>
      </p:sp>
      <p:sp>
        <p:nvSpPr>
          <p:cNvPr id="7" name="Shape 5"/>
          <p:cNvSpPr/>
          <p:nvPr/>
        </p:nvSpPr>
        <p:spPr>
          <a:xfrm>
            <a:off x="3410712" y="1828800"/>
            <a:ext cx="2743200" cy="1280160"/>
          </a:xfrm>
          <a:prstGeom prst="roundRect">
            <a:avLst>
              <a:gd name="adj" fmla="val 7143"/>
            </a:avLst>
          </a:prstGeom>
          <a:solidFill>
            <a:srgbClr val="FFE2E2"/>
          </a:solidFill>
          <a:ln w="12700">
            <a:solidFill>
              <a:srgbClr val="FFE2E2"/>
            </a:solidFill>
            <a:prstDash val="solid"/>
          </a:ln>
        </p:spPr>
      </p:sp>
      <p:sp>
        <p:nvSpPr>
          <p:cNvPr id="8" name="Text 6"/>
          <p:cNvSpPr/>
          <p:nvPr/>
        </p:nvSpPr>
        <p:spPr>
          <a:xfrm>
            <a:off x="3410712" y="1965960"/>
            <a:ext cx="2743200" cy="502920"/>
          </a:xfrm>
          <a:prstGeom prst="rect">
            <a:avLst/>
          </a:prstGeom>
          <a:noFill/>
          <a:ln/>
        </p:spPr>
        <p:txBody>
          <a:bodyPr wrap="square" rtlCol="0" anchor="ctr"/>
          <a:lstStyle/>
          <a:p>
            <a:pPr marL="0" indent="0" algn="ctr">
              <a:buNone/>
            </a:pPr>
            <a:r>
              <a:rPr lang="en-US" sz="2200" b="1" dirty="0">
                <a:solidFill>
                  <a:srgbClr val="1A1A2E"/>
                </a:solidFill>
                <a:latin typeface="Malgun Gothic" pitchFamily="34" charset="0"/>
                <a:ea typeface="Malgun Gothic" pitchFamily="34" charset="-122"/>
                <a:cs typeface="Malgun Gothic" pitchFamily="34" charset="-120"/>
              </a:rPr>
              <a:t>✅ 자음</a:t>
            </a:r>
            <a:endParaRPr lang="en-US" sz="2200" dirty="0"/>
          </a:p>
        </p:txBody>
      </p:sp>
      <p:sp>
        <p:nvSpPr>
          <p:cNvPr id="9" name="Text 7"/>
          <p:cNvSpPr/>
          <p:nvPr/>
        </p:nvSpPr>
        <p:spPr>
          <a:xfrm>
            <a:off x="3410712" y="2542032"/>
            <a:ext cx="2743200" cy="502920"/>
          </a:xfrm>
          <a:prstGeom prst="rect">
            <a:avLst/>
          </a:prstGeom>
          <a:noFill/>
          <a:ln/>
        </p:spPr>
        <p:txBody>
          <a:bodyPr wrap="square" rtlCol="0" anchor="ctr"/>
          <a:lstStyle/>
          <a:p>
            <a:pPr marL="0" indent="0" algn="ctr">
              <a:buNone/>
            </a:pPr>
            <a:r>
              <a:rPr lang="en-US" sz="1200" dirty="0">
                <a:solidFill>
                  <a:srgbClr val="1A1A2E"/>
                </a:solidFill>
                <a:latin typeface="Calibri" pitchFamily="34" charset="0"/>
                <a:ea typeface="Calibri" pitchFamily="34" charset="-122"/>
                <a:cs typeface="Calibri" pitchFamily="34" charset="-120"/>
              </a:rPr>
              <a:t>7 consonantes más usadas</a:t>
            </a:r>
            <a:endParaRPr lang="en-US" sz="1200" dirty="0"/>
          </a:p>
        </p:txBody>
      </p:sp>
      <p:sp>
        <p:nvSpPr>
          <p:cNvPr id="10" name="Shape 8"/>
          <p:cNvSpPr/>
          <p:nvPr/>
        </p:nvSpPr>
        <p:spPr>
          <a:xfrm>
            <a:off x="6272784" y="1828800"/>
            <a:ext cx="2743200" cy="1280160"/>
          </a:xfrm>
          <a:prstGeom prst="roundRect">
            <a:avLst>
              <a:gd name="adj" fmla="val 7143"/>
            </a:avLst>
          </a:prstGeom>
          <a:solidFill>
            <a:srgbClr val="E8E5F8"/>
          </a:solidFill>
          <a:ln w="12700">
            <a:solidFill>
              <a:srgbClr val="E8E5F8"/>
            </a:solidFill>
            <a:prstDash val="solid"/>
          </a:ln>
        </p:spPr>
      </p:sp>
      <p:sp>
        <p:nvSpPr>
          <p:cNvPr id="11" name="Text 9"/>
          <p:cNvSpPr/>
          <p:nvPr/>
        </p:nvSpPr>
        <p:spPr>
          <a:xfrm>
            <a:off x="6272784" y="1965960"/>
            <a:ext cx="2743200" cy="502920"/>
          </a:xfrm>
          <a:prstGeom prst="rect">
            <a:avLst/>
          </a:prstGeom>
          <a:noFill/>
          <a:ln/>
        </p:spPr>
        <p:txBody>
          <a:bodyPr wrap="square" rtlCol="0" anchor="ctr"/>
          <a:lstStyle/>
          <a:p>
            <a:pPr marL="0" indent="0" algn="ctr">
              <a:buNone/>
            </a:pPr>
            <a:r>
              <a:rPr lang="en-US" sz="2200" b="1" dirty="0">
                <a:solidFill>
                  <a:srgbClr val="1A1A2E"/>
                </a:solidFill>
                <a:latin typeface="Malgun Gothic" pitchFamily="34" charset="0"/>
                <a:ea typeface="Malgun Gothic" pitchFamily="34" charset="-122"/>
                <a:cs typeface="Malgun Gothic" pitchFamily="34" charset="-120"/>
              </a:rPr>
              <a:t>✅ 음절</a:t>
            </a:r>
            <a:endParaRPr lang="en-US" sz="2200" dirty="0"/>
          </a:p>
        </p:txBody>
      </p:sp>
      <p:sp>
        <p:nvSpPr>
          <p:cNvPr id="12" name="Text 10"/>
          <p:cNvSpPr/>
          <p:nvPr/>
        </p:nvSpPr>
        <p:spPr>
          <a:xfrm>
            <a:off x="6272784" y="2542032"/>
            <a:ext cx="2743200" cy="502920"/>
          </a:xfrm>
          <a:prstGeom prst="rect">
            <a:avLst/>
          </a:prstGeom>
          <a:noFill/>
          <a:ln/>
        </p:spPr>
        <p:txBody>
          <a:bodyPr wrap="square" rtlCol="0" anchor="ctr"/>
          <a:lstStyle/>
          <a:p>
            <a:pPr marL="0" indent="0" algn="ctr">
              <a:buNone/>
            </a:pPr>
            <a:r>
              <a:rPr lang="en-US" sz="1200" dirty="0">
                <a:solidFill>
                  <a:srgbClr val="1A1A2E"/>
                </a:solidFill>
                <a:latin typeface="Calibri" pitchFamily="34" charset="0"/>
                <a:ea typeface="Calibri" pitchFamily="34" charset="-122"/>
                <a:cs typeface="Calibri" pitchFamily="34" charset="-120"/>
              </a:rPr>
              <a:t>Cómo armar sílabas</a:t>
            </a:r>
            <a:endParaRPr lang="en-US" sz="1200" dirty="0"/>
          </a:p>
        </p:txBody>
      </p:sp>
      <p:sp>
        <p:nvSpPr>
          <p:cNvPr id="13" name="Shape 11"/>
          <p:cNvSpPr/>
          <p:nvPr/>
        </p:nvSpPr>
        <p:spPr>
          <a:xfrm>
            <a:off x="9134856" y="1828800"/>
            <a:ext cx="2743200" cy="1280160"/>
          </a:xfrm>
          <a:prstGeom prst="roundRect">
            <a:avLst>
              <a:gd name="adj" fmla="val 7143"/>
            </a:avLst>
          </a:prstGeom>
          <a:solidFill>
            <a:srgbClr val="FFE2E2"/>
          </a:solidFill>
          <a:ln w="12700">
            <a:solidFill>
              <a:srgbClr val="FFE2E2"/>
            </a:solidFill>
            <a:prstDash val="solid"/>
          </a:ln>
        </p:spPr>
      </p:sp>
      <p:sp>
        <p:nvSpPr>
          <p:cNvPr id="14" name="Text 12"/>
          <p:cNvSpPr/>
          <p:nvPr/>
        </p:nvSpPr>
        <p:spPr>
          <a:xfrm>
            <a:off x="9134856" y="1965960"/>
            <a:ext cx="2743200" cy="502920"/>
          </a:xfrm>
          <a:prstGeom prst="rect">
            <a:avLst/>
          </a:prstGeom>
          <a:noFill/>
          <a:ln/>
        </p:spPr>
        <p:txBody>
          <a:bodyPr wrap="square" rtlCol="0" anchor="ctr"/>
          <a:lstStyle/>
          <a:p>
            <a:pPr marL="0" indent="0" algn="ctr">
              <a:buNone/>
            </a:pPr>
            <a:r>
              <a:rPr lang="en-US" sz="2200" b="1" dirty="0">
                <a:solidFill>
                  <a:srgbClr val="1A1A2E"/>
                </a:solidFill>
                <a:latin typeface="Malgun Gothic" pitchFamily="34" charset="0"/>
                <a:ea typeface="Malgun Gothic" pitchFamily="34" charset="-122"/>
                <a:cs typeface="Malgun Gothic" pitchFamily="34" charset="-120"/>
              </a:rPr>
              <a:t>✅ 이름</a:t>
            </a:r>
            <a:endParaRPr lang="en-US" sz="2200" dirty="0"/>
          </a:p>
        </p:txBody>
      </p:sp>
      <p:sp>
        <p:nvSpPr>
          <p:cNvPr id="15" name="Text 13"/>
          <p:cNvSpPr/>
          <p:nvPr/>
        </p:nvSpPr>
        <p:spPr>
          <a:xfrm>
            <a:off x="9134856" y="2542032"/>
            <a:ext cx="2743200" cy="502920"/>
          </a:xfrm>
          <a:prstGeom prst="rect">
            <a:avLst/>
          </a:prstGeom>
          <a:noFill/>
          <a:ln/>
        </p:spPr>
        <p:txBody>
          <a:bodyPr wrap="square" rtlCol="0" anchor="ctr"/>
          <a:lstStyle/>
          <a:p>
            <a:pPr marL="0" indent="0" algn="ctr">
              <a:buNone/>
            </a:pPr>
            <a:r>
              <a:rPr lang="en-US" sz="1200" dirty="0">
                <a:solidFill>
                  <a:srgbClr val="1A1A2E"/>
                </a:solidFill>
                <a:latin typeface="Calibri" pitchFamily="34" charset="0"/>
                <a:ea typeface="Calibri" pitchFamily="34" charset="-122"/>
                <a:cs typeface="Calibri" pitchFamily="34" charset="-120"/>
              </a:rPr>
              <a:t>Tu nombre en Hangul</a:t>
            </a:r>
            <a:endParaRPr lang="en-US" sz="1200" dirty="0"/>
          </a:p>
        </p:txBody>
      </p:sp>
      <p:sp>
        <p:nvSpPr>
          <p:cNvPr id="16" name="Shape 14"/>
          <p:cNvSpPr/>
          <p:nvPr/>
        </p:nvSpPr>
        <p:spPr>
          <a:xfrm>
            <a:off x="548640" y="3246120"/>
            <a:ext cx="2743200" cy="1280160"/>
          </a:xfrm>
          <a:prstGeom prst="roundRect">
            <a:avLst>
              <a:gd name="adj" fmla="val 7143"/>
            </a:avLst>
          </a:prstGeom>
          <a:solidFill>
            <a:srgbClr val="E8E5F8"/>
          </a:solidFill>
          <a:ln w="12700">
            <a:solidFill>
              <a:srgbClr val="E8E5F8"/>
            </a:solidFill>
            <a:prstDash val="solid"/>
          </a:ln>
        </p:spPr>
      </p:sp>
      <p:sp>
        <p:nvSpPr>
          <p:cNvPr id="17" name="Text 15"/>
          <p:cNvSpPr/>
          <p:nvPr/>
        </p:nvSpPr>
        <p:spPr>
          <a:xfrm>
            <a:off x="548640" y="3383280"/>
            <a:ext cx="2743200" cy="502920"/>
          </a:xfrm>
          <a:prstGeom prst="rect">
            <a:avLst/>
          </a:prstGeom>
          <a:noFill/>
          <a:ln/>
        </p:spPr>
        <p:txBody>
          <a:bodyPr wrap="square" rtlCol="0" anchor="ctr"/>
          <a:lstStyle/>
          <a:p>
            <a:pPr marL="0" indent="0" algn="ctr">
              <a:buNone/>
            </a:pPr>
            <a:r>
              <a:rPr lang="en-US" sz="2200" b="1" dirty="0">
                <a:solidFill>
                  <a:srgbClr val="1A1A2E"/>
                </a:solidFill>
                <a:latin typeface="Malgun Gothic" pitchFamily="34" charset="0"/>
                <a:ea typeface="Malgun Gothic" pitchFamily="34" charset="-122"/>
                <a:cs typeface="Malgun Gothic" pitchFamily="34" charset="-120"/>
              </a:rPr>
              <a:t>✅ 단어</a:t>
            </a:r>
            <a:endParaRPr lang="en-US" sz="2200" dirty="0"/>
          </a:p>
        </p:txBody>
      </p:sp>
      <p:sp>
        <p:nvSpPr>
          <p:cNvPr id="18" name="Text 16"/>
          <p:cNvSpPr/>
          <p:nvPr/>
        </p:nvSpPr>
        <p:spPr>
          <a:xfrm>
            <a:off x="548640" y="3959352"/>
            <a:ext cx="2743200" cy="502920"/>
          </a:xfrm>
          <a:prstGeom prst="rect">
            <a:avLst/>
          </a:prstGeom>
          <a:noFill/>
          <a:ln/>
        </p:spPr>
        <p:txBody>
          <a:bodyPr wrap="square" rtlCol="0" anchor="ctr"/>
          <a:lstStyle/>
          <a:p>
            <a:pPr marL="0" indent="0" algn="ctr">
              <a:buNone/>
            </a:pPr>
            <a:r>
              <a:rPr lang="en-US" sz="1200" dirty="0">
                <a:solidFill>
                  <a:srgbClr val="1A1A2E"/>
                </a:solidFill>
                <a:latin typeface="Calibri" pitchFamily="34" charset="0"/>
                <a:ea typeface="Calibri" pitchFamily="34" charset="-122"/>
                <a:cs typeface="Calibri" pitchFamily="34" charset="-120"/>
              </a:rPr>
              <a:t>Palabras reales</a:t>
            </a:r>
            <a:endParaRPr lang="en-US" sz="1200" dirty="0"/>
          </a:p>
        </p:txBody>
      </p:sp>
      <p:sp>
        <p:nvSpPr>
          <p:cNvPr id="19" name="Shape 17"/>
          <p:cNvSpPr/>
          <p:nvPr/>
        </p:nvSpPr>
        <p:spPr>
          <a:xfrm>
            <a:off x="3410712" y="3246120"/>
            <a:ext cx="2743200" cy="1280160"/>
          </a:xfrm>
          <a:prstGeom prst="roundRect">
            <a:avLst>
              <a:gd name="adj" fmla="val 7143"/>
            </a:avLst>
          </a:prstGeom>
          <a:solidFill>
            <a:srgbClr val="FFE2E2"/>
          </a:solidFill>
          <a:ln w="12700">
            <a:solidFill>
              <a:srgbClr val="FFE2E2"/>
            </a:solidFill>
            <a:prstDash val="solid"/>
          </a:ln>
        </p:spPr>
      </p:sp>
      <p:sp>
        <p:nvSpPr>
          <p:cNvPr id="20" name="Text 18"/>
          <p:cNvSpPr/>
          <p:nvPr/>
        </p:nvSpPr>
        <p:spPr>
          <a:xfrm>
            <a:off x="3410712" y="3383280"/>
            <a:ext cx="2743200" cy="502920"/>
          </a:xfrm>
          <a:prstGeom prst="rect">
            <a:avLst/>
          </a:prstGeom>
          <a:noFill/>
          <a:ln/>
        </p:spPr>
        <p:txBody>
          <a:bodyPr wrap="square" rtlCol="0" anchor="ctr"/>
          <a:lstStyle/>
          <a:p>
            <a:pPr marL="0" indent="0" algn="ctr">
              <a:buNone/>
            </a:pPr>
            <a:r>
              <a:rPr lang="en-US" sz="2200" b="1" dirty="0">
                <a:solidFill>
                  <a:srgbClr val="1A1A2E"/>
                </a:solidFill>
                <a:latin typeface="Malgun Gothic" pitchFamily="34" charset="0"/>
                <a:ea typeface="Malgun Gothic" pitchFamily="34" charset="-122"/>
                <a:cs typeface="Malgun Gothic" pitchFamily="34" charset="-120"/>
              </a:rPr>
              <a:t>✅ K-pop</a:t>
            </a:r>
            <a:endParaRPr lang="en-US" sz="2200" dirty="0"/>
          </a:p>
        </p:txBody>
      </p:sp>
      <p:sp>
        <p:nvSpPr>
          <p:cNvPr id="21" name="Text 19"/>
          <p:cNvSpPr/>
          <p:nvPr/>
        </p:nvSpPr>
        <p:spPr>
          <a:xfrm>
            <a:off x="3410712" y="3959352"/>
            <a:ext cx="2743200" cy="502920"/>
          </a:xfrm>
          <a:prstGeom prst="rect">
            <a:avLst/>
          </a:prstGeom>
          <a:noFill/>
          <a:ln/>
        </p:spPr>
        <p:txBody>
          <a:bodyPr wrap="square" rtlCol="0" anchor="ctr"/>
          <a:lstStyle/>
          <a:p>
            <a:pPr marL="0" indent="0" algn="ctr">
              <a:buNone/>
            </a:pPr>
            <a:r>
              <a:rPr lang="en-US" sz="1200" dirty="0">
                <a:solidFill>
                  <a:srgbClr val="1A1A2E"/>
                </a:solidFill>
                <a:latin typeface="Calibri" pitchFamily="34" charset="0"/>
                <a:ea typeface="Calibri" pitchFamily="34" charset="-122"/>
                <a:cs typeface="Calibri" pitchFamily="34" charset="-120"/>
              </a:rPr>
              <a:t>Reconocer letras de K-dramas</a:t>
            </a:r>
            <a:endParaRPr lang="en-US" sz="1200" dirty="0"/>
          </a:p>
        </p:txBody>
      </p:sp>
      <p:pic>
        <p:nvPicPr>
          <p:cNvPr id="23" name="Image 1" descr="/sessions/sleepy-zen-cray/mnt/outputs/deck_assets/sello_linea_v1_01.png"/>
          <p:cNvPicPr>
            <a:picLocks noChangeAspect="1"/>
          </p:cNvPicPr>
          <p:nvPr/>
        </p:nvPicPr>
        <p:blipFill>
          <a:blip r:embed="rId3"/>
          <a:stretch>
            <a:fillRect/>
          </a:stretch>
        </p:blipFill>
        <p:spPr>
          <a:xfrm>
            <a:off x="365760" y="6355080"/>
            <a:ext cx="411480" cy="411480"/>
          </a:xfrm>
          <a:prstGeom prst="rect">
            <a:avLst/>
          </a:prstGeom>
        </p:spPr>
      </p:pic>
      <p:sp>
        <p:nvSpPr>
          <p:cNvPr id="24" name="Text 20"/>
          <p:cNvSpPr/>
          <p:nvPr/>
        </p:nvSpPr>
        <p:spPr>
          <a:xfrm>
            <a:off x="914400" y="6492240"/>
            <a:ext cx="4572000" cy="228600"/>
          </a:xfrm>
          <a:prstGeom prst="rect">
            <a:avLst/>
          </a:prstGeom>
          <a:noFill/>
          <a:ln/>
        </p:spPr>
        <p:txBody>
          <a:bodyPr wrap="square" rtlCol="0" anchor="ctr"/>
          <a:lstStyle/>
          <a:p>
            <a:pPr marL="0" indent="0">
              <a:buNone/>
            </a:pPr>
            <a:r>
              <a:rPr lang="en-US" sz="800" b="1" dirty="0">
                <a:solidFill>
                  <a:srgbClr val="6B6B7C"/>
                </a:solidFill>
                <a:latin typeface="Calibri" pitchFamily="34" charset="0"/>
                <a:ea typeface="Calibri" pitchFamily="34" charset="-122"/>
                <a:cs typeface="Calibri" pitchFamily="34" charset="-120"/>
              </a:rPr>
              <a:t>ACADEMIA SEÚL  ·  MÉTODO CHINGU™</a:t>
            </a:r>
            <a:endParaRPr lang="en-US" sz="800" dirty="0"/>
          </a:p>
        </p:txBody>
      </p:sp>
      <p:sp>
        <p:nvSpPr>
          <p:cNvPr id="25" name="Text 21"/>
          <p:cNvSpPr/>
          <p:nvPr/>
        </p:nvSpPr>
        <p:spPr>
          <a:xfrm>
            <a:off x="7315200" y="6492240"/>
            <a:ext cx="4572000" cy="228600"/>
          </a:xfrm>
          <a:prstGeom prst="rect">
            <a:avLst/>
          </a:prstGeom>
          <a:noFill/>
          <a:ln/>
        </p:spPr>
        <p:txBody>
          <a:bodyPr wrap="square" rtlCol="0" anchor="ctr"/>
          <a:lstStyle/>
          <a:p>
            <a:pPr marL="0" indent="0" algn="r">
              <a:buNone/>
            </a:pPr>
            <a:r>
              <a:rPr lang="en-US" sz="800" b="1" dirty="0">
                <a:solidFill>
                  <a:srgbClr val="6B6B7C"/>
                </a:solidFill>
                <a:latin typeface="Calibri" pitchFamily="34" charset="0"/>
                <a:ea typeface="Calibri" pitchFamily="34" charset="-122"/>
                <a:cs typeface="Calibri" pitchFamily="34" charset="-120"/>
              </a:rPr>
              <a:t>SES 03  ·  TALLER</a:t>
            </a:r>
            <a:endParaRPr lang="en-US" sz="800" dirty="0"/>
          </a:p>
        </p:txBody>
      </p:sp>
      <p:pic>
        <p:nvPicPr>
          <p:cNvPr id="27" name="Image 0" descr="/sessions/sleepy-zen-cray/mnt/outputs/deck_assets/logo_var2_azul.png">
            <a:extLst>
              <a:ext uri="{FF2B5EF4-FFF2-40B4-BE49-F238E27FC236}">
                <a16:creationId xmlns:a16="http://schemas.microsoft.com/office/drawing/2014/main" id="{5665D17F-672D-22AF-3251-D04C46F41C68}"/>
              </a:ext>
            </a:extLst>
          </p:cNvPr>
          <p:cNvPicPr>
            <a:picLocks noChangeAspect="1"/>
          </p:cNvPicPr>
          <p:nvPr/>
        </p:nvPicPr>
        <p:blipFill>
          <a:blip r:embed="rId4"/>
          <a:stretch>
            <a:fillRect/>
          </a:stretch>
        </p:blipFill>
        <p:spPr>
          <a:xfrm>
            <a:off x="9778365" y="-760095"/>
            <a:ext cx="2571750" cy="257175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365760" y="365760"/>
            <a:ext cx="6400800" cy="274320"/>
          </a:xfrm>
          <a:prstGeom prst="rect">
            <a:avLst/>
          </a:prstGeom>
          <a:noFill/>
          <a:ln/>
        </p:spPr>
        <p:txBody>
          <a:bodyPr wrap="square" rtlCol="0" anchor="ctr"/>
          <a:lstStyle/>
          <a:p>
            <a:pPr marL="0" indent="0">
              <a:buNone/>
            </a:pPr>
            <a:r>
              <a:rPr lang="en-US" sz="1200" b="1" kern="0" spc="800" dirty="0">
                <a:solidFill>
                  <a:srgbClr val="FE6768"/>
                </a:solidFill>
                <a:latin typeface="Trebuchet MS" pitchFamily="34" charset="0"/>
                <a:ea typeface="Trebuchet MS" pitchFamily="34" charset="-122"/>
                <a:cs typeface="Trebuchet MS" pitchFamily="34" charset="-120"/>
              </a:rPr>
              <a:t>§1.1 · CONTEXTO</a:t>
            </a:r>
            <a:endParaRPr lang="en-US" sz="1200" dirty="0"/>
          </a:p>
        </p:txBody>
      </p:sp>
      <p:sp>
        <p:nvSpPr>
          <p:cNvPr id="3" name="Text 1"/>
          <p:cNvSpPr/>
          <p:nvPr/>
        </p:nvSpPr>
        <p:spPr>
          <a:xfrm>
            <a:off x="365760" y="658368"/>
            <a:ext cx="11430000" cy="640080"/>
          </a:xfrm>
          <a:prstGeom prst="rect">
            <a:avLst/>
          </a:prstGeom>
          <a:noFill/>
          <a:ln/>
        </p:spPr>
        <p:txBody>
          <a:bodyPr wrap="square" rtlCol="0" anchor="ctr"/>
          <a:lstStyle/>
          <a:p>
            <a:pPr marL="0" indent="0">
              <a:buNone/>
            </a:pPr>
            <a:r>
              <a:rPr lang="en-US" sz="3400" b="1" dirty="0">
                <a:solidFill>
                  <a:srgbClr val="0F172A"/>
                </a:solidFill>
                <a:latin typeface="Trebuchet MS" pitchFamily="34" charset="0"/>
                <a:ea typeface="Trebuchet MS" pitchFamily="34" charset="-122"/>
                <a:cs typeface="Trebuchet MS" pitchFamily="34" charset="-120"/>
              </a:rPr>
              <a:t>Hangul en el mapa de alfabetos del mundo</a:t>
            </a:r>
            <a:endParaRPr lang="en-US" sz="3400" dirty="0"/>
          </a:p>
        </p:txBody>
      </p:sp>
      <p:sp>
        <p:nvSpPr>
          <p:cNvPr id="4" name="Text 2"/>
          <p:cNvSpPr/>
          <p:nvPr/>
        </p:nvSpPr>
        <p:spPr>
          <a:xfrm>
            <a:off x="365760" y="1600200"/>
            <a:ext cx="11430000" cy="365760"/>
          </a:xfrm>
          <a:prstGeom prst="rect">
            <a:avLst/>
          </a:prstGeom>
          <a:noFill/>
          <a:ln/>
        </p:spPr>
        <p:txBody>
          <a:bodyPr wrap="square" rtlCol="0" anchor="ctr"/>
          <a:lstStyle/>
          <a:p>
            <a:pPr marL="0" indent="0" algn="ctr">
              <a:buNone/>
            </a:pPr>
            <a:r>
              <a:rPr lang="en-US" sz="1800" i="1" dirty="0">
                <a:solidFill>
                  <a:srgbClr val="4A5568"/>
                </a:solidFill>
                <a:latin typeface="Georgia" pitchFamily="34" charset="0"/>
                <a:ea typeface="Georgia" pitchFamily="34" charset="-122"/>
                <a:cs typeface="Georgia" pitchFamily="34" charset="-120"/>
              </a:rPr>
              <a:t>Coreano NO es chino · es un ALFABETO como el nuestro</a:t>
            </a:r>
            <a:endParaRPr lang="en-US" sz="1800" dirty="0"/>
          </a:p>
        </p:txBody>
      </p:sp>
      <p:sp>
        <p:nvSpPr>
          <p:cNvPr id="5" name="Shape 3"/>
          <p:cNvSpPr/>
          <p:nvPr/>
        </p:nvSpPr>
        <p:spPr>
          <a:xfrm>
            <a:off x="411480" y="2103120"/>
            <a:ext cx="3703320" cy="1371600"/>
          </a:xfrm>
          <a:prstGeom prst="roundRect">
            <a:avLst>
              <a:gd name="adj" fmla="val 6667"/>
            </a:avLst>
          </a:prstGeom>
          <a:solidFill>
            <a:srgbClr val="FFFFFF"/>
          </a:solidFill>
          <a:ln w="12700">
            <a:solidFill>
              <a:srgbClr val="E2E8F0"/>
            </a:solidFill>
            <a:prstDash val="solid"/>
          </a:ln>
        </p:spPr>
      </p:sp>
      <p:sp>
        <p:nvSpPr>
          <p:cNvPr id="6" name="Text 4"/>
          <p:cNvSpPr/>
          <p:nvPr/>
        </p:nvSpPr>
        <p:spPr>
          <a:xfrm>
            <a:off x="548640" y="2240280"/>
            <a:ext cx="3429000" cy="685800"/>
          </a:xfrm>
          <a:prstGeom prst="rect">
            <a:avLst/>
          </a:prstGeom>
          <a:noFill/>
          <a:ln/>
        </p:spPr>
        <p:txBody>
          <a:bodyPr wrap="square" lIns="0" tIns="0" rIns="0" bIns="0" rtlCol="0" anchor="ctr"/>
          <a:lstStyle/>
          <a:p>
            <a:pPr marL="0" indent="0" algn="ctr">
              <a:buNone/>
            </a:pPr>
            <a:r>
              <a:rPr lang="en-US" sz="3200" b="1" dirty="0">
                <a:solidFill>
                  <a:srgbClr val="4036ED"/>
                </a:solidFill>
                <a:latin typeface="Trebuchet MS" pitchFamily="34" charset="0"/>
                <a:ea typeface="Trebuchet MS" pitchFamily="34" charset="-122"/>
                <a:cs typeface="Trebuchet MS" pitchFamily="34" charset="-120"/>
              </a:rPr>
              <a:t>ABC</a:t>
            </a:r>
            <a:endParaRPr lang="en-US" sz="3200" dirty="0"/>
          </a:p>
        </p:txBody>
      </p:sp>
      <p:sp>
        <p:nvSpPr>
          <p:cNvPr id="7" name="Text 5"/>
          <p:cNvSpPr/>
          <p:nvPr/>
        </p:nvSpPr>
        <p:spPr>
          <a:xfrm>
            <a:off x="548640" y="2926080"/>
            <a:ext cx="3429000" cy="274320"/>
          </a:xfrm>
          <a:prstGeom prst="rect">
            <a:avLst/>
          </a:prstGeom>
          <a:noFill/>
          <a:ln/>
        </p:spPr>
        <p:txBody>
          <a:bodyPr wrap="square" lIns="0" tIns="0" rIns="0" bIns="0" rtlCol="0" anchor="ctr"/>
          <a:lstStyle/>
          <a:p>
            <a:pPr marL="0" indent="0" algn="ctr">
              <a:buNone/>
            </a:pPr>
            <a:r>
              <a:rPr lang="en-US" sz="1300" b="1" dirty="0">
                <a:solidFill>
                  <a:srgbClr val="0F172A"/>
                </a:solidFill>
                <a:latin typeface="Trebuchet MS" pitchFamily="34" charset="0"/>
                <a:ea typeface="Trebuchet MS" pitchFamily="34" charset="-122"/>
                <a:cs typeface="Trebuchet MS" pitchFamily="34" charset="-120"/>
              </a:rPr>
              <a:t>Latin / Roman</a:t>
            </a:r>
            <a:endParaRPr lang="en-US" sz="1300" dirty="0"/>
          </a:p>
        </p:txBody>
      </p:sp>
      <p:sp>
        <p:nvSpPr>
          <p:cNvPr id="8" name="Text 6"/>
          <p:cNvSpPr/>
          <p:nvPr/>
        </p:nvSpPr>
        <p:spPr>
          <a:xfrm>
            <a:off x="548640" y="3154680"/>
            <a:ext cx="3429000" cy="274320"/>
          </a:xfrm>
          <a:prstGeom prst="rect">
            <a:avLst/>
          </a:prstGeom>
          <a:noFill/>
          <a:ln/>
        </p:spPr>
        <p:txBody>
          <a:bodyPr wrap="square" lIns="0" tIns="0" rIns="0" bIns="0" rtlCol="0" anchor="ctr"/>
          <a:lstStyle/>
          <a:p>
            <a:pPr marL="0" indent="0" algn="ctr">
              <a:buNone/>
            </a:pPr>
            <a:r>
              <a:rPr lang="en-US" sz="1100" i="1" dirty="0">
                <a:solidFill>
                  <a:srgbClr val="4A5568"/>
                </a:solidFill>
                <a:latin typeface="Calibri" pitchFamily="34" charset="0"/>
                <a:ea typeface="Calibri" pitchFamily="34" charset="-122"/>
                <a:cs typeface="Calibri" pitchFamily="34" charset="-120"/>
              </a:rPr>
              <a:t>Occidente · LATAM</a:t>
            </a:r>
            <a:endParaRPr lang="en-US" sz="1100" dirty="0"/>
          </a:p>
        </p:txBody>
      </p:sp>
      <p:sp>
        <p:nvSpPr>
          <p:cNvPr id="9" name="Shape 7"/>
          <p:cNvSpPr/>
          <p:nvPr/>
        </p:nvSpPr>
        <p:spPr>
          <a:xfrm>
            <a:off x="4224528" y="2103120"/>
            <a:ext cx="3703320" cy="1371600"/>
          </a:xfrm>
          <a:prstGeom prst="roundRect">
            <a:avLst>
              <a:gd name="adj" fmla="val 6667"/>
            </a:avLst>
          </a:prstGeom>
          <a:solidFill>
            <a:srgbClr val="FFFFFF"/>
          </a:solidFill>
          <a:ln w="12700">
            <a:solidFill>
              <a:srgbClr val="E2E8F0"/>
            </a:solidFill>
            <a:prstDash val="solid"/>
          </a:ln>
        </p:spPr>
      </p:sp>
      <p:sp>
        <p:nvSpPr>
          <p:cNvPr id="10" name="Text 8"/>
          <p:cNvSpPr/>
          <p:nvPr/>
        </p:nvSpPr>
        <p:spPr>
          <a:xfrm>
            <a:off x="4361688" y="2240280"/>
            <a:ext cx="3429000" cy="685800"/>
          </a:xfrm>
          <a:prstGeom prst="rect">
            <a:avLst/>
          </a:prstGeom>
          <a:noFill/>
          <a:ln/>
        </p:spPr>
        <p:txBody>
          <a:bodyPr wrap="square" lIns="0" tIns="0" rIns="0" bIns="0" rtlCol="0" anchor="ctr"/>
          <a:lstStyle/>
          <a:p>
            <a:pPr marL="0" indent="0" algn="ctr">
              <a:buNone/>
            </a:pPr>
            <a:r>
              <a:rPr lang="en-US" sz="3200" b="1" dirty="0">
                <a:solidFill>
                  <a:srgbClr val="A79BFF"/>
                </a:solidFill>
                <a:latin typeface="Trebuchet MS" pitchFamily="34" charset="0"/>
                <a:ea typeface="Trebuchet MS" pitchFamily="34" charset="-122"/>
                <a:cs typeface="Trebuchet MS" pitchFamily="34" charset="-120"/>
              </a:rPr>
              <a:t>Кириллица</a:t>
            </a:r>
            <a:endParaRPr lang="en-US" sz="3200" dirty="0"/>
          </a:p>
        </p:txBody>
      </p:sp>
      <p:sp>
        <p:nvSpPr>
          <p:cNvPr id="11" name="Text 9"/>
          <p:cNvSpPr/>
          <p:nvPr/>
        </p:nvSpPr>
        <p:spPr>
          <a:xfrm>
            <a:off x="4361688" y="2926080"/>
            <a:ext cx="3429000" cy="274320"/>
          </a:xfrm>
          <a:prstGeom prst="rect">
            <a:avLst/>
          </a:prstGeom>
          <a:noFill/>
          <a:ln/>
        </p:spPr>
        <p:txBody>
          <a:bodyPr wrap="square" lIns="0" tIns="0" rIns="0" bIns="0" rtlCol="0" anchor="ctr"/>
          <a:lstStyle/>
          <a:p>
            <a:pPr marL="0" indent="0" algn="ctr">
              <a:buNone/>
            </a:pPr>
            <a:r>
              <a:rPr lang="en-US" sz="1300" b="1" dirty="0">
                <a:solidFill>
                  <a:srgbClr val="0F172A"/>
                </a:solidFill>
                <a:latin typeface="Trebuchet MS" pitchFamily="34" charset="0"/>
                <a:ea typeface="Trebuchet MS" pitchFamily="34" charset="-122"/>
                <a:cs typeface="Trebuchet MS" pitchFamily="34" charset="-120"/>
              </a:rPr>
              <a:t>Cirílico</a:t>
            </a:r>
            <a:endParaRPr lang="en-US" sz="1300" dirty="0"/>
          </a:p>
        </p:txBody>
      </p:sp>
      <p:sp>
        <p:nvSpPr>
          <p:cNvPr id="12" name="Text 10"/>
          <p:cNvSpPr/>
          <p:nvPr/>
        </p:nvSpPr>
        <p:spPr>
          <a:xfrm>
            <a:off x="4361688" y="3154680"/>
            <a:ext cx="3429000" cy="274320"/>
          </a:xfrm>
          <a:prstGeom prst="rect">
            <a:avLst/>
          </a:prstGeom>
          <a:noFill/>
          <a:ln/>
        </p:spPr>
        <p:txBody>
          <a:bodyPr wrap="square" lIns="0" tIns="0" rIns="0" bIns="0" rtlCol="0" anchor="ctr"/>
          <a:lstStyle/>
          <a:p>
            <a:pPr marL="0" indent="0" algn="ctr">
              <a:buNone/>
            </a:pPr>
            <a:r>
              <a:rPr lang="en-US" sz="1100" i="1" dirty="0">
                <a:solidFill>
                  <a:srgbClr val="4A5568"/>
                </a:solidFill>
                <a:latin typeface="Calibri" pitchFamily="34" charset="0"/>
                <a:ea typeface="Calibri" pitchFamily="34" charset="-122"/>
                <a:cs typeface="Calibri" pitchFamily="34" charset="-120"/>
              </a:rPr>
              <a:t>Rusia · Ucrania</a:t>
            </a:r>
            <a:endParaRPr lang="en-US" sz="1100" dirty="0"/>
          </a:p>
        </p:txBody>
      </p:sp>
      <p:sp>
        <p:nvSpPr>
          <p:cNvPr id="13" name="Shape 11"/>
          <p:cNvSpPr/>
          <p:nvPr/>
        </p:nvSpPr>
        <p:spPr>
          <a:xfrm>
            <a:off x="8037576" y="2103120"/>
            <a:ext cx="3703320" cy="1371600"/>
          </a:xfrm>
          <a:prstGeom prst="roundRect">
            <a:avLst>
              <a:gd name="adj" fmla="val 6667"/>
            </a:avLst>
          </a:prstGeom>
          <a:solidFill>
            <a:srgbClr val="FFFFFF"/>
          </a:solidFill>
          <a:ln w="12700">
            <a:solidFill>
              <a:srgbClr val="E2E8F0"/>
            </a:solidFill>
            <a:prstDash val="solid"/>
          </a:ln>
        </p:spPr>
      </p:sp>
      <p:sp>
        <p:nvSpPr>
          <p:cNvPr id="14" name="Text 12"/>
          <p:cNvSpPr/>
          <p:nvPr/>
        </p:nvSpPr>
        <p:spPr>
          <a:xfrm>
            <a:off x="8174736" y="2240280"/>
            <a:ext cx="3429000" cy="685800"/>
          </a:xfrm>
          <a:prstGeom prst="rect">
            <a:avLst/>
          </a:prstGeom>
          <a:noFill/>
          <a:ln/>
        </p:spPr>
        <p:txBody>
          <a:bodyPr wrap="square" lIns="0" tIns="0" rIns="0" bIns="0" rtlCol="0" anchor="ctr"/>
          <a:lstStyle/>
          <a:p>
            <a:pPr marL="0" indent="0" algn="ctr">
              <a:buNone/>
            </a:pPr>
            <a:r>
              <a:rPr lang="en-US" sz="3200" b="1" dirty="0">
                <a:solidFill>
                  <a:srgbClr val="FE6768"/>
                </a:solidFill>
                <a:latin typeface="Trebuchet MS" pitchFamily="34" charset="0"/>
                <a:ea typeface="Trebuchet MS" pitchFamily="34" charset="-122"/>
                <a:cs typeface="Trebuchet MS" pitchFamily="34" charset="-120"/>
              </a:rPr>
              <a:t>देवनागरी</a:t>
            </a:r>
            <a:endParaRPr lang="en-US" sz="3200" dirty="0"/>
          </a:p>
        </p:txBody>
      </p:sp>
      <p:sp>
        <p:nvSpPr>
          <p:cNvPr id="15" name="Text 13"/>
          <p:cNvSpPr/>
          <p:nvPr/>
        </p:nvSpPr>
        <p:spPr>
          <a:xfrm>
            <a:off x="8174736" y="2926080"/>
            <a:ext cx="3429000" cy="274320"/>
          </a:xfrm>
          <a:prstGeom prst="rect">
            <a:avLst/>
          </a:prstGeom>
          <a:noFill/>
          <a:ln/>
        </p:spPr>
        <p:txBody>
          <a:bodyPr wrap="square" lIns="0" tIns="0" rIns="0" bIns="0" rtlCol="0" anchor="ctr"/>
          <a:lstStyle/>
          <a:p>
            <a:pPr marL="0" indent="0" algn="ctr">
              <a:buNone/>
            </a:pPr>
            <a:r>
              <a:rPr lang="en-US" sz="1300" b="1" dirty="0">
                <a:solidFill>
                  <a:srgbClr val="0F172A"/>
                </a:solidFill>
                <a:latin typeface="Trebuchet MS" pitchFamily="34" charset="0"/>
                <a:ea typeface="Trebuchet MS" pitchFamily="34" charset="-122"/>
                <a:cs typeface="Trebuchet MS" pitchFamily="34" charset="-120"/>
              </a:rPr>
              <a:t>Devanagari</a:t>
            </a:r>
            <a:endParaRPr lang="en-US" sz="1300" dirty="0"/>
          </a:p>
        </p:txBody>
      </p:sp>
      <p:sp>
        <p:nvSpPr>
          <p:cNvPr id="16" name="Text 14"/>
          <p:cNvSpPr/>
          <p:nvPr/>
        </p:nvSpPr>
        <p:spPr>
          <a:xfrm>
            <a:off x="8174736" y="3154680"/>
            <a:ext cx="3429000" cy="274320"/>
          </a:xfrm>
          <a:prstGeom prst="rect">
            <a:avLst/>
          </a:prstGeom>
          <a:noFill/>
          <a:ln/>
        </p:spPr>
        <p:txBody>
          <a:bodyPr wrap="square" lIns="0" tIns="0" rIns="0" bIns="0" rtlCol="0" anchor="ctr"/>
          <a:lstStyle/>
          <a:p>
            <a:pPr marL="0" indent="0" algn="ctr">
              <a:buNone/>
            </a:pPr>
            <a:r>
              <a:rPr lang="en-US" sz="1100" i="1" dirty="0">
                <a:solidFill>
                  <a:srgbClr val="4A5568"/>
                </a:solidFill>
                <a:latin typeface="Calibri" pitchFamily="34" charset="0"/>
                <a:ea typeface="Calibri" pitchFamily="34" charset="-122"/>
                <a:cs typeface="Calibri" pitchFamily="34" charset="-120"/>
              </a:rPr>
              <a:t>India · Nepal</a:t>
            </a:r>
            <a:endParaRPr lang="en-US" sz="1100" dirty="0"/>
          </a:p>
        </p:txBody>
      </p:sp>
      <p:sp>
        <p:nvSpPr>
          <p:cNvPr id="17" name="Shape 15"/>
          <p:cNvSpPr/>
          <p:nvPr/>
        </p:nvSpPr>
        <p:spPr>
          <a:xfrm>
            <a:off x="411480" y="3584448"/>
            <a:ext cx="3703320" cy="1371600"/>
          </a:xfrm>
          <a:prstGeom prst="roundRect">
            <a:avLst>
              <a:gd name="adj" fmla="val 6667"/>
            </a:avLst>
          </a:prstGeom>
          <a:solidFill>
            <a:srgbClr val="FFFFFF"/>
          </a:solidFill>
          <a:ln w="12700">
            <a:solidFill>
              <a:srgbClr val="E2E8F0"/>
            </a:solidFill>
            <a:prstDash val="solid"/>
          </a:ln>
        </p:spPr>
      </p:sp>
      <p:sp>
        <p:nvSpPr>
          <p:cNvPr id="18" name="Text 16"/>
          <p:cNvSpPr/>
          <p:nvPr/>
        </p:nvSpPr>
        <p:spPr>
          <a:xfrm>
            <a:off x="548640" y="3721608"/>
            <a:ext cx="3429000" cy="685800"/>
          </a:xfrm>
          <a:prstGeom prst="rect">
            <a:avLst/>
          </a:prstGeom>
          <a:noFill/>
          <a:ln/>
        </p:spPr>
        <p:txBody>
          <a:bodyPr wrap="square" lIns="0" tIns="0" rIns="0" bIns="0" rtlCol="0" anchor="ctr"/>
          <a:lstStyle/>
          <a:p>
            <a:pPr marL="0" indent="0" algn="ctr">
              <a:buNone/>
            </a:pPr>
            <a:r>
              <a:rPr lang="en-US" sz="3200" b="1" dirty="0">
                <a:solidFill>
                  <a:srgbClr val="2EA86B"/>
                </a:solidFill>
                <a:latin typeface="Trebuchet MS" pitchFamily="34" charset="0"/>
                <a:ea typeface="Trebuchet MS" pitchFamily="34" charset="-122"/>
                <a:cs typeface="Trebuchet MS" pitchFamily="34" charset="-120"/>
              </a:rPr>
              <a:t>ตัวอักษรไทย</a:t>
            </a:r>
            <a:endParaRPr lang="en-US" sz="3200" dirty="0"/>
          </a:p>
        </p:txBody>
      </p:sp>
      <p:sp>
        <p:nvSpPr>
          <p:cNvPr id="19" name="Text 17"/>
          <p:cNvSpPr/>
          <p:nvPr/>
        </p:nvSpPr>
        <p:spPr>
          <a:xfrm>
            <a:off x="548640" y="4407408"/>
            <a:ext cx="3429000" cy="274320"/>
          </a:xfrm>
          <a:prstGeom prst="rect">
            <a:avLst/>
          </a:prstGeom>
          <a:noFill/>
          <a:ln/>
        </p:spPr>
        <p:txBody>
          <a:bodyPr wrap="square" lIns="0" tIns="0" rIns="0" bIns="0" rtlCol="0" anchor="ctr"/>
          <a:lstStyle/>
          <a:p>
            <a:pPr marL="0" indent="0" algn="ctr">
              <a:buNone/>
            </a:pPr>
            <a:r>
              <a:rPr lang="en-US" sz="1300" b="1" dirty="0">
                <a:solidFill>
                  <a:srgbClr val="0F172A"/>
                </a:solidFill>
                <a:latin typeface="Trebuchet MS" pitchFamily="34" charset="0"/>
                <a:ea typeface="Trebuchet MS" pitchFamily="34" charset="-122"/>
                <a:cs typeface="Trebuchet MS" pitchFamily="34" charset="-120"/>
              </a:rPr>
              <a:t>Tailandés</a:t>
            </a:r>
            <a:endParaRPr lang="en-US" sz="1300" dirty="0"/>
          </a:p>
        </p:txBody>
      </p:sp>
      <p:sp>
        <p:nvSpPr>
          <p:cNvPr id="20" name="Text 18"/>
          <p:cNvSpPr/>
          <p:nvPr/>
        </p:nvSpPr>
        <p:spPr>
          <a:xfrm>
            <a:off x="548640" y="4636008"/>
            <a:ext cx="3429000" cy="274320"/>
          </a:xfrm>
          <a:prstGeom prst="rect">
            <a:avLst/>
          </a:prstGeom>
          <a:noFill/>
          <a:ln/>
        </p:spPr>
        <p:txBody>
          <a:bodyPr wrap="square" lIns="0" tIns="0" rIns="0" bIns="0" rtlCol="0" anchor="ctr"/>
          <a:lstStyle/>
          <a:p>
            <a:pPr marL="0" indent="0" algn="ctr">
              <a:buNone/>
            </a:pPr>
            <a:r>
              <a:rPr lang="en-US" sz="1100" i="1" dirty="0">
                <a:solidFill>
                  <a:srgbClr val="4A5568"/>
                </a:solidFill>
                <a:latin typeface="Calibri" pitchFamily="34" charset="0"/>
                <a:ea typeface="Calibri" pitchFamily="34" charset="-122"/>
                <a:cs typeface="Calibri" pitchFamily="34" charset="-120"/>
              </a:rPr>
              <a:t>Tailandia</a:t>
            </a:r>
            <a:endParaRPr lang="en-US" sz="1100" dirty="0"/>
          </a:p>
        </p:txBody>
      </p:sp>
      <p:sp>
        <p:nvSpPr>
          <p:cNvPr id="21" name="Shape 19"/>
          <p:cNvSpPr/>
          <p:nvPr/>
        </p:nvSpPr>
        <p:spPr>
          <a:xfrm>
            <a:off x="4224528" y="3584448"/>
            <a:ext cx="3703320" cy="1371600"/>
          </a:xfrm>
          <a:prstGeom prst="roundRect">
            <a:avLst>
              <a:gd name="adj" fmla="val 6667"/>
            </a:avLst>
          </a:prstGeom>
          <a:solidFill>
            <a:srgbClr val="FFFFFF"/>
          </a:solidFill>
          <a:ln w="12700">
            <a:solidFill>
              <a:srgbClr val="E2E8F0"/>
            </a:solidFill>
            <a:prstDash val="solid"/>
          </a:ln>
        </p:spPr>
      </p:sp>
      <p:sp>
        <p:nvSpPr>
          <p:cNvPr id="22" name="Text 20"/>
          <p:cNvSpPr/>
          <p:nvPr/>
        </p:nvSpPr>
        <p:spPr>
          <a:xfrm>
            <a:off x="4361688" y="3721608"/>
            <a:ext cx="3429000" cy="685800"/>
          </a:xfrm>
          <a:prstGeom prst="rect">
            <a:avLst/>
          </a:prstGeom>
          <a:noFill/>
          <a:ln/>
        </p:spPr>
        <p:txBody>
          <a:bodyPr wrap="square" lIns="0" tIns="0" rIns="0" bIns="0" rtlCol="0" anchor="ctr"/>
          <a:lstStyle/>
          <a:p>
            <a:pPr marL="0" indent="0" algn="ctr">
              <a:buNone/>
            </a:pPr>
            <a:r>
              <a:rPr lang="en-US" sz="3200" b="1" dirty="0">
                <a:solidFill>
                  <a:srgbClr val="F2C73A"/>
                </a:solidFill>
                <a:latin typeface="Trebuchet MS" pitchFamily="34" charset="0"/>
                <a:ea typeface="Trebuchet MS" pitchFamily="34" charset="-122"/>
                <a:cs typeface="Trebuchet MS" pitchFamily="34" charset="-120"/>
              </a:rPr>
              <a:t>αλφάβητο</a:t>
            </a:r>
            <a:endParaRPr lang="en-US" sz="3200" dirty="0"/>
          </a:p>
        </p:txBody>
      </p:sp>
      <p:sp>
        <p:nvSpPr>
          <p:cNvPr id="23" name="Text 21"/>
          <p:cNvSpPr/>
          <p:nvPr/>
        </p:nvSpPr>
        <p:spPr>
          <a:xfrm>
            <a:off x="4361688" y="4407408"/>
            <a:ext cx="3429000" cy="274320"/>
          </a:xfrm>
          <a:prstGeom prst="rect">
            <a:avLst/>
          </a:prstGeom>
          <a:noFill/>
          <a:ln/>
        </p:spPr>
        <p:txBody>
          <a:bodyPr wrap="square" lIns="0" tIns="0" rIns="0" bIns="0" rtlCol="0" anchor="ctr"/>
          <a:lstStyle/>
          <a:p>
            <a:pPr marL="0" indent="0" algn="ctr">
              <a:buNone/>
            </a:pPr>
            <a:r>
              <a:rPr lang="en-US" sz="1300" b="1" dirty="0">
                <a:solidFill>
                  <a:srgbClr val="0F172A"/>
                </a:solidFill>
                <a:latin typeface="Trebuchet MS" pitchFamily="34" charset="0"/>
                <a:ea typeface="Trebuchet MS" pitchFamily="34" charset="-122"/>
                <a:cs typeface="Trebuchet MS" pitchFamily="34" charset="-120"/>
              </a:rPr>
              <a:t>Griego</a:t>
            </a:r>
            <a:endParaRPr lang="en-US" sz="1300" dirty="0"/>
          </a:p>
        </p:txBody>
      </p:sp>
      <p:sp>
        <p:nvSpPr>
          <p:cNvPr id="24" name="Text 22"/>
          <p:cNvSpPr/>
          <p:nvPr/>
        </p:nvSpPr>
        <p:spPr>
          <a:xfrm>
            <a:off x="4361688" y="4636008"/>
            <a:ext cx="3429000" cy="274320"/>
          </a:xfrm>
          <a:prstGeom prst="rect">
            <a:avLst/>
          </a:prstGeom>
          <a:noFill/>
          <a:ln/>
        </p:spPr>
        <p:txBody>
          <a:bodyPr wrap="square" lIns="0" tIns="0" rIns="0" bIns="0" rtlCol="0" anchor="ctr"/>
          <a:lstStyle/>
          <a:p>
            <a:pPr marL="0" indent="0" algn="ctr">
              <a:buNone/>
            </a:pPr>
            <a:r>
              <a:rPr lang="en-US" sz="1100" i="1" dirty="0">
                <a:solidFill>
                  <a:srgbClr val="4A5568"/>
                </a:solidFill>
                <a:latin typeface="Calibri" pitchFamily="34" charset="0"/>
                <a:ea typeface="Calibri" pitchFamily="34" charset="-122"/>
                <a:cs typeface="Calibri" pitchFamily="34" charset="-120"/>
              </a:rPr>
              <a:t>Grecia</a:t>
            </a:r>
            <a:endParaRPr lang="en-US" sz="1100" dirty="0"/>
          </a:p>
        </p:txBody>
      </p:sp>
      <p:sp>
        <p:nvSpPr>
          <p:cNvPr id="25" name="Shape 23"/>
          <p:cNvSpPr/>
          <p:nvPr/>
        </p:nvSpPr>
        <p:spPr>
          <a:xfrm>
            <a:off x="8037576" y="3584448"/>
            <a:ext cx="3703320" cy="1371600"/>
          </a:xfrm>
          <a:prstGeom prst="roundRect">
            <a:avLst>
              <a:gd name="adj" fmla="val 6667"/>
            </a:avLst>
          </a:prstGeom>
          <a:solidFill>
            <a:srgbClr val="2A1FB8"/>
          </a:solidFill>
          <a:ln w="38100">
            <a:solidFill>
              <a:srgbClr val="2A1FB8"/>
            </a:solidFill>
            <a:prstDash val="solid"/>
          </a:ln>
        </p:spPr>
      </p:sp>
      <p:sp>
        <p:nvSpPr>
          <p:cNvPr id="26" name="Text 24"/>
          <p:cNvSpPr/>
          <p:nvPr/>
        </p:nvSpPr>
        <p:spPr>
          <a:xfrm>
            <a:off x="8174736" y="3721608"/>
            <a:ext cx="3429000" cy="685800"/>
          </a:xfrm>
          <a:prstGeom prst="rect">
            <a:avLst/>
          </a:prstGeom>
          <a:noFill/>
          <a:ln/>
        </p:spPr>
        <p:txBody>
          <a:bodyPr wrap="square" lIns="0" tIns="0" rIns="0" bIns="0" rtlCol="0" anchor="ctr"/>
          <a:lstStyle/>
          <a:p>
            <a:pPr marL="0" indent="0" algn="ctr">
              <a:buNone/>
            </a:pPr>
            <a:r>
              <a:rPr lang="en-US" sz="3200" b="1" dirty="0">
                <a:solidFill>
                  <a:srgbClr val="FFFFFF"/>
                </a:solidFill>
                <a:latin typeface="Malgun Gothic" pitchFamily="34" charset="0"/>
                <a:ea typeface="Malgun Gothic" pitchFamily="34" charset="-122"/>
                <a:cs typeface="Malgun Gothic" pitchFamily="34" charset="-120"/>
              </a:rPr>
              <a:t>한글</a:t>
            </a:r>
            <a:endParaRPr lang="en-US" sz="3200" dirty="0"/>
          </a:p>
        </p:txBody>
      </p:sp>
      <p:sp>
        <p:nvSpPr>
          <p:cNvPr id="27" name="Text 25"/>
          <p:cNvSpPr/>
          <p:nvPr/>
        </p:nvSpPr>
        <p:spPr>
          <a:xfrm>
            <a:off x="8174736" y="4407408"/>
            <a:ext cx="3429000" cy="274320"/>
          </a:xfrm>
          <a:prstGeom prst="rect">
            <a:avLst/>
          </a:prstGeom>
          <a:noFill/>
          <a:ln/>
        </p:spPr>
        <p:txBody>
          <a:bodyPr wrap="square" lIns="0" tIns="0" rIns="0" bIns="0" rtlCol="0" anchor="ctr"/>
          <a:lstStyle/>
          <a:p>
            <a:pPr marL="0" indent="0" algn="ctr">
              <a:buNone/>
            </a:pPr>
            <a:r>
              <a:rPr lang="en-US" sz="1300" b="1" dirty="0">
                <a:solidFill>
                  <a:srgbClr val="FFFFFF"/>
                </a:solidFill>
                <a:latin typeface="Trebuchet MS" pitchFamily="34" charset="0"/>
                <a:ea typeface="Trebuchet MS" pitchFamily="34" charset="-122"/>
                <a:cs typeface="Trebuchet MS" pitchFamily="34" charset="-120"/>
              </a:rPr>
              <a:t>Hangul</a:t>
            </a:r>
            <a:endParaRPr lang="en-US" sz="1300" dirty="0"/>
          </a:p>
        </p:txBody>
      </p:sp>
      <p:sp>
        <p:nvSpPr>
          <p:cNvPr id="28" name="Text 26"/>
          <p:cNvSpPr/>
          <p:nvPr/>
        </p:nvSpPr>
        <p:spPr>
          <a:xfrm>
            <a:off x="8174736" y="4636008"/>
            <a:ext cx="3429000" cy="274320"/>
          </a:xfrm>
          <a:prstGeom prst="rect">
            <a:avLst/>
          </a:prstGeom>
          <a:noFill/>
          <a:ln/>
        </p:spPr>
        <p:txBody>
          <a:bodyPr wrap="square" lIns="0" tIns="0" rIns="0" bIns="0" rtlCol="0" anchor="ctr"/>
          <a:lstStyle/>
          <a:p>
            <a:pPr marL="0" indent="0" algn="ctr">
              <a:buNone/>
            </a:pPr>
            <a:r>
              <a:rPr lang="en-US" sz="1100" i="1" dirty="0">
                <a:solidFill>
                  <a:srgbClr val="FFC8C8"/>
                </a:solidFill>
                <a:latin typeface="Calibri" pitchFamily="34" charset="0"/>
                <a:ea typeface="Calibri" pitchFamily="34" charset="-122"/>
                <a:cs typeface="Calibri" pitchFamily="34" charset="-120"/>
              </a:rPr>
              <a:t>Corea · TÚ en 60 min</a:t>
            </a:r>
            <a:endParaRPr lang="en-US" sz="1100" dirty="0"/>
          </a:p>
        </p:txBody>
      </p:sp>
      <p:sp>
        <p:nvSpPr>
          <p:cNvPr id="29" name="Shape 27"/>
          <p:cNvSpPr/>
          <p:nvPr/>
        </p:nvSpPr>
        <p:spPr>
          <a:xfrm>
            <a:off x="411480" y="5065776"/>
            <a:ext cx="3703320" cy="1371600"/>
          </a:xfrm>
          <a:prstGeom prst="roundRect">
            <a:avLst>
              <a:gd name="adj" fmla="val 6667"/>
            </a:avLst>
          </a:prstGeom>
          <a:solidFill>
            <a:srgbClr val="FFFFFF"/>
          </a:solidFill>
          <a:ln w="12700">
            <a:solidFill>
              <a:srgbClr val="E2E8F0"/>
            </a:solidFill>
            <a:prstDash val="solid"/>
          </a:ln>
        </p:spPr>
      </p:sp>
      <p:sp>
        <p:nvSpPr>
          <p:cNvPr id="30" name="Text 28"/>
          <p:cNvSpPr/>
          <p:nvPr/>
        </p:nvSpPr>
        <p:spPr>
          <a:xfrm>
            <a:off x="548640" y="5202936"/>
            <a:ext cx="3429000" cy="685800"/>
          </a:xfrm>
          <a:prstGeom prst="rect">
            <a:avLst/>
          </a:prstGeom>
          <a:noFill/>
          <a:ln/>
        </p:spPr>
        <p:txBody>
          <a:bodyPr wrap="square" lIns="0" tIns="0" rIns="0" bIns="0" rtlCol="0" anchor="ctr"/>
          <a:lstStyle/>
          <a:p>
            <a:pPr marL="0" indent="0" algn="ctr">
              <a:buNone/>
            </a:pPr>
            <a:r>
              <a:rPr lang="en-US" sz="3200" b="1" dirty="0">
                <a:solidFill>
                  <a:srgbClr val="4A5568"/>
                </a:solidFill>
                <a:latin typeface="Trebuchet MS" pitchFamily="34" charset="0"/>
                <a:ea typeface="Trebuchet MS" pitchFamily="34" charset="-122"/>
                <a:cs typeface="Trebuchet MS" pitchFamily="34" charset="-120"/>
              </a:rPr>
              <a:t>漢字</a:t>
            </a:r>
            <a:endParaRPr lang="en-US" sz="3200" dirty="0"/>
          </a:p>
        </p:txBody>
      </p:sp>
      <p:sp>
        <p:nvSpPr>
          <p:cNvPr id="31" name="Text 29"/>
          <p:cNvSpPr/>
          <p:nvPr/>
        </p:nvSpPr>
        <p:spPr>
          <a:xfrm>
            <a:off x="548640" y="5888736"/>
            <a:ext cx="3429000" cy="274320"/>
          </a:xfrm>
          <a:prstGeom prst="rect">
            <a:avLst/>
          </a:prstGeom>
          <a:noFill/>
          <a:ln/>
        </p:spPr>
        <p:txBody>
          <a:bodyPr wrap="square" lIns="0" tIns="0" rIns="0" bIns="0" rtlCol="0" anchor="ctr"/>
          <a:lstStyle/>
          <a:p>
            <a:pPr marL="0" indent="0" algn="ctr">
              <a:buNone/>
            </a:pPr>
            <a:r>
              <a:rPr lang="en-US" sz="1300" b="1" dirty="0">
                <a:solidFill>
                  <a:srgbClr val="0F172A"/>
                </a:solidFill>
                <a:latin typeface="Trebuchet MS" pitchFamily="34" charset="0"/>
                <a:ea typeface="Trebuchet MS" pitchFamily="34" charset="-122"/>
                <a:cs typeface="Trebuchet MS" pitchFamily="34" charset="-120"/>
              </a:rPr>
              <a:t>Caracteres Han</a:t>
            </a:r>
            <a:endParaRPr lang="en-US" sz="1300" dirty="0"/>
          </a:p>
        </p:txBody>
      </p:sp>
      <p:sp>
        <p:nvSpPr>
          <p:cNvPr id="32" name="Text 30"/>
          <p:cNvSpPr/>
          <p:nvPr/>
        </p:nvSpPr>
        <p:spPr>
          <a:xfrm>
            <a:off x="548640" y="6117336"/>
            <a:ext cx="3429000" cy="274320"/>
          </a:xfrm>
          <a:prstGeom prst="rect">
            <a:avLst/>
          </a:prstGeom>
          <a:noFill/>
          <a:ln/>
        </p:spPr>
        <p:txBody>
          <a:bodyPr wrap="square" lIns="0" tIns="0" rIns="0" bIns="0" rtlCol="0" anchor="ctr"/>
          <a:lstStyle/>
          <a:p>
            <a:pPr marL="0" indent="0" algn="ctr">
              <a:buNone/>
            </a:pPr>
            <a:r>
              <a:rPr lang="en-US" sz="1100" i="1" dirty="0">
                <a:solidFill>
                  <a:srgbClr val="4A5568"/>
                </a:solidFill>
                <a:latin typeface="Calibri" pitchFamily="34" charset="0"/>
                <a:ea typeface="Calibri" pitchFamily="34" charset="-122"/>
                <a:cs typeface="Calibri" pitchFamily="34" charset="-120"/>
              </a:rPr>
              <a:t>China · Japón</a:t>
            </a:r>
            <a:endParaRPr lang="en-US" sz="1100" dirty="0"/>
          </a:p>
        </p:txBody>
      </p:sp>
      <p:sp>
        <p:nvSpPr>
          <p:cNvPr id="33" name="Shape 31"/>
          <p:cNvSpPr/>
          <p:nvPr/>
        </p:nvSpPr>
        <p:spPr>
          <a:xfrm>
            <a:off x="4224528" y="5065776"/>
            <a:ext cx="3703320" cy="1371600"/>
          </a:xfrm>
          <a:prstGeom prst="roundRect">
            <a:avLst>
              <a:gd name="adj" fmla="val 6667"/>
            </a:avLst>
          </a:prstGeom>
          <a:solidFill>
            <a:srgbClr val="FFFFFF"/>
          </a:solidFill>
          <a:ln w="12700">
            <a:solidFill>
              <a:srgbClr val="E2E8F0"/>
            </a:solidFill>
            <a:prstDash val="solid"/>
          </a:ln>
        </p:spPr>
      </p:sp>
      <p:sp>
        <p:nvSpPr>
          <p:cNvPr id="34" name="Text 32"/>
          <p:cNvSpPr/>
          <p:nvPr/>
        </p:nvSpPr>
        <p:spPr>
          <a:xfrm>
            <a:off x="4361688" y="5202936"/>
            <a:ext cx="3429000" cy="685800"/>
          </a:xfrm>
          <a:prstGeom prst="rect">
            <a:avLst/>
          </a:prstGeom>
          <a:noFill/>
          <a:ln/>
        </p:spPr>
        <p:txBody>
          <a:bodyPr wrap="square" lIns="0" tIns="0" rIns="0" bIns="0" rtlCol="0" anchor="ctr"/>
          <a:lstStyle/>
          <a:p>
            <a:pPr marL="0" indent="0" algn="ctr">
              <a:buNone/>
            </a:pPr>
            <a:r>
              <a:rPr lang="en-US" sz="3200" b="1" dirty="0">
                <a:solidFill>
                  <a:srgbClr val="FFC8C8"/>
                </a:solidFill>
                <a:latin typeface="Trebuchet MS" pitchFamily="34" charset="0"/>
                <a:ea typeface="Trebuchet MS" pitchFamily="34" charset="-122"/>
                <a:cs typeface="Trebuchet MS" pitchFamily="34" charset="-120"/>
              </a:rPr>
              <a:t>ひらがな</a:t>
            </a:r>
            <a:endParaRPr lang="en-US" sz="3200" dirty="0"/>
          </a:p>
        </p:txBody>
      </p:sp>
      <p:sp>
        <p:nvSpPr>
          <p:cNvPr id="35" name="Text 33"/>
          <p:cNvSpPr/>
          <p:nvPr/>
        </p:nvSpPr>
        <p:spPr>
          <a:xfrm>
            <a:off x="4361688" y="5888736"/>
            <a:ext cx="3429000" cy="274320"/>
          </a:xfrm>
          <a:prstGeom prst="rect">
            <a:avLst/>
          </a:prstGeom>
          <a:noFill/>
          <a:ln/>
        </p:spPr>
        <p:txBody>
          <a:bodyPr wrap="square" lIns="0" tIns="0" rIns="0" bIns="0" rtlCol="0" anchor="ctr"/>
          <a:lstStyle/>
          <a:p>
            <a:pPr marL="0" indent="0" algn="ctr">
              <a:buNone/>
            </a:pPr>
            <a:r>
              <a:rPr lang="en-US" sz="1300" b="1" dirty="0">
                <a:solidFill>
                  <a:srgbClr val="0F172A"/>
                </a:solidFill>
                <a:latin typeface="Trebuchet MS" pitchFamily="34" charset="0"/>
                <a:ea typeface="Trebuchet MS" pitchFamily="34" charset="-122"/>
                <a:cs typeface="Trebuchet MS" pitchFamily="34" charset="-120"/>
              </a:rPr>
              <a:t>Hiragana</a:t>
            </a:r>
            <a:endParaRPr lang="en-US" sz="1300" dirty="0"/>
          </a:p>
        </p:txBody>
      </p:sp>
      <p:sp>
        <p:nvSpPr>
          <p:cNvPr id="36" name="Text 34"/>
          <p:cNvSpPr/>
          <p:nvPr/>
        </p:nvSpPr>
        <p:spPr>
          <a:xfrm>
            <a:off x="4361688" y="6117336"/>
            <a:ext cx="3429000" cy="274320"/>
          </a:xfrm>
          <a:prstGeom prst="rect">
            <a:avLst/>
          </a:prstGeom>
          <a:noFill/>
          <a:ln/>
        </p:spPr>
        <p:txBody>
          <a:bodyPr wrap="square" lIns="0" tIns="0" rIns="0" bIns="0" rtlCol="0" anchor="ctr"/>
          <a:lstStyle/>
          <a:p>
            <a:pPr marL="0" indent="0" algn="ctr">
              <a:buNone/>
            </a:pPr>
            <a:r>
              <a:rPr lang="en-US" sz="1100" i="1" dirty="0">
                <a:solidFill>
                  <a:srgbClr val="4A5568"/>
                </a:solidFill>
                <a:latin typeface="Calibri" pitchFamily="34" charset="0"/>
                <a:ea typeface="Calibri" pitchFamily="34" charset="-122"/>
                <a:cs typeface="Calibri" pitchFamily="34" charset="-120"/>
              </a:rPr>
              <a:t>Japón</a:t>
            </a:r>
            <a:endParaRPr lang="en-US" sz="1100" dirty="0"/>
          </a:p>
        </p:txBody>
      </p:sp>
      <p:sp>
        <p:nvSpPr>
          <p:cNvPr id="37" name="Shape 35"/>
          <p:cNvSpPr/>
          <p:nvPr/>
        </p:nvSpPr>
        <p:spPr>
          <a:xfrm>
            <a:off x="8037576" y="5065776"/>
            <a:ext cx="3703320" cy="1371600"/>
          </a:xfrm>
          <a:prstGeom prst="roundRect">
            <a:avLst>
              <a:gd name="adj" fmla="val 6667"/>
            </a:avLst>
          </a:prstGeom>
          <a:solidFill>
            <a:srgbClr val="FFFFFF"/>
          </a:solidFill>
          <a:ln w="12700">
            <a:solidFill>
              <a:srgbClr val="E2E8F0"/>
            </a:solidFill>
            <a:prstDash val="solid"/>
          </a:ln>
        </p:spPr>
      </p:sp>
      <p:sp>
        <p:nvSpPr>
          <p:cNvPr id="38" name="Text 36"/>
          <p:cNvSpPr/>
          <p:nvPr/>
        </p:nvSpPr>
        <p:spPr>
          <a:xfrm>
            <a:off x="8174736" y="5202936"/>
            <a:ext cx="3429000" cy="685800"/>
          </a:xfrm>
          <a:prstGeom prst="rect">
            <a:avLst/>
          </a:prstGeom>
          <a:noFill/>
          <a:ln/>
        </p:spPr>
        <p:txBody>
          <a:bodyPr wrap="square" lIns="0" tIns="0" rIns="0" bIns="0" rtlCol="0" anchor="ctr"/>
          <a:lstStyle/>
          <a:p>
            <a:pPr marL="0" indent="0" algn="ctr">
              <a:buNone/>
            </a:pPr>
            <a:r>
              <a:rPr lang="en-US" sz="3200" b="1" dirty="0">
                <a:solidFill>
                  <a:srgbClr val="FE6768"/>
                </a:solidFill>
                <a:latin typeface="Trebuchet MS" pitchFamily="34" charset="0"/>
                <a:ea typeface="Trebuchet MS" pitchFamily="34" charset="-122"/>
                <a:cs typeface="Trebuchet MS" pitchFamily="34" charset="-120"/>
              </a:rPr>
              <a:t>العَرَبِيَّة</a:t>
            </a:r>
            <a:endParaRPr lang="en-US" sz="3200" dirty="0"/>
          </a:p>
        </p:txBody>
      </p:sp>
      <p:sp>
        <p:nvSpPr>
          <p:cNvPr id="39" name="Text 37"/>
          <p:cNvSpPr/>
          <p:nvPr/>
        </p:nvSpPr>
        <p:spPr>
          <a:xfrm>
            <a:off x="8174736" y="5888736"/>
            <a:ext cx="3429000" cy="274320"/>
          </a:xfrm>
          <a:prstGeom prst="rect">
            <a:avLst/>
          </a:prstGeom>
          <a:noFill/>
          <a:ln/>
        </p:spPr>
        <p:txBody>
          <a:bodyPr wrap="square" lIns="0" tIns="0" rIns="0" bIns="0" rtlCol="0" anchor="ctr"/>
          <a:lstStyle/>
          <a:p>
            <a:pPr marL="0" indent="0" algn="ctr">
              <a:buNone/>
            </a:pPr>
            <a:r>
              <a:rPr lang="en-US" sz="1300" b="1" dirty="0">
                <a:solidFill>
                  <a:srgbClr val="0F172A"/>
                </a:solidFill>
                <a:latin typeface="Trebuchet MS" pitchFamily="34" charset="0"/>
                <a:ea typeface="Trebuchet MS" pitchFamily="34" charset="-122"/>
                <a:cs typeface="Trebuchet MS" pitchFamily="34" charset="-120"/>
              </a:rPr>
              <a:t>Árabe</a:t>
            </a:r>
            <a:endParaRPr lang="en-US" sz="1300" dirty="0"/>
          </a:p>
        </p:txBody>
      </p:sp>
      <p:sp>
        <p:nvSpPr>
          <p:cNvPr id="40" name="Text 38"/>
          <p:cNvSpPr/>
          <p:nvPr/>
        </p:nvSpPr>
        <p:spPr>
          <a:xfrm>
            <a:off x="8174736" y="6117336"/>
            <a:ext cx="3429000" cy="274320"/>
          </a:xfrm>
          <a:prstGeom prst="rect">
            <a:avLst/>
          </a:prstGeom>
          <a:noFill/>
          <a:ln/>
        </p:spPr>
        <p:txBody>
          <a:bodyPr wrap="square" lIns="0" tIns="0" rIns="0" bIns="0" rtlCol="0" anchor="ctr"/>
          <a:lstStyle/>
          <a:p>
            <a:pPr marL="0" indent="0" algn="ctr">
              <a:buNone/>
            </a:pPr>
            <a:r>
              <a:rPr lang="en-US" sz="1100" i="1" dirty="0">
                <a:solidFill>
                  <a:srgbClr val="4A5568"/>
                </a:solidFill>
                <a:latin typeface="Calibri" pitchFamily="34" charset="0"/>
                <a:ea typeface="Calibri" pitchFamily="34" charset="-122"/>
                <a:cs typeface="Calibri" pitchFamily="34" charset="-120"/>
              </a:rPr>
              <a:t>Mundo árabe</a:t>
            </a:r>
            <a:endParaRPr lang="en-US" sz="1100" dirty="0"/>
          </a:p>
        </p:txBody>
      </p:sp>
      <p:sp>
        <p:nvSpPr>
          <p:cNvPr id="41" name="Text 39"/>
          <p:cNvSpPr/>
          <p:nvPr/>
        </p:nvSpPr>
        <p:spPr>
          <a:xfrm>
            <a:off x="365760" y="6199632"/>
            <a:ext cx="11460175" cy="201168"/>
          </a:xfrm>
          <a:prstGeom prst="rect">
            <a:avLst/>
          </a:prstGeom>
          <a:noFill/>
          <a:ln/>
        </p:spPr>
        <p:txBody>
          <a:bodyPr wrap="square" rtlCol="0" anchor="ctr"/>
          <a:lstStyle/>
          <a:p>
            <a:pPr marL="0" indent="0">
              <a:buNone/>
            </a:pPr>
            <a:r>
              <a:rPr lang="en-US" sz="900" i="1" dirty="0">
                <a:solidFill>
                  <a:srgbClr val="94A3B8"/>
                </a:solidFill>
                <a:latin typeface="Calibri" pitchFamily="34" charset="0"/>
                <a:ea typeface="Calibri" pitchFamily="34" charset="-122"/>
                <a:cs typeface="Calibri" pitchFamily="34" charset="-120"/>
              </a:rPr>
              <a:t>Fuente · Korea Foundation. Hangeul – Korea's Unique Alphabet, 2010, p. 12-13.</a:t>
            </a:r>
            <a:endParaRPr lang="en-US" sz="900" dirty="0"/>
          </a:p>
        </p:txBody>
      </p:sp>
      <p:sp>
        <p:nvSpPr>
          <p:cNvPr id="42" name="Text 40"/>
          <p:cNvSpPr/>
          <p:nvPr/>
        </p:nvSpPr>
        <p:spPr>
          <a:xfrm>
            <a:off x="365760" y="6446520"/>
            <a:ext cx="5486400" cy="274320"/>
          </a:xfrm>
          <a:prstGeom prst="rect">
            <a:avLst/>
          </a:prstGeom>
          <a:noFill/>
          <a:ln/>
        </p:spPr>
        <p:txBody>
          <a:bodyPr wrap="square" rtlCol="0" anchor="ctr"/>
          <a:lstStyle/>
          <a:p>
            <a:pPr marL="0" indent="0">
              <a:buNone/>
            </a:pPr>
            <a:r>
              <a:rPr lang="en-US" sz="1000" b="1" kern="0" spc="600" dirty="0">
                <a:solidFill>
                  <a:srgbClr val="94A3B8"/>
                </a:solidFill>
                <a:latin typeface="Trebuchet MS" pitchFamily="34" charset="0"/>
                <a:ea typeface="Trebuchet MS" pitchFamily="34" charset="-122"/>
                <a:cs typeface="Trebuchet MS" pitchFamily="34" charset="-120"/>
              </a:rPr>
              <a:t>ACADEMIA SEÚL  ·  MÉTODO CHINGU™</a:t>
            </a:r>
            <a:endParaRPr lang="en-US" sz="1000" dirty="0"/>
          </a:p>
        </p:txBody>
      </p:sp>
      <p:sp>
        <p:nvSpPr>
          <p:cNvPr id="43" name="Text 41"/>
          <p:cNvSpPr/>
          <p:nvPr/>
        </p:nvSpPr>
        <p:spPr>
          <a:xfrm>
            <a:off x="8991295" y="6446520"/>
            <a:ext cx="2743200" cy="274320"/>
          </a:xfrm>
          <a:prstGeom prst="rect">
            <a:avLst/>
          </a:prstGeom>
          <a:noFill/>
          <a:ln/>
        </p:spPr>
        <p:txBody>
          <a:bodyPr wrap="square" rtlCol="0" anchor="ctr"/>
          <a:lstStyle/>
          <a:p>
            <a:pPr marL="0" indent="0" algn="r">
              <a:buNone/>
            </a:pPr>
            <a:r>
              <a:rPr lang="en-US" sz="1000" b="1" kern="0" spc="600" dirty="0">
                <a:solidFill>
                  <a:srgbClr val="94A3B8"/>
                </a:solidFill>
                <a:latin typeface="Trebuchet MS" pitchFamily="34" charset="0"/>
                <a:ea typeface="Trebuchet MS" pitchFamily="34" charset="-122"/>
                <a:cs typeface="Trebuchet MS" pitchFamily="34" charset="-120"/>
              </a:rPr>
              <a:t>SES 04B  ·  TALLER</a:t>
            </a:r>
            <a:endParaRPr lang="en-US" sz="1000" dirty="0"/>
          </a:p>
        </p:txBody>
      </p:sp>
      <p:pic>
        <p:nvPicPr>
          <p:cNvPr id="44" name="Image 0" descr="/sessions/sleepy-zen-cray/mnt/outputs/deck_assets/logo_var2_azul.png">
            <a:extLst>
              <a:ext uri="{FF2B5EF4-FFF2-40B4-BE49-F238E27FC236}">
                <a16:creationId xmlns:a16="http://schemas.microsoft.com/office/drawing/2014/main" id="{D87ACA8F-24AE-7ED0-39EA-5C3D3136EEA1}"/>
              </a:ext>
            </a:extLst>
          </p:cNvPr>
          <p:cNvPicPr>
            <a:picLocks noChangeAspect="1"/>
          </p:cNvPicPr>
          <p:nvPr/>
        </p:nvPicPr>
        <p:blipFill>
          <a:blip r:embed="rId3"/>
          <a:stretch>
            <a:fillRect/>
          </a:stretch>
        </p:blipFill>
        <p:spPr>
          <a:xfrm>
            <a:off x="9778365" y="-760095"/>
            <a:ext cx="2571750" cy="2571750"/>
          </a:xfrm>
          <a:prstGeom prst="rect">
            <a:avLst/>
          </a:prstGeom>
        </p:spPr>
      </p:pic>
    </p:spTree>
    <p:extLst>
      <p:ext uri="{BB962C8B-B14F-4D97-AF65-F5344CB8AC3E}">
        <p14:creationId xmlns:p14="http://schemas.microsoft.com/office/powerpoint/2010/main" val="109771477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marL="0" indent="0">
              <a:buNone/>
            </a:pPr>
            <a:r>
              <a:rPr lang="en-US" sz="900" b="1" kern="0" spc="600" dirty="0">
                <a:solidFill>
                  <a:srgbClr val="3D2EE8"/>
                </a:solidFill>
                <a:latin typeface="Calibri" pitchFamily="34" charset="0"/>
                <a:ea typeface="Calibri" pitchFamily="34" charset="-122"/>
                <a:cs typeface="Calibri" pitchFamily="34" charset="-120"/>
              </a:rPr>
              <a:t>§2 · HISTORIA</a:t>
            </a:r>
            <a:endParaRPr lang="en-US" sz="900" dirty="0"/>
          </a:p>
        </p:txBody>
      </p:sp>
      <p:sp>
        <p:nvSpPr>
          <p:cNvPr id="3" name="Text 1"/>
          <p:cNvSpPr/>
          <p:nvPr/>
        </p:nvSpPr>
        <p:spPr>
          <a:xfrm>
            <a:off x="548640" y="822960"/>
            <a:ext cx="10515600" cy="640080"/>
          </a:xfrm>
          <a:prstGeom prst="rect">
            <a:avLst/>
          </a:prstGeom>
          <a:noFill/>
          <a:ln/>
        </p:spPr>
        <p:txBody>
          <a:bodyPr wrap="square" rtlCol="0" anchor="ctr"/>
          <a:lstStyle/>
          <a:p>
            <a:pPr marL="0" indent="0">
              <a:buNone/>
            </a:pPr>
            <a:r>
              <a:rPr lang="en-US" sz="2600" b="1" dirty="0">
                <a:solidFill>
                  <a:srgbClr val="1A1A2E"/>
                </a:solidFill>
                <a:latin typeface="Calibri" pitchFamily="34" charset="0"/>
                <a:ea typeface="Calibri" pitchFamily="34" charset="-122"/>
                <a:cs typeface="Calibri" pitchFamily="34" charset="-120"/>
              </a:rPr>
              <a:t>La promesa del Rey Sejong</a:t>
            </a:r>
            <a:endParaRPr lang="en-US" sz="2600" dirty="0"/>
          </a:p>
        </p:txBody>
      </p:sp>
      <p:sp>
        <p:nvSpPr>
          <p:cNvPr id="4" name="Text 2"/>
          <p:cNvSpPr/>
          <p:nvPr/>
        </p:nvSpPr>
        <p:spPr>
          <a:xfrm>
            <a:off x="548640" y="1828800"/>
            <a:ext cx="5486400" cy="4389120"/>
          </a:xfrm>
          <a:prstGeom prst="rect">
            <a:avLst/>
          </a:prstGeom>
          <a:noFill/>
          <a:ln/>
        </p:spPr>
        <p:txBody>
          <a:bodyPr wrap="square" rtlCol="0" anchor="t"/>
          <a:lstStyle/>
          <a:p>
            <a:pPr marL="0" indent="0">
              <a:lnSpc>
                <a:spcPct val="140000"/>
              </a:lnSpc>
              <a:buNone/>
            </a:pPr>
            <a:r>
              <a:rPr lang="en-US" sz="1400" dirty="0">
                <a:solidFill>
                  <a:srgbClr val="1A1A2E"/>
                </a:solidFill>
                <a:latin typeface="Calibri" pitchFamily="34" charset="0"/>
                <a:ea typeface="Calibri" pitchFamily="34" charset="-122"/>
                <a:cs typeface="Calibri" pitchFamily="34" charset="-120"/>
              </a:rPr>
              <a:t>En 1443, el Rey Sejong el Grande inventó el Hangul.</a:t>
            </a:r>
            <a:endParaRPr lang="en-US" sz="1400" dirty="0"/>
          </a:p>
          <a:p>
            <a:pPr marL="0" indent="0">
              <a:lnSpc>
                <a:spcPct val="140000"/>
              </a:lnSpc>
              <a:buNone/>
            </a:pPr>
            <a:endParaRPr lang="en-US" sz="1400" dirty="0"/>
          </a:p>
          <a:p>
            <a:pPr marL="0" indent="0">
              <a:lnSpc>
                <a:spcPct val="140000"/>
              </a:lnSpc>
              <a:buNone/>
            </a:pPr>
            <a:r>
              <a:rPr lang="en-US" sz="1400" dirty="0">
                <a:solidFill>
                  <a:srgbClr val="1A1A2E"/>
                </a:solidFill>
                <a:latin typeface="Calibri" pitchFamily="34" charset="0"/>
                <a:ea typeface="Calibri" pitchFamily="34" charset="-122"/>
                <a:cs typeface="Calibri" pitchFamily="34" charset="-120"/>
              </a:rPr>
              <a:t>Antes de él, en Corea solo escribían con caracteres chinos — pero eran tan complicados que SOLO los nobles podían leer.</a:t>
            </a:r>
            <a:endParaRPr lang="en-US" sz="1400" dirty="0"/>
          </a:p>
          <a:p>
            <a:pPr marL="0" indent="0">
              <a:lnSpc>
                <a:spcPct val="140000"/>
              </a:lnSpc>
              <a:buNone/>
            </a:pPr>
            <a:endParaRPr lang="en-US" sz="1400" dirty="0"/>
          </a:p>
          <a:p>
            <a:pPr marL="0" indent="0">
              <a:lnSpc>
                <a:spcPct val="140000"/>
              </a:lnSpc>
              <a:buNone/>
            </a:pPr>
            <a:r>
              <a:rPr lang="en-US" sz="1400" dirty="0">
                <a:solidFill>
                  <a:srgbClr val="1A1A2E"/>
                </a:solidFill>
                <a:latin typeface="Calibri" pitchFamily="34" charset="0"/>
                <a:ea typeface="Calibri" pitchFamily="34" charset="-122"/>
                <a:cs typeface="Calibri" pitchFamily="34" charset="-120"/>
              </a:rPr>
              <a:t>Sejong dijo: NO. Yo quiero que TODOS — campesinos, mujeres, niños — puedan leer.</a:t>
            </a:r>
            <a:endParaRPr lang="en-US" sz="1400" dirty="0"/>
          </a:p>
          <a:p>
            <a:pPr marL="0" indent="0">
              <a:lnSpc>
                <a:spcPct val="140000"/>
              </a:lnSpc>
              <a:buNone/>
            </a:pPr>
            <a:endParaRPr lang="en-US" sz="1400" dirty="0"/>
          </a:p>
          <a:p>
            <a:pPr marL="0" indent="0">
              <a:lnSpc>
                <a:spcPct val="140000"/>
              </a:lnSpc>
              <a:buNone/>
            </a:pPr>
            <a:r>
              <a:rPr lang="en-US" sz="1400" dirty="0">
                <a:solidFill>
                  <a:srgbClr val="1A1A2E"/>
                </a:solidFill>
                <a:latin typeface="Calibri" pitchFamily="34" charset="0"/>
                <a:ea typeface="Calibri" pitchFamily="34" charset="-122"/>
                <a:cs typeface="Calibri" pitchFamily="34" charset="-120"/>
              </a:rPr>
              <a:t>Entonces creó un alfabeto tan lógico que en sus palabras:</a:t>
            </a:r>
            <a:endParaRPr lang="en-US" sz="1400" dirty="0"/>
          </a:p>
          <a:p>
            <a:pPr marL="0" indent="0">
              <a:lnSpc>
                <a:spcPct val="140000"/>
              </a:lnSpc>
              <a:buNone/>
            </a:pPr>
            <a:endParaRPr lang="en-US" sz="1400" dirty="0"/>
          </a:p>
          <a:p>
            <a:pPr marL="0" indent="0">
              <a:lnSpc>
                <a:spcPct val="140000"/>
              </a:lnSpc>
              <a:buNone/>
            </a:pPr>
            <a:r>
              <a:rPr lang="en-US" sz="1400" dirty="0">
                <a:solidFill>
                  <a:srgbClr val="1A1A2E"/>
                </a:solidFill>
                <a:latin typeface="Calibri" pitchFamily="34" charset="0"/>
                <a:ea typeface="Calibri" pitchFamily="34" charset="-122"/>
                <a:cs typeface="Calibri" pitchFamily="34" charset="-120"/>
              </a:rPr>
              <a:t>"Un hombre sabio lo aprende en una mañana; uno tonto en 10 días."</a:t>
            </a:r>
            <a:endParaRPr lang="en-US" sz="1400" dirty="0"/>
          </a:p>
          <a:p>
            <a:pPr marL="0" indent="0">
              <a:lnSpc>
                <a:spcPct val="140000"/>
              </a:lnSpc>
              <a:buNone/>
            </a:pPr>
            <a:endParaRPr lang="en-US" sz="1400" dirty="0"/>
          </a:p>
          <a:p>
            <a:pPr marL="0" indent="0">
              <a:lnSpc>
                <a:spcPct val="140000"/>
              </a:lnSpc>
              <a:buNone/>
            </a:pPr>
            <a:r>
              <a:rPr lang="en-US" sz="1400" dirty="0">
                <a:solidFill>
                  <a:srgbClr val="1A1A2E"/>
                </a:solidFill>
                <a:latin typeface="Calibri" pitchFamily="34" charset="0"/>
                <a:ea typeface="Calibri" pitchFamily="34" charset="-122"/>
                <a:cs typeface="Calibri" pitchFamily="34" charset="-120"/>
              </a:rPr>
              <a:t>Nosotros lo vamos a aprender en 60 minutos.</a:t>
            </a:r>
            <a:endParaRPr lang="en-US" sz="1400" dirty="0"/>
          </a:p>
        </p:txBody>
      </p:sp>
      <p:sp>
        <p:nvSpPr>
          <p:cNvPr id="5" name="Shape 3"/>
          <p:cNvSpPr/>
          <p:nvPr/>
        </p:nvSpPr>
        <p:spPr>
          <a:xfrm>
            <a:off x="6766560" y="1828800"/>
            <a:ext cx="4846320" cy="4389120"/>
          </a:xfrm>
          <a:prstGeom prst="roundRect">
            <a:avLst>
              <a:gd name="adj" fmla="val 3125"/>
            </a:avLst>
          </a:prstGeom>
          <a:solidFill>
            <a:srgbClr val="FF5C5C"/>
          </a:solidFill>
          <a:ln w="12700">
            <a:solidFill>
              <a:srgbClr val="FF5C5C"/>
            </a:solidFill>
            <a:prstDash val="solid"/>
          </a:ln>
        </p:spPr>
      </p:sp>
      <p:sp>
        <p:nvSpPr>
          <p:cNvPr id="6" name="Text 4"/>
          <p:cNvSpPr/>
          <p:nvPr/>
        </p:nvSpPr>
        <p:spPr>
          <a:xfrm>
            <a:off x="6766560" y="2560320"/>
            <a:ext cx="4846320" cy="1645920"/>
          </a:xfrm>
          <a:prstGeom prst="rect">
            <a:avLst/>
          </a:prstGeom>
          <a:noFill/>
          <a:ln/>
        </p:spPr>
        <p:txBody>
          <a:bodyPr wrap="square" rtlCol="0" anchor="ctr"/>
          <a:lstStyle/>
          <a:p>
            <a:pPr marL="0" indent="0" algn="ctr">
              <a:buNone/>
            </a:pPr>
            <a:r>
              <a:rPr lang="en-US" sz="8000" b="1" dirty="0">
                <a:solidFill>
                  <a:srgbClr val="FFFFFF"/>
                </a:solidFill>
                <a:latin typeface="Malgun Gothic" pitchFamily="34" charset="0"/>
                <a:ea typeface="Malgun Gothic" pitchFamily="34" charset="-122"/>
                <a:cs typeface="Malgun Gothic" pitchFamily="34" charset="-120"/>
              </a:rPr>
              <a:t>1443</a:t>
            </a:r>
            <a:endParaRPr lang="en-US" sz="8000" dirty="0"/>
          </a:p>
        </p:txBody>
      </p:sp>
      <p:sp>
        <p:nvSpPr>
          <p:cNvPr id="7" name="Text 5"/>
          <p:cNvSpPr/>
          <p:nvPr/>
        </p:nvSpPr>
        <p:spPr>
          <a:xfrm>
            <a:off x="6766560" y="4297680"/>
            <a:ext cx="4846320" cy="548640"/>
          </a:xfrm>
          <a:prstGeom prst="rect">
            <a:avLst/>
          </a:prstGeom>
          <a:noFill/>
          <a:ln/>
        </p:spPr>
        <p:txBody>
          <a:bodyPr wrap="square" rtlCol="0" anchor="ctr"/>
          <a:lstStyle/>
          <a:p>
            <a:pPr marL="0" indent="0" algn="ctr">
              <a:buNone/>
            </a:pPr>
            <a:r>
              <a:rPr lang="en-US" sz="1800" i="1" dirty="0">
                <a:solidFill>
                  <a:srgbClr val="FFFFFF"/>
                </a:solidFill>
                <a:latin typeface="Calibri" pitchFamily="34" charset="0"/>
                <a:ea typeface="Calibri" pitchFamily="34" charset="-122"/>
                <a:cs typeface="Calibri" pitchFamily="34" charset="-120"/>
              </a:rPr>
              <a:t>Rey Sejong el Grande</a:t>
            </a:r>
            <a:endParaRPr lang="en-US" sz="1800" dirty="0"/>
          </a:p>
        </p:txBody>
      </p:sp>
      <p:sp>
        <p:nvSpPr>
          <p:cNvPr id="8" name="Text 6"/>
          <p:cNvSpPr/>
          <p:nvPr/>
        </p:nvSpPr>
        <p:spPr>
          <a:xfrm>
            <a:off x="6766560" y="4937760"/>
            <a:ext cx="4846320" cy="457200"/>
          </a:xfrm>
          <a:prstGeom prst="rect">
            <a:avLst/>
          </a:prstGeom>
          <a:noFill/>
          <a:ln/>
        </p:spPr>
        <p:txBody>
          <a:bodyPr wrap="square" rtlCol="0" anchor="ctr"/>
          <a:lstStyle/>
          <a:p>
            <a:pPr marL="0" indent="0" algn="ctr">
              <a:buNone/>
            </a:pPr>
            <a:r>
              <a:rPr lang="en-US" sz="1400" dirty="0">
                <a:solidFill>
                  <a:srgbClr val="FFFFFF"/>
                </a:solidFill>
                <a:latin typeface="Calibri" pitchFamily="34" charset="0"/>
                <a:ea typeface="Calibri" pitchFamily="34" charset="-122"/>
                <a:cs typeface="Calibri" pitchFamily="34" charset="-120"/>
              </a:rPr>
              <a:t>Patrimonio UNESCO</a:t>
            </a:r>
            <a:endParaRPr lang="en-US" sz="1400" dirty="0"/>
          </a:p>
        </p:txBody>
      </p:sp>
      <p:pic>
        <p:nvPicPr>
          <p:cNvPr id="10" name="Image 1" descr="/sessions/sleepy-zen-cray/mnt/outputs/deck_assets/sello_linea_v1_01.png"/>
          <p:cNvPicPr>
            <a:picLocks noChangeAspect="1"/>
          </p:cNvPicPr>
          <p:nvPr/>
        </p:nvPicPr>
        <p:blipFill>
          <a:blip r:embed="rId3"/>
          <a:stretch>
            <a:fillRect/>
          </a:stretch>
        </p:blipFill>
        <p:spPr>
          <a:xfrm>
            <a:off x="365760" y="6355080"/>
            <a:ext cx="411480" cy="411480"/>
          </a:xfrm>
          <a:prstGeom prst="rect">
            <a:avLst/>
          </a:prstGeom>
        </p:spPr>
      </p:pic>
      <p:sp>
        <p:nvSpPr>
          <p:cNvPr id="11" name="Text 7"/>
          <p:cNvSpPr/>
          <p:nvPr/>
        </p:nvSpPr>
        <p:spPr>
          <a:xfrm>
            <a:off x="914400" y="6492240"/>
            <a:ext cx="4572000" cy="228600"/>
          </a:xfrm>
          <a:prstGeom prst="rect">
            <a:avLst/>
          </a:prstGeom>
          <a:noFill/>
          <a:ln/>
        </p:spPr>
        <p:txBody>
          <a:bodyPr wrap="square" rtlCol="0" anchor="ctr"/>
          <a:lstStyle/>
          <a:p>
            <a:pPr marL="0" indent="0">
              <a:buNone/>
            </a:pPr>
            <a:r>
              <a:rPr lang="en-US" sz="800" b="1" dirty="0">
                <a:solidFill>
                  <a:srgbClr val="6B6B7C"/>
                </a:solidFill>
                <a:latin typeface="Calibri" pitchFamily="34" charset="0"/>
                <a:ea typeface="Calibri" pitchFamily="34" charset="-122"/>
                <a:cs typeface="Calibri" pitchFamily="34" charset="-120"/>
              </a:rPr>
              <a:t>ACADEMIA SEÚL  ·  MÉTODO CHINGU™</a:t>
            </a:r>
            <a:endParaRPr lang="en-US" sz="800" dirty="0"/>
          </a:p>
        </p:txBody>
      </p:sp>
      <p:sp>
        <p:nvSpPr>
          <p:cNvPr id="12" name="Text 8"/>
          <p:cNvSpPr/>
          <p:nvPr/>
        </p:nvSpPr>
        <p:spPr>
          <a:xfrm>
            <a:off x="7315200" y="6492240"/>
            <a:ext cx="4572000" cy="228600"/>
          </a:xfrm>
          <a:prstGeom prst="rect">
            <a:avLst/>
          </a:prstGeom>
          <a:noFill/>
          <a:ln/>
        </p:spPr>
        <p:txBody>
          <a:bodyPr wrap="square" rtlCol="0" anchor="ctr"/>
          <a:lstStyle/>
          <a:p>
            <a:pPr marL="0" indent="0" algn="r">
              <a:buNone/>
            </a:pPr>
            <a:r>
              <a:rPr lang="en-US" sz="800" b="1" dirty="0">
                <a:solidFill>
                  <a:srgbClr val="6B6B7C"/>
                </a:solidFill>
                <a:latin typeface="Calibri" pitchFamily="34" charset="0"/>
                <a:ea typeface="Calibri" pitchFamily="34" charset="-122"/>
                <a:cs typeface="Calibri" pitchFamily="34" charset="-120"/>
              </a:rPr>
              <a:t>SES 05  ·  TALLER</a:t>
            </a:r>
            <a:endParaRPr lang="en-US" sz="800" dirty="0"/>
          </a:p>
        </p:txBody>
      </p:sp>
      <p:pic>
        <p:nvPicPr>
          <p:cNvPr id="13" name="Image 0" descr="/sessions/sleepy-zen-cray/mnt/outputs/deck_assets/logo_var2_azul.png">
            <a:extLst>
              <a:ext uri="{FF2B5EF4-FFF2-40B4-BE49-F238E27FC236}">
                <a16:creationId xmlns:a16="http://schemas.microsoft.com/office/drawing/2014/main" id="{D6D2E3E4-4644-F2B4-2181-78809F2044C8}"/>
              </a:ext>
            </a:extLst>
          </p:cNvPr>
          <p:cNvPicPr>
            <a:picLocks noChangeAspect="1"/>
          </p:cNvPicPr>
          <p:nvPr/>
        </p:nvPicPr>
        <p:blipFill>
          <a:blip r:embed="rId4"/>
          <a:stretch>
            <a:fillRect/>
          </a:stretch>
        </p:blipFill>
        <p:spPr>
          <a:xfrm>
            <a:off x="9778365" y="-760095"/>
            <a:ext cx="2571750" cy="257175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365760" y="365760"/>
            <a:ext cx="6400800" cy="274320"/>
          </a:xfrm>
          <a:prstGeom prst="rect">
            <a:avLst/>
          </a:prstGeom>
          <a:noFill/>
          <a:ln/>
        </p:spPr>
        <p:txBody>
          <a:bodyPr wrap="square" rtlCol="0" anchor="ctr"/>
          <a:lstStyle/>
          <a:p>
            <a:pPr marL="0" indent="0">
              <a:buNone/>
            </a:pPr>
            <a:r>
              <a:rPr lang="en-US" sz="1200" b="1" kern="0" spc="800" dirty="0">
                <a:solidFill>
                  <a:srgbClr val="FE6768"/>
                </a:solidFill>
                <a:latin typeface="Trebuchet MS" pitchFamily="34" charset="0"/>
                <a:ea typeface="Trebuchet MS" pitchFamily="34" charset="-122"/>
                <a:cs typeface="Trebuchet MS" pitchFamily="34" charset="-120"/>
              </a:rPr>
              <a:t>§2.1 · CREDIBILIDAD</a:t>
            </a:r>
            <a:endParaRPr lang="en-US" sz="1200" dirty="0"/>
          </a:p>
        </p:txBody>
      </p:sp>
      <p:sp>
        <p:nvSpPr>
          <p:cNvPr id="3" name="Text 1"/>
          <p:cNvSpPr/>
          <p:nvPr/>
        </p:nvSpPr>
        <p:spPr>
          <a:xfrm>
            <a:off x="365760" y="658368"/>
            <a:ext cx="11430000" cy="640080"/>
          </a:xfrm>
          <a:prstGeom prst="rect">
            <a:avLst/>
          </a:prstGeom>
          <a:noFill/>
          <a:ln/>
        </p:spPr>
        <p:txBody>
          <a:bodyPr wrap="square" rtlCol="0" anchor="ctr"/>
          <a:lstStyle/>
          <a:p>
            <a:pPr marL="0" indent="0">
              <a:buNone/>
            </a:pPr>
            <a:r>
              <a:rPr lang="en-US" sz="3400" b="1" dirty="0">
                <a:solidFill>
                  <a:srgbClr val="0F172A"/>
                </a:solidFill>
                <a:latin typeface="Trebuchet MS" pitchFamily="34" charset="0"/>
                <a:ea typeface="Trebuchet MS" pitchFamily="34" charset="-122"/>
                <a:cs typeface="Trebuchet MS" pitchFamily="34" charset="-120"/>
              </a:rPr>
              <a:t>Lo que dicen los lingüistas del mundo</a:t>
            </a:r>
            <a:endParaRPr lang="en-US" sz="3400" dirty="0"/>
          </a:p>
        </p:txBody>
      </p:sp>
      <p:sp>
        <p:nvSpPr>
          <p:cNvPr id="4" name="Shape 2"/>
          <p:cNvSpPr/>
          <p:nvPr/>
        </p:nvSpPr>
        <p:spPr>
          <a:xfrm>
            <a:off x="365760" y="1691640"/>
            <a:ext cx="5669280" cy="2011680"/>
          </a:xfrm>
          <a:prstGeom prst="roundRect">
            <a:avLst>
              <a:gd name="adj" fmla="val 4545"/>
            </a:avLst>
          </a:prstGeom>
          <a:solidFill>
            <a:srgbClr val="F8F9FC"/>
          </a:solidFill>
          <a:ln w="12700">
            <a:solidFill>
              <a:srgbClr val="E2E8F0"/>
            </a:solidFill>
            <a:prstDash val="solid"/>
          </a:ln>
        </p:spPr>
      </p:sp>
      <p:sp>
        <p:nvSpPr>
          <p:cNvPr id="5" name="Text 3"/>
          <p:cNvSpPr/>
          <p:nvPr/>
        </p:nvSpPr>
        <p:spPr>
          <a:xfrm>
            <a:off x="502920" y="1828800"/>
            <a:ext cx="548640" cy="548640"/>
          </a:xfrm>
          <a:prstGeom prst="rect">
            <a:avLst/>
          </a:prstGeom>
          <a:noFill/>
          <a:ln/>
        </p:spPr>
        <p:txBody>
          <a:bodyPr wrap="square" lIns="0" tIns="0" rIns="0" bIns="0" rtlCol="0" anchor="ctr"/>
          <a:lstStyle/>
          <a:p>
            <a:pPr marL="0" indent="0" algn="ctr">
              <a:buNone/>
            </a:pPr>
            <a:r>
              <a:rPr lang="en-US" sz="3400" dirty="0">
                <a:solidFill>
                  <a:srgbClr val="000000"/>
                </a:solidFill>
              </a:rPr>
              <a:t>🇬🇧</a:t>
            </a:r>
            <a:endParaRPr lang="en-US" sz="3400" dirty="0"/>
          </a:p>
        </p:txBody>
      </p:sp>
      <p:sp>
        <p:nvSpPr>
          <p:cNvPr id="6" name="Text 4"/>
          <p:cNvSpPr/>
          <p:nvPr/>
        </p:nvSpPr>
        <p:spPr>
          <a:xfrm>
            <a:off x="1143000" y="1828800"/>
            <a:ext cx="4754880" cy="1188720"/>
          </a:xfrm>
          <a:prstGeom prst="rect">
            <a:avLst/>
          </a:prstGeom>
          <a:noFill/>
          <a:ln/>
        </p:spPr>
        <p:txBody>
          <a:bodyPr wrap="square" lIns="0" tIns="0" rIns="0" bIns="0" rtlCol="0" anchor="t"/>
          <a:lstStyle/>
          <a:p>
            <a:pPr marL="0" indent="0">
              <a:buNone/>
            </a:pPr>
            <a:r>
              <a:rPr lang="en-US" sz="1300" i="1" dirty="0">
                <a:solidFill>
                  <a:srgbClr val="0F172A"/>
                </a:solidFill>
                <a:latin typeface="Georgia" pitchFamily="34" charset="0"/>
                <a:ea typeface="Georgia" pitchFamily="34" charset="-122"/>
                <a:cs typeface="Georgia" pitchFamily="34" charset="-120"/>
              </a:rPr>
              <a:t>"El mejor de todos los sistemas de escritura concebibles para el Coreano. Hangul debe rankearse incondicionalmente como uno de los grandes logros intelectuales de la humanidad."</a:t>
            </a:r>
            <a:endParaRPr lang="en-US" sz="1300" dirty="0"/>
          </a:p>
        </p:txBody>
      </p:sp>
      <p:sp>
        <p:nvSpPr>
          <p:cNvPr id="7" name="Text 5"/>
          <p:cNvSpPr/>
          <p:nvPr/>
        </p:nvSpPr>
        <p:spPr>
          <a:xfrm>
            <a:off x="1143000" y="3063240"/>
            <a:ext cx="4754880" cy="274320"/>
          </a:xfrm>
          <a:prstGeom prst="rect">
            <a:avLst/>
          </a:prstGeom>
          <a:noFill/>
          <a:ln/>
        </p:spPr>
        <p:txBody>
          <a:bodyPr wrap="square" lIns="0" tIns="0" rIns="0" bIns="0" rtlCol="0" anchor="ctr"/>
          <a:lstStyle/>
          <a:p>
            <a:pPr marL="0" indent="0">
              <a:buNone/>
            </a:pPr>
            <a:r>
              <a:rPr lang="en-US" sz="1200" b="1" dirty="0">
                <a:solidFill>
                  <a:srgbClr val="4036ED"/>
                </a:solidFill>
                <a:latin typeface="Trebuchet MS" pitchFamily="34" charset="0"/>
                <a:ea typeface="Trebuchet MS" pitchFamily="34" charset="-122"/>
                <a:cs typeface="Trebuchet MS" pitchFamily="34" charset="-120"/>
              </a:rPr>
              <a:t>Geoffrey Sampson</a:t>
            </a:r>
            <a:endParaRPr lang="en-US" sz="1200" dirty="0"/>
          </a:p>
        </p:txBody>
      </p:sp>
      <p:sp>
        <p:nvSpPr>
          <p:cNvPr id="8" name="Text 6"/>
          <p:cNvSpPr/>
          <p:nvPr/>
        </p:nvSpPr>
        <p:spPr>
          <a:xfrm>
            <a:off x="1143000" y="3337560"/>
            <a:ext cx="4754880" cy="274320"/>
          </a:xfrm>
          <a:prstGeom prst="rect">
            <a:avLst/>
          </a:prstGeom>
          <a:noFill/>
          <a:ln/>
        </p:spPr>
        <p:txBody>
          <a:bodyPr wrap="square" lIns="0" tIns="0" rIns="0" bIns="0" rtlCol="0" anchor="ctr"/>
          <a:lstStyle/>
          <a:p>
            <a:pPr marL="0" indent="0">
              <a:buNone/>
            </a:pPr>
            <a:r>
              <a:rPr lang="en-US" sz="1100" i="1" dirty="0">
                <a:solidFill>
                  <a:srgbClr val="4A5568"/>
                </a:solidFill>
                <a:latin typeface="Calibri" pitchFamily="34" charset="0"/>
                <a:ea typeface="Calibri" pitchFamily="34" charset="-122"/>
                <a:cs typeface="Calibri" pitchFamily="34" charset="-120"/>
              </a:rPr>
              <a:t>Lingüista, Universidad de Sussex</a:t>
            </a:r>
            <a:endParaRPr lang="en-US" sz="1100" dirty="0"/>
          </a:p>
        </p:txBody>
      </p:sp>
      <p:sp>
        <p:nvSpPr>
          <p:cNvPr id="9" name="Shape 7"/>
          <p:cNvSpPr/>
          <p:nvPr/>
        </p:nvSpPr>
        <p:spPr>
          <a:xfrm>
            <a:off x="6126480" y="1691640"/>
            <a:ext cx="5669280" cy="2011680"/>
          </a:xfrm>
          <a:prstGeom prst="roundRect">
            <a:avLst>
              <a:gd name="adj" fmla="val 4545"/>
            </a:avLst>
          </a:prstGeom>
          <a:solidFill>
            <a:srgbClr val="F8F9FC"/>
          </a:solidFill>
          <a:ln w="12700">
            <a:solidFill>
              <a:srgbClr val="E2E8F0"/>
            </a:solidFill>
            <a:prstDash val="solid"/>
          </a:ln>
        </p:spPr>
      </p:sp>
      <p:sp>
        <p:nvSpPr>
          <p:cNvPr id="10" name="Text 8"/>
          <p:cNvSpPr/>
          <p:nvPr/>
        </p:nvSpPr>
        <p:spPr>
          <a:xfrm>
            <a:off x="6263640" y="1828800"/>
            <a:ext cx="548640" cy="548640"/>
          </a:xfrm>
          <a:prstGeom prst="rect">
            <a:avLst/>
          </a:prstGeom>
          <a:noFill/>
          <a:ln/>
        </p:spPr>
        <p:txBody>
          <a:bodyPr wrap="square" lIns="0" tIns="0" rIns="0" bIns="0" rtlCol="0" anchor="ctr"/>
          <a:lstStyle/>
          <a:p>
            <a:pPr marL="0" indent="0" algn="ctr">
              <a:buNone/>
            </a:pPr>
            <a:r>
              <a:rPr lang="en-US" sz="3400" dirty="0">
                <a:solidFill>
                  <a:srgbClr val="000000"/>
                </a:solidFill>
              </a:rPr>
              <a:t>🇩🇪</a:t>
            </a:r>
            <a:endParaRPr lang="en-US" sz="3400" dirty="0"/>
          </a:p>
        </p:txBody>
      </p:sp>
      <p:sp>
        <p:nvSpPr>
          <p:cNvPr id="11" name="Text 9"/>
          <p:cNvSpPr/>
          <p:nvPr/>
        </p:nvSpPr>
        <p:spPr>
          <a:xfrm>
            <a:off x="6903720" y="1828800"/>
            <a:ext cx="4754880" cy="1188720"/>
          </a:xfrm>
          <a:prstGeom prst="rect">
            <a:avLst/>
          </a:prstGeom>
          <a:noFill/>
          <a:ln/>
        </p:spPr>
        <p:txBody>
          <a:bodyPr wrap="square" lIns="0" tIns="0" rIns="0" bIns="0" rtlCol="0" anchor="t"/>
          <a:lstStyle/>
          <a:p>
            <a:pPr marL="0" indent="0">
              <a:buNone/>
            </a:pPr>
            <a:r>
              <a:rPr lang="en-US" sz="1300" i="1" dirty="0">
                <a:solidFill>
                  <a:srgbClr val="0F172A"/>
                </a:solidFill>
                <a:latin typeface="Georgia" pitchFamily="34" charset="0"/>
                <a:ea typeface="Georgia" pitchFamily="34" charset="-122"/>
                <a:cs typeface="Georgia" pitchFamily="34" charset="-120"/>
              </a:rPr>
              <a:t>"El mejor sistema de escritura del mundo, diseñado sobre principios filosóficos tradicionales y teorías científicas."</a:t>
            </a:r>
            <a:endParaRPr lang="en-US" sz="1300" dirty="0"/>
          </a:p>
        </p:txBody>
      </p:sp>
      <p:sp>
        <p:nvSpPr>
          <p:cNvPr id="12" name="Text 10"/>
          <p:cNvSpPr/>
          <p:nvPr/>
        </p:nvSpPr>
        <p:spPr>
          <a:xfrm>
            <a:off x="6903720" y="3063240"/>
            <a:ext cx="4754880" cy="274320"/>
          </a:xfrm>
          <a:prstGeom prst="rect">
            <a:avLst/>
          </a:prstGeom>
          <a:noFill/>
          <a:ln/>
        </p:spPr>
        <p:txBody>
          <a:bodyPr wrap="square" lIns="0" tIns="0" rIns="0" bIns="0" rtlCol="0" anchor="ctr"/>
          <a:lstStyle/>
          <a:p>
            <a:pPr marL="0" indent="0">
              <a:buNone/>
            </a:pPr>
            <a:r>
              <a:rPr lang="en-US" sz="1200" b="1" dirty="0">
                <a:solidFill>
                  <a:srgbClr val="4036ED"/>
                </a:solidFill>
                <a:latin typeface="Trebuchet MS" pitchFamily="34" charset="0"/>
                <a:ea typeface="Trebuchet MS" pitchFamily="34" charset="-122"/>
                <a:cs typeface="Trebuchet MS" pitchFamily="34" charset="-120"/>
              </a:rPr>
              <a:t>Werner Sasse</a:t>
            </a:r>
            <a:endParaRPr lang="en-US" sz="1200" dirty="0"/>
          </a:p>
        </p:txBody>
      </p:sp>
      <p:sp>
        <p:nvSpPr>
          <p:cNvPr id="13" name="Text 11"/>
          <p:cNvSpPr/>
          <p:nvPr/>
        </p:nvSpPr>
        <p:spPr>
          <a:xfrm>
            <a:off x="6903720" y="3337560"/>
            <a:ext cx="4754880" cy="274320"/>
          </a:xfrm>
          <a:prstGeom prst="rect">
            <a:avLst/>
          </a:prstGeom>
          <a:noFill/>
          <a:ln/>
        </p:spPr>
        <p:txBody>
          <a:bodyPr wrap="square" lIns="0" tIns="0" rIns="0" bIns="0" rtlCol="0" anchor="ctr"/>
          <a:lstStyle/>
          <a:p>
            <a:pPr marL="0" indent="0">
              <a:buNone/>
            </a:pPr>
            <a:r>
              <a:rPr lang="en-US" sz="1100" i="1" dirty="0">
                <a:solidFill>
                  <a:srgbClr val="4A5568"/>
                </a:solidFill>
                <a:latin typeface="Calibri" pitchFamily="34" charset="0"/>
                <a:ea typeface="Calibri" pitchFamily="34" charset="-122"/>
                <a:cs typeface="Calibri" pitchFamily="34" charset="-120"/>
              </a:rPr>
              <a:t>Ex-profesor, Universidad de Hamburgo</a:t>
            </a:r>
            <a:endParaRPr lang="en-US" sz="1100" dirty="0"/>
          </a:p>
        </p:txBody>
      </p:sp>
      <p:sp>
        <p:nvSpPr>
          <p:cNvPr id="14" name="Shape 12"/>
          <p:cNvSpPr/>
          <p:nvPr/>
        </p:nvSpPr>
        <p:spPr>
          <a:xfrm>
            <a:off x="365760" y="3886200"/>
            <a:ext cx="5669280" cy="2011680"/>
          </a:xfrm>
          <a:prstGeom prst="roundRect">
            <a:avLst>
              <a:gd name="adj" fmla="val 4545"/>
            </a:avLst>
          </a:prstGeom>
          <a:solidFill>
            <a:srgbClr val="F8F9FC"/>
          </a:solidFill>
          <a:ln w="12700">
            <a:solidFill>
              <a:srgbClr val="E2E8F0"/>
            </a:solidFill>
            <a:prstDash val="solid"/>
          </a:ln>
        </p:spPr>
      </p:sp>
      <p:sp>
        <p:nvSpPr>
          <p:cNvPr id="15" name="Text 13"/>
          <p:cNvSpPr/>
          <p:nvPr/>
        </p:nvSpPr>
        <p:spPr>
          <a:xfrm>
            <a:off x="502920" y="4023360"/>
            <a:ext cx="548640" cy="548640"/>
          </a:xfrm>
          <a:prstGeom prst="rect">
            <a:avLst/>
          </a:prstGeom>
          <a:noFill/>
          <a:ln/>
        </p:spPr>
        <p:txBody>
          <a:bodyPr wrap="square" lIns="0" tIns="0" rIns="0" bIns="0" rtlCol="0" anchor="ctr"/>
          <a:lstStyle/>
          <a:p>
            <a:pPr marL="0" indent="0" algn="ctr">
              <a:buNone/>
            </a:pPr>
            <a:r>
              <a:rPr lang="en-US" sz="3400" dirty="0">
                <a:solidFill>
                  <a:srgbClr val="000000"/>
                </a:solidFill>
              </a:rPr>
              <a:t>🇯🇵</a:t>
            </a:r>
            <a:endParaRPr lang="en-US" sz="3400" dirty="0"/>
          </a:p>
        </p:txBody>
      </p:sp>
      <p:sp>
        <p:nvSpPr>
          <p:cNvPr id="16" name="Text 14"/>
          <p:cNvSpPr/>
          <p:nvPr/>
        </p:nvSpPr>
        <p:spPr>
          <a:xfrm>
            <a:off x="1143000" y="4023360"/>
            <a:ext cx="4754880" cy="1188720"/>
          </a:xfrm>
          <a:prstGeom prst="rect">
            <a:avLst/>
          </a:prstGeom>
          <a:noFill/>
          <a:ln/>
        </p:spPr>
        <p:txBody>
          <a:bodyPr wrap="square" lIns="0" tIns="0" rIns="0" bIns="0" rtlCol="0" anchor="t"/>
          <a:lstStyle/>
          <a:p>
            <a:pPr marL="0" indent="0">
              <a:buNone/>
            </a:pPr>
            <a:r>
              <a:rPr lang="en-US" sz="1300" i="1" dirty="0">
                <a:solidFill>
                  <a:srgbClr val="0F172A"/>
                </a:solidFill>
                <a:latin typeface="Georgia" pitchFamily="34" charset="0"/>
                <a:ea typeface="Georgia" pitchFamily="34" charset="-122"/>
                <a:cs typeface="Georgia" pitchFamily="34" charset="-120"/>
              </a:rPr>
              <a:t>"Hangul es el sistema de escritura fonético más avanzado del mundo · un escalón por encima del alfabeto romano."</a:t>
            </a:r>
            <a:endParaRPr lang="en-US" sz="1300" dirty="0"/>
          </a:p>
        </p:txBody>
      </p:sp>
      <p:sp>
        <p:nvSpPr>
          <p:cNvPr id="17" name="Text 15"/>
          <p:cNvSpPr/>
          <p:nvPr/>
        </p:nvSpPr>
        <p:spPr>
          <a:xfrm>
            <a:off x="1143000" y="5257800"/>
            <a:ext cx="4754880" cy="274320"/>
          </a:xfrm>
          <a:prstGeom prst="rect">
            <a:avLst/>
          </a:prstGeom>
          <a:noFill/>
          <a:ln/>
        </p:spPr>
        <p:txBody>
          <a:bodyPr wrap="square" lIns="0" tIns="0" rIns="0" bIns="0" rtlCol="0" anchor="ctr"/>
          <a:lstStyle/>
          <a:p>
            <a:pPr marL="0" indent="0">
              <a:buNone/>
            </a:pPr>
            <a:r>
              <a:rPr lang="en-US" sz="1200" b="1" dirty="0">
                <a:solidFill>
                  <a:srgbClr val="4036ED"/>
                </a:solidFill>
                <a:latin typeface="Trebuchet MS" pitchFamily="34" charset="0"/>
                <a:ea typeface="Trebuchet MS" pitchFamily="34" charset="-122"/>
                <a:cs typeface="Trebuchet MS" pitchFamily="34" charset="-120"/>
              </a:rPr>
              <a:t>Umeda Hiroyuki</a:t>
            </a:r>
            <a:endParaRPr lang="en-US" sz="1200" dirty="0"/>
          </a:p>
        </p:txBody>
      </p:sp>
      <p:sp>
        <p:nvSpPr>
          <p:cNvPr id="18" name="Text 16"/>
          <p:cNvSpPr/>
          <p:nvPr/>
        </p:nvSpPr>
        <p:spPr>
          <a:xfrm>
            <a:off x="1143000" y="5532120"/>
            <a:ext cx="4754880" cy="274320"/>
          </a:xfrm>
          <a:prstGeom prst="rect">
            <a:avLst/>
          </a:prstGeom>
          <a:noFill/>
          <a:ln/>
        </p:spPr>
        <p:txBody>
          <a:bodyPr wrap="square" lIns="0" tIns="0" rIns="0" bIns="0" rtlCol="0" anchor="ctr"/>
          <a:lstStyle/>
          <a:p>
            <a:pPr marL="0" indent="0">
              <a:buNone/>
            </a:pPr>
            <a:r>
              <a:rPr lang="en-US" sz="1100" i="1" dirty="0">
                <a:solidFill>
                  <a:srgbClr val="4A5568"/>
                </a:solidFill>
                <a:latin typeface="Calibri" pitchFamily="34" charset="0"/>
                <a:ea typeface="Calibri" pitchFamily="34" charset="-122"/>
                <a:cs typeface="Calibri" pitchFamily="34" charset="-120"/>
              </a:rPr>
              <a:t>Presidente, Universidad Reitaku</a:t>
            </a:r>
            <a:endParaRPr lang="en-US" sz="1100" dirty="0"/>
          </a:p>
        </p:txBody>
      </p:sp>
      <p:sp>
        <p:nvSpPr>
          <p:cNvPr id="19" name="Shape 17"/>
          <p:cNvSpPr/>
          <p:nvPr/>
        </p:nvSpPr>
        <p:spPr>
          <a:xfrm>
            <a:off x="6126480" y="3886200"/>
            <a:ext cx="5669280" cy="2011680"/>
          </a:xfrm>
          <a:prstGeom prst="roundRect">
            <a:avLst>
              <a:gd name="adj" fmla="val 4545"/>
            </a:avLst>
          </a:prstGeom>
          <a:solidFill>
            <a:srgbClr val="F8F9FC"/>
          </a:solidFill>
          <a:ln w="12700">
            <a:solidFill>
              <a:srgbClr val="E2E8F0"/>
            </a:solidFill>
            <a:prstDash val="solid"/>
          </a:ln>
        </p:spPr>
      </p:sp>
      <p:sp>
        <p:nvSpPr>
          <p:cNvPr id="20" name="Text 18"/>
          <p:cNvSpPr/>
          <p:nvPr/>
        </p:nvSpPr>
        <p:spPr>
          <a:xfrm>
            <a:off x="6263640" y="4023360"/>
            <a:ext cx="548640" cy="548640"/>
          </a:xfrm>
          <a:prstGeom prst="rect">
            <a:avLst/>
          </a:prstGeom>
          <a:noFill/>
          <a:ln/>
        </p:spPr>
        <p:txBody>
          <a:bodyPr wrap="square" lIns="0" tIns="0" rIns="0" bIns="0" rtlCol="0" anchor="ctr"/>
          <a:lstStyle/>
          <a:p>
            <a:pPr marL="0" indent="0" algn="ctr">
              <a:buNone/>
            </a:pPr>
            <a:r>
              <a:rPr lang="en-US" sz="3400" dirty="0">
                <a:solidFill>
                  <a:srgbClr val="000000"/>
                </a:solidFill>
              </a:rPr>
              <a:t>🇺🇸</a:t>
            </a:r>
            <a:endParaRPr lang="en-US" sz="3400" dirty="0"/>
          </a:p>
        </p:txBody>
      </p:sp>
      <p:sp>
        <p:nvSpPr>
          <p:cNvPr id="21" name="Text 19"/>
          <p:cNvSpPr/>
          <p:nvPr/>
        </p:nvSpPr>
        <p:spPr>
          <a:xfrm>
            <a:off x="6903720" y="4023360"/>
            <a:ext cx="4754880" cy="1188720"/>
          </a:xfrm>
          <a:prstGeom prst="rect">
            <a:avLst/>
          </a:prstGeom>
          <a:noFill/>
          <a:ln/>
        </p:spPr>
        <p:txBody>
          <a:bodyPr wrap="square" lIns="0" tIns="0" rIns="0" bIns="0" rtlCol="0" anchor="t"/>
          <a:lstStyle/>
          <a:p>
            <a:pPr marL="0" indent="0">
              <a:buNone/>
            </a:pPr>
            <a:r>
              <a:rPr lang="en-US" sz="1300" i="1" dirty="0">
                <a:solidFill>
                  <a:srgbClr val="0F172A"/>
                </a:solidFill>
                <a:latin typeface="Georgia" pitchFamily="34" charset="0"/>
                <a:ea typeface="Georgia" pitchFamily="34" charset="-122"/>
                <a:cs typeface="Georgia" pitchFamily="34" charset="-120"/>
              </a:rPr>
              <a:t>"Este es el alfabeto más simple y el mejor conjunto de caracteres del mundo."</a:t>
            </a:r>
            <a:endParaRPr lang="en-US" sz="1300" dirty="0"/>
          </a:p>
        </p:txBody>
      </p:sp>
      <p:sp>
        <p:nvSpPr>
          <p:cNvPr id="22" name="Text 20"/>
          <p:cNvSpPr/>
          <p:nvPr/>
        </p:nvSpPr>
        <p:spPr>
          <a:xfrm>
            <a:off x="6903720" y="5257800"/>
            <a:ext cx="4754880" cy="274320"/>
          </a:xfrm>
          <a:prstGeom prst="rect">
            <a:avLst/>
          </a:prstGeom>
          <a:noFill/>
          <a:ln/>
        </p:spPr>
        <p:txBody>
          <a:bodyPr wrap="square" lIns="0" tIns="0" rIns="0" bIns="0" rtlCol="0" anchor="ctr"/>
          <a:lstStyle/>
          <a:p>
            <a:pPr marL="0" indent="0">
              <a:buNone/>
            </a:pPr>
            <a:r>
              <a:rPr lang="en-US" sz="1200" b="1" dirty="0">
                <a:solidFill>
                  <a:srgbClr val="4036ED"/>
                </a:solidFill>
                <a:latin typeface="Trebuchet MS" pitchFamily="34" charset="0"/>
                <a:ea typeface="Trebuchet MS" pitchFamily="34" charset="-122"/>
                <a:cs typeface="Trebuchet MS" pitchFamily="34" charset="-120"/>
              </a:rPr>
              <a:t>Pearl Buck</a:t>
            </a:r>
            <a:endParaRPr lang="en-US" sz="1200" dirty="0"/>
          </a:p>
        </p:txBody>
      </p:sp>
      <p:sp>
        <p:nvSpPr>
          <p:cNvPr id="23" name="Text 21"/>
          <p:cNvSpPr/>
          <p:nvPr/>
        </p:nvSpPr>
        <p:spPr>
          <a:xfrm>
            <a:off x="6903720" y="5532120"/>
            <a:ext cx="4754880" cy="274320"/>
          </a:xfrm>
          <a:prstGeom prst="rect">
            <a:avLst/>
          </a:prstGeom>
          <a:noFill/>
          <a:ln/>
        </p:spPr>
        <p:txBody>
          <a:bodyPr wrap="square" lIns="0" tIns="0" rIns="0" bIns="0" rtlCol="0" anchor="ctr"/>
          <a:lstStyle/>
          <a:p>
            <a:pPr marL="0" indent="0">
              <a:buNone/>
            </a:pPr>
            <a:r>
              <a:rPr lang="en-US" sz="1100" i="1" dirty="0">
                <a:solidFill>
                  <a:srgbClr val="4A5568"/>
                </a:solidFill>
                <a:latin typeface="Calibri" pitchFamily="34" charset="0"/>
                <a:ea typeface="Calibri" pitchFamily="34" charset="-122"/>
                <a:cs typeface="Calibri" pitchFamily="34" charset="-120"/>
              </a:rPr>
              <a:t>Premio Nobel · autora de The Good Earth</a:t>
            </a:r>
            <a:endParaRPr lang="en-US" sz="1100" dirty="0"/>
          </a:p>
        </p:txBody>
      </p:sp>
      <p:sp>
        <p:nvSpPr>
          <p:cNvPr id="24" name="Text 22"/>
          <p:cNvSpPr/>
          <p:nvPr/>
        </p:nvSpPr>
        <p:spPr>
          <a:xfrm>
            <a:off x="365760" y="5852160"/>
            <a:ext cx="11430000" cy="365760"/>
          </a:xfrm>
          <a:prstGeom prst="rect">
            <a:avLst/>
          </a:prstGeom>
          <a:noFill/>
          <a:ln/>
        </p:spPr>
        <p:txBody>
          <a:bodyPr wrap="square" lIns="0" tIns="0" rIns="0" bIns="0" rtlCol="0" anchor="ctr"/>
          <a:lstStyle/>
          <a:p>
            <a:pPr marL="0" indent="0" algn="ctr">
              <a:buNone/>
            </a:pPr>
            <a:r>
              <a:rPr lang="en-US" sz="3000" b="1" dirty="0">
                <a:solidFill>
                  <a:srgbClr val="4036ED"/>
                </a:solidFill>
                <a:latin typeface="Malgun Gothic" pitchFamily="34" charset="0"/>
                <a:ea typeface="Malgun Gothic" pitchFamily="34" charset="-122"/>
                <a:cs typeface="Malgun Gothic" pitchFamily="34" charset="-120"/>
              </a:rPr>
              <a:t>한글</a:t>
            </a:r>
            <a:r>
              <a:rPr lang="en-US" sz="1600" i="1" dirty="0">
                <a:solidFill>
                  <a:srgbClr val="4A5568"/>
                </a:solidFill>
                <a:latin typeface="Calibri" pitchFamily="34" charset="0"/>
                <a:ea typeface="Calibri" pitchFamily="34" charset="-122"/>
                <a:cs typeface="Calibri" pitchFamily="34" charset="-120"/>
              </a:rPr>
              <a:t>  ·  Patrimonio intelectual de la humanidad</a:t>
            </a:r>
            <a:endParaRPr lang="en-US" sz="3000" dirty="0"/>
          </a:p>
        </p:txBody>
      </p:sp>
      <p:sp>
        <p:nvSpPr>
          <p:cNvPr id="25" name="Text 23"/>
          <p:cNvSpPr/>
          <p:nvPr/>
        </p:nvSpPr>
        <p:spPr>
          <a:xfrm>
            <a:off x="365760" y="6199632"/>
            <a:ext cx="11460175" cy="201168"/>
          </a:xfrm>
          <a:prstGeom prst="rect">
            <a:avLst/>
          </a:prstGeom>
          <a:noFill/>
          <a:ln/>
        </p:spPr>
        <p:txBody>
          <a:bodyPr wrap="square" rtlCol="0" anchor="ctr"/>
          <a:lstStyle/>
          <a:p>
            <a:pPr marL="0" indent="0">
              <a:buNone/>
            </a:pPr>
            <a:r>
              <a:rPr lang="en-US" sz="900" i="1" dirty="0">
                <a:solidFill>
                  <a:srgbClr val="94A3B8"/>
                </a:solidFill>
                <a:latin typeface="Calibri" pitchFamily="34" charset="0"/>
                <a:ea typeface="Calibri" pitchFamily="34" charset="-122"/>
                <a:cs typeface="Calibri" pitchFamily="34" charset="-120"/>
              </a:rPr>
              <a:t>Fuente · Korea Foundation. Hangeul – Korea's Unique Alphabet, 2010, p. 21.</a:t>
            </a:r>
            <a:endParaRPr lang="en-US" sz="900" dirty="0"/>
          </a:p>
        </p:txBody>
      </p:sp>
      <p:sp>
        <p:nvSpPr>
          <p:cNvPr id="26" name="Text 24"/>
          <p:cNvSpPr/>
          <p:nvPr/>
        </p:nvSpPr>
        <p:spPr>
          <a:xfrm>
            <a:off x="365760" y="6446520"/>
            <a:ext cx="5486400" cy="274320"/>
          </a:xfrm>
          <a:prstGeom prst="rect">
            <a:avLst/>
          </a:prstGeom>
          <a:noFill/>
          <a:ln/>
        </p:spPr>
        <p:txBody>
          <a:bodyPr wrap="square" rtlCol="0" anchor="ctr"/>
          <a:lstStyle/>
          <a:p>
            <a:pPr marL="0" indent="0">
              <a:buNone/>
            </a:pPr>
            <a:r>
              <a:rPr lang="en-US" sz="1000" b="1" kern="0" spc="600" dirty="0">
                <a:solidFill>
                  <a:srgbClr val="94A3B8"/>
                </a:solidFill>
                <a:latin typeface="Trebuchet MS" pitchFamily="34" charset="0"/>
                <a:ea typeface="Trebuchet MS" pitchFamily="34" charset="-122"/>
                <a:cs typeface="Trebuchet MS" pitchFamily="34" charset="-120"/>
              </a:rPr>
              <a:t>ACADEMIA SEÚL  ·  MÉTODO CHINGU™</a:t>
            </a:r>
            <a:endParaRPr lang="en-US" sz="1000" dirty="0"/>
          </a:p>
        </p:txBody>
      </p:sp>
      <p:sp>
        <p:nvSpPr>
          <p:cNvPr id="27" name="Text 25"/>
          <p:cNvSpPr/>
          <p:nvPr/>
        </p:nvSpPr>
        <p:spPr>
          <a:xfrm>
            <a:off x="8991295" y="6446520"/>
            <a:ext cx="2743200" cy="274320"/>
          </a:xfrm>
          <a:prstGeom prst="rect">
            <a:avLst/>
          </a:prstGeom>
          <a:noFill/>
          <a:ln/>
        </p:spPr>
        <p:txBody>
          <a:bodyPr wrap="square" rtlCol="0" anchor="ctr"/>
          <a:lstStyle/>
          <a:p>
            <a:pPr marL="0" indent="0" algn="r">
              <a:buNone/>
            </a:pPr>
            <a:r>
              <a:rPr lang="en-US" sz="1000" b="1" kern="0" spc="600" dirty="0">
                <a:solidFill>
                  <a:srgbClr val="94A3B8"/>
                </a:solidFill>
                <a:latin typeface="Trebuchet MS" pitchFamily="34" charset="0"/>
                <a:ea typeface="Trebuchet MS" pitchFamily="34" charset="-122"/>
                <a:cs typeface="Trebuchet MS" pitchFamily="34" charset="-120"/>
              </a:rPr>
              <a:t>SES 05B  ·  TALLER</a:t>
            </a:r>
            <a:endParaRPr lang="en-US" sz="1000" dirty="0"/>
          </a:p>
        </p:txBody>
      </p:sp>
      <p:pic>
        <p:nvPicPr>
          <p:cNvPr id="28" name="Image 0" descr="/sessions/sleepy-zen-cray/mnt/outputs/deck_assets/logo_var2_azul.png">
            <a:extLst>
              <a:ext uri="{FF2B5EF4-FFF2-40B4-BE49-F238E27FC236}">
                <a16:creationId xmlns:a16="http://schemas.microsoft.com/office/drawing/2014/main" id="{64675F56-D2CC-8FCA-7B97-8CCB19E99342}"/>
              </a:ext>
            </a:extLst>
          </p:cNvPr>
          <p:cNvPicPr>
            <a:picLocks noChangeAspect="1"/>
          </p:cNvPicPr>
          <p:nvPr/>
        </p:nvPicPr>
        <p:blipFill>
          <a:blip r:embed="rId3"/>
          <a:stretch>
            <a:fillRect/>
          </a:stretch>
        </p:blipFill>
        <p:spPr>
          <a:xfrm>
            <a:off x="9778365" y="-760095"/>
            <a:ext cx="2571750" cy="2571750"/>
          </a:xfrm>
          <a:prstGeom prst="rect">
            <a:avLst/>
          </a:prstGeom>
        </p:spPr>
      </p:pic>
    </p:spTree>
    <p:extLst>
      <p:ext uri="{BB962C8B-B14F-4D97-AF65-F5344CB8AC3E}">
        <p14:creationId xmlns:p14="http://schemas.microsoft.com/office/powerpoint/2010/main" val="284688669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57200" y="411480"/>
            <a:ext cx="10972800" cy="274320"/>
          </a:xfrm>
          <a:prstGeom prst="rect">
            <a:avLst/>
          </a:prstGeom>
          <a:noFill/>
          <a:ln/>
        </p:spPr>
        <p:txBody>
          <a:bodyPr wrap="square" lIns="0" tIns="0" rIns="0" bIns="0" rtlCol="0" anchor="ctr"/>
          <a:lstStyle/>
          <a:p>
            <a:pPr marL="0" indent="0">
              <a:buNone/>
            </a:pPr>
            <a:r>
              <a:rPr lang="en-US" sz="1100" b="1" kern="0" spc="500" dirty="0">
                <a:solidFill>
                  <a:srgbClr val="FE6768"/>
                </a:solidFill>
                <a:latin typeface="Calibri" pitchFamily="34" charset="0"/>
                <a:ea typeface="Calibri" pitchFamily="34" charset="-122"/>
                <a:cs typeface="Calibri" pitchFamily="34" charset="-120"/>
              </a:rPr>
              <a:t>§1.3</a:t>
            </a:r>
            <a:endParaRPr lang="en-US" sz="1100" dirty="0"/>
          </a:p>
        </p:txBody>
      </p:sp>
      <p:sp>
        <p:nvSpPr>
          <p:cNvPr id="3" name="Text 1"/>
          <p:cNvSpPr/>
          <p:nvPr/>
        </p:nvSpPr>
        <p:spPr>
          <a:xfrm>
            <a:off x="457200" y="777240"/>
            <a:ext cx="10972800" cy="822960"/>
          </a:xfrm>
          <a:prstGeom prst="rect">
            <a:avLst/>
          </a:prstGeom>
          <a:noFill/>
          <a:ln/>
        </p:spPr>
        <p:txBody>
          <a:bodyPr wrap="square" lIns="0" tIns="0" rIns="0" bIns="0" rtlCol="0" anchor="ctr"/>
          <a:lstStyle/>
          <a:p>
            <a:pPr marL="0" indent="0">
              <a:buNone/>
            </a:pPr>
            <a:r>
              <a:rPr lang="en-US" sz="4000" b="1" dirty="0">
                <a:solidFill>
                  <a:srgbClr val="4036ED"/>
                </a:solidFill>
                <a:latin typeface="Calibri" pitchFamily="34" charset="0"/>
                <a:ea typeface="Calibri" pitchFamily="34" charset="-122"/>
                <a:cs typeface="Calibri" pitchFamily="34" charset="-120"/>
              </a:rPr>
              <a:t>El principio de la naturaleza</a:t>
            </a:r>
            <a:endParaRPr lang="en-US" sz="4000" dirty="0"/>
          </a:p>
        </p:txBody>
      </p:sp>
      <p:sp>
        <p:nvSpPr>
          <p:cNvPr id="4" name="Text 2"/>
          <p:cNvSpPr/>
          <p:nvPr/>
        </p:nvSpPr>
        <p:spPr>
          <a:xfrm>
            <a:off x="457200" y="1691640"/>
            <a:ext cx="10972800" cy="457200"/>
          </a:xfrm>
          <a:prstGeom prst="rect">
            <a:avLst/>
          </a:prstGeom>
          <a:noFill/>
          <a:ln/>
        </p:spPr>
        <p:txBody>
          <a:bodyPr wrap="square" lIns="0" tIns="0" rIns="0" bIns="0" rtlCol="0" anchor="ctr"/>
          <a:lstStyle/>
          <a:p>
            <a:pPr marL="0" indent="0">
              <a:buNone/>
            </a:pPr>
            <a:r>
              <a:rPr lang="en-US" sz="1400" i="1" dirty="0">
                <a:solidFill>
                  <a:srgbClr val="4A4A55"/>
                </a:solidFill>
                <a:latin typeface="Calibri" pitchFamily="34" charset="0"/>
                <a:ea typeface="Calibri" pitchFamily="34" charset="-122"/>
                <a:cs typeface="Calibri" pitchFamily="34" charset="-120"/>
              </a:rPr>
              <a:t>Por qué para entender la escritura primero hay que entender el mundo.</a:t>
            </a:r>
            <a:endParaRPr lang="en-US" sz="1400" dirty="0"/>
          </a:p>
        </p:txBody>
      </p:sp>
      <p:sp>
        <p:nvSpPr>
          <p:cNvPr id="5" name="Text 3"/>
          <p:cNvSpPr/>
          <p:nvPr/>
        </p:nvSpPr>
        <p:spPr>
          <a:xfrm>
            <a:off x="640080" y="2468880"/>
            <a:ext cx="5486400" cy="3840480"/>
          </a:xfrm>
          <a:prstGeom prst="rect">
            <a:avLst/>
          </a:prstGeom>
          <a:noFill/>
          <a:ln/>
        </p:spPr>
        <p:txBody>
          <a:bodyPr wrap="square" lIns="0" tIns="0" rIns="0" bIns="0" rtlCol="0" anchor="t"/>
          <a:lstStyle/>
          <a:p>
            <a:pPr marL="0" indent="0">
              <a:spcAft>
                <a:spcPts val="800"/>
              </a:spcAft>
              <a:buNone/>
            </a:pPr>
            <a:r>
              <a:rPr lang="en-US" sz="1600" b="1" dirty="0">
                <a:solidFill>
                  <a:srgbClr val="4036ED"/>
                </a:solidFill>
              </a:rPr>
              <a:t>El principio fundamental
</a:t>
            </a:r>
            <a:endParaRPr lang="en-US" sz="1600" dirty="0"/>
          </a:p>
          <a:p>
            <a:pPr marL="0" indent="0">
              <a:buNone/>
            </a:pPr>
            <a:r>
              <a:rPr lang="en-US" sz="1300" i="1" dirty="0">
                <a:solidFill>
                  <a:srgbClr val="1E1E2A"/>
                </a:solidFill>
              </a:rPr>
              <a:t>«El principio de las letras es el mismo principio del habla. El habla es sonido humano. El humano forma parte de la naturaleza. Por lo tanto, </a:t>
            </a:r>
            <a:r>
              <a:rPr lang="en-US" sz="1300" b="1" i="1" dirty="0">
                <a:solidFill>
                  <a:srgbClr val="FE6768"/>
                </a:solidFill>
              </a:rPr>
              <a:t>para entender el principio de las letras basta con entender el principio de la naturaleza</a:t>
            </a:r>
            <a:r>
              <a:rPr lang="en-US" sz="1300" i="1" dirty="0">
                <a:solidFill>
                  <a:srgbClr val="1E1E2A"/>
                </a:solidFill>
              </a:rPr>
              <a:t>».</a:t>
            </a:r>
            <a:endParaRPr lang="en-US" sz="1600" dirty="0"/>
          </a:p>
          <a:p>
            <a:pPr marL="0" indent="0">
              <a:buNone/>
            </a:pPr>
            <a:r>
              <a:rPr lang="en-US" sz="1200" i="1" dirty="0">
                <a:solidFill>
                  <a:srgbClr val="4A4A55"/>
                </a:solidFill>
              </a:rPr>
              <a:t>Si los tres círculos son uno dentro del otro, sus principios también lo son.</a:t>
            </a:r>
            <a:endParaRPr lang="en-US" sz="1600" dirty="0"/>
          </a:p>
        </p:txBody>
      </p:sp>
      <p:pic>
        <p:nvPicPr>
          <p:cNvPr id="6" name="Image 0" descr="preencoded.png"/>
          <p:cNvPicPr>
            <a:picLocks noChangeAspect="1"/>
          </p:cNvPicPr>
          <p:nvPr/>
        </p:nvPicPr>
        <p:blipFill>
          <a:blip r:embed="rId3"/>
          <a:stretch>
            <a:fillRect/>
          </a:stretch>
        </p:blipFill>
        <p:spPr>
          <a:xfrm>
            <a:off x="6949440" y="2286000"/>
            <a:ext cx="4114800" cy="4114800"/>
          </a:xfrm>
          <a:prstGeom prst="rect">
            <a:avLst/>
          </a:prstGeom>
        </p:spPr>
      </p:pic>
      <p:sp>
        <p:nvSpPr>
          <p:cNvPr id="8" name="Text 4"/>
          <p:cNvSpPr/>
          <p:nvPr/>
        </p:nvSpPr>
        <p:spPr>
          <a:xfrm>
            <a:off x="365760" y="6446520"/>
            <a:ext cx="5486400" cy="228600"/>
          </a:xfrm>
          <a:prstGeom prst="rect">
            <a:avLst/>
          </a:prstGeom>
          <a:noFill/>
          <a:ln/>
        </p:spPr>
        <p:txBody>
          <a:bodyPr wrap="square" lIns="0" tIns="0" rIns="0" bIns="0" rtlCol="0" anchor="ctr"/>
          <a:lstStyle/>
          <a:p>
            <a:pPr marL="0" indent="0">
              <a:buNone/>
            </a:pPr>
            <a:r>
              <a:rPr lang="en-US" sz="800" kern="0" spc="300" dirty="0">
                <a:solidFill>
                  <a:srgbClr val="4A4A55"/>
                </a:solidFill>
                <a:latin typeface="Calibri" pitchFamily="34" charset="0"/>
                <a:ea typeface="Calibri" pitchFamily="34" charset="-122"/>
                <a:cs typeface="Calibri" pitchFamily="34" charset="-120"/>
              </a:rPr>
              <a:t>ACADEMIA SEÚL  ·  METHOD CHINGU™</a:t>
            </a:r>
            <a:endParaRPr lang="en-US" sz="800" dirty="0"/>
          </a:p>
        </p:txBody>
      </p:sp>
      <p:sp>
        <p:nvSpPr>
          <p:cNvPr id="9" name="Text 5"/>
          <p:cNvSpPr/>
          <p:nvPr/>
        </p:nvSpPr>
        <p:spPr>
          <a:xfrm>
            <a:off x="11277295" y="6446520"/>
            <a:ext cx="548640" cy="228600"/>
          </a:xfrm>
          <a:prstGeom prst="rect">
            <a:avLst/>
          </a:prstGeom>
          <a:noFill/>
          <a:ln/>
        </p:spPr>
        <p:txBody>
          <a:bodyPr wrap="square" lIns="0" tIns="0" rIns="0" bIns="0" rtlCol="0" anchor="ctr"/>
          <a:lstStyle/>
          <a:p>
            <a:pPr marL="0" indent="0" algn="r">
              <a:buNone/>
            </a:pPr>
            <a:r>
              <a:rPr lang="en-US" sz="800" dirty="0">
                <a:solidFill>
                  <a:srgbClr val="4A4A55"/>
                </a:solidFill>
                <a:latin typeface="Calibri" pitchFamily="34" charset="0"/>
                <a:ea typeface="Calibri" pitchFamily="34" charset="-122"/>
                <a:cs typeface="Calibri" pitchFamily="34" charset="-120"/>
              </a:rPr>
              <a:t>05</a:t>
            </a:r>
            <a:endParaRPr lang="en-US" sz="800" dirty="0"/>
          </a:p>
        </p:txBody>
      </p:sp>
      <p:pic>
        <p:nvPicPr>
          <p:cNvPr id="10" name="Image 0" descr="/sessions/sleepy-zen-cray/mnt/outputs/deck_assets/logo_var2_azul.png">
            <a:extLst>
              <a:ext uri="{FF2B5EF4-FFF2-40B4-BE49-F238E27FC236}">
                <a16:creationId xmlns:a16="http://schemas.microsoft.com/office/drawing/2014/main" id="{60F8179D-1672-DE6A-CA42-89DB058FE94B}"/>
              </a:ext>
            </a:extLst>
          </p:cNvPr>
          <p:cNvPicPr>
            <a:picLocks noChangeAspect="1"/>
          </p:cNvPicPr>
          <p:nvPr/>
        </p:nvPicPr>
        <p:blipFill>
          <a:blip r:embed="rId4"/>
          <a:stretch>
            <a:fillRect/>
          </a:stretch>
        </p:blipFill>
        <p:spPr>
          <a:xfrm>
            <a:off x="9778365" y="-760095"/>
            <a:ext cx="2571750" cy="257175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57200" y="411480"/>
            <a:ext cx="10972800" cy="274320"/>
          </a:xfrm>
          <a:prstGeom prst="rect">
            <a:avLst/>
          </a:prstGeom>
          <a:noFill/>
          <a:ln/>
        </p:spPr>
        <p:txBody>
          <a:bodyPr wrap="square" lIns="0" tIns="0" rIns="0" bIns="0" rtlCol="0" anchor="ctr"/>
          <a:lstStyle/>
          <a:p>
            <a:pPr marL="0" indent="0">
              <a:buNone/>
            </a:pPr>
            <a:r>
              <a:rPr lang="en-US" sz="1100" b="1" kern="0" spc="500" dirty="0">
                <a:solidFill>
                  <a:srgbClr val="FE6768"/>
                </a:solidFill>
                <a:latin typeface="Calibri" pitchFamily="34" charset="0"/>
                <a:ea typeface="Calibri" pitchFamily="34" charset="-122"/>
                <a:cs typeface="Calibri" pitchFamily="34" charset="-120"/>
              </a:rPr>
              <a:t>§1.4 · EL PRIMER PRINCIPIO</a:t>
            </a:r>
            <a:endParaRPr lang="en-US" sz="1100" dirty="0"/>
          </a:p>
        </p:txBody>
      </p:sp>
      <p:sp>
        <p:nvSpPr>
          <p:cNvPr id="3" name="Text 1"/>
          <p:cNvSpPr/>
          <p:nvPr/>
        </p:nvSpPr>
        <p:spPr>
          <a:xfrm>
            <a:off x="457200" y="777240"/>
            <a:ext cx="10972800" cy="822960"/>
          </a:xfrm>
          <a:prstGeom prst="rect">
            <a:avLst/>
          </a:prstGeom>
          <a:noFill/>
          <a:ln/>
        </p:spPr>
        <p:txBody>
          <a:bodyPr wrap="square" lIns="0" tIns="0" rIns="0" bIns="0" rtlCol="0" anchor="ctr"/>
          <a:lstStyle/>
          <a:p>
            <a:pPr marL="0" indent="0">
              <a:buNone/>
            </a:pPr>
            <a:r>
              <a:rPr lang="en-US" sz="4000" b="1" dirty="0">
                <a:solidFill>
                  <a:srgbClr val="4036ED"/>
                </a:solidFill>
                <a:latin typeface="Calibri" pitchFamily="34" charset="0"/>
                <a:ea typeface="Calibri" pitchFamily="34" charset="-122"/>
                <a:cs typeface="Calibri" pitchFamily="34" charset="-120"/>
              </a:rPr>
              <a:t>Día y Noche · 낮과 밤</a:t>
            </a:r>
            <a:endParaRPr lang="en-US" sz="4000" dirty="0"/>
          </a:p>
        </p:txBody>
      </p:sp>
      <p:sp>
        <p:nvSpPr>
          <p:cNvPr id="4" name="Text 2"/>
          <p:cNvSpPr/>
          <p:nvPr/>
        </p:nvSpPr>
        <p:spPr>
          <a:xfrm>
            <a:off x="457200" y="1691640"/>
            <a:ext cx="10972800" cy="457200"/>
          </a:xfrm>
          <a:prstGeom prst="rect">
            <a:avLst/>
          </a:prstGeom>
          <a:noFill/>
          <a:ln/>
        </p:spPr>
        <p:txBody>
          <a:bodyPr wrap="square" lIns="0" tIns="0" rIns="0" bIns="0" rtlCol="0" anchor="ctr"/>
          <a:lstStyle/>
          <a:p>
            <a:pPr marL="0" indent="0">
              <a:buNone/>
            </a:pPr>
            <a:r>
              <a:rPr lang="en-US" sz="1400" i="1" dirty="0">
                <a:solidFill>
                  <a:srgbClr val="4A4A55"/>
                </a:solidFill>
                <a:latin typeface="Calibri" pitchFamily="34" charset="0"/>
                <a:ea typeface="Calibri" pitchFamily="34" charset="-122"/>
                <a:cs typeface="Calibri" pitchFamily="34" charset="-120"/>
              </a:rPr>
              <a:t>La regla de los opuestos en pareja — la chispa pedagógica del Hangul.</a:t>
            </a:r>
            <a:endParaRPr lang="en-US" sz="1400" dirty="0"/>
          </a:p>
        </p:txBody>
      </p:sp>
      <p:sp>
        <p:nvSpPr>
          <p:cNvPr id="5" name="Shape 3"/>
          <p:cNvSpPr/>
          <p:nvPr/>
        </p:nvSpPr>
        <p:spPr>
          <a:xfrm>
            <a:off x="640080" y="2468880"/>
            <a:ext cx="5440680" cy="3657600"/>
          </a:xfrm>
          <a:prstGeom prst="roundRect">
            <a:avLst>
              <a:gd name="adj" fmla="val 6250"/>
            </a:avLst>
          </a:prstGeom>
          <a:solidFill>
            <a:srgbClr val="FE6768"/>
          </a:solidFill>
          <a:ln w="12700">
            <a:solidFill>
              <a:srgbClr val="FE6768"/>
            </a:solidFill>
            <a:prstDash val="solid"/>
          </a:ln>
        </p:spPr>
      </p:sp>
      <p:pic>
        <p:nvPicPr>
          <p:cNvPr id="6" name="Image 0" descr="preencoded.png"/>
          <p:cNvPicPr>
            <a:picLocks noChangeAspect="1"/>
          </p:cNvPicPr>
          <p:nvPr/>
        </p:nvPicPr>
        <p:blipFill>
          <a:blip r:embed="rId3"/>
          <a:stretch>
            <a:fillRect/>
          </a:stretch>
        </p:blipFill>
        <p:spPr>
          <a:xfrm>
            <a:off x="2903220" y="2697480"/>
            <a:ext cx="914400" cy="914400"/>
          </a:xfrm>
          <a:prstGeom prst="rect">
            <a:avLst/>
          </a:prstGeom>
        </p:spPr>
      </p:pic>
      <p:sp>
        <p:nvSpPr>
          <p:cNvPr id="7" name="Text 4"/>
          <p:cNvSpPr/>
          <p:nvPr/>
        </p:nvSpPr>
        <p:spPr>
          <a:xfrm>
            <a:off x="640080" y="3703320"/>
            <a:ext cx="5440680" cy="1005840"/>
          </a:xfrm>
          <a:prstGeom prst="rect">
            <a:avLst/>
          </a:prstGeom>
          <a:noFill/>
          <a:ln/>
        </p:spPr>
        <p:txBody>
          <a:bodyPr wrap="square" lIns="0" tIns="0" rIns="0" bIns="0" rtlCol="0" anchor="ctr"/>
          <a:lstStyle/>
          <a:p>
            <a:pPr marL="0" indent="0" algn="ctr">
              <a:buNone/>
            </a:pPr>
            <a:r>
              <a:rPr lang="en-US" sz="8000" b="1" dirty="0">
                <a:solidFill>
                  <a:srgbClr val="F6F6F6"/>
                </a:solidFill>
                <a:latin typeface="Malgun Gothic" pitchFamily="34" charset="0"/>
                <a:ea typeface="Malgun Gothic" pitchFamily="34" charset="-122"/>
                <a:cs typeface="Malgun Gothic" pitchFamily="34" charset="-120"/>
              </a:rPr>
              <a:t>낮</a:t>
            </a:r>
            <a:endParaRPr lang="en-US" sz="8000" dirty="0"/>
          </a:p>
        </p:txBody>
      </p:sp>
      <p:sp>
        <p:nvSpPr>
          <p:cNvPr id="8" name="Text 5"/>
          <p:cNvSpPr/>
          <p:nvPr/>
        </p:nvSpPr>
        <p:spPr>
          <a:xfrm>
            <a:off x="640080" y="4709160"/>
            <a:ext cx="5440680" cy="365760"/>
          </a:xfrm>
          <a:prstGeom prst="rect">
            <a:avLst/>
          </a:prstGeom>
          <a:noFill/>
          <a:ln/>
        </p:spPr>
        <p:txBody>
          <a:bodyPr wrap="square" lIns="0" tIns="0" rIns="0" bIns="0" rtlCol="0" anchor="ctr"/>
          <a:lstStyle/>
          <a:p>
            <a:pPr marL="0" indent="0" algn="ctr">
              <a:buNone/>
            </a:pPr>
            <a:r>
              <a:rPr lang="en-US" sz="1600" b="1" kern="0" spc="800" dirty="0">
                <a:solidFill>
                  <a:srgbClr val="FFC8C8"/>
                </a:solidFill>
                <a:latin typeface="Calibri" pitchFamily="34" charset="0"/>
                <a:ea typeface="Calibri" pitchFamily="34" charset="-122"/>
                <a:cs typeface="Calibri" pitchFamily="34" charset="-120"/>
              </a:rPr>
              <a:t>DÍA</a:t>
            </a:r>
            <a:endParaRPr lang="en-US" sz="1600" dirty="0"/>
          </a:p>
        </p:txBody>
      </p:sp>
      <p:sp>
        <p:nvSpPr>
          <p:cNvPr id="9" name="Text 6"/>
          <p:cNvSpPr/>
          <p:nvPr/>
        </p:nvSpPr>
        <p:spPr>
          <a:xfrm>
            <a:off x="640080" y="5166360"/>
            <a:ext cx="5440680" cy="777240"/>
          </a:xfrm>
          <a:prstGeom prst="rect">
            <a:avLst/>
          </a:prstGeom>
          <a:noFill/>
          <a:ln/>
        </p:spPr>
        <p:txBody>
          <a:bodyPr wrap="square" lIns="0" tIns="0" rIns="0" bIns="0" rtlCol="0" anchor="ctr"/>
          <a:lstStyle/>
          <a:p>
            <a:pPr marL="0" indent="0" algn="ctr">
              <a:buNone/>
            </a:pPr>
            <a:r>
              <a:rPr lang="en-US" sz="1200" i="1" dirty="0">
                <a:solidFill>
                  <a:srgbClr val="F6F6F6"/>
                </a:solidFill>
                <a:latin typeface="Calibri" pitchFamily="34" charset="0"/>
                <a:ea typeface="Calibri" pitchFamily="34" charset="-122"/>
                <a:cs typeface="Calibri" pitchFamily="34" charset="-120"/>
              </a:rPr>
              <a:t>Brillante · Alto · Cálido</a:t>
            </a:r>
            <a:endParaRPr lang="en-US" sz="1200" dirty="0"/>
          </a:p>
          <a:p>
            <a:pPr marL="0" indent="0" algn="ctr">
              <a:buNone/>
            </a:pPr>
            <a:r>
              <a:rPr lang="en-US" sz="1200" i="1" dirty="0">
                <a:solidFill>
                  <a:srgbClr val="F6F6F6"/>
                </a:solidFill>
                <a:latin typeface="Calibri" pitchFamily="34" charset="0"/>
                <a:ea typeface="Calibri" pitchFamily="34" charset="-122"/>
                <a:cs typeface="Calibri" pitchFamily="34" charset="-120"/>
              </a:rPr>
              <a:t>La lengua se retrae hacia adentro</a:t>
            </a:r>
            <a:endParaRPr lang="en-US" sz="1200" dirty="0"/>
          </a:p>
        </p:txBody>
      </p:sp>
      <p:sp>
        <p:nvSpPr>
          <p:cNvPr id="10" name="Shape 7"/>
          <p:cNvSpPr/>
          <p:nvPr/>
        </p:nvSpPr>
        <p:spPr>
          <a:xfrm>
            <a:off x="6126480" y="2468880"/>
            <a:ext cx="5440680" cy="3657600"/>
          </a:xfrm>
          <a:prstGeom prst="roundRect">
            <a:avLst>
              <a:gd name="adj" fmla="val 6250"/>
            </a:avLst>
          </a:prstGeom>
          <a:solidFill>
            <a:srgbClr val="4036ED"/>
          </a:solidFill>
          <a:ln w="12700">
            <a:solidFill>
              <a:srgbClr val="4036ED"/>
            </a:solidFill>
            <a:prstDash val="solid"/>
          </a:ln>
        </p:spPr>
      </p:sp>
      <p:pic>
        <p:nvPicPr>
          <p:cNvPr id="11" name="Image 1" descr="preencoded.png"/>
          <p:cNvPicPr>
            <a:picLocks noChangeAspect="1"/>
          </p:cNvPicPr>
          <p:nvPr/>
        </p:nvPicPr>
        <p:blipFill>
          <a:blip r:embed="rId4"/>
          <a:stretch>
            <a:fillRect/>
          </a:stretch>
        </p:blipFill>
        <p:spPr>
          <a:xfrm>
            <a:off x="8389620" y="2697480"/>
            <a:ext cx="914400" cy="914400"/>
          </a:xfrm>
          <a:prstGeom prst="rect">
            <a:avLst/>
          </a:prstGeom>
        </p:spPr>
      </p:pic>
      <p:sp>
        <p:nvSpPr>
          <p:cNvPr id="12" name="Text 8"/>
          <p:cNvSpPr/>
          <p:nvPr/>
        </p:nvSpPr>
        <p:spPr>
          <a:xfrm>
            <a:off x="6126480" y="3703320"/>
            <a:ext cx="5440680" cy="1005840"/>
          </a:xfrm>
          <a:prstGeom prst="rect">
            <a:avLst/>
          </a:prstGeom>
          <a:noFill/>
          <a:ln/>
        </p:spPr>
        <p:txBody>
          <a:bodyPr wrap="square" lIns="0" tIns="0" rIns="0" bIns="0" rtlCol="0" anchor="ctr"/>
          <a:lstStyle/>
          <a:p>
            <a:pPr marL="0" indent="0" algn="ctr">
              <a:buNone/>
            </a:pPr>
            <a:r>
              <a:rPr lang="en-US" sz="8000" b="1" dirty="0">
                <a:solidFill>
                  <a:srgbClr val="F6F6F6"/>
                </a:solidFill>
                <a:latin typeface="Malgun Gothic" pitchFamily="34" charset="0"/>
                <a:ea typeface="Malgun Gothic" pitchFamily="34" charset="-122"/>
                <a:cs typeface="Malgun Gothic" pitchFamily="34" charset="-120"/>
              </a:rPr>
              <a:t>밤</a:t>
            </a:r>
            <a:endParaRPr lang="en-US" sz="8000" dirty="0"/>
          </a:p>
        </p:txBody>
      </p:sp>
      <p:sp>
        <p:nvSpPr>
          <p:cNvPr id="13" name="Text 9"/>
          <p:cNvSpPr/>
          <p:nvPr/>
        </p:nvSpPr>
        <p:spPr>
          <a:xfrm>
            <a:off x="6126480" y="4709160"/>
            <a:ext cx="5440680" cy="365760"/>
          </a:xfrm>
          <a:prstGeom prst="rect">
            <a:avLst/>
          </a:prstGeom>
          <a:noFill/>
          <a:ln/>
        </p:spPr>
        <p:txBody>
          <a:bodyPr wrap="square" lIns="0" tIns="0" rIns="0" bIns="0" rtlCol="0" anchor="ctr"/>
          <a:lstStyle/>
          <a:p>
            <a:pPr marL="0" indent="0" algn="ctr">
              <a:buNone/>
            </a:pPr>
            <a:r>
              <a:rPr lang="en-US" sz="1600" b="1" kern="0" spc="800" dirty="0">
                <a:solidFill>
                  <a:srgbClr val="A79BFF"/>
                </a:solidFill>
                <a:latin typeface="Calibri" pitchFamily="34" charset="0"/>
                <a:ea typeface="Calibri" pitchFamily="34" charset="-122"/>
                <a:cs typeface="Calibri" pitchFamily="34" charset="-120"/>
              </a:rPr>
              <a:t>NOCHE</a:t>
            </a:r>
            <a:endParaRPr lang="en-US" sz="1600" dirty="0"/>
          </a:p>
        </p:txBody>
      </p:sp>
      <p:sp>
        <p:nvSpPr>
          <p:cNvPr id="14" name="Text 10"/>
          <p:cNvSpPr/>
          <p:nvPr/>
        </p:nvSpPr>
        <p:spPr>
          <a:xfrm>
            <a:off x="6126480" y="5166360"/>
            <a:ext cx="5440680" cy="777240"/>
          </a:xfrm>
          <a:prstGeom prst="rect">
            <a:avLst/>
          </a:prstGeom>
          <a:noFill/>
          <a:ln/>
        </p:spPr>
        <p:txBody>
          <a:bodyPr wrap="square" lIns="0" tIns="0" rIns="0" bIns="0" rtlCol="0" anchor="ctr"/>
          <a:lstStyle/>
          <a:p>
            <a:pPr marL="0" indent="0" algn="ctr">
              <a:buNone/>
            </a:pPr>
            <a:r>
              <a:rPr lang="en-US" sz="1200" i="1" dirty="0">
                <a:solidFill>
                  <a:srgbClr val="F6F6F6"/>
                </a:solidFill>
                <a:latin typeface="Calibri" pitchFamily="34" charset="0"/>
                <a:ea typeface="Calibri" pitchFamily="34" charset="-122"/>
                <a:cs typeface="Calibri" pitchFamily="34" charset="-120"/>
              </a:rPr>
              <a:t>Oscura · Baja · Fresca</a:t>
            </a:r>
            <a:endParaRPr lang="en-US" sz="1200" dirty="0"/>
          </a:p>
          <a:p>
            <a:pPr marL="0" indent="0" algn="ctr">
              <a:buNone/>
            </a:pPr>
            <a:r>
              <a:rPr lang="en-US" sz="1200" i="1" dirty="0">
                <a:solidFill>
                  <a:srgbClr val="F6F6F6"/>
                </a:solidFill>
                <a:latin typeface="Calibri" pitchFamily="34" charset="0"/>
                <a:ea typeface="Calibri" pitchFamily="34" charset="-122"/>
                <a:cs typeface="Calibri" pitchFamily="34" charset="-120"/>
              </a:rPr>
              <a:t>La lengua se queda en posición central</a:t>
            </a:r>
            <a:endParaRPr lang="en-US" sz="1200" dirty="0"/>
          </a:p>
        </p:txBody>
      </p:sp>
      <p:sp>
        <p:nvSpPr>
          <p:cNvPr id="15" name="Text 11"/>
          <p:cNvSpPr/>
          <p:nvPr/>
        </p:nvSpPr>
        <p:spPr>
          <a:xfrm>
            <a:off x="5943600" y="3931920"/>
            <a:ext cx="365760" cy="640080"/>
          </a:xfrm>
          <a:prstGeom prst="rect">
            <a:avLst/>
          </a:prstGeom>
          <a:noFill/>
          <a:ln/>
        </p:spPr>
        <p:txBody>
          <a:bodyPr wrap="square" lIns="0" tIns="0" rIns="0" bIns="0" rtlCol="0" anchor="ctr"/>
          <a:lstStyle/>
          <a:p>
            <a:pPr marL="0" indent="0" algn="ctr">
              <a:buNone/>
            </a:pPr>
            <a:r>
              <a:rPr lang="en-US" sz="3000" b="1" dirty="0">
                <a:solidFill>
                  <a:srgbClr val="1E1E2A"/>
                </a:solidFill>
              </a:rPr>
              <a:t>↔</a:t>
            </a:r>
            <a:endParaRPr lang="en-US" sz="3000" dirty="0"/>
          </a:p>
        </p:txBody>
      </p:sp>
      <p:sp>
        <p:nvSpPr>
          <p:cNvPr id="17" name="Text 12"/>
          <p:cNvSpPr/>
          <p:nvPr/>
        </p:nvSpPr>
        <p:spPr>
          <a:xfrm>
            <a:off x="365760" y="6446520"/>
            <a:ext cx="5486400" cy="228600"/>
          </a:xfrm>
          <a:prstGeom prst="rect">
            <a:avLst/>
          </a:prstGeom>
          <a:noFill/>
          <a:ln/>
        </p:spPr>
        <p:txBody>
          <a:bodyPr wrap="square" lIns="0" tIns="0" rIns="0" bIns="0" rtlCol="0" anchor="ctr"/>
          <a:lstStyle/>
          <a:p>
            <a:pPr marL="0" indent="0">
              <a:buNone/>
            </a:pPr>
            <a:r>
              <a:rPr lang="en-US" sz="800" kern="0" spc="300" dirty="0">
                <a:solidFill>
                  <a:srgbClr val="4A4A55"/>
                </a:solidFill>
                <a:latin typeface="Calibri" pitchFamily="34" charset="0"/>
                <a:ea typeface="Calibri" pitchFamily="34" charset="-122"/>
                <a:cs typeface="Calibri" pitchFamily="34" charset="-120"/>
              </a:rPr>
              <a:t>ACADEMIA SEÚL  ·  METHOD CHINGU™</a:t>
            </a:r>
            <a:endParaRPr lang="en-US" sz="800" dirty="0"/>
          </a:p>
        </p:txBody>
      </p:sp>
      <p:sp>
        <p:nvSpPr>
          <p:cNvPr id="18" name="Text 13"/>
          <p:cNvSpPr/>
          <p:nvPr/>
        </p:nvSpPr>
        <p:spPr>
          <a:xfrm>
            <a:off x="11277295" y="6446520"/>
            <a:ext cx="548640" cy="228600"/>
          </a:xfrm>
          <a:prstGeom prst="rect">
            <a:avLst/>
          </a:prstGeom>
          <a:noFill/>
          <a:ln/>
        </p:spPr>
        <p:txBody>
          <a:bodyPr wrap="square" lIns="0" tIns="0" rIns="0" bIns="0" rtlCol="0" anchor="ctr"/>
          <a:lstStyle/>
          <a:p>
            <a:pPr marL="0" indent="0" algn="r">
              <a:buNone/>
            </a:pPr>
            <a:r>
              <a:rPr lang="en-US" sz="800" dirty="0">
                <a:solidFill>
                  <a:srgbClr val="4A4A55"/>
                </a:solidFill>
                <a:latin typeface="Calibri" pitchFamily="34" charset="0"/>
                <a:ea typeface="Calibri" pitchFamily="34" charset="-122"/>
                <a:cs typeface="Calibri" pitchFamily="34" charset="-120"/>
              </a:rPr>
              <a:t>06</a:t>
            </a:r>
            <a:endParaRPr lang="en-US" sz="800" dirty="0"/>
          </a:p>
        </p:txBody>
      </p:sp>
      <p:pic>
        <p:nvPicPr>
          <p:cNvPr id="19" name="Image 0" descr="/sessions/sleepy-zen-cray/mnt/outputs/deck_assets/logo_var2_azul.png">
            <a:extLst>
              <a:ext uri="{FF2B5EF4-FFF2-40B4-BE49-F238E27FC236}">
                <a16:creationId xmlns:a16="http://schemas.microsoft.com/office/drawing/2014/main" id="{9DC0AE98-BC83-1C18-78DC-C6005B9AAEE7}"/>
              </a:ext>
            </a:extLst>
          </p:cNvPr>
          <p:cNvPicPr>
            <a:picLocks noChangeAspect="1"/>
          </p:cNvPicPr>
          <p:nvPr/>
        </p:nvPicPr>
        <p:blipFill>
          <a:blip r:embed="rId5"/>
          <a:stretch>
            <a:fillRect/>
          </a:stretch>
        </p:blipFill>
        <p:spPr>
          <a:xfrm>
            <a:off x="9778365" y="-760095"/>
            <a:ext cx="2571750" cy="257175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365760" y="365760"/>
            <a:ext cx="6400800" cy="274320"/>
          </a:xfrm>
          <a:prstGeom prst="rect">
            <a:avLst/>
          </a:prstGeom>
          <a:noFill/>
          <a:ln/>
        </p:spPr>
        <p:txBody>
          <a:bodyPr wrap="square" rtlCol="0" anchor="ctr"/>
          <a:lstStyle/>
          <a:p>
            <a:pPr marL="0" indent="0">
              <a:buNone/>
            </a:pPr>
            <a:r>
              <a:rPr lang="en-US" sz="1200" b="1" kern="0" spc="800" dirty="0">
                <a:solidFill>
                  <a:srgbClr val="FE6768"/>
                </a:solidFill>
                <a:latin typeface="Trebuchet MS" pitchFamily="34" charset="0"/>
                <a:ea typeface="Trebuchet MS" pitchFamily="34" charset="-122"/>
                <a:cs typeface="Trebuchet MS" pitchFamily="34" charset="-120"/>
              </a:rPr>
              <a:t>§4.0 · FILOSOFÍA</a:t>
            </a:r>
            <a:endParaRPr lang="en-US" sz="1200" dirty="0"/>
          </a:p>
        </p:txBody>
      </p:sp>
      <p:sp>
        <p:nvSpPr>
          <p:cNvPr id="3" name="Text 1"/>
          <p:cNvSpPr/>
          <p:nvPr/>
        </p:nvSpPr>
        <p:spPr>
          <a:xfrm>
            <a:off x="365760" y="658368"/>
            <a:ext cx="11430000" cy="640080"/>
          </a:xfrm>
          <a:prstGeom prst="rect">
            <a:avLst/>
          </a:prstGeom>
          <a:noFill/>
          <a:ln/>
        </p:spPr>
        <p:txBody>
          <a:bodyPr wrap="square" rtlCol="0" anchor="ctr"/>
          <a:lstStyle/>
          <a:p>
            <a:pPr marL="0" indent="0">
              <a:buNone/>
            </a:pPr>
            <a:r>
              <a:rPr lang="en-US" sz="3400" b="1" dirty="0">
                <a:solidFill>
                  <a:srgbClr val="0F172A"/>
                </a:solidFill>
                <a:latin typeface="Trebuchet MS" pitchFamily="34" charset="0"/>
                <a:ea typeface="Trebuchet MS" pitchFamily="34" charset="-122"/>
                <a:cs typeface="Trebuchet MS" pitchFamily="34" charset="-120"/>
              </a:rPr>
              <a:t>Las 3 vocales originales · 天 地 人</a:t>
            </a:r>
            <a:endParaRPr lang="en-US" sz="3400" dirty="0"/>
          </a:p>
        </p:txBody>
      </p:sp>
      <p:sp>
        <p:nvSpPr>
          <p:cNvPr id="4" name="Shape 2"/>
          <p:cNvSpPr/>
          <p:nvPr/>
        </p:nvSpPr>
        <p:spPr>
          <a:xfrm>
            <a:off x="457200" y="1691640"/>
            <a:ext cx="3703320" cy="3474720"/>
          </a:xfrm>
          <a:prstGeom prst="roundRect">
            <a:avLst>
              <a:gd name="adj" fmla="val 3158"/>
            </a:avLst>
          </a:prstGeom>
          <a:solidFill>
            <a:srgbClr val="F8F9FC"/>
          </a:solidFill>
          <a:ln w="12700">
            <a:solidFill>
              <a:srgbClr val="E2E8F0"/>
            </a:solidFill>
            <a:prstDash val="solid"/>
          </a:ln>
        </p:spPr>
      </p:sp>
      <p:sp>
        <p:nvSpPr>
          <p:cNvPr id="5" name="Shape 3"/>
          <p:cNvSpPr/>
          <p:nvPr/>
        </p:nvSpPr>
        <p:spPr>
          <a:xfrm>
            <a:off x="457200" y="1691640"/>
            <a:ext cx="3703320" cy="502920"/>
          </a:xfrm>
          <a:prstGeom prst="rect">
            <a:avLst/>
          </a:prstGeom>
          <a:solidFill>
            <a:srgbClr val="F2C73A"/>
          </a:solidFill>
          <a:ln/>
        </p:spPr>
      </p:sp>
      <p:sp>
        <p:nvSpPr>
          <p:cNvPr id="6" name="Text 4"/>
          <p:cNvSpPr/>
          <p:nvPr/>
        </p:nvSpPr>
        <p:spPr>
          <a:xfrm>
            <a:off x="457200" y="1691640"/>
            <a:ext cx="3703320" cy="502920"/>
          </a:xfrm>
          <a:prstGeom prst="rect">
            <a:avLst/>
          </a:prstGeom>
          <a:noFill/>
          <a:ln/>
        </p:spPr>
        <p:txBody>
          <a:bodyPr wrap="square" lIns="0" tIns="0" rIns="0" bIns="0" rtlCol="0" anchor="ctr"/>
          <a:lstStyle/>
          <a:p>
            <a:pPr marL="0" indent="0" algn="ctr">
              <a:buNone/>
            </a:pPr>
            <a:r>
              <a:rPr lang="en-US" sz="1600" b="1" kern="0" spc="600" dirty="0">
                <a:solidFill>
                  <a:srgbClr val="FFFFFF"/>
                </a:solidFill>
                <a:latin typeface="Trebuchet MS" pitchFamily="34" charset="0"/>
                <a:ea typeface="Trebuchet MS" pitchFamily="34" charset="-122"/>
                <a:cs typeface="Trebuchet MS" pitchFamily="34" charset="-120"/>
              </a:rPr>
              <a:t>Heaven · 天</a:t>
            </a:r>
            <a:endParaRPr lang="en-US" sz="1600" dirty="0"/>
          </a:p>
        </p:txBody>
      </p:sp>
      <p:sp>
        <p:nvSpPr>
          <p:cNvPr id="7" name="Text 5"/>
          <p:cNvSpPr/>
          <p:nvPr/>
        </p:nvSpPr>
        <p:spPr>
          <a:xfrm>
            <a:off x="457200" y="2377440"/>
            <a:ext cx="3703320" cy="1371600"/>
          </a:xfrm>
          <a:prstGeom prst="rect">
            <a:avLst/>
          </a:prstGeom>
          <a:noFill/>
          <a:ln/>
        </p:spPr>
        <p:txBody>
          <a:bodyPr wrap="square" lIns="0" tIns="0" rIns="0" bIns="0" rtlCol="0" anchor="ctr"/>
          <a:lstStyle/>
          <a:p>
            <a:pPr marL="0" indent="0" algn="ctr">
              <a:buNone/>
            </a:pPr>
            <a:r>
              <a:rPr lang="en-US" sz="13000" b="1" dirty="0">
                <a:solidFill>
                  <a:srgbClr val="0F172A"/>
                </a:solidFill>
                <a:latin typeface="Malgun Gothic" pitchFamily="34" charset="0"/>
                <a:ea typeface="Malgun Gothic" pitchFamily="34" charset="-122"/>
                <a:cs typeface="Malgun Gothic" pitchFamily="34" charset="-120"/>
              </a:rPr>
              <a:t>•</a:t>
            </a:r>
            <a:endParaRPr lang="en-US" sz="13000" dirty="0"/>
          </a:p>
        </p:txBody>
      </p:sp>
      <p:sp>
        <p:nvSpPr>
          <p:cNvPr id="8" name="Text 6"/>
          <p:cNvSpPr/>
          <p:nvPr/>
        </p:nvSpPr>
        <p:spPr>
          <a:xfrm>
            <a:off x="457200" y="3794760"/>
            <a:ext cx="3703320" cy="320040"/>
          </a:xfrm>
          <a:prstGeom prst="rect">
            <a:avLst/>
          </a:prstGeom>
          <a:noFill/>
          <a:ln/>
        </p:spPr>
        <p:txBody>
          <a:bodyPr wrap="square" lIns="0" tIns="0" rIns="0" bIns="0" rtlCol="0" anchor="ctr"/>
          <a:lstStyle/>
          <a:p>
            <a:pPr marL="0" indent="0" algn="ctr">
              <a:buNone/>
            </a:pPr>
            <a:r>
              <a:rPr lang="en-US" sz="1400" b="1" i="1" dirty="0">
                <a:solidFill>
                  <a:srgbClr val="F2C73A"/>
                </a:solidFill>
                <a:latin typeface="Calibri" pitchFamily="34" charset="0"/>
                <a:ea typeface="Calibri" pitchFamily="34" charset="-122"/>
                <a:cs typeface="Calibri" pitchFamily="34" charset="-120"/>
              </a:rPr>
              <a:t>(forma original)</a:t>
            </a:r>
            <a:endParaRPr lang="en-US" sz="1400" dirty="0"/>
          </a:p>
        </p:txBody>
      </p:sp>
      <p:sp>
        <p:nvSpPr>
          <p:cNvPr id="9" name="Text 7"/>
          <p:cNvSpPr/>
          <p:nvPr/>
        </p:nvSpPr>
        <p:spPr>
          <a:xfrm>
            <a:off x="640080" y="4160520"/>
            <a:ext cx="3337560" cy="365760"/>
          </a:xfrm>
          <a:prstGeom prst="rect">
            <a:avLst/>
          </a:prstGeom>
          <a:noFill/>
          <a:ln/>
        </p:spPr>
        <p:txBody>
          <a:bodyPr wrap="square" lIns="0" tIns="0" rIns="0" bIns="0" rtlCol="0" anchor="ctr"/>
          <a:lstStyle/>
          <a:p>
            <a:pPr marL="0" indent="0" algn="ctr">
              <a:buNone/>
            </a:pPr>
            <a:r>
              <a:rPr lang="en-US" sz="1500" b="1" dirty="0">
                <a:solidFill>
                  <a:srgbClr val="0F172A"/>
                </a:solidFill>
                <a:latin typeface="Trebuchet MS" pitchFamily="34" charset="0"/>
                <a:ea typeface="Trebuchet MS" pitchFamily="34" charset="-122"/>
                <a:cs typeface="Trebuchet MS" pitchFamily="34" charset="-120"/>
              </a:rPr>
              <a:t>Cielo (luz, sol)</a:t>
            </a:r>
            <a:endParaRPr lang="en-US" sz="1500" dirty="0"/>
          </a:p>
        </p:txBody>
      </p:sp>
      <p:sp>
        <p:nvSpPr>
          <p:cNvPr id="10" name="Text 8"/>
          <p:cNvSpPr/>
          <p:nvPr/>
        </p:nvSpPr>
        <p:spPr>
          <a:xfrm>
            <a:off x="640080" y="4526280"/>
            <a:ext cx="3337560" cy="548640"/>
          </a:xfrm>
          <a:prstGeom prst="rect">
            <a:avLst/>
          </a:prstGeom>
          <a:noFill/>
          <a:ln/>
        </p:spPr>
        <p:txBody>
          <a:bodyPr wrap="square" lIns="0" tIns="0" rIns="0" bIns="0" rtlCol="0" anchor="t"/>
          <a:lstStyle/>
          <a:p>
            <a:pPr marL="0" indent="0" algn="ctr">
              <a:buNone/>
            </a:pPr>
            <a:r>
              <a:rPr lang="en-US" sz="1200" i="1" dirty="0">
                <a:solidFill>
                  <a:srgbClr val="4A5568"/>
                </a:solidFill>
                <a:latin typeface="Calibri" pitchFamily="34" charset="0"/>
                <a:ea typeface="Calibri" pitchFamily="34" charset="-122"/>
                <a:cs typeface="Calibri" pitchFamily="34" charset="-120"/>
              </a:rPr>
              <a:t>El punto · representa</a:t>
            </a:r>
            <a:endParaRPr lang="en-US" sz="1200" dirty="0"/>
          </a:p>
          <a:p>
            <a:pPr marL="0" indent="0" algn="ctr">
              <a:buNone/>
            </a:pPr>
            <a:r>
              <a:rPr lang="en-US" sz="1200" i="1" dirty="0">
                <a:solidFill>
                  <a:srgbClr val="4A5568"/>
                </a:solidFill>
                <a:latin typeface="Calibri" pitchFamily="34" charset="0"/>
                <a:ea typeface="Calibri" pitchFamily="34" charset="-122"/>
                <a:cs typeface="Calibri" pitchFamily="34" charset="-120"/>
              </a:rPr>
              <a:t>el SOL en el cielo</a:t>
            </a:r>
            <a:endParaRPr lang="en-US" sz="1200" dirty="0"/>
          </a:p>
        </p:txBody>
      </p:sp>
      <p:sp>
        <p:nvSpPr>
          <p:cNvPr id="11" name="Shape 9"/>
          <p:cNvSpPr/>
          <p:nvPr/>
        </p:nvSpPr>
        <p:spPr>
          <a:xfrm>
            <a:off x="4297680" y="1691640"/>
            <a:ext cx="3703320" cy="3474720"/>
          </a:xfrm>
          <a:prstGeom prst="roundRect">
            <a:avLst>
              <a:gd name="adj" fmla="val 3158"/>
            </a:avLst>
          </a:prstGeom>
          <a:solidFill>
            <a:srgbClr val="F8F9FC"/>
          </a:solidFill>
          <a:ln w="12700">
            <a:solidFill>
              <a:srgbClr val="E2E8F0"/>
            </a:solidFill>
            <a:prstDash val="solid"/>
          </a:ln>
        </p:spPr>
      </p:sp>
      <p:sp>
        <p:nvSpPr>
          <p:cNvPr id="12" name="Shape 10"/>
          <p:cNvSpPr/>
          <p:nvPr/>
        </p:nvSpPr>
        <p:spPr>
          <a:xfrm>
            <a:off x="4297680" y="1691640"/>
            <a:ext cx="3703320" cy="502920"/>
          </a:xfrm>
          <a:prstGeom prst="rect">
            <a:avLst/>
          </a:prstGeom>
          <a:solidFill>
            <a:srgbClr val="8B5A2B"/>
          </a:solidFill>
          <a:ln/>
        </p:spPr>
      </p:sp>
      <p:sp>
        <p:nvSpPr>
          <p:cNvPr id="13" name="Text 11"/>
          <p:cNvSpPr/>
          <p:nvPr/>
        </p:nvSpPr>
        <p:spPr>
          <a:xfrm>
            <a:off x="4297680" y="1691640"/>
            <a:ext cx="3703320" cy="502920"/>
          </a:xfrm>
          <a:prstGeom prst="rect">
            <a:avLst/>
          </a:prstGeom>
          <a:noFill/>
          <a:ln/>
        </p:spPr>
        <p:txBody>
          <a:bodyPr wrap="square" lIns="0" tIns="0" rIns="0" bIns="0" rtlCol="0" anchor="ctr"/>
          <a:lstStyle/>
          <a:p>
            <a:pPr marL="0" indent="0" algn="ctr">
              <a:buNone/>
            </a:pPr>
            <a:r>
              <a:rPr lang="en-US" sz="1600" b="1" kern="0" spc="600" dirty="0">
                <a:solidFill>
                  <a:srgbClr val="FFFFFF"/>
                </a:solidFill>
                <a:latin typeface="Trebuchet MS" pitchFamily="34" charset="0"/>
                <a:ea typeface="Trebuchet MS" pitchFamily="34" charset="-122"/>
                <a:cs typeface="Trebuchet MS" pitchFamily="34" charset="-120"/>
              </a:rPr>
              <a:t>Earth · 地</a:t>
            </a:r>
            <a:endParaRPr lang="en-US" sz="1600" dirty="0"/>
          </a:p>
        </p:txBody>
      </p:sp>
      <p:sp>
        <p:nvSpPr>
          <p:cNvPr id="14" name="Text 12"/>
          <p:cNvSpPr/>
          <p:nvPr/>
        </p:nvSpPr>
        <p:spPr>
          <a:xfrm>
            <a:off x="4297680" y="2377440"/>
            <a:ext cx="3703320" cy="1371600"/>
          </a:xfrm>
          <a:prstGeom prst="rect">
            <a:avLst/>
          </a:prstGeom>
          <a:noFill/>
          <a:ln/>
        </p:spPr>
        <p:txBody>
          <a:bodyPr wrap="square" lIns="0" tIns="0" rIns="0" bIns="0" rtlCol="0" anchor="ctr"/>
          <a:lstStyle/>
          <a:p>
            <a:pPr marL="0" indent="0" algn="ctr">
              <a:buNone/>
            </a:pPr>
            <a:r>
              <a:rPr lang="en-US" sz="13000" b="1" dirty="0">
                <a:solidFill>
                  <a:srgbClr val="0F172A"/>
                </a:solidFill>
                <a:latin typeface="Malgun Gothic" pitchFamily="34" charset="0"/>
                <a:ea typeface="Malgun Gothic" pitchFamily="34" charset="-122"/>
                <a:cs typeface="Malgun Gothic" pitchFamily="34" charset="-120"/>
              </a:rPr>
              <a:t>ㅡ</a:t>
            </a:r>
            <a:endParaRPr lang="en-US" sz="13000" dirty="0"/>
          </a:p>
        </p:txBody>
      </p:sp>
      <p:sp>
        <p:nvSpPr>
          <p:cNvPr id="15" name="Text 13"/>
          <p:cNvSpPr/>
          <p:nvPr/>
        </p:nvSpPr>
        <p:spPr>
          <a:xfrm>
            <a:off x="4297680" y="3794760"/>
            <a:ext cx="3703320" cy="320040"/>
          </a:xfrm>
          <a:prstGeom prst="rect">
            <a:avLst/>
          </a:prstGeom>
          <a:noFill/>
          <a:ln/>
        </p:spPr>
        <p:txBody>
          <a:bodyPr wrap="square" lIns="0" tIns="0" rIns="0" bIns="0" rtlCol="0" anchor="ctr"/>
          <a:lstStyle/>
          <a:p>
            <a:pPr marL="0" indent="0" algn="ctr">
              <a:buNone/>
            </a:pPr>
            <a:r>
              <a:rPr lang="en-US" sz="1400" b="1" i="1" dirty="0">
                <a:solidFill>
                  <a:srgbClr val="8B5A2B"/>
                </a:solidFill>
                <a:latin typeface="Calibri" pitchFamily="34" charset="0"/>
                <a:ea typeface="Calibri" pitchFamily="34" charset="-122"/>
                <a:cs typeface="Calibri" pitchFamily="34" charset="-120"/>
              </a:rPr>
              <a:t>/ eu /</a:t>
            </a:r>
            <a:endParaRPr lang="en-US" sz="1400" dirty="0"/>
          </a:p>
        </p:txBody>
      </p:sp>
      <p:sp>
        <p:nvSpPr>
          <p:cNvPr id="16" name="Text 14"/>
          <p:cNvSpPr/>
          <p:nvPr/>
        </p:nvSpPr>
        <p:spPr>
          <a:xfrm>
            <a:off x="4480560" y="4160520"/>
            <a:ext cx="3337560" cy="365760"/>
          </a:xfrm>
          <a:prstGeom prst="rect">
            <a:avLst/>
          </a:prstGeom>
          <a:noFill/>
          <a:ln/>
        </p:spPr>
        <p:txBody>
          <a:bodyPr wrap="square" lIns="0" tIns="0" rIns="0" bIns="0" rtlCol="0" anchor="ctr"/>
          <a:lstStyle/>
          <a:p>
            <a:pPr marL="0" indent="0" algn="ctr">
              <a:buNone/>
            </a:pPr>
            <a:r>
              <a:rPr lang="en-US" sz="1500" b="1" dirty="0">
                <a:solidFill>
                  <a:srgbClr val="0F172A"/>
                </a:solidFill>
                <a:latin typeface="Trebuchet MS" pitchFamily="34" charset="0"/>
                <a:ea typeface="Trebuchet MS" pitchFamily="34" charset="-122"/>
                <a:cs typeface="Trebuchet MS" pitchFamily="34" charset="-120"/>
              </a:rPr>
              <a:t>Tierra plana</a:t>
            </a:r>
            <a:endParaRPr lang="en-US" sz="1500" dirty="0"/>
          </a:p>
        </p:txBody>
      </p:sp>
      <p:sp>
        <p:nvSpPr>
          <p:cNvPr id="17" name="Text 15"/>
          <p:cNvSpPr/>
          <p:nvPr/>
        </p:nvSpPr>
        <p:spPr>
          <a:xfrm>
            <a:off x="4480560" y="4526280"/>
            <a:ext cx="3337560" cy="548640"/>
          </a:xfrm>
          <a:prstGeom prst="rect">
            <a:avLst/>
          </a:prstGeom>
          <a:noFill/>
          <a:ln/>
        </p:spPr>
        <p:txBody>
          <a:bodyPr wrap="square" lIns="0" tIns="0" rIns="0" bIns="0" rtlCol="0" anchor="t"/>
          <a:lstStyle/>
          <a:p>
            <a:pPr marL="0" indent="0" algn="ctr">
              <a:buNone/>
            </a:pPr>
            <a:r>
              <a:rPr lang="en-US" sz="1200" i="1" dirty="0">
                <a:solidFill>
                  <a:srgbClr val="4A5568"/>
                </a:solidFill>
                <a:latin typeface="Calibri" pitchFamily="34" charset="0"/>
                <a:ea typeface="Calibri" pitchFamily="34" charset="-122"/>
                <a:cs typeface="Calibri" pitchFamily="34" charset="-120"/>
              </a:rPr>
              <a:t>Línea horizontal ·</a:t>
            </a:r>
            <a:endParaRPr lang="en-US" sz="1200" dirty="0"/>
          </a:p>
          <a:p>
            <a:pPr marL="0" indent="0" algn="ctr">
              <a:buNone/>
            </a:pPr>
            <a:r>
              <a:rPr lang="en-US" sz="1200" i="1" dirty="0">
                <a:solidFill>
                  <a:srgbClr val="4A5568"/>
                </a:solidFill>
                <a:latin typeface="Calibri" pitchFamily="34" charset="0"/>
                <a:ea typeface="Calibri" pitchFamily="34" charset="-122"/>
                <a:cs typeface="Calibri" pitchFamily="34" charset="-120"/>
              </a:rPr>
              <a:t>representa la TIERRA</a:t>
            </a:r>
            <a:endParaRPr lang="en-US" sz="1200" dirty="0"/>
          </a:p>
        </p:txBody>
      </p:sp>
      <p:sp>
        <p:nvSpPr>
          <p:cNvPr id="18" name="Shape 16"/>
          <p:cNvSpPr/>
          <p:nvPr/>
        </p:nvSpPr>
        <p:spPr>
          <a:xfrm>
            <a:off x="8138160" y="1691640"/>
            <a:ext cx="3703320" cy="3474720"/>
          </a:xfrm>
          <a:prstGeom prst="roundRect">
            <a:avLst>
              <a:gd name="adj" fmla="val 3158"/>
            </a:avLst>
          </a:prstGeom>
          <a:solidFill>
            <a:srgbClr val="F8F9FC"/>
          </a:solidFill>
          <a:ln w="12700">
            <a:solidFill>
              <a:srgbClr val="E2E8F0"/>
            </a:solidFill>
            <a:prstDash val="solid"/>
          </a:ln>
        </p:spPr>
      </p:sp>
      <p:sp>
        <p:nvSpPr>
          <p:cNvPr id="19" name="Shape 17"/>
          <p:cNvSpPr/>
          <p:nvPr/>
        </p:nvSpPr>
        <p:spPr>
          <a:xfrm>
            <a:off x="8138160" y="1691640"/>
            <a:ext cx="3703320" cy="502920"/>
          </a:xfrm>
          <a:prstGeom prst="rect">
            <a:avLst/>
          </a:prstGeom>
          <a:solidFill>
            <a:srgbClr val="A79BFF"/>
          </a:solidFill>
          <a:ln/>
        </p:spPr>
      </p:sp>
      <p:sp>
        <p:nvSpPr>
          <p:cNvPr id="20" name="Text 18"/>
          <p:cNvSpPr/>
          <p:nvPr/>
        </p:nvSpPr>
        <p:spPr>
          <a:xfrm>
            <a:off x="8138160" y="1691640"/>
            <a:ext cx="3703320" cy="502920"/>
          </a:xfrm>
          <a:prstGeom prst="rect">
            <a:avLst/>
          </a:prstGeom>
          <a:noFill/>
          <a:ln/>
        </p:spPr>
        <p:txBody>
          <a:bodyPr wrap="square" lIns="0" tIns="0" rIns="0" bIns="0" rtlCol="0" anchor="ctr"/>
          <a:lstStyle/>
          <a:p>
            <a:pPr marL="0" indent="0" algn="ctr">
              <a:buNone/>
            </a:pPr>
            <a:r>
              <a:rPr lang="en-US" sz="1600" b="1" kern="0" spc="600" dirty="0">
                <a:solidFill>
                  <a:srgbClr val="FFFFFF"/>
                </a:solidFill>
                <a:latin typeface="Trebuchet MS" pitchFamily="34" charset="0"/>
                <a:ea typeface="Trebuchet MS" pitchFamily="34" charset="-122"/>
                <a:cs typeface="Trebuchet MS" pitchFamily="34" charset="-120"/>
              </a:rPr>
              <a:t>Humanity · 人</a:t>
            </a:r>
            <a:endParaRPr lang="en-US" sz="1600" dirty="0"/>
          </a:p>
        </p:txBody>
      </p:sp>
      <p:sp>
        <p:nvSpPr>
          <p:cNvPr id="21" name="Text 19"/>
          <p:cNvSpPr/>
          <p:nvPr/>
        </p:nvSpPr>
        <p:spPr>
          <a:xfrm>
            <a:off x="8138160" y="2377440"/>
            <a:ext cx="3703320" cy="1371600"/>
          </a:xfrm>
          <a:prstGeom prst="rect">
            <a:avLst/>
          </a:prstGeom>
          <a:noFill/>
          <a:ln/>
        </p:spPr>
        <p:txBody>
          <a:bodyPr wrap="square" lIns="0" tIns="0" rIns="0" bIns="0" rtlCol="0" anchor="ctr"/>
          <a:lstStyle/>
          <a:p>
            <a:pPr marL="0" indent="0" algn="ctr">
              <a:buNone/>
            </a:pPr>
            <a:r>
              <a:rPr lang="en-US" sz="13000" b="1" dirty="0">
                <a:solidFill>
                  <a:srgbClr val="0F172A"/>
                </a:solidFill>
                <a:latin typeface="Malgun Gothic" pitchFamily="34" charset="0"/>
                <a:ea typeface="Malgun Gothic" pitchFamily="34" charset="-122"/>
                <a:cs typeface="Malgun Gothic" pitchFamily="34" charset="-120"/>
              </a:rPr>
              <a:t>ㅣ</a:t>
            </a:r>
            <a:endParaRPr lang="en-US" sz="13000" dirty="0"/>
          </a:p>
        </p:txBody>
      </p:sp>
      <p:sp>
        <p:nvSpPr>
          <p:cNvPr id="22" name="Text 20"/>
          <p:cNvSpPr/>
          <p:nvPr/>
        </p:nvSpPr>
        <p:spPr>
          <a:xfrm>
            <a:off x="8138160" y="3794760"/>
            <a:ext cx="3703320" cy="320040"/>
          </a:xfrm>
          <a:prstGeom prst="rect">
            <a:avLst/>
          </a:prstGeom>
          <a:noFill/>
          <a:ln/>
        </p:spPr>
        <p:txBody>
          <a:bodyPr wrap="square" lIns="0" tIns="0" rIns="0" bIns="0" rtlCol="0" anchor="ctr"/>
          <a:lstStyle/>
          <a:p>
            <a:pPr marL="0" indent="0" algn="ctr">
              <a:buNone/>
            </a:pPr>
            <a:r>
              <a:rPr lang="en-US" sz="1400" b="1" i="1" dirty="0">
                <a:solidFill>
                  <a:srgbClr val="A79BFF"/>
                </a:solidFill>
                <a:latin typeface="Calibri" pitchFamily="34" charset="0"/>
                <a:ea typeface="Calibri" pitchFamily="34" charset="-122"/>
                <a:cs typeface="Calibri" pitchFamily="34" charset="-120"/>
              </a:rPr>
              <a:t>/ i /</a:t>
            </a:r>
            <a:endParaRPr lang="en-US" sz="1400" dirty="0"/>
          </a:p>
        </p:txBody>
      </p:sp>
      <p:sp>
        <p:nvSpPr>
          <p:cNvPr id="23" name="Text 21"/>
          <p:cNvSpPr/>
          <p:nvPr/>
        </p:nvSpPr>
        <p:spPr>
          <a:xfrm>
            <a:off x="8321040" y="4160520"/>
            <a:ext cx="3337560" cy="365760"/>
          </a:xfrm>
          <a:prstGeom prst="rect">
            <a:avLst/>
          </a:prstGeom>
          <a:noFill/>
          <a:ln/>
        </p:spPr>
        <p:txBody>
          <a:bodyPr wrap="square" lIns="0" tIns="0" rIns="0" bIns="0" rtlCol="0" anchor="ctr"/>
          <a:lstStyle/>
          <a:p>
            <a:pPr marL="0" indent="0" algn="ctr">
              <a:buNone/>
            </a:pPr>
            <a:r>
              <a:rPr lang="en-US" sz="1500" b="1" dirty="0">
                <a:solidFill>
                  <a:srgbClr val="0F172A"/>
                </a:solidFill>
                <a:latin typeface="Trebuchet MS" pitchFamily="34" charset="0"/>
                <a:ea typeface="Trebuchet MS" pitchFamily="34" charset="-122"/>
                <a:cs typeface="Trebuchet MS" pitchFamily="34" charset="-120"/>
              </a:rPr>
              <a:t>Ser humano de pie</a:t>
            </a:r>
            <a:endParaRPr lang="en-US" sz="1500" dirty="0"/>
          </a:p>
        </p:txBody>
      </p:sp>
      <p:sp>
        <p:nvSpPr>
          <p:cNvPr id="24" name="Text 22"/>
          <p:cNvSpPr/>
          <p:nvPr/>
        </p:nvSpPr>
        <p:spPr>
          <a:xfrm>
            <a:off x="8321040" y="4526280"/>
            <a:ext cx="3337560" cy="548640"/>
          </a:xfrm>
          <a:prstGeom prst="rect">
            <a:avLst/>
          </a:prstGeom>
          <a:noFill/>
          <a:ln/>
        </p:spPr>
        <p:txBody>
          <a:bodyPr wrap="square" lIns="0" tIns="0" rIns="0" bIns="0" rtlCol="0" anchor="t"/>
          <a:lstStyle/>
          <a:p>
            <a:pPr marL="0" indent="0" algn="ctr">
              <a:buNone/>
            </a:pPr>
            <a:r>
              <a:rPr lang="en-US" sz="1200" i="1" dirty="0">
                <a:solidFill>
                  <a:srgbClr val="4A5568"/>
                </a:solidFill>
                <a:latin typeface="Calibri" pitchFamily="34" charset="0"/>
                <a:ea typeface="Calibri" pitchFamily="34" charset="-122"/>
                <a:cs typeface="Calibri" pitchFamily="34" charset="-120"/>
              </a:rPr>
              <a:t>Línea vertical ·</a:t>
            </a:r>
            <a:endParaRPr lang="en-US" sz="1200" dirty="0"/>
          </a:p>
          <a:p>
            <a:pPr marL="0" indent="0" algn="ctr">
              <a:buNone/>
            </a:pPr>
            <a:r>
              <a:rPr lang="en-US" sz="1200" i="1" dirty="0">
                <a:solidFill>
                  <a:srgbClr val="4A5568"/>
                </a:solidFill>
                <a:latin typeface="Calibri" pitchFamily="34" charset="0"/>
                <a:ea typeface="Calibri" pitchFamily="34" charset="-122"/>
                <a:cs typeface="Calibri" pitchFamily="34" charset="-120"/>
              </a:rPr>
              <a:t>representa a la PERSONA</a:t>
            </a:r>
            <a:endParaRPr lang="en-US" sz="1200" dirty="0"/>
          </a:p>
        </p:txBody>
      </p:sp>
      <p:sp>
        <p:nvSpPr>
          <p:cNvPr id="25" name="Shape 23"/>
          <p:cNvSpPr/>
          <p:nvPr/>
        </p:nvSpPr>
        <p:spPr>
          <a:xfrm>
            <a:off x="457200" y="5440680"/>
            <a:ext cx="11247120" cy="868680"/>
          </a:xfrm>
          <a:prstGeom prst="roundRect">
            <a:avLst>
              <a:gd name="adj" fmla="val 10526"/>
            </a:avLst>
          </a:prstGeom>
          <a:solidFill>
            <a:srgbClr val="2A1FB8"/>
          </a:solidFill>
          <a:ln/>
        </p:spPr>
      </p:sp>
      <p:sp>
        <p:nvSpPr>
          <p:cNvPr id="26" name="Text 24"/>
          <p:cNvSpPr/>
          <p:nvPr/>
        </p:nvSpPr>
        <p:spPr>
          <a:xfrm>
            <a:off x="640080" y="5440680"/>
            <a:ext cx="10881360" cy="868680"/>
          </a:xfrm>
          <a:prstGeom prst="rect">
            <a:avLst/>
          </a:prstGeom>
          <a:noFill/>
          <a:ln/>
        </p:spPr>
        <p:txBody>
          <a:bodyPr wrap="square" lIns="0" tIns="0" rIns="0" bIns="0" rtlCol="0" anchor="ctr"/>
          <a:lstStyle/>
          <a:p>
            <a:pPr marL="0" indent="0" algn="ctr">
              <a:buNone/>
            </a:pPr>
            <a:r>
              <a:rPr lang="en-US" sz="1800" dirty="0">
                <a:solidFill>
                  <a:srgbClr val="EFEBFF"/>
                </a:solidFill>
                <a:latin typeface="Calibri" pitchFamily="34" charset="0"/>
                <a:ea typeface="Calibri" pitchFamily="34" charset="-122"/>
                <a:cs typeface="Calibri" pitchFamily="34" charset="-120"/>
              </a:rPr>
              <a:t>Combina </a:t>
            </a:r>
            <a:r>
              <a:rPr lang="en-US" sz="2400" b="1" dirty="0">
                <a:solidFill>
                  <a:srgbClr val="FFFFFF"/>
                </a:solidFill>
                <a:latin typeface="Malgun Gothic" pitchFamily="34" charset="0"/>
                <a:ea typeface="Malgun Gothic" pitchFamily="34" charset="-122"/>
                <a:cs typeface="Malgun Gothic" pitchFamily="34" charset="-120"/>
              </a:rPr>
              <a:t>• + ㅡ + ㅣ</a:t>
            </a:r>
            <a:r>
              <a:rPr lang="en-US" sz="1800" dirty="0">
                <a:solidFill>
                  <a:srgbClr val="EFEBFF"/>
                </a:solidFill>
                <a:latin typeface="Calibri" pitchFamily="34" charset="0"/>
                <a:ea typeface="Calibri" pitchFamily="34" charset="-122"/>
                <a:cs typeface="Calibri" pitchFamily="34" charset="-120"/>
              </a:rPr>
              <a:t> de todas las formas posibles y obtienes </a:t>
            </a:r>
            <a:r>
              <a:rPr lang="en-US" sz="2400" b="1" dirty="0">
                <a:solidFill>
                  <a:srgbClr val="FFC8C8"/>
                </a:solidFill>
                <a:latin typeface="Calibri" pitchFamily="34" charset="0"/>
                <a:ea typeface="Calibri" pitchFamily="34" charset="-122"/>
                <a:cs typeface="Calibri" pitchFamily="34" charset="-120"/>
              </a:rPr>
              <a:t>21 vocales</a:t>
            </a:r>
            <a:r>
              <a:rPr lang="en-US" sz="1800" dirty="0">
                <a:solidFill>
                  <a:srgbClr val="EFEBFF"/>
                </a:solidFill>
                <a:latin typeface="Calibri" pitchFamily="34" charset="0"/>
                <a:ea typeface="Calibri" pitchFamily="34" charset="-122"/>
                <a:cs typeface="Calibri" pitchFamily="34" charset="-120"/>
              </a:rPr>
              <a:t> del coreano moderno</a:t>
            </a:r>
            <a:endParaRPr lang="en-US" sz="1800" dirty="0"/>
          </a:p>
        </p:txBody>
      </p:sp>
      <p:sp>
        <p:nvSpPr>
          <p:cNvPr id="27" name="Text 25"/>
          <p:cNvSpPr/>
          <p:nvPr/>
        </p:nvSpPr>
        <p:spPr>
          <a:xfrm>
            <a:off x="365760" y="6199632"/>
            <a:ext cx="11460175" cy="201168"/>
          </a:xfrm>
          <a:prstGeom prst="rect">
            <a:avLst/>
          </a:prstGeom>
          <a:noFill/>
          <a:ln/>
        </p:spPr>
        <p:txBody>
          <a:bodyPr wrap="square" rtlCol="0" anchor="ctr"/>
          <a:lstStyle/>
          <a:p>
            <a:pPr marL="0" indent="0">
              <a:buNone/>
            </a:pPr>
            <a:r>
              <a:rPr lang="en-US" sz="900" i="1" dirty="0">
                <a:solidFill>
                  <a:srgbClr val="94A3B8"/>
                </a:solidFill>
                <a:latin typeface="Calibri" pitchFamily="34" charset="0"/>
                <a:ea typeface="Calibri" pitchFamily="34" charset="-122"/>
                <a:cs typeface="Calibri" pitchFamily="34" charset="-120"/>
              </a:rPr>
              <a:t>Fuente · Korea Foundation. Hangeul – Korea's Unique Alphabet, 2010, p. 17.</a:t>
            </a:r>
            <a:endParaRPr lang="en-US" sz="900" dirty="0"/>
          </a:p>
        </p:txBody>
      </p:sp>
      <p:sp>
        <p:nvSpPr>
          <p:cNvPr id="28" name="Text 26"/>
          <p:cNvSpPr/>
          <p:nvPr/>
        </p:nvSpPr>
        <p:spPr>
          <a:xfrm>
            <a:off x="365760" y="6446520"/>
            <a:ext cx="5486400" cy="274320"/>
          </a:xfrm>
          <a:prstGeom prst="rect">
            <a:avLst/>
          </a:prstGeom>
          <a:noFill/>
          <a:ln/>
        </p:spPr>
        <p:txBody>
          <a:bodyPr wrap="square" rtlCol="0" anchor="ctr"/>
          <a:lstStyle/>
          <a:p>
            <a:pPr marL="0" indent="0">
              <a:buNone/>
            </a:pPr>
            <a:r>
              <a:rPr lang="en-US" sz="1000" b="1" kern="0" spc="600" dirty="0">
                <a:solidFill>
                  <a:srgbClr val="94A3B8"/>
                </a:solidFill>
                <a:latin typeface="Trebuchet MS" pitchFamily="34" charset="0"/>
                <a:ea typeface="Trebuchet MS" pitchFamily="34" charset="-122"/>
                <a:cs typeface="Trebuchet MS" pitchFamily="34" charset="-120"/>
              </a:rPr>
              <a:t>ACADEMIA SEÚL  ·  MÉTODO CHINGU™</a:t>
            </a:r>
            <a:endParaRPr lang="en-US" sz="1000" dirty="0"/>
          </a:p>
        </p:txBody>
      </p:sp>
      <p:sp>
        <p:nvSpPr>
          <p:cNvPr id="29" name="Text 27"/>
          <p:cNvSpPr/>
          <p:nvPr/>
        </p:nvSpPr>
        <p:spPr>
          <a:xfrm>
            <a:off x="8991295" y="6446520"/>
            <a:ext cx="2743200" cy="274320"/>
          </a:xfrm>
          <a:prstGeom prst="rect">
            <a:avLst/>
          </a:prstGeom>
          <a:noFill/>
          <a:ln/>
        </p:spPr>
        <p:txBody>
          <a:bodyPr wrap="square" rtlCol="0" anchor="ctr"/>
          <a:lstStyle/>
          <a:p>
            <a:pPr marL="0" indent="0" algn="r">
              <a:buNone/>
            </a:pPr>
            <a:r>
              <a:rPr lang="en-US" sz="1000" b="1" kern="0" spc="600" dirty="0">
                <a:solidFill>
                  <a:srgbClr val="94A3B8"/>
                </a:solidFill>
                <a:latin typeface="Trebuchet MS" pitchFamily="34" charset="0"/>
                <a:ea typeface="Trebuchet MS" pitchFamily="34" charset="-122"/>
                <a:cs typeface="Trebuchet MS" pitchFamily="34" charset="-120"/>
              </a:rPr>
              <a:t>SES 07B  ·  TALLER</a:t>
            </a:r>
            <a:endParaRPr lang="en-US" sz="1000" dirty="0"/>
          </a:p>
        </p:txBody>
      </p:sp>
      <p:pic>
        <p:nvPicPr>
          <p:cNvPr id="30" name="Image 0" descr="/sessions/sleepy-zen-cray/mnt/outputs/deck_assets/logo_var2_azul.png">
            <a:extLst>
              <a:ext uri="{FF2B5EF4-FFF2-40B4-BE49-F238E27FC236}">
                <a16:creationId xmlns:a16="http://schemas.microsoft.com/office/drawing/2014/main" id="{50C0D397-A447-BA7A-F0D9-3A7267B41455}"/>
              </a:ext>
            </a:extLst>
          </p:cNvPr>
          <p:cNvPicPr>
            <a:picLocks noChangeAspect="1"/>
          </p:cNvPicPr>
          <p:nvPr/>
        </p:nvPicPr>
        <p:blipFill>
          <a:blip r:embed="rId3"/>
          <a:stretch>
            <a:fillRect/>
          </a:stretch>
        </p:blipFill>
        <p:spPr>
          <a:xfrm>
            <a:off x="9778365" y="-760095"/>
            <a:ext cx="2571750" cy="2571750"/>
          </a:xfrm>
          <a:prstGeom prst="rect">
            <a:avLst/>
          </a:prstGeom>
        </p:spPr>
      </p:pic>
    </p:spTree>
    <p:extLst>
      <p:ext uri="{BB962C8B-B14F-4D97-AF65-F5344CB8AC3E}">
        <p14:creationId xmlns:p14="http://schemas.microsoft.com/office/powerpoint/2010/main" val="178300556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57200" y="411480"/>
            <a:ext cx="10972800" cy="274320"/>
          </a:xfrm>
          <a:prstGeom prst="rect">
            <a:avLst/>
          </a:prstGeom>
          <a:noFill/>
          <a:ln/>
        </p:spPr>
        <p:txBody>
          <a:bodyPr wrap="square" lIns="0" tIns="0" rIns="0" bIns="0" rtlCol="0" anchor="ctr"/>
          <a:lstStyle/>
          <a:p>
            <a:pPr marL="0" indent="0">
              <a:buNone/>
            </a:pPr>
            <a:r>
              <a:rPr lang="en-US" sz="1100" b="1" kern="0" spc="500" dirty="0">
                <a:solidFill>
                  <a:srgbClr val="FE6768"/>
                </a:solidFill>
                <a:latin typeface="Calibri" pitchFamily="34" charset="0"/>
                <a:ea typeface="Calibri" pitchFamily="34" charset="-122"/>
                <a:cs typeface="Calibri" pitchFamily="34" charset="-120"/>
              </a:rPr>
              <a:t>§1.8</a:t>
            </a:r>
            <a:endParaRPr lang="en-US" sz="1100" dirty="0"/>
          </a:p>
        </p:txBody>
      </p:sp>
      <p:sp>
        <p:nvSpPr>
          <p:cNvPr id="3" name="Text 1"/>
          <p:cNvSpPr/>
          <p:nvPr/>
        </p:nvSpPr>
        <p:spPr>
          <a:xfrm>
            <a:off x="457200" y="777240"/>
            <a:ext cx="10972800" cy="822960"/>
          </a:xfrm>
          <a:prstGeom prst="rect">
            <a:avLst/>
          </a:prstGeom>
          <a:noFill/>
          <a:ln/>
        </p:spPr>
        <p:txBody>
          <a:bodyPr wrap="square" lIns="0" tIns="0" rIns="0" bIns="0" rtlCol="0" anchor="ctr"/>
          <a:lstStyle/>
          <a:p>
            <a:pPr marL="0" indent="0">
              <a:buNone/>
            </a:pPr>
            <a:r>
              <a:rPr lang="en-US" sz="4000" b="1" dirty="0">
                <a:solidFill>
                  <a:srgbClr val="4036ED"/>
                </a:solidFill>
                <a:latin typeface="Calibri" pitchFamily="34" charset="0"/>
                <a:ea typeface="Calibri" pitchFamily="34" charset="-122"/>
                <a:cs typeface="Calibri" pitchFamily="34" charset="-120"/>
              </a:rPr>
              <a:t>Las tres vocales primordiales</a:t>
            </a:r>
            <a:endParaRPr lang="en-US" sz="4000" dirty="0"/>
          </a:p>
        </p:txBody>
      </p:sp>
      <p:sp>
        <p:nvSpPr>
          <p:cNvPr id="4" name="Text 2"/>
          <p:cNvSpPr/>
          <p:nvPr/>
        </p:nvSpPr>
        <p:spPr>
          <a:xfrm>
            <a:off x="457200" y="1691640"/>
            <a:ext cx="10972800" cy="457200"/>
          </a:xfrm>
          <a:prstGeom prst="rect">
            <a:avLst/>
          </a:prstGeom>
          <a:noFill/>
          <a:ln/>
        </p:spPr>
        <p:txBody>
          <a:bodyPr wrap="square" lIns="0" tIns="0" rIns="0" bIns="0" rtlCol="0" anchor="ctr"/>
          <a:lstStyle/>
          <a:p>
            <a:pPr marL="0" indent="0">
              <a:buNone/>
            </a:pPr>
            <a:r>
              <a:rPr lang="en-US" sz="1400" i="1" dirty="0">
                <a:solidFill>
                  <a:srgbClr val="4A4A55"/>
                </a:solidFill>
                <a:latin typeface="Calibri" pitchFamily="34" charset="0"/>
                <a:ea typeface="Calibri" pitchFamily="34" charset="-122"/>
                <a:cs typeface="Calibri" pitchFamily="34" charset="-120"/>
              </a:rPr>
              <a:t>Un punto, una raya horizontal, una raya vertical. Eso es todo lo que hace falta.</a:t>
            </a:r>
            <a:endParaRPr lang="en-US" sz="1400" dirty="0"/>
          </a:p>
        </p:txBody>
      </p:sp>
      <p:sp>
        <p:nvSpPr>
          <p:cNvPr id="5" name="Shape 3"/>
          <p:cNvSpPr/>
          <p:nvPr/>
        </p:nvSpPr>
        <p:spPr>
          <a:xfrm>
            <a:off x="540868" y="2468880"/>
            <a:ext cx="3520440" cy="3840480"/>
          </a:xfrm>
          <a:prstGeom prst="roundRect">
            <a:avLst>
              <a:gd name="adj" fmla="val 5195"/>
            </a:avLst>
          </a:prstGeom>
          <a:solidFill>
            <a:srgbClr val="FE6768"/>
          </a:solidFill>
          <a:ln w="12700">
            <a:solidFill>
              <a:srgbClr val="FE6768"/>
            </a:solidFill>
            <a:prstDash val="solid"/>
          </a:ln>
        </p:spPr>
      </p:sp>
      <p:sp>
        <p:nvSpPr>
          <p:cNvPr id="6" name="Text 4"/>
          <p:cNvSpPr/>
          <p:nvPr/>
        </p:nvSpPr>
        <p:spPr>
          <a:xfrm>
            <a:off x="540868" y="2697480"/>
            <a:ext cx="3520440" cy="1554480"/>
          </a:xfrm>
          <a:prstGeom prst="rect">
            <a:avLst/>
          </a:prstGeom>
          <a:noFill/>
          <a:ln/>
        </p:spPr>
        <p:txBody>
          <a:bodyPr wrap="square" lIns="0" tIns="0" rIns="0" bIns="0" rtlCol="0" anchor="ctr"/>
          <a:lstStyle/>
          <a:p>
            <a:pPr marL="0" indent="0" algn="ctr">
              <a:buNone/>
            </a:pPr>
            <a:r>
              <a:rPr lang="en-US" sz="11000" b="1" dirty="0">
                <a:solidFill>
                  <a:srgbClr val="F6F6F6"/>
                </a:solidFill>
                <a:latin typeface="Malgun Gothic" pitchFamily="34" charset="0"/>
                <a:ea typeface="Malgun Gothic" pitchFamily="34" charset="-122"/>
                <a:cs typeface="Malgun Gothic" pitchFamily="34" charset="-120"/>
              </a:rPr>
              <a:t>·</a:t>
            </a:r>
            <a:endParaRPr lang="en-US" sz="11000" dirty="0"/>
          </a:p>
        </p:txBody>
      </p:sp>
      <p:sp>
        <p:nvSpPr>
          <p:cNvPr id="7" name="Text 5"/>
          <p:cNvSpPr/>
          <p:nvPr/>
        </p:nvSpPr>
        <p:spPr>
          <a:xfrm>
            <a:off x="540868" y="4297680"/>
            <a:ext cx="3520440" cy="320040"/>
          </a:xfrm>
          <a:prstGeom prst="rect">
            <a:avLst/>
          </a:prstGeom>
          <a:noFill/>
          <a:ln/>
        </p:spPr>
        <p:txBody>
          <a:bodyPr wrap="square" lIns="0" tIns="0" rIns="0" bIns="0" rtlCol="0" anchor="ctr"/>
          <a:lstStyle/>
          <a:p>
            <a:pPr marL="0" indent="0" algn="ctr">
              <a:buNone/>
            </a:pPr>
            <a:r>
              <a:rPr lang="en-US" sz="1200" i="1" dirty="0">
                <a:solidFill>
                  <a:srgbClr val="FFE0E0"/>
                </a:solidFill>
                <a:latin typeface="Calibri" pitchFamily="34" charset="0"/>
                <a:ea typeface="Calibri" pitchFamily="34" charset="-122"/>
                <a:cs typeface="Calibri" pitchFamily="34" charset="-120"/>
              </a:rPr>
              <a:t>punto</a:t>
            </a:r>
            <a:endParaRPr lang="en-US" sz="1200" dirty="0"/>
          </a:p>
        </p:txBody>
      </p:sp>
      <p:sp>
        <p:nvSpPr>
          <p:cNvPr id="8" name="Text 6"/>
          <p:cNvSpPr/>
          <p:nvPr/>
        </p:nvSpPr>
        <p:spPr>
          <a:xfrm>
            <a:off x="540868" y="4754880"/>
            <a:ext cx="3520440" cy="365760"/>
          </a:xfrm>
          <a:prstGeom prst="rect">
            <a:avLst/>
          </a:prstGeom>
          <a:noFill/>
          <a:ln/>
        </p:spPr>
        <p:txBody>
          <a:bodyPr wrap="square" lIns="0" tIns="0" rIns="0" bIns="0" rtlCol="0" anchor="ctr"/>
          <a:lstStyle/>
          <a:p>
            <a:pPr marL="0" indent="0" algn="ctr">
              <a:buNone/>
            </a:pPr>
            <a:r>
              <a:rPr lang="en-US" sz="1400" b="1" kern="0" spc="400" dirty="0">
                <a:solidFill>
                  <a:srgbClr val="F6F6F6"/>
                </a:solidFill>
                <a:latin typeface="Calibri" pitchFamily="34" charset="0"/>
                <a:ea typeface="Calibri" pitchFamily="34" charset="-122"/>
                <a:cs typeface="Calibri" pitchFamily="34" charset="-120"/>
              </a:rPr>
              <a:t>하늘 · CIELO</a:t>
            </a:r>
            <a:endParaRPr lang="en-US" sz="1400" dirty="0"/>
          </a:p>
        </p:txBody>
      </p:sp>
      <p:sp>
        <p:nvSpPr>
          <p:cNvPr id="9" name="Text 7"/>
          <p:cNvSpPr/>
          <p:nvPr/>
        </p:nvSpPr>
        <p:spPr>
          <a:xfrm>
            <a:off x="540868" y="5166360"/>
            <a:ext cx="3520440" cy="320040"/>
          </a:xfrm>
          <a:prstGeom prst="rect">
            <a:avLst/>
          </a:prstGeom>
          <a:noFill/>
          <a:ln/>
        </p:spPr>
        <p:txBody>
          <a:bodyPr wrap="square" lIns="0" tIns="0" rIns="0" bIns="0" rtlCol="0" anchor="ctr"/>
          <a:lstStyle/>
          <a:p>
            <a:pPr marL="0" indent="0" algn="ctr">
              <a:buNone/>
            </a:pPr>
            <a:r>
              <a:rPr lang="en-US" sz="1100" b="1" kern="0" spc="600" dirty="0">
                <a:solidFill>
                  <a:srgbClr val="FFE0E0"/>
                </a:solidFill>
                <a:latin typeface="Calibri" pitchFamily="34" charset="0"/>
                <a:ea typeface="Calibri" pitchFamily="34" charset="-122"/>
                <a:cs typeface="Calibri" pitchFamily="34" charset="-120"/>
              </a:rPr>
              <a:t>DÍA</a:t>
            </a:r>
            <a:endParaRPr lang="en-US" sz="1100" dirty="0"/>
          </a:p>
        </p:txBody>
      </p:sp>
      <p:sp>
        <p:nvSpPr>
          <p:cNvPr id="10" name="Text 8"/>
          <p:cNvSpPr/>
          <p:nvPr/>
        </p:nvSpPr>
        <p:spPr>
          <a:xfrm>
            <a:off x="540868" y="5669280"/>
            <a:ext cx="3520440" cy="457200"/>
          </a:xfrm>
          <a:prstGeom prst="rect">
            <a:avLst/>
          </a:prstGeom>
          <a:noFill/>
          <a:ln/>
        </p:spPr>
        <p:txBody>
          <a:bodyPr wrap="square" lIns="0" tIns="0" rIns="0" bIns="0" rtlCol="0" anchor="ctr"/>
          <a:lstStyle/>
          <a:p>
            <a:pPr marL="0" indent="0" algn="ctr">
              <a:buNone/>
            </a:pPr>
            <a:r>
              <a:rPr lang="en-US" sz="2200" i="1" dirty="0">
                <a:solidFill>
                  <a:srgbClr val="F6F6F6"/>
                </a:solidFill>
                <a:latin typeface="Calibri" pitchFamily="34" charset="0"/>
                <a:ea typeface="Calibri" pitchFamily="34" charset="-122"/>
                <a:cs typeface="Calibri" pitchFamily="34" charset="-120"/>
              </a:rPr>
              <a:t>[a]</a:t>
            </a:r>
            <a:endParaRPr lang="en-US" sz="2200" dirty="0"/>
          </a:p>
        </p:txBody>
      </p:sp>
      <p:sp>
        <p:nvSpPr>
          <p:cNvPr id="11" name="Shape 9"/>
          <p:cNvSpPr/>
          <p:nvPr/>
        </p:nvSpPr>
        <p:spPr>
          <a:xfrm>
            <a:off x="4335628" y="2468880"/>
            <a:ext cx="3520440" cy="3840480"/>
          </a:xfrm>
          <a:prstGeom prst="roundRect">
            <a:avLst>
              <a:gd name="adj" fmla="val 5195"/>
            </a:avLst>
          </a:prstGeom>
          <a:solidFill>
            <a:srgbClr val="4036ED"/>
          </a:solidFill>
          <a:ln w="12700">
            <a:solidFill>
              <a:srgbClr val="4036ED"/>
            </a:solidFill>
            <a:prstDash val="solid"/>
          </a:ln>
        </p:spPr>
      </p:sp>
      <p:sp>
        <p:nvSpPr>
          <p:cNvPr id="12" name="Text 10"/>
          <p:cNvSpPr/>
          <p:nvPr/>
        </p:nvSpPr>
        <p:spPr>
          <a:xfrm>
            <a:off x="4335628" y="2697480"/>
            <a:ext cx="3520440" cy="1554480"/>
          </a:xfrm>
          <a:prstGeom prst="rect">
            <a:avLst/>
          </a:prstGeom>
          <a:noFill/>
          <a:ln/>
        </p:spPr>
        <p:txBody>
          <a:bodyPr wrap="square" lIns="0" tIns="0" rIns="0" bIns="0" rtlCol="0" anchor="ctr"/>
          <a:lstStyle/>
          <a:p>
            <a:pPr marL="0" indent="0" algn="ctr">
              <a:buNone/>
            </a:pPr>
            <a:r>
              <a:rPr lang="en-US" sz="11000" b="1" dirty="0">
                <a:solidFill>
                  <a:srgbClr val="F6F6F6"/>
                </a:solidFill>
                <a:latin typeface="Malgun Gothic" pitchFamily="34" charset="0"/>
                <a:ea typeface="Malgun Gothic" pitchFamily="34" charset="-122"/>
                <a:cs typeface="Malgun Gothic" pitchFamily="34" charset="-120"/>
              </a:rPr>
              <a:t>ㅡ</a:t>
            </a:r>
            <a:endParaRPr lang="en-US" sz="11000" dirty="0"/>
          </a:p>
        </p:txBody>
      </p:sp>
      <p:sp>
        <p:nvSpPr>
          <p:cNvPr id="13" name="Text 11"/>
          <p:cNvSpPr/>
          <p:nvPr/>
        </p:nvSpPr>
        <p:spPr>
          <a:xfrm>
            <a:off x="4335628" y="4297680"/>
            <a:ext cx="3520440" cy="320040"/>
          </a:xfrm>
          <a:prstGeom prst="rect">
            <a:avLst/>
          </a:prstGeom>
          <a:noFill/>
          <a:ln/>
        </p:spPr>
        <p:txBody>
          <a:bodyPr wrap="square" lIns="0" tIns="0" rIns="0" bIns="0" rtlCol="0" anchor="ctr"/>
          <a:lstStyle/>
          <a:p>
            <a:pPr marL="0" indent="0" algn="ctr">
              <a:buNone/>
            </a:pPr>
            <a:r>
              <a:rPr lang="en-US" sz="1200" i="1" dirty="0">
                <a:solidFill>
                  <a:srgbClr val="EDE8FF"/>
                </a:solidFill>
                <a:latin typeface="Calibri" pitchFamily="34" charset="0"/>
                <a:ea typeface="Calibri" pitchFamily="34" charset="-122"/>
                <a:cs typeface="Calibri" pitchFamily="34" charset="-120"/>
              </a:rPr>
              <a:t>línea horizontal</a:t>
            </a:r>
            <a:endParaRPr lang="en-US" sz="1200" dirty="0"/>
          </a:p>
        </p:txBody>
      </p:sp>
      <p:sp>
        <p:nvSpPr>
          <p:cNvPr id="14" name="Text 12"/>
          <p:cNvSpPr/>
          <p:nvPr/>
        </p:nvSpPr>
        <p:spPr>
          <a:xfrm>
            <a:off x="4335628" y="4754880"/>
            <a:ext cx="3520440" cy="365760"/>
          </a:xfrm>
          <a:prstGeom prst="rect">
            <a:avLst/>
          </a:prstGeom>
          <a:noFill/>
          <a:ln/>
        </p:spPr>
        <p:txBody>
          <a:bodyPr wrap="square" lIns="0" tIns="0" rIns="0" bIns="0" rtlCol="0" anchor="ctr"/>
          <a:lstStyle/>
          <a:p>
            <a:pPr marL="0" indent="0" algn="ctr">
              <a:buNone/>
            </a:pPr>
            <a:r>
              <a:rPr lang="en-US" sz="1400" b="1" kern="0" spc="400" dirty="0">
                <a:solidFill>
                  <a:srgbClr val="F6F6F6"/>
                </a:solidFill>
                <a:latin typeface="Calibri" pitchFamily="34" charset="0"/>
                <a:ea typeface="Calibri" pitchFamily="34" charset="-122"/>
                <a:cs typeface="Calibri" pitchFamily="34" charset="-120"/>
              </a:rPr>
              <a:t>땅 · TIERRA</a:t>
            </a:r>
            <a:endParaRPr lang="en-US" sz="1400" dirty="0"/>
          </a:p>
        </p:txBody>
      </p:sp>
      <p:sp>
        <p:nvSpPr>
          <p:cNvPr id="15" name="Text 13"/>
          <p:cNvSpPr/>
          <p:nvPr/>
        </p:nvSpPr>
        <p:spPr>
          <a:xfrm>
            <a:off x="4335628" y="5166360"/>
            <a:ext cx="3520440" cy="320040"/>
          </a:xfrm>
          <a:prstGeom prst="rect">
            <a:avLst/>
          </a:prstGeom>
          <a:noFill/>
          <a:ln/>
        </p:spPr>
        <p:txBody>
          <a:bodyPr wrap="square" lIns="0" tIns="0" rIns="0" bIns="0" rtlCol="0" anchor="ctr"/>
          <a:lstStyle/>
          <a:p>
            <a:pPr marL="0" indent="0" algn="ctr">
              <a:buNone/>
            </a:pPr>
            <a:r>
              <a:rPr lang="en-US" sz="1100" b="1" kern="0" spc="600" dirty="0">
                <a:solidFill>
                  <a:srgbClr val="EDE8FF"/>
                </a:solidFill>
                <a:latin typeface="Calibri" pitchFamily="34" charset="0"/>
                <a:ea typeface="Calibri" pitchFamily="34" charset="-122"/>
                <a:cs typeface="Calibri" pitchFamily="34" charset="-120"/>
              </a:rPr>
              <a:t>NOCHE</a:t>
            </a:r>
            <a:endParaRPr lang="en-US" sz="1100" dirty="0"/>
          </a:p>
        </p:txBody>
      </p:sp>
      <p:sp>
        <p:nvSpPr>
          <p:cNvPr id="16" name="Text 14"/>
          <p:cNvSpPr/>
          <p:nvPr/>
        </p:nvSpPr>
        <p:spPr>
          <a:xfrm>
            <a:off x="4335628" y="5669280"/>
            <a:ext cx="3520440" cy="457200"/>
          </a:xfrm>
          <a:prstGeom prst="rect">
            <a:avLst/>
          </a:prstGeom>
          <a:noFill/>
          <a:ln/>
        </p:spPr>
        <p:txBody>
          <a:bodyPr wrap="square" lIns="0" tIns="0" rIns="0" bIns="0" rtlCol="0" anchor="ctr"/>
          <a:lstStyle/>
          <a:p>
            <a:pPr marL="0" indent="0" algn="ctr">
              <a:buNone/>
            </a:pPr>
            <a:r>
              <a:rPr lang="en-US" sz="2200" i="1" dirty="0">
                <a:solidFill>
                  <a:srgbClr val="F6F6F6"/>
                </a:solidFill>
                <a:latin typeface="Calibri" pitchFamily="34" charset="0"/>
                <a:ea typeface="Calibri" pitchFamily="34" charset="-122"/>
                <a:cs typeface="Calibri" pitchFamily="34" charset="-120"/>
              </a:rPr>
              <a:t>[eu]</a:t>
            </a:r>
            <a:endParaRPr lang="en-US" sz="2200" dirty="0"/>
          </a:p>
        </p:txBody>
      </p:sp>
      <p:sp>
        <p:nvSpPr>
          <p:cNvPr id="17" name="Shape 15"/>
          <p:cNvSpPr/>
          <p:nvPr/>
        </p:nvSpPr>
        <p:spPr>
          <a:xfrm>
            <a:off x="8130388" y="2468880"/>
            <a:ext cx="3520440" cy="3840480"/>
          </a:xfrm>
          <a:prstGeom prst="roundRect">
            <a:avLst>
              <a:gd name="adj" fmla="val 5195"/>
            </a:avLst>
          </a:prstGeom>
          <a:solidFill>
            <a:srgbClr val="A79BFF"/>
          </a:solidFill>
          <a:ln w="12700">
            <a:solidFill>
              <a:srgbClr val="A79BFF"/>
            </a:solidFill>
            <a:prstDash val="solid"/>
          </a:ln>
        </p:spPr>
      </p:sp>
      <p:sp>
        <p:nvSpPr>
          <p:cNvPr id="18" name="Text 16"/>
          <p:cNvSpPr/>
          <p:nvPr/>
        </p:nvSpPr>
        <p:spPr>
          <a:xfrm>
            <a:off x="8130388" y="2697480"/>
            <a:ext cx="3520440" cy="1554480"/>
          </a:xfrm>
          <a:prstGeom prst="rect">
            <a:avLst/>
          </a:prstGeom>
          <a:noFill/>
          <a:ln/>
        </p:spPr>
        <p:txBody>
          <a:bodyPr wrap="square" lIns="0" tIns="0" rIns="0" bIns="0" rtlCol="0" anchor="ctr"/>
          <a:lstStyle/>
          <a:p>
            <a:pPr marL="0" indent="0" algn="ctr">
              <a:buNone/>
            </a:pPr>
            <a:r>
              <a:rPr lang="en-US" sz="11000" b="1" dirty="0">
                <a:solidFill>
                  <a:srgbClr val="F6F6F6"/>
                </a:solidFill>
                <a:latin typeface="Malgun Gothic" pitchFamily="34" charset="0"/>
                <a:ea typeface="Malgun Gothic" pitchFamily="34" charset="-122"/>
                <a:cs typeface="Malgun Gothic" pitchFamily="34" charset="-120"/>
              </a:rPr>
              <a:t>ㅣ</a:t>
            </a:r>
            <a:endParaRPr lang="en-US" sz="11000" dirty="0"/>
          </a:p>
        </p:txBody>
      </p:sp>
      <p:sp>
        <p:nvSpPr>
          <p:cNvPr id="19" name="Text 17"/>
          <p:cNvSpPr/>
          <p:nvPr/>
        </p:nvSpPr>
        <p:spPr>
          <a:xfrm>
            <a:off x="8130388" y="4297680"/>
            <a:ext cx="3520440" cy="320040"/>
          </a:xfrm>
          <a:prstGeom prst="rect">
            <a:avLst/>
          </a:prstGeom>
          <a:noFill/>
          <a:ln/>
        </p:spPr>
        <p:txBody>
          <a:bodyPr wrap="square" lIns="0" tIns="0" rIns="0" bIns="0" rtlCol="0" anchor="ctr"/>
          <a:lstStyle/>
          <a:p>
            <a:pPr marL="0" indent="0" algn="ctr">
              <a:buNone/>
            </a:pPr>
            <a:r>
              <a:rPr lang="en-US" sz="1200" i="1" dirty="0">
                <a:solidFill>
                  <a:srgbClr val="EDE8FF"/>
                </a:solidFill>
                <a:latin typeface="Calibri" pitchFamily="34" charset="0"/>
                <a:ea typeface="Calibri" pitchFamily="34" charset="-122"/>
                <a:cs typeface="Calibri" pitchFamily="34" charset="-120"/>
              </a:rPr>
              <a:t>línea vertical</a:t>
            </a:r>
            <a:endParaRPr lang="en-US" sz="1200" dirty="0"/>
          </a:p>
        </p:txBody>
      </p:sp>
      <p:sp>
        <p:nvSpPr>
          <p:cNvPr id="20" name="Text 18"/>
          <p:cNvSpPr/>
          <p:nvPr/>
        </p:nvSpPr>
        <p:spPr>
          <a:xfrm>
            <a:off x="8130388" y="4754880"/>
            <a:ext cx="3520440" cy="365760"/>
          </a:xfrm>
          <a:prstGeom prst="rect">
            <a:avLst/>
          </a:prstGeom>
          <a:noFill/>
          <a:ln/>
        </p:spPr>
        <p:txBody>
          <a:bodyPr wrap="square" lIns="0" tIns="0" rIns="0" bIns="0" rtlCol="0" anchor="ctr"/>
          <a:lstStyle/>
          <a:p>
            <a:pPr marL="0" indent="0" algn="ctr">
              <a:buNone/>
            </a:pPr>
            <a:r>
              <a:rPr lang="en-US" sz="1400" b="1" kern="0" spc="400" dirty="0">
                <a:solidFill>
                  <a:srgbClr val="F6F6F6"/>
                </a:solidFill>
                <a:latin typeface="Calibri" pitchFamily="34" charset="0"/>
                <a:ea typeface="Calibri" pitchFamily="34" charset="-122"/>
                <a:cs typeface="Calibri" pitchFamily="34" charset="-120"/>
              </a:rPr>
              <a:t>사람 · HUMANO</a:t>
            </a:r>
            <a:endParaRPr lang="en-US" sz="1400" dirty="0"/>
          </a:p>
        </p:txBody>
      </p:sp>
      <p:sp>
        <p:nvSpPr>
          <p:cNvPr id="21" name="Text 19"/>
          <p:cNvSpPr/>
          <p:nvPr/>
        </p:nvSpPr>
        <p:spPr>
          <a:xfrm>
            <a:off x="8130388" y="5166360"/>
            <a:ext cx="3520440" cy="320040"/>
          </a:xfrm>
          <a:prstGeom prst="rect">
            <a:avLst/>
          </a:prstGeom>
          <a:noFill/>
          <a:ln/>
        </p:spPr>
        <p:txBody>
          <a:bodyPr wrap="square" lIns="0" tIns="0" rIns="0" bIns="0" rtlCol="0" anchor="ctr"/>
          <a:lstStyle/>
          <a:p>
            <a:pPr marL="0" indent="0" algn="ctr">
              <a:buNone/>
            </a:pPr>
            <a:r>
              <a:rPr lang="en-US" sz="1100" b="1" kern="0" spc="600" dirty="0">
                <a:solidFill>
                  <a:srgbClr val="EDE8FF"/>
                </a:solidFill>
                <a:latin typeface="Calibri" pitchFamily="34" charset="0"/>
                <a:ea typeface="Calibri" pitchFamily="34" charset="-122"/>
                <a:cs typeface="Calibri" pitchFamily="34" charset="-120"/>
              </a:rPr>
              <a:t>EQUILIBRIO</a:t>
            </a:r>
            <a:endParaRPr lang="en-US" sz="1100" dirty="0"/>
          </a:p>
        </p:txBody>
      </p:sp>
      <p:sp>
        <p:nvSpPr>
          <p:cNvPr id="22" name="Text 20"/>
          <p:cNvSpPr/>
          <p:nvPr/>
        </p:nvSpPr>
        <p:spPr>
          <a:xfrm>
            <a:off x="8130388" y="5669280"/>
            <a:ext cx="3520440" cy="457200"/>
          </a:xfrm>
          <a:prstGeom prst="rect">
            <a:avLst/>
          </a:prstGeom>
          <a:noFill/>
          <a:ln/>
        </p:spPr>
        <p:txBody>
          <a:bodyPr wrap="square" lIns="0" tIns="0" rIns="0" bIns="0" rtlCol="0" anchor="ctr"/>
          <a:lstStyle/>
          <a:p>
            <a:pPr marL="0" indent="0" algn="ctr">
              <a:buNone/>
            </a:pPr>
            <a:r>
              <a:rPr lang="en-US" sz="2200" i="1" dirty="0">
                <a:solidFill>
                  <a:srgbClr val="F6F6F6"/>
                </a:solidFill>
                <a:latin typeface="Calibri" pitchFamily="34" charset="0"/>
                <a:ea typeface="Calibri" pitchFamily="34" charset="-122"/>
                <a:cs typeface="Calibri" pitchFamily="34" charset="-120"/>
              </a:rPr>
              <a:t>[i]</a:t>
            </a:r>
            <a:endParaRPr lang="en-US" sz="2200" dirty="0"/>
          </a:p>
        </p:txBody>
      </p:sp>
      <p:sp>
        <p:nvSpPr>
          <p:cNvPr id="24" name="Text 21"/>
          <p:cNvSpPr/>
          <p:nvPr/>
        </p:nvSpPr>
        <p:spPr>
          <a:xfrm>
            <a:off x="365760" y="6446520"/>
            <a:ext cx="5486400" cy="228600"/>
          </a:xfrm>
          <a:prstGeom prst="rect">
            <a:avLst/>
          </a:prstGeom>
          <a:noFill/>
          <a:ln/>
        </p:spPr>
        <p:txBody>
          <a:bodyPr wrap="square" lIns="0" tIns="0" rIns="0" bIns="0" rtlCol="0" anchor="ctr"/>
          <a:lstStyle/>
          <a:p>
            <a:pPr marL="0" indent="0">
              <a:buNone/>
            </a:pPr>
            <a:r>
              <a:rPr lang="en-US" sz="800" kern="0" spc="300" dirty="0">
                <a:solidFill>
                  <a:srgbClr val="4A4A55"/>
                </a:solidFill>
                <a:latin typeface="Calibri" pitchFamily="34" charset="0"/>
                <a:ea typeface="Calibri" pitchFamily="34" charset="-122"/>
                <a:cs typeface="Calibri" pitchFamily="34" charset="-120"/>
              </a:rPr>
              <a:t>ACADEMIA SEÚL  ·  METHOD CHINGU™</a:t>
            </a:r>
            <a:endParaRPr lang="en-US" sz="800" dirty="0"/>
          </a:p>
        </p:txBody>
      </p:sp>
      <p:sp>
        <p:nvSpPr>
          <p:cNvPr id="25" name="Text 22"/>
          <p:cNvSpPr/>
          <p:nvPr/>
        </p:nvSpPr>
        <p:spPr>
          <a:xfrm>
            <a:off x="11277295" y="6446520"/>
            <a:ext cx="548640" cy="228600"/>
          </a:xfrm>
          <a:prstGeom prst="rect">
            <a:avLst/>
          </a:prstGeom>
          <a:noFill/>
          <a:ln/>
        </p:spPr>
        <p:txBody>
          <a:bodyPr wrap="square" lIns="0" tIns="0" rIns="0" bIns="0" rtlCol="0" anchor="ctr"/>
          <a:lstStyle/>
          <a:p>
            <a:pPr marL="0" indent="0" algn="r">
              <a:buNone/>
            </a:pPr>
            <a:r>
              <a:rPr lang="en-US" sz="800" dirty="0">
                <a:solidFill>
                  <a:srgbClr val="4A4A55"/>
                </a:solidFill>
                <a:latin typeface="Calibri" pitchFamily="34" charset="0"/>
                <a:ea typeface="Calibri" pitchFamily="34" charset="-122"/>
                <a:cs typeface="Calibri" pitchFamily="34" charset="-120"/>
              </a:rPr>
              <a:t>12</a:t>
            </a:r>
            <a:endParaRPr lang="en-US" sz="800" dirty="0"/>
          </a:p>
        </p:txBody>
      </p:sp>
      <p:pic>
        <p:nvPicPr>
          <p:cNvPr id="26" name="Image 0" descr="/sessions/sleepy-zen-cray/mnt/outputs/deck_assets/logo_var2_azul.png">
            <a:extLst>
              <a:ext uri="{FF2B5EF4-FFF2-40B4-BE49-F238E27FC236}">
                <a16:creationId xmlns:a16="http://schemas.microsoft.com/office/drawing/2014/main" id="{EBA7F393-C57A-A118-2B88-A6946B2237B4}"/>
              </a:ext>
            </a:extLst>
          </p:cNvPr>
          <p:cNvPicPr>
            <a:picLocks noChangeAspect="1"/>
          </p:cNvPicPr>
          <p:nvPr/>
        </p:nvPicPr>
        <p:blipFill>
          <a:blip r:embed="rId3"/>
          <a:stretch>
            <a:fillRect/>
          </a:stretch>
        </p:blipFill>
        <p:spPr>
          <a:xfrm>
            <a:off x="9778365" y="-760095"/>
            <a:ext cx="2571750" cy="257175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A0F955-5DEE-B5CD-F675-173831F9D86B}"/>
            </a:ext>
          </a:extLst>
        </p:cNvPr>
        <p:cNvGrpSpPr/>
        <p:nvPr/>
      </p:nvGrpSpPr>
      <p:grpSpPr>
        <a:xfrm>
          <a:off x="0" y="0"/>
          <a:ext cx="0" cy="0"/>
          <a:chOff x="0" y="0"/>
          <a:chExt cx="0" cy="0"/>
        </a:xfrm>
      </p:grpSpPr>
      <p:pic>
        <p:nvPicPr>
          <p:cNvPr id="2" name="img81">
            <a:extLst>
              <a:ext uri="{FF2B5EF4-FFF2-40B4-BE49-F238E27FC236}">
                <a16:creationId xmlns:a16="http://schemas.microsoft.com/office/drawing/2014/main" id="{7D4CFF6D-9813-04F6-1309-AD26F473F6E4}"/>
              </a:ext>
            </a:extLst>
          </p:cNvPr>
          <p:cNvPicPr>
            <a:picLocks noChangeAspect="1"/>
          </p:cNvPicPr>
          <p:nvPr/>
        </p:nvPicPr>
        <p:blipFill>
          <a:blip r:embed="rId2"/>
          <a:stretch>
            <a:fillRect/>
          </a:stretch>
        </p:blipFill>
        <p:spPr>
          <a:xfrm>
            <a:off x="-92362" y="0"/>
            <a:ext cx="12192000" cy="6858000"/>
          </a:xfrm>
          <a:prstGeom prst="rect">
            <a:avLst/>
          </a:prstGeom>
        </p:spPr>
      </p:pic>
      <p:sp>
        <p:nvSpPr>
          <p:cNvPr id="3" name="Rectangle: Rounded Corners 2">
            <a:extLst>
              <a:ext uri="{FF2B5EF4-FFF2-40B4-BE49-F238E27FC236}">
                <a16:creationId xmlns:a16="http://schemas.microsoft.com/office/drawing/2014/main" id="{B9431777-7504-4625-FEAC-16E57872EE04}"/>
              </a:ext>
            </a:extLst>
          </p:cNvPr>
          <p:cNvSpPr/>
          <p:nvPr/>
        </p:nvSpPr>
        <p:spPr>
          <a:xfrm>
            <a:off x="286327" y="1468582"/>
            <a:ext cx="11813311" cy="5241637"/>
          </a:xfrm>
          <a:prstGeom prst="round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pic>
        <p:nvPicPr>
          <p:cNvPr id="5" name="Picture 4">
            <a:extLst>
              <a:ext uri="{FF2B5EF4-FFF2-40B4-BE49-F238E27FC236}">
                <a16:creationId xmlns:a16="http://schemas.microsoft.com/office/drawing/2014/main" id="{0324387B-E5F0-B639-6BB2-BF74D6333DAB}"/>
              </a:ext>
            </a:extLst>
          </p:cNvPr>
          <p:cNvPicPr>
            <a:picLocks noChangeAspect="1"/>
          </p:cNvPicPr>
          <p:nvPr/>
        </p:nvPicPr>
        <p:blipFill>
          <a:blip r:embed="rId3"/>
          <a:stretch>
            <a:fillRect/>
          </a:stretch>
        </p:blipFill>
        <p:spPr>
          <a:xfrm>
            <a:off x="2666610" y="1607966"/>
            <a:ext cx="7052743" cy="4962867"/>
          </a:xfrm>
          <a:prstGeom prst="rect">
            <a:avLst/>
          </a:prstGeom>
        </p:spPr>
      </p:pic>
      <p:pic>
        <p:nvPicPr>
          <p:cNvPr id="4" name="Image 0" descr="/sessions/sleepy-zen-cray/mnt/outputs/deck_assets/logo_var2_azul.png">
            <a:extLst>
              <a:ext uri="{FF2B5EF4-FFF2-40B4-BE49-F238E27FC236}">
                <a16:creationId xmlns:a16="http://schemas.microsoft.com/office/drawing/2014/main" id="{54B374DC-BF1F-16BE-80F6-2FFC07542C6F}"/>
              </a:ext>
            </a:extLst>
          </p:cNvPr>
          <p:cNvPicPr>
            <a:picLocks noChangeAspect="1"/>
          </p:cNvPicPr>
          <p:nvPr/>
        </p:nvPicPr>
        <p:blipFill>
          <a:blip r:embed="rId4"/>
          <a:stretch>
            <a:fillRect/>
          </a:stretch>
        </p:blipFill>
        <p:spPr>
          <a:xfrm>
            <a:off x="9778365" y="-760095"/>
            <a:ext cx="2571750" cy="2571750"/>
          </a:xfrm>
          <a:prstGeom prst="rect">
            <a:avLst/>
          </a:prstGeom>
        </p:spPr>
      </p:pic>
    </p:spTree>
    <p:extLst>
      <p:ext uri="{BB962C8B-B14F-4D97-AF65-F5344CB8AC3E}">
        <p14:creationId xmlns:p14="http://schemas.microsoft.com/office/powerpoint/2010/main" val="243476844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365760" y="365760"/>
            <a:ext cx="6400800" cy="274320"/>
          </a:xfrm>
          <a:prstGeom prst="rect">
            <a:avLst/>
          </a:prstGeom>
          <a:noFill/>
          <a:ln/>
        </p:spPr>
        <p:txBody>
          <a:bodyPr wrap="square" rtlCol="0" anchor="ctr"/>
          <a:lstStyle/>
          <a:p>
            <a:pPr marL="0" indent="0">
              <a:buNone/>
            </a:pPr>
            <a:r>
              <a:rPr lang="en-US" sz="1200" b="1" kern="0" spc="800" dirty="0">
                <a:solidFill>
                  <a:srgbClr val="FE6768"/>
                </a:solidFill>
                <a:latin typeface="Trebuchet MS" pitchFamily="34" charset="0"/>
                <a:ea typeface="Trebuchet MS" pitchFamily="34" charset="-122"/>
                <a:cs typeface="Trebuchet MS" pitchFamily="34" charset="-120"/>
              </a:rPr>
              <a:t>§3.1 · ANATOMÍA</a:t>
            </a:r>
            <a:endParaRPr lang="en-US" sz="1200" dirty="0"/>
          </a:p>
        </p:txBody>
      </p:sp>
      <p:sp>
        <p:nvSpPr>
          <p:cNvPr id="3" name="Text 1"/>
          <p:cNvSpPr/>
          <p:nvPr/>
        </p:nvSpPr>
        <p:spPr>
          <a:xfrm>
            <a:off x="365760" y="658368"/>
            <a:ext cx="11430000" cy="640080"/>
          </a:xfrm>
          <a:prstGeom prst="rect">
            <a:avLst/>
          </a:prstGeom>
          <a:noFill/>
          <a:ln/>
        </p:spPr>
        <p:txBody>
          <a:bodyPr wrap="square" rtlCol="0" anchor="ctr"/>
          <a:lstStyle/>
          <a:p>
            <a:pPr marL="0" indent="0">
              <a:buNone/>
            </a:pPr>
            <a:r>
              <a:rPr lang="en-US" sz="3400" b="1" dirty="0">
                <a:solidFill>
                  <a:srgbClr val="0F172A"/>
                </a:solidFill>
                <a:latin typeface="Trebuchet MS" pitchFamily="34" charset="0"/>
                <a:ea typeface="Trebuchet MS" pitchFamily="34" charset="-122"/>
                <a:cs typeface="Trebuchet MS" pitchFamily="34" charset="-120"/>
              </a:rPr>
              <a:t>Cómo cada consonante DIBUJA tu boca</a:t>
            </a:r>
            <a:endParaRPr lang="en-US" sz="3400" dirty="0"/>
          </a:p>
        </p:txBody>
      </p:sp>
      <p:sp>
        <p:nvSpPr>
          <p:cNvPr id="4" name="Shape 2"/>
          <p:cNvSpPr/>
          <p:nvPr/>
        </p:nvSpPr>
        <p:spPr>
          <a:xfrm>
            <a:off x="312268" y="1554480"/>
            <a:ext cx="2240280" cy="3840480"/>
          </a:xfrm>
          <a:prstGeom prst="roundRect">
            <a:avLst>
              <a:gd name="adj" fmla="val 4082"/>
            </a:avLst>
          </a:prstGeom>
          <a:solidFill>
            <a:srgbClr val="F8F9FC"/>
          </a:solidFill>
          <a:ln w="12700">
            <a:solidFill>
              <a:srgbClr val="E2E8F0"/>
            </a:solidFill>
            <a:prstDash val="solid"/>
          </a:ln>
        </p:spPr>
      </p:sp>
      <p:sp>
        <p:nvSpPr>
          <p:cNvPr id="5" name="Shape 3"/>
          <p:cNvSpPr/>
          <p:nvPr/>
        </p:nvSpPr>
        <p:spPr>
          <a:xfrm>
            <a:off x="312268" y="1554480"/>
            <a:ext cx="2240280" cy="457200"/>
          </a:xfrm>
          <a:prstGeom prst="rect">
            <a:avLst/>
          </a:prstGeom>
          <a:solidFill>
            <a:srgbClr val="4036ED"/>
          </a:solidFill>
          <a:ln/>
        </p:spPr>
      </p:sp>
      <p:sp>
        <p:nvSpPr>
          <p:cNvPr id="6" name="Text 4"/>
          <p:cNvSpPr/>
          <p:nvPr/>
        </p:nvSpPr>
        <p:spPr>
          <a:xfrm>
            <a:off x="312268" y="1554480"/>
            <a:ext cx="2240280" cy="457200"/>
          </a:xfrm>
          <a:prstGeom prst="rect">
            <a:avLst/>
          </a:prstGeom>
          <a:noFill/>
          <a:ln/>
        </p:spPr>
        <p:txBody>
          <a:bodyPr wrap="square" lIns="0" tIns="0" rIns="0" bIns="0" rtlCol="0" anchor="ctr"/>
          <a:lstStyle/>
          <a:p>
            <a:pPr marL="0" indent="0" algn="ctr">
              <a:buNone/>
            </a:pPr>
            <a:r>
              <a:rPr lang="en-US" sz="1400" b="1" dirty="0">
                <a:solidFill>
                  <a:srgbClr val="FFFFFF"/>
                </a:solidFill>
                <a:latin typeface="Trebuchet MS" pitchFamily="34" charset="0"/>
                <a:ea typeface="Trebuchet MS" pitchFamily="34" charset="-122"/>
                <a:cs typeface="Trebuchet MS" pitchFamily="34" charset="-120"/>
              </a:rPr>
              <a:t>Velar</a:t>
            </a:r>
            <a:endParaRPr lang="en-US" sz="1400" dirty="0"/>
          </a:p>
        </p:txBody>
      </p:sp>
      <p:sp>
        <p:nvSpPr>
          <p:cNvPr id="7" name="Text 5"/>
          <p:cNvSpPr/>
          <p:nvPr/>
        </p:nvSpPr>
        <p:spPr>
          <a:xfrm>
            <a:off x="312268" y="2194560"/>
            <a:ext cx="2240280" cy="1097280"/>
          </a:xfrm>
          <a:prstGeom prst="rect">
            <a:avLst/>
          </a:prstGeom>
          <a:noFill/>
          <a:ln/>
        </p:spPr>
        <p:txBody>
          <a:bodyPr wrap="square" lIns="0" tIns="0" rIns="0" bIns="0" rtlCol="0" anchor="ctr"/>
          <a:lstStyle/>
          <a:p>
            <a:pPr marL="0" indent="0" algn="ctr">
              <a:buNone/>
            </a:pPr>
            <a:r>
              <a:rPr lang="en-US" sz="9600" b="1" dirty="0">
                <a:solidFill>
                  <a:srgbClr val="0F172A"/>
                </a:solidFill>
                <a:latin typeface="Malgun Gothic" pitchFamily="34" charset="0"/>
                <a:ea typeface="Malgun Gothic" pitchFamily="34" charset="-122"/>
                <a:cs typeface="Malgun Gothic" pitchFamily="34" charset="-120"/>
              </a:rPr>
              <a:t>ㄱ</a:t>
            </a:r>
            <a:endParaRPr lang="en-US" sz="9600" dirty="0"/>
          </a:p>
        </p:txBody>
      </p:sp>
      <p:sp>
        <p:nvSpPr>
          <p:cNvPr id="8" name="Text 6"/>
          <p:cNvSpPr/>
          <p:nvPr/>
        </p:nvSpPr>
        <p:spPr>
          <a:xfrm>
            <a:off x="312268" y="3337560"/>
            <a:ext cx="2240280" cy="365760"/>
          </a:xfrm>
          <a:prstGeom prst="rect">
            <a:avLst/>
          </a:prstGeom>
          <a:noFill/>
          <a:ln/>
        </p:spPr>
        <p:txBody>
          <a:bodyPr wrap="square" lIns="0" tIns="0" rIns="0" bIns="0" rtlCol="0" anchor="ctr"/>
          <a:lstStyle/>
          <a:p>
            <a:pPr marL="0" indent="0" algn="ctr">
              <a:buNone/>
            </a:pPr>
            <a:r>
              <a:rPr lang="en-US" sz="1800" b="1" i="1" dirty="0">
                <a:solidFill>
                  <a:srgbClr val="4036ED"/>
                </a:solidFill>
                <a:latin typeface="Calibri" pitchFamily="34" charset="0"/>
                <a:ea typeface="Calibri" pitchFamily="34" charset="-122"/>
                <a:cs typeface="Calibri" pitchFamily="34" charset="-120"/>
              </a:rPr>
              <a:t>/g, k/</a:t>
            </a:r>
            <a:endParaRPr lang="en-US" sz="1800" dirty="0"/>
          </a:p>
        </p:txBody>
      </p:sp>
      <p:sp>
        <p:nvSpPr>
          <p:cNvPr id="9" name="Text 7"/>
          <p:cNvSpPr/>
          <p:nvPr/>
        </p:nvSpPr>
        <p:spPr>
          <a:xfrm>
            <a:off x="449428" y="3840480"/>
            <a:ext cx="1965960" cy="1371600"/>
          </a:xfrm>
          <a:prstGeom prst="rect">
            <a:avLst/>
          </a:prstGeom>
          <a:noFill/>
          <a:ln/>
        </p:spPr>
        <p:txBody>
          <a:bodyPr wrap="square" lIns="0" tIns="0" rIns="0" bIns="0" rtlCol="0" anchor="t"/>
          <a:lstStyle/>
          <a:p>
            <a:pPr marL="0" indent="0" algn="ctr">
              <a:buNone/>
            </a:pPr>
            <a:r>
              <a:rPr lang="en-US" sz="1200" dirty="0">
                <a:solidFill>
                  <a:srgbClr val="4A5568"/>
                </a:solidFill>
                <a:latin typeface="Calibri" pitchFamily="34" charset="0"/>
                <a:ea typeface="Calibri" pitchFamily="34" charset="-122"/>
                <a:cs typeface="Calibri" pitchFamily="34" charset="-120"/>
              </a:rPr>
              <a:t>Lengua atrás</a:t>
            </a:r>
            <a:endParaRPr lang="en-US" sz="1200" dirty="0"/>
          </a:p>
          <a:p>
            <a:pPr marL="0" indent="0" algn="ctr">
              <a:buNone/>
            </a:pPr>
            <a:r>
              <a:rPr lang="en-US" sz="1200" dirty="0">
                <a:solidFill>
                  <a:srgbClr val="4A5568"/>
                </a:solidFill>
                <a:latin typeface="Calibri" pitchFamily="34" charset="0"/>
                <a:ea typeface="Calibri" pitchFamily="34" charset="-122"/>
                <a:cs typeface="Calibri" pitchFamily="34" charset="-120"/>
              </a:rPr>
              <a:t>cerca de la úvula</a:t>
            </a:r>
            <a:endParaRPr lang="en-US" sz="1200" dirty="0"/>
          </a:p>
        </p:txBody>
      </p:sp>
      <p:sp>
        <p:nvSpPr>
          <p:cNvPr id="10" name="Shape 8"/>
          <p:cNvSpPr/>
          <p:nvPr/>
        </p:nvSpPr>
        <p:spPr>
          <a:xfrm>
            <a:off x="2643988" y="1554480"/>
            <a:ext cx="2240280" cy="3840480"/>
          </a:xfrm>
          <a:prstGeom prst="roundRect">
            <a:avLst>
              <a:gd name="adj" fmla="val 4082"/>
            </a:avLst>
          </a:prstGeom>
          <a:solidFill>
            <a:srgbClr val="F8F9FC"/>
          </a:solidFill>
          <a:ln w="12700">
            <a:solidFill>
              <a:srgbClr val="E2E8F0"/>
            </a:solidFill>
            <a:prstDash val="solid"/>
          </a:ln>
        </p:spPr>
      </p:sp>
      <p:sp>
        <p:nvSpPr>
          <p:cNvPr id="11" name="Shape 9"/>
          <p:cNvSpPr/>
          <p:nvPr/>
        </p:nvSpPr>
        <p:spPr>
          <a:xfrm>
            <a:off x="2643988" y="1554480"/>
            <a:ext cx="2240280" cy="457200"/>
          </a:xfrm>
          <a:prstGeom prst="rect">
            <a:avLst/>
          </a:prstGeom>
          <a:solidFill>
            <a:srgbClr val="A79BFF"/>
          </a:solidFill>
          <a:ln/>
        </p:spPr>
      </p:sp>
      <p:sp>
        <p:nvSpPr>
          <p:cNvPr id="12" name="Text 10"/>
          <p:cNvSpPr/>
          <p:nvPr/>
        </p:nvSpPr>
        <p:spPr>
          <a:xfrm>
            <a:off x="2643988" y="1554480"/>
            <a:ext cx="2240280" cy="457200"/>
          </a:xfrm>
          <a:prstGeom prst="rect">
            <a:avLst/>
          </a:prstGeom>
          <a:noFill/>
          <a:ln/>
        </p:spPr>
        <p:txBody>
          <a:bodyPr wrap="square" lIns="0" tIns="0" rIns="0" bIns="0" rtlCol="0" anchor="ctr"/>
          <a:lstStyle/>
          <a:p>
            <a:pPr marL="0" indent="0" algn="ctr">
              <a:buNone/>
            </a:pPr>
            <a:r>
              <a:rPr lang="en-US" sz="1400" b="1" dirty="0">
                <a:solidFill>
                  <a:srgbClr val="FFFFFF"/>
                </a:solidFill>
                <a:latin typeface="Trebuchet MS" pitchFamily="34" charset="0"/>
                <a:ea typeface="Trebuchet MS" pitchFamily="34" charset="-122"/>
                <a:cs typeface="Trebuchet MS" pitchFamily="34" charset="-120"/>
              </a:rPr>
              <a:t>Alveolar</a:t>
            </a:r>
            <a:endParaRPr lang="en-US" sz="1400" dirty="0"/>
          </a:p>
        </p:txBody>
      </p:sp>
      <p:sp>
        <p:nvSpPr>
          <p:cNvPr id="13" name="Text 11"/>
          <p:cNvSpPr/>
          <p:nvPr/>
        </p:nvSpPr>
        <p:spPr>
          <a:xfrm>
            <a:off x="2643988" y="2194560"/>
            <a:ext cx="2240280" cy="1097280"/>
          </a:xfrm>
          <a:prstGeom prst="rect">
            <a:avLst/>
          </a:prstGeom>
          <a:noFill/>
          <a:ln/>
        </p:spPr>
        <p:txBody>
          <a:bodyPr wrap="square" lIns="0" tIns="0" rIns="0" bIns="0" rtlCol="0" anchor="ctr"/>
          <a:lstStyle/>
          <a:p>
            <a:pPr marL="0" indent="0" algn="ctr">
              <a:buNone/>
            </a:pPr>
            <a:r>
              <a:rPr lang="en-US" sz="9600" b="1" dirty="0">
                <a:solidFill>
                  <a:srgbClr val="0F172A"/>
                </a:solidFill>
                <a:latin typeface="Malgun Gothic" pitchFamily="34" charset="0"/>
                <a:ea typeface="Malgun Gothic" pitchFamily="34" charset="-122"/>
                <a:cs typeface="Malgun Gothic" pitchFamily="34" charset="-120"/>
              </a:rPr>
              <a:t>ㄴ</a:t>
            </a:r>
            <a:endParaRPr lang="en-US" sz="9600" dirty="0"/>
          </a:p>
        </p:txBody>
      </p:sp>
      <p:sp>
        <p:nvSpPr>
          <p:cNvPr id="14" name="Text 12"/>
          <p:cNvSpPr/>
          <p:nvPr/>
        </p:nvSpPr>
        <p:spPr>
          <a:xfrm>
            <a:off x="2643988" y="3337560"/>
            <a:ext cx="2240280" cy="365760"/>
          </a:xfrm>
          <a:prstGeom prst="rect">
            <a:avLst/>
          </a:prstGeom>
          <a:noFill/>
          <a:ln/>
        </p:spPr>
        <p:txBody>
          <a:bodyPr wrap="square" lIns="0" tIns="0" rIns="0" bIns="0" rtlCol="0" anchor="ctr"/>
          <a:lstStyle/>
          <a:p>
            <a:pPr marL="0" indent="0" algn="ctr">
              <a:buNone/>
            </a:pPr>
            <a:r>
              <a:rPr lang="en-US" sz="1800" b="1" i="1" dirty="0">
                <a:solidFill>
                  <a:srgbClr val="A79BFF"/>
                </a:solidFill>
                <a:latin typeface="Calibri" pitchFamily="34" charset="0"/>
                <a:ea typeface="Calibri" pitchFamily="34" charset="-122"/>
                <a:cs typeface="Calibri" pitchFamily="34" charset="-120"/>
              </a:rPr>
              <a:t>/n/</a:t>
            </a:r>
            <a:endParaRPr lang="en-US" sz="1800" dirty="0"/>
          </a:p>
        </p:txBody>
      </p:sp>
      <p:sp>
        <p:nvSpPr>
          <p:cNvPr id="15" name="Text 13"/>
          <p:cNvSpPr/>
          <p:nvPr/>
        </p:nvSpPr>
        <p:spPr>
          <a:xfrm>
            <a:off x="2781148" y="3840480"/>
            <a:ext cx="1965960" cy="1371600"/>
          </a:xfrm>
          <a:prstGeom prst="rect">
            <a:avLst/>
          </a:prstGeom>
          <a:noFill/>
          <a:ln/>
        </p:spPr>
        <p:txBody>
          <a:bodyPr wrap="square" lIns="0" tIns="0" rIns="0" bIns="0" rtlCol="0" anchor="t"/>
          <a:lstStyle/>
          <a:p>
            <a:pPr marL="0" indent="0" algn="ctr">
              <a:buNone/>
            </a:pPr>
            <a:r>
              <a:rPr lang="en-US" sz="1200" dirty="0">
                <a:solidFill>
                  <a:srgbClr val="4A5568"/>
                </a:solidFill>
                <a:latin typeface="Calibri" pitchFamily="34" charset="0"/>
                <a:ea typeface="Calibri" pitchFamily="34" charset="-122"/>
                <a:cs typeface="Calibri" pitchFamily="34" charset="-120"/>
              </a:rPr>
              <a:t>Punta de la lengua</a:t>
            </a:r>
            <a:endParaRPr lang="en-US" sz="1200" dirty="0"/>
          </a:p>
          <a:p>
            <a:pPr marL="0" indent="0" algn="ctr">
              <a:buNone/>
            </a:pPr>
            <a:r>
              <a:rPr lang="en-US" sz="1200" dirty="0">
                <a:solidFill>
                  <a:srgbClr val="4A5568"/>
                </a:solidFill>
                <a:latin typeface="Calibri" pitchFamily="34" charset="0"/>
                <a:ea typeface="Calibri" pitchFamily="34" charset="-122"/>
                <a:cs typeface="Calibri" pitchFamily="34" charset="-120"/>
              </a:rPr>
              <a:t>contra encías</a:t>
            </a:r>
            <a:endParaRPr lang="en-US" sz="1200" dirty="0"/>
          </a:p>
        </p:txBody>
      </p:sp>
      <p:sp>
        <p:nvSpPr>
          <p:cNvPr id="16" name="Shape 14"/>
          <p:cNvSpPr/>
          <p:nvPr/>
        </p:nvSpPr>
        <p:spPr>
          <a:xfrm>
            <a:off x="4975708" y="1554480"/>
            <a:ext cx="2240280" cy="3840480"/>
          </a:xfrm>
          <a:prstGeom prst="roundRect">
            <a:avLst>
              <a:gd name="adj" fmla="val 4082"/>
            </a:avLst>
          </a:prstGeom>
          <a:solidFill>
            <a:srgbClr val="F8F9FC"/>
          </a:solidFill>
          <a:ln w="12700">
            <a:solidFill>
              <a:srgbClr val="E2E8F0"/>
            </a:solidFill>
            <a:prstDash val="solid"/>
          </a:ln>
        </p:spPr>
      </p:sp>
      <p:sp>
        <p:nvSpPr>
          <p:cNvPr id="17" name="Shape 15"/>
          <p:cNvSpPr/>
          <p:nvPr/>
        </p:nvSpPr>
        <p:spPr>
          <a:xfrm>
            <a:off x="4975708" y="1554480"/>
            <a:ext cx="2240280" cy="457200"/>
          </a:xfrm>
          <a:prstGeom prst="rect">
            <a:avLst/>
          </a:prstGeom>
          <a:solidFill>
            <a:srgbClr val="FE6768"/>
          </a:solidFill>
          <a:ln/>
        </p:spPr>
      </p:sp>
      <p:sp>
        <p:nvSpPr>
          <p:cNvPr id="18" name="Text 16"/>
          <p:cNvSpPr/>
          <p:nvPr/>
        </p:nvSpPr>
        <p:spPr>
          <a:xfrm>
            <a:off x="4975708" y="1554480"/>
            <a:ext cx="2240280" cy="457200"/>
          </a:xfrm>
          <a:prstGeom prst="rect">
            <a:avLst/>
          </a:prstGeom>
          <a:noFill/>
          <a:ln/>
        </p:spPr>
        <p:txBody>
          <a:bodyPr wrap="square" lIns="0" tIns="0" rIns="0" bIns="0" rtlCol="0" anchor="ctr"/>
          <a:lstStyle/>
          <a:p>
            <a:pPr marL="0" indent="0" algn="ctr">
              <a:buNone/>
            </a:pPr>
            <a:r>
              <a:rPr lang="en-US" sz="1400" b="1" dirty="0">
                <a:solidFill>
                  <a:srgbClr val="FFFFFF"/>
                </a:solidFill>
                <a:latin typeface="Trebuchet MS" pitchFamily="34" charset="0"/>
                <a:ea typeface="Trebuchet MS" pitchFamily="34" charset="-122"/>
                <a:cs typeface="Trebuchet MS" pitchFamily="34" charset="-120"/>
              </a:rPr>
              <a:t>Bilabial</a:t>
            </a:r>
            <a:endParaRPr lang="en-US" sz="1400" dirty="0"/>
          </a:p>
        </p:txBody>
      </p:sp>
      <p:sp>
        <p:nvSpPr>
          <p:cNvPr id="19" name="Text 17"/>
          <p:cNvSpPr/>
          <p:nvPr/>
        </p:nvSpPr>
        <p:spPr>
          <a:xfrm>
            <a:off x="4975708" y="2194560"/>
            <a:ext cx="2240280" cy="1097280"/>
          </a:xfrm>
          <a:prstGeom prst="rect">
            <a:avLst/>
          </a:prstGeom>
          <a:noFill/>
          <a:ln/>
        </p:spPr>
        <p:txBody>
          <a:bodyPr wrap="square" lIns="0" tIns="0" rIns="0" bIns="0" rtlCol="0" anchor="ctr"/>
          <a:lstStyle/>
          <a:p>
            <a:pPr marL="0" indent="0" algn="ctr">
              <a:buNone/>
            </a:pPr>
            <a:r>
              <a:rPr lang="en-US" sz="9600" b="1" dirty="0">
                <a:solidFill>
                  <a:srgbClr val="0F172A"/>
                </a:solidFill>
                <a:latin typeface="Malgun Gothic" pitchFamily="34" charset="0"/>
                <a:ea typeface="Malgun Gothic" pitchFamily="34" charset="-122"/>
                <a:cs typeface="Malgun Gothic" pitchFamily="34" charset="-120"/>
              </a:rPr>
              <a:t>ㅁ</a:t>
            </a:r>
            <a:endParaRPr lang="en-US" sz="9600" dirty="0"/>
          </a:p>
        </p:txBody>
      </p:sp>
      <p:sp>
        <p:nvSpPr>
          <p:cNvPr id="20" name="Text 18"/>
          <p:cNvSpPr/>
          <p:nvPr/>
        </p:nvSpPr>
        <p:spPr>
          <a:xfrm>
            <a:off x="4975708" y="3337560"/>
            <a:ext cx="2240280" cy="365760"/>
          </a:xfrm>
          <a:prstGeom prst="rect">
            <a:avLst/>
          </a:prstGeom>
          <a:noFill/>
          <a:ln/>
        </p:spPr>
        <p:txBody>
          <a:bodyPr wrap="square" lIns="0" tIns="0" rIns="0" bIns="0" rtlCol="0" anchor="ctr"/>
          <a:lstStyle/>
          <a:p>
            <a:pPr marL="0" indent="0" algn="ctr">
              <a:buNone/>
            </a:pPr>
            <a:r>
              <a:rPr lang="en-US" sz="1800" b="1" i="1" dirty="0">
                <a:solidFill>
                  <a:srgbClr val="FE6768"/>
                </a:solidFill>
                <a:latin typeface="Calibri" pitchFamily="34" charset="0"/>
                <a:ea typeface="Calibri" pitchFamily="34" charset="-122"/>
                <a:cs typeface="Calibri" pitchFamily="34" charset="-120"/>
              </a:rPr>
              <a:t>/m/</a:t>
            </a:r>
            <a:endParaRPr lang="en-US" sz="1800" dirty="0"/>
          </a:p>
        </p:txBody>
      </p:sp>
      <p:sp>
        <p:nvSpPr>
          <p:cNvPr id="21" name="Text 19"/>
          <p:cNvSpPr/>
          <p:nvPr/>
        </p:nvSpPr>
        <p:spPr>
          <a:xfrm>
            <a:off x="5112868" y="3840480"/>
            <a:ext cx="1965960" cy="1371600"/>
          </a:xfrm>
          <a:prstGeom prst="rect">
            <a:avLst/>
          </a:prstGeom>
          <a:noFill/>
          <a:ln/>
        </p:spPr>
        <p:txBody>
          <a:bodyPr wrap="square" lIns="0" tIns="0" rIns="0" bIns="0" rtlCol="0" anchor="t"/>
          <a:lstStyle/>
          <a:p>
            <a:pPr marL="0" indent="0" algn="ctr">
              <a:buNone/>
            </a:pPr>
            <a:r>
              <a:rPr lang="en-US" sz="1200" dirty="0">
                <a:solidFill>
                  <a:srgbClr val="4A5568"/>
                </a:solidFill>
                <a:latin typeface="Calibri" pitchFamily="34" charset="0"/>
                <a:ea typeface="Calibri" pitchFamily="34" charset="-122"/>
                <a:cs typeface="Calibri" pitchFamily="34" charset="-120"/>
              </a:rPr>
              <a:t>Labios cerrados</a:t>
            </a:r>
            <a:endParaRPr lang="en-US" sz="1200" dirty="0"/>
          </a:p>
          <a:p>
            <a:pPr marL="0" indent="0" algn="ctr">
              <a:buNone/>
            </a:pPr>
            <a:r>
              <a:rPr lang="en-US" sz="1200" dirty="0">
                <a:solidFill>
                  <a:srgbClr val="4A5568"/>
                </a:solidFill>
                <a:latin typeface="Calibri" pitchFamily="34" charset="0"/>
                <a:ea typeface="Calibri" pitchFamily="34" charset="-122"/>
                <a:cs typeface="Calibri" pitchFamily="34" charset="-120"/>
              </a:rPr>
              <a:t>juntos</a:t>
            </a:r>
            <a:endParaRPr lang="en-US" sz="1200" dirty="0"/>
          </a:p>
        </p:txBody>
      </p:sp>
      <p:sp>
        <p:nvSpPr>
          <p:cNvPr id="22" name="Shape 20"/>
          <p:cNvSpPr/>
          <p:nvPr/>
        </p:nvSpPr>
        <p:spPr>
          <a:xfrm>
            <a:off x="7307428" y="1554480"/>
            <a:ext cx="2240280" cy="3840480"/>
          </a:xfrm>
          <a:prstGeom prst="roundRect">
            <a:avLst>
              <a:gd name="adj" fmla="val 4082"/>
            </a:avLst>
          </a:prstGeom>
          <a:solidFill>
            <a:srgbClr val="F8F9FC"/>
          </a:solidFill>
          <a:ln w="12700">
            <a:solidFill>
              <a:srgbClr val="E2E8F0"/>
            </a:solidFill>
            <a:prstDash val="solid"/>
          </a:ln>
        </p:spPr>
      </p:sp>
      <p:sp>
        <p:nvSpPr>
          <p:cNvPr id="23" name="Shape 21"/>
          <p:cNvSpPr/>
          <p:nvPr/>
        </p:nvSpPr>
        <p:spPr>
          <a:xfrm>
            <a:off x="7307428" y="1554480"/>
            <a:ext cx="2240280" cy="457200"/>
          </a:xfrm>
          <a:prstGeom prst="rect">
            <a:avLst/>
          </a:prstGeom>
          <a:solidFill>
            <a:srgbClr val="2EA86B"/>
          </a:solidFill>
          <a:ln/>
        </p:spPr>
      </p:sp>
      <p:sp>
        <p:nvSpPr>
          <p:cNvPr id="24" name="Text 22"/>
          <p:cNvSpPr/>
          <p:nvPr/>
        </p:nvSpPr>
        <p:spPr>
          <a:xfrm>
            <a:off x="7307428" y="1554480"/>
            <a:ext cx="2240280" cy="457200"/>
          </a:xfrm>
          <a:prstGeom prst="rect">
            <a:avLst/>
          </a:prstGeom>
          <a:noFill/>
          <a:ln/>
        </p:spPr>
        <p:txBody>
          <a:bodyPr wrap="square" lIns="0" tIns="0" rIns="0" bIns="0" rtlCol="0" anchor="ctr"/>
          <a:lstStyle/>
          <a:p>
            <a:pPr marL="0" indent="0" algn="ctr">
              <a:buNone/>
            </a:pPr>
            <a:r>
              <a:rPr lang="en-US" sz="1400" b="1" dirty="0">
                <a:solidFill>
                  <a:srgbClr val="FFFFFF"/>
                </a:solidFill>
                <a:latin typeface="Trebuchet MS" pitchFamily="34" charset="0"/>
                <a:ea typeface="Trebuchet MS" pitchFamily="34" charset="-122"/>
                <a:cs typeface="Trebuchet MS" pitchFamily="34" charset="-120"/>
              </a:rPr>
              <a:t>Dental</a:t>
            </a:r>
            <a:endParaRPr lang="en-US" sz="1400" dirty="0"/>
          </a:p>
        </p:txBody>
      </p:sp>
      <p:sp>
        <p:nvSpPr>
          <p:cNvPr id="25" name="Text 23"/>
          <p:cNvSpPr/>
          <p:nvPr/>
        </p:nvSpPr>
        <p:spPr>
          <a:xfrm>
            <a:off x="7307428" y="2194560"/>
            <a:ext cx="2240280" cy="1097280"/>
          </a:xfrm>
          <a:prstGeom prst="rect">
            <a:avLst/>
          </a:prstGeom>
          <a:noFill/>
          <a:ln/>
        </p:spPr>
        <p:txBody>
          <a:bodyPr wrap="square" lIns="0" tIns="0" rIns="0" bIns="0" rtlCol="0" anchor="ctr"/>
          <a:lstStyle/>
          <a:p>
            <a:pPr marL="0" indent="0" algn="ctr">
              <a:buNone/>
            </a:pPr>
            <a:r>
              <a:rPr lang="en-US" sz="9600" b="1" dirty="0">
                <a:solidFill>
                  <a:srgbClr val="0F172A"/>
                </a:solidFill>
                <a:latin typeface="Malgun Gothic" pitchFamily="34" charset="0"/>
                <a:ea typeface="Malgun Gothic" pitchFamily="34" charset="-122"/>
                <a:cs typeface="Malgun Gothic" pitchFamily="34" charset="-120"/>
              </a:rPr>
              <a:t>ㅅ</a:t>
            </a:r>
            <a:endParaRPr lang="en-US" sz="9600" dirty="0"/>
          </a:p>
        </p:txBody>
      </p:sp>
      <p:sp>
        <p:nvSpPr>
          <p:cNvPr id="26" name="Text 24"/>
          <p:cNvSpPr/>
          <p:nvPr/>
        </p:nvSpPr>
        <p:spPr>
          <a:xfrm>
            <a:off x="7307428" y="3337560"/>
            <a:ext cx="2240280" cy="365760"/>
          </a:xfrm>
          <a:prstGeom prst="rect">
            <a:avLst/>
          </a:prstGeom>
          <a:noFill/>
          <a:ln/>
        </p:spPr>
        <p:txBody>
          <a:bodyPr wrap="square" lIns="0" tIns="0" rIns="0" bIns="0" rtlCol="0" anchor="ctr"/>
          <a:lstStyle/>
          <a:p>
            <a:pPr marL="0" indent="0" algn="ctr">
              <a:buNone/>
            </a:pPr>
            <a:r>
              <a:rPr lang="en-US" sz="1800" b="1" i="1" dirty="0">
                <a:solidFill>
                  <a:srgbClr val="2EA86B"/>
                </a:solidFill>
                <a:latin typeface="Calibri" pitchFamily="34" charset="0"/>
                <a:ea typeface="Calibri" pitchFamily="34" charset="-122"/>
                <a:cs typeface="Calibri" pitchFamily="34" charset="-120"/>
              </a:rPr>
              <a:t>/s/</a:t>
            </a:r>
            <a:endParaRPr lang="en-US" sz="1800" dirty="0"/>
          </a:p>
        </p:txBody>
      </p:sp>
      <p:sp>
        <p:nvSpPr>
          <p:cNvPr id="27" name="Text 25"/>
          <p:cNvSpPr/>
          <p:nvPr/>
        </p:nvSpPr>
        <p:spPr>
          <a:xfrm>
            <a:off x="7444588" y="3840480"/>
            <a:ext cx="1965960" cy="1371600"/>
          </a:xfrm>
          <a:prstGeom prst="rect">
            <a:avLst/>
          </a:prstGeom>
          <a:noFill/>
          <a:ln/>
        </p:spPr>
        <p:txBody>
          <a:bodyPr wrap="square" lIns="0" tIns="0" rIns="0" bIns="0" rtlCol="0" anchor="t"/>
          <a:lstStyle/>
          <a:p>
            <a:pPr marL="0" indent="0" algn="ctr">
              <a:buNone/>
            </a:pPr>
            <a:r>
              <a:rPr lang="en-US" sz="1200" dirty="0">
                <a:solidFill>
                  <a:srgbClr val="4A5568"/>
                </a:solidFill>
                <a:latin typeface="Calibri" pitchFamily="34" charset="0"/>
                <a:ea typeface="Calibri" pitchFamily="34" charset="-122"/>
                <a:cs typeface="Calibri" pitchFamily="34" charset="-120"/>
              </a:rPr>
              <a:t>Dientes filosos</a:t>
            </a:r>
            <a:endParaRPr lang="en-US" sz="1200" dirty="0"/>
          </a:p>
          <a:p>
            <a:pPr marL="0" indent="0" algn="ctr">
              <a:buNone/>
            </a:pPr>
            <a:r>
              <a:rPr lang="en-US" sz="1200" dirty="0">
                <a:solidFill>
                  <a:srgbClr val="4A5568"/>
                </a:solidFill>
                <a:latin typeface="Calibri" pitchFamily="34" charset="0"/>
                <a:ea typeface="Calibri" pitchFamily="34" charset="-122"/>
                <a:cs typeface="Calibri" pitchFamily="34" charset="-120"/>
              </a:rPr>
              <a:t>(superior)</a:t>
            </a:r>
            <a:endParaRPr lang="en-US" sz="1200" dirty="0"/>
          </a:p>
        </p:txBody>
      </p:sp>
      <p:sp>
        <p:nvSpPr>
          <p:cNvPr id="28" name="Shape 26"/>
          <p:cNvSpPr/>
          <p:nvPr/>
        </p:nvSpPr>
        <p:spPr>
          <a:xfrm>
            <a:off x="9639148" y="1554480"/>
            <a:ext cx="2240280" cy="3840480"/>
          </a:xfrm>
          <a:prstGeom prst="roundRect">
            <a:avLst>
              <a:gd name="adj" fmla="val 4082"/>
            </a:avLst>
          </a:prstGeom>
          <a:solidFill>
            <a:srgbClr val="F8F9FC"/>
          </a:solidFill>
          <a:ln w="12700">
            <a:solidFill>
              <a:srgbClr val="E2E8F0"/>
            </a:solidFill>
            <a:prstDash val="solid"/>
          </a:ln>
        </p:spPr>
      </p:sp>
      <p:sp>
        <p:nvSpPr>
          <p:cNvPr id="29" name="Shape 27"/>
          <p:cNvSpPr/>
          <p:nvPr/>
        </p:nvSpPr>
        <p:spPr>
          <a:xfrm>
            <a:off x="9639148" y="1554480"/>
            <a:ext cx="2240280" cy="457200"/>
          </a:xfrm>
          <a:prstGeom prst="rect">
            <a:avLst/>
          </a:prstGeom>
          <a:solidFill>
            <a:srgbClr val="F2C73A"/>
          </a:solidFill>
          <a:ln/>
        </p:spPr>
      </p:sp>
      <p:sp>
        <p:nvSpPr>
          <p:cNvPr id="30" name="Text 28"/>
          <p:cNvSpPr/>
          <p:nvPr/>
        </p:nvSpPr>
        <p:spPr>
          <a:xfrm>
            <a:off x="9639148" y="1554480"/>
            <a:ext cx="2240280" cy="457200"/>
          </a:xfrm>
          <a:prstGeom prst="rect">
            <a:avLst/>
          </a:prstGeom>
          <a:noFill/>
          <a:ln/>
        </p:spPr>
        <p:txBody>
          <a:bodyPr wrap="square" lIns="0" tIns="0" rIns="0" bIns="0" rtlCol="0" anchor="ctr"/>
          <a:lstStyle/>
          <a:p>
            <a:pPr marL="0" indent="0" algn="ctr">
              <a:buNone/>
            </a:pPr>
            <a:r>
              <a:rPr lang="en-US" sz="1400" b="1" dirty="0">
                <a:solidFill>
                  <a:srgbClr val="FFFFFF"/>
                </a:solidFill>
                <a:latin typeface="Trebuchet MS" pitchFamily="34" charset="0"/>
                <a:ea typeface="Trebuchet MS" pitchFamily="34" charset="-122"/>
                <a:cs typeface="Trebuchet MS" pitchFamily="34" charset="-120"/>
              </a:rPr>
              <a:t>Glotal</a:t>
            </a:r>
            <a:endParaRPr lang="en-US" sz="1400" dirty="0"/>
          </a:p>
        </p:txBody>
      </p:sp>
      <p:sp>
        <p:nvSpPr>
          <p:cNvPr id="31" name="Text 29"/>
          <p:cNvSpPr/>
          <p:nvPr/>
        </p:nvSpPr>
        <p:spPr>
          <a:xfrm>
            <a:off x="9639148" y="2194560"/>
            <a:ext cx="2240280" cy="1097280"/>
          </a:xfrm>
          <a:prstGeom prst="rect">
            <a:avLst/>
          </a:prstGeom>
          <a:noFill/>
          <a:ln/>
        </p:spPr>
        <p:txBody>
          <a:bodyPr wrap="square" lIns="0" tIns="0" rIns="0" bIns="0" rtlCol="0" anchor="ctr"/>
          <a:lstStyle/>
          <a:p>
            <a:pPr marL="0" indent="0" algn="ctr">
              <a:buNone/>
            </a:pPr>
            <a:r>
              <a:rPr lang="en-US" sz="9600" b="1" dirty="0">
                <a:solidFill>
                  <a:srgbClr val="0F172A"/>
                </a:solidFill>
                <a:latin typeface="Malgun Gothic" pitchFamily="34" charset="0"/>
                <a:ea typeface="Malgun Gothic" pitchFamily="34" charset="-122"/>
                <a:cs typeface="Malgun Gothic" pitchFamily="34" charset="-120"/>
              </a:rPr>
              <a:t>ㅇ</a:t>
            </a:r>
            <a:endParaRPr lang="en-US" sz="9600" dirty="0"/>
          </a:p>
        </p:txBody>
      </p:sp>
      <p:sp>
        <p:nvSpPr>
          <p:cNvPr id="32" name="Text 30"/>
          <p:cNvSpPr/>
          <p:nvPr/>
        </p:nvSpPr>
        <p:spPr>
          <a:xfrm>
            <a:off x="9639148" y="3337560"/>
            <a:ext cx="2240280" cy="365760"/>
          </a:xfrm>
          <a:prstGeom prst="rect">
            <a:avLst/>
          </a:prstGeom>
          <a:noFill/>
          <a:ln/>
        </p:spPr>
        <p:txBody>
          <a:bodyPr wrap="square" lIns="0" tIns="0" rIns="0" bIns="0" rtlCol="0" anchor="ctr"/>
          <a:lstStyle/>
          <a:p>
            <a:pPr marL="0" indent="0" algn="ctr">
              <a:buNone/>
            </a:pPr>
            <a:r>
              <a:rPr lang="en-US" sz="1800" b="1" i="1" dirty="0">
                <a:solidFill>
                  <a:srgbClr val="F2C73A"/>
                </a:solidFill>
                <a:latin typeface="Calibri" pitchFamily="34" charset="0"/>
                <a:ea typeface="Calibri" pitchFamily="34" charset="-122"/>
                <a:cs typeface="Calibri" pitchFamily="34" charset="-120"/>
              </a:rPr>
              <a:t>/ng/</a:t>
            </a:r>
            <a:endParaRPr lang="en-US" sz="1800" dirty="0"/>
          </a:p>
        </p:txBody>
      </p:sp>
      <p:sp>
        <p:nvSpPr>
          <p:cNvPr id="33" name="Text 31"/>
          <p:cNvSpPr/>
          <p:nvPr/>
        </p:nvSpPr>
        <p:spPr>
          <a:xfrm>
            <a:off x="9776308" y="3840480"/>
            <a:ext cx="1965960" cy="1371600"/>
          </a:xfrm>
          <a:prstGeom prst="rect">
            <a:avLst/>
          </a:prstGeom>
          <a:noFill/>
          <a:ln/>
        </p:spPr>
        <p:txBody>
          <a:bodyPr wrap="square" lIns="0" tIns="0" rIns="0" bIns="0" rtlCol="0" anchor="t"/>
          <a:lstStyle/>
          <a:p>
            <a:pPr marL="0" indent="0" algn="ctr">
              <a:buNone/>
            </a:pPr>
            <a:r>
              <a:rPr lang="en-US" sz="1200" dirty="0">
                <a:solidFill>
                  <a:srgbClr val="4A5568"/>
                </a:solidFill>
                <a:latin typeface="Calibri" pitchFamily="34" charset="0"/>
                <a:ea typeface="Calibri" pitchFamily="34" charset="-122"/>
                <a:cs typeface="Calibri" pitchFamily="34" charset="-120"/>
              </a:rPr>
              <a:t>Garganta</a:t>
            </a:r>
            <a:endParaRPr lang="en-US" sz="1200" dirty="0"/>
          </a:p>
          <a:p>
            <a:pPr marL="0" indent="0" algn="ctr">
              <a:buNone/>
            </a:pPr>
            <a:r>
              <a:rPr lang="en-US" sz="1200" dirty="0">
                <a:solidFill>
                  <a:srgbClr val="4A5568"/>
                </a:solidFill>
                <a:latin typeface="Calibri" pitchFamily="34" charset="0"/>
                <a:ea typeface="Calibri" pitchFamily="34" charset="-122"/>
                <a:cs typeface="Calibri" pitchFamily="34" charset="-120"/>
              </a:rPr>
              <a:t>redonda</a:t>
            </a:r>
            <a:endParaRPr lang="en-US" sz="1200" dirty="0"/>
          </a:p>
        </p:txBody>
      </p:sp>
      <p:sp>
        <p:nvSpPr>
          <p:cNvPr id="34" name="Shape 32"/>
          <p:cNvSpPr/>
          <p:nvPr/>
        </p:nvSpPr>
        <p:spPr>
          <a:xfrm>
            <a:off x="365760" y="5532120"/>
            <a:ext cx="11430000" cy="502920"/>
          </a:xfrm>
          <a:prstGeom prst="roundRect">
            <a:avLst>
              <a:gd name="adj" fmla="val 14545"/>
            </a:avLst>
          </a:prstGeom>
          <a:solidFill>
            <a:srgbClr val="EFEBFF"/>
          </a:solidFill>
          <a:ln/>
        </p:spPr>
      </p:sp>
      <p:sp>
        <p:nvSpPr>
          <p:cNvPr id="35" name="Text 33"/>
          <p:cNvSpPr/>
          <p:nvPr/>
        </p:nvSpPr>
        <p:spPr>
          <a:xfrm>
            <a:off x="457200" y="5532120"/>
            <a:ext cx="11247120" cy="502920"/>
          </a:xfrm>
          <a:prstGeom prst="rect">
            <a:avLst/>
          </a:prstGeom>
          <a:noFill/>
          <a:ln/>
        </p:spPr>
        <p:txBody>
          <a:bodyPr wrap="square" lIns="0" tIns="0" rIns="0" bIns="0" rtlCol="0" anchor="ctr"/>
          <a:lstStyle/>
          <a:p>
            <a:pPr marL="0" indent="0" algn="ctr">
              <a:buNone/>
            </a:pPr>
            <a:r>
              <a:rPr lang="en-US" sz="1400" b="1" i="1" dirty="0">
                <a:solidFill>
                  <a:srgbClr val="2A1FB8"/>
                </a:solidFill>
                <a:latin typeface="Georgia" pitchFamily="34" charset="0"/>
                <a:ea typeface="Georgia" pitchFamily="34" charset="-122"/>
                <a:cs typeface="Georgia" pitchFamily="34" charset="-120"/>
              </a:rPr>
              <a:t>🧠  Cada letra es un mapa anatómico de la posición de tu boca · por eso Hangul es el alfabeto más científico del mundo</a:t>
            </a:r>
            <a:endParaRPr lang="en-US" sz="1400" dirty="0"/>
          </a:p>
        </p:txBody>
      </p:sp>
      <p:sp>
        <p:nvSpPr>
          <p:cNvPr id="36" name="Text 34"/>
          <p:cNvSpPr/>
          <p:nvPr/>
        </p:nvSpPr>
        <p:spPr>
          <a:xfrm>
            <a:off x="365760" y="6199632"/>
            <a:ext cx="11460175" cy="201168"/>
          </a:xfrm>
          <a:prstGeom prst="rect">
            <a:avLst/>
          </a:prstGeom>
          <a:noFill/>
          <a:ln/>
        </p:spPr>
        <p:txBody>
          <a:bodyPr wrap="square" rtlCol="0" anchor="ctr"/>
          <a:lstStyle/>
          <a:p>
            <a:pPr marL="0" indent="0">
              <a:buNone/>
            </a:pPr>
            <a:r>
              <a:rPr lang="en-US" sz="900" i="1" dirty="0">
                <a:solidFill>
                  <a:srgbClr val="94A3B8"/>
                </a:solidFill>
                <a:latin typeface="Calibri" pitchFamily="34" charset="0"/>
                <a:ea typeface="Calibri" pitchFamily="34" charset="-122"/>
                <a:cs typeface="Calibri" pitchFamily="34" charset="-120"/>
              </a:rPr>
              <a:t>Fuente · Korea Foundation. Hangeul – Korea's Unique Alphabet, 2010, p. 16.</a:t>
            </a:r>
            <a:endParaRPr lang="en-US" sz="900" dirty="0"/>
          </a:p>
        </p:txBody>
      </p:sp>
      <p:sp>
        <p:nvSpPr>
          <p:cNvPr id="37" name="Text 35"/>
          <p:cNvSpPr/>
          <p:nvPr/>
        </p:nvSpPr>
        <p:spPr>
          <a:xfrm>
            <a:off x="365760" y="6446520"/>
            <a:ext cx="5486400" cy="274320"/>
          </a:xfrm>
          <a:prstGeom prst="rect">
            <a:avLst/>
          </a:prstGeom>
          <a:noFill/>
          <a:ln/>
        </p:spPr>
        <p:txBody>
          <a:bodyPr wrap="square" rtlCol="0" anchor="ctr"/>
          <a:lstStyle/>
          <a:p>
            <a:pPr marL="0" indent="0">
              <a:buNone/>
            </a:pPr>
            <a:r>
              <a:rPr lang="en-US" sz="1000" b="1" kern="0" spc="600" dirty="0">
                <a:solidFill>
                  <a:srgbClr val="94A3B8"/>
                </a:solidFill>
                <a:latin typeface="Trebuchet MS" pitchFamily="34" charset="0"/>
                <a:ea typeface="Trebuchet MS" pitchFamily="34" charset="-122"/>
                <a:cs typeface="Trebuchet MS" pitchFamily="34" charset="-120"/>
              </a:rPr>
              <a:t>ACADEMIA SEÚL  ·  MÉTODO CHINGU™</a:t>
            </a:r>
            <a:endParaRPr lang="en-US" sz="1000" dirty="0"/>
          </a:p>
        </p:txBody>
      </p:sp>
      <p:sp>
        <p:nvSpPr>
          <p:cNvPr id="38" name="Text 36"/>
          <p:cNvSpPr/>
          <p:nvPr/>
        </p:nvSpPr>
        <p:spPr>
          <a:xfrm>
            <a:off x="8991295" y="6446520"/>
            <a:ext cx="2743200" cy="274320"/>
          </a:xfrm>
          <a:prstGeom prst="rect">
            <a:avLst/>
          </a:prstGeom>
          <a:noFill/>
          <a:ln/>
        </p:spPr>
        <p:txBody>
          <a:bodyPr wrap="square" rtlCol="0" anchor="ctr"/>
          <a:lstStyle/>
          <a:p>
            <a:pPr marL="0" indent="0" algn="r">
              <a:buNone/>
            </a:pPr>
            <a:r>
              <a:rPr lang="en-US" sz="1000" b="1" kern="0" spc="600" dirty="0">
                <a:solidFill>
                  <a:srgbClr val="94A3B8"/>
                </a:solidFill>
                <a:latin typeface="Trebuchet MS" pitchFamily="34" charset="0"/>
                <a:ea typeface="Trebuchet MS" pitchFamily="34" charset="-122"/>
                <a:cs typeface="Trebuchet MS" pitchFamily="34" charset="-120"/>
              </a:rPr>
              <a:t>SES 06B  ·  TALLER</a:t>
            </a:r>
            <a:endParaRPr lang="en-US" sz="1000" dirty="0"/>
          </a:p>
        </p:txBody>
      </p:sp>
      <p:pic>
        <p:nvPicPr>
          <p:cNvPr id="39" name="Image 0" descr="/sessions/sleepy-zen-cray/mnt/outputs/deck_assets/logo_var2_azul.png">
            <a:extLst>
              <a:ext uri="{FF2B5EF4-FFF2-40B4-BE49-F238E27FC236}">
                <a16:creationId xmlns:a16="http://schemas.microsoft.com/office/drawing/2014/main" id="{40EC977D-7636-77A7-8850-07F5215513A5}"/>
              </a:ext>
            </a:extLst>
          </p:cNvPr>
          <p:cNvPicPr>
            <a:picLocks noChangeAspect="1"/>
          </p:cNvPicPr>
          <p:nvPr/>
        </p:nvPicPr>
        <p:blipFill>
          <a:blip r:embed="rId3"/>
          <a:stretch>
            <a:fillRect/>
          </a:stretch>
        </p:blipFill>
        <p:spPr>
          <a:xfrm>
            <a:off x="9778365" y="-760095"/>
            <a:ext cx="2571750" cy="2571750"/>
          </a:xfrm>
          <a:prstGeom prst="rect">
            <a:avLst/>
          </a:prstGeom>
        </p:spPr>
      </p:pic>
    </p:spTree>
    <p:extLst>
      <p:ext uri="{BB962C8B-B14F-4D97-AF65-F5344CB8AC3E}">
        <p14:creationId xmlns:p14="http://schemas.microsoft.com/office/powerpoint/2010/main" val="300690768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marL="0" indent="0">
              <a:buNone/>
            </a:pPr>
            <a:r>
              <a:rPr lang="en-US" sz="900" b="1" kern="0" spc="600" dirty="0">
                <a:solidFill>
                  <a:srgbClr val="3D2EE8"/>
                </a:solidFill>
                <a:latin typeface="Calibri" pitchFamily="34" charset="0"/>
                <a:ea typeface="Calibri" pitchFamily="34" charset="-122"/>
                <a:cs typeface="Calibri" pitchFamily="34" charset="-120"/>
              </a:rPr>
              <a:t>§3 · CIENCIA</a:t>
            </a:r>
            <a:endParaRPr lang="en-US" sz="900" dirty="0"/>
          </a:p>
        </p:txBody>
      </p:sp>
      <p:sp>
        <p:nvSpPr>
          <p:cNvPr id="3" name="Text 1"/>
          <p:cNvSpPr/>
          <p:nvPr/>
        </p:nvSpPr>
        <p:spPr>
          <a:xfrm>
            <a:off x="548640" y="822960"/>
            <a:ext cx="10515600" cy="640080"/>
          </a:xfrm>
          <a:prstGeom prst="rect">
            <a:avLst/>
          </a:prstGeom>
          <a:noFill/>
          <a:ln/>
        </p:spPr>
        <p:txBody>
          <a:bodyPr wrap="square" rtlCol="0" anchor="ctr"/>
          <a:lstStyle/>
          <a:p>
            <a:pPr marL="0" indent="0">
              <a:buNone/>
            </a:pPr>
            <a:r>
              <a:rPr lang="en-US" sz="2600" b="1" dirty="0">
                <a:solidFill>
                  <a:srgbClr val="1A1A2E"/>
                </a:solidFill>
                <a:latin typeface="Calibri" pitchFamily="34" charset="0"/>
                <a:ea typeface="Calibri" pitchFamily="34" charset="-122"/>
                <a:cs typeface="Calibri" pitchFamily="34" charset="-120"/>
              </a:rPr>
              <a:t>El alfabeto más científico del mundo</a:t>
            </a:r>
            <a:endParaRPr lang="en-US" sz="2600" dirty="0"/>
          </a:p>
        </p:txBody>
      </p:sp>
      <p:sp>
        <p:nvSpPr>
          <p:cNvPr id="4" name="Text 2"/>
          <p:cNvSpPr/>
          <p:nvPr/>
        </p:nvSpPr>
        <p:spPr>
          <a:xfrm>
            <a:off x="548640" y="1828800"/>
            <a:ext cx="5486400" cy="4389120"/>
          </a:xfrm>
          <a:prstGeom prst="rect">
            <a:avLst/>
          </a:prstGeom>
          <a:noFill/>
          <a:ln/>
        </p:spPr>
        <p:txBody>
          <a:bodyPr wrap="square" rtlCol="0" anchor="t"/>
          <a:lstStyle/>
          <a:p>
            <a:pPr marL="0" indent="0">
              <a:lnSpc>
                <a:spcPct val="140000"/>
              </a:lnSpc>
              <a:buNone/>
            </a:pPr>
            <a:r>
              <a:rPr lang="en-US" sz="1400" dirty="0">
                <a:solidFill>
                  <a:srgbClr val="1A1A2E"/>
                </a:solidFill>
                <a:latin typeface="Calibri" pitchFamily="34" charset="0"/>
                <a:ea typeface="Calibri" pitchFamily="34" charset="-122"/>
                <a:cs typeface="Calibri" pitchFamily="34" charset="-120"/>
              </a:rPr>
              <a:t>Lo más cool del Hangul: cada letra ES un dibujo de tu boca cuando la pronunciás.</a:t>
            </a:r>
            <a:endParaRPr lang="en-US" sz="1400" dirty="0"/>
          </a:p>
          <a:p>
            <a:pPr marL="0" indent="0">
              <a:lnSpc>
                <a:spcPct val="140000"/>
              </a:lnSpc>
              <a:buNone/>
            </a:pPr>
            <a:endParaRPr lang="en-US" sz="1400" dirty="0"/>
          </a:p>
          <a:p>
            <a:pPr marL="0" indent="0">
              <a:lnSpc>
                <a:spcPct val="140000"/>
              </a:lnSpc>
              <a:buNone/>
            </a:pPr>
            <a:r>
              <a:rPr lang="en-US" sz="1400" dirty="0">
                <a:solidFill>
                  <a:srgbClr val="1A1A2E"/>
                </a:solidFill>
                <a:latin typeface="Calibri" pitchFamily="34" charset="0"/>
                <a:ea typeface="Calibri" pitchFamily="34" charset="-122"/>
                <a:cs typeface="Calibri" pitchFamily="34" charset="-120"/>
              </a:rPr>
              <a:t>• ㄱ se pronuncia 'g'. La lengua toca el paladar. Mirá la forma.</a:t>
            </a:r>
            <a:endParaRPr lang="en-US" sz="1400" dirty="0"/>
          </a:p>
          <a:p>
            <a:pPr marL="0" indent="0">
              <a:lnSpc>
                <a:spcPct val="140000"/>
              </a:lnSpc>
              <a:buNone/>
            </a:pPr>
            <a:endParaRPr lang="en-US" sz="1400" dirty="0"/>
          </a:p>
          <a:p>
            <a:pPr marL="0" indent="0">
              <a:lnSpc>
                <a:spcPct val="140000"/>
              </a:lnSpc>
              <a:buNone/>
            </a:pPr>
            <a:r>
              <a:rPr lang="en-US" sz="1400" dirty="0">
                <a:solidFill>
                  <a:srgbClr val="1A1A2E"/>
                </a:solidFill>
                <a:latin typeface="Calibri" pitchFamily="34" charset="0"/>
                <a:ea typeface="Calibri" pitchFamily="34" charset="-122"/>
                <a:cs typeface="Calibri" pitchFamily="34" charset="-120"/>
              </a:rPr>
              <a:t>• ㄴ se pronuncia 'n'. La lengua arriba detrás de los dientes, en L.</a:t>
            </a:r>
            <a:endParaRPr lang="en-US" sz="1400" dirty="0"/>
          </a:p>
          <a:p>
            <a:pPr marL="0" indent="0">
              <a:lnSpc>
                <a:spcPct val="140000"/>
              </a:lnSpc>
              <a:buNone/>
            </a:pPr>
            <a:endParaRPr lang="en-US" sz="1400" dirty="0"/>
          </a:p>
          <a:p>
            <a:pPr marL="0" indent="0">
              <a:lnSpc>
                <a:spcPct val="140000"/>
              </a:lnSpc>
              <a:buNone/>
            </a:pPr>
            <a:r>
              <a:rPr lang="en-US" sz="1400" dirty="0">
                <a:solidFill>
                  <a:srgbClr val="1A1A2E"/>
                </a:solidFill>
                <a:latin typeface="Calibri" pitchFamily="34" charset="0"/>
                <a:ea typeface="Calibri" pitchFamily="34" charset="-122"/>
                <a:cs typeface="Calibri" pitchFamily="34" charset="-120"/>
              </a:rPr>
              <a:t>• ㅁ se pronuncia 'm'. Los labios se cierran formando un cuadrado.</a:t>
            </a:r>
            <a:endParaRPr lang="en-US" sz="1400" dirty="0"/>
          </a:p>
          <a:p>
            <a:pPr marL="0" indent="0">
              <a:lnSpc>
                <a:spcPct val="140000"/>
              </a:lnSpc>
              <a:buNone/>
            </a:pPr>
            <a:endParaRPr lang="en-US" sz="1400" dirty="0"/>
          </a:p>
          <a:p>
            <a:pPr marL="0" indent="0">
              <a:lnSpc>
                <a:spcPct val="140000"/>
              </a:lnSpc>
              <a:buNone/>
            </a:pPr>
            <a:r>
              <a:rPr lang="en-US" sz="1400" dirty="0">
                <a:solidFill>
                  <a:srgbClr val="1A1A2E"/>
                </a:solidFill>
                <a:latin typeface="Calibri" pitchFamily="34" charset="0"/>
                <a:ea typeface="Calibri" pitchFamily="34" charset="-122"/>
                <a:cs typeface="Calibri" pitchFamily="34" charset="-120"/>
              </a:rPr>
              <a:t>Por eso Hangul es el alfabeto MÁS científico del mundo.</a:t>
            </a:r>
            <a:endParaRPr lang="en-US" sz="1400" dirty="0"/>
          </a:p>
          <a:p>
            <a:pPr marL="0" indent="0">
              <a:lnSpc>
                <a:spcPct val="140000"/>
              </a:lnSpc>
              <a:buNone/>
            </a:pPr>
            <a:r>
              <a:rPr lang="en-US" sz="1400" dirty="0">
                <a:solidFill>
                  <a:srgbClr val="1A1A2E"/>
                </a:solidFill>
                <a:latin typeface="Calibri" pitchFamily="34" charset="0"/>
                <a:ea typeface="Calibri" pitchFamily="34" charset="-122"/>
                <a:cs typeface="Calibri" pitchFamily="34" charset="-120"/>
              </a:rPr>
              <a:t>La UNESCO lo declaró Patrimonio de la Humanidad.</a:t>
            </a:r>
            <a:endParaRPr lang="en-US" sz="1400" dirty="0"/>
          </a:p>
        </p:txBody>
      </p:sp>
      <p:sp>
        <p:nvSpPr>
          <p:cNvPr id="5" name="Shape 3"/>
          <p:cNvSpPr/>
          <p:nvPr/>
        </p:nvSpPr>
        <p:spPr>
          <a:xfrm>
            <a:off x="6766560" y="1828800"/>
            <a:ext cx="4846320" cy="4389120"/>
          </a:xfrm>
          <a:prstGeom prst="roundRect">
            <a:avLst>
              <a:gd name="adj" fmla="val 3125"/>
            </a:avLst>
          </a:prstGeom>
          <a:solidFill>
            <a:srgbClr val="3D2EE8"/>
          </a:solidFill>
          <a:ln w="12700">
            <a:solidFill>
              <a:srgbClr val="3D2EE8"/>
            </a:solidFill>
            <a:prstDash val="solid"/>
          </a:ln>
        </p:spPr>
      </p:sp>
      <p:sp>
        <p:nvSpPr>
          <p:cNvPr id="6" name="Text 4"/>
          <p:cNvSpPr/>
          <p:nvPr/>
        </p:nvSpPr>
        <p:spPr>
          <a:xfrm>
            <a:off x="6766560" y="2560320"/>
            <a:ext cx="4846320" cy="1645920"/>
          </a:xfrm>
          <a:prstGeom prst="rect">
            <a:avLst/>
          </a:prstGeom>
          <a:noFill/>
          <a:ln/>
        </p:spPr>
        <p:txBody>
          <a:bodyPr wrap="square" rtlCol="0" anchor="ctr"/>
          <a:lstStyle/>
          <a:p>
            <a:pPr marL="0" indent="0" algn="ctr">
              <a:buNone/>
            </a:pPr>
            <a:r>
              <a:rPr lang="en-US" sz="8000" b="1" dirty="0">
                <a:solidFill>
                  <a:srgbClr val="FFFFFF"/>
                </a:solidFill>
                <a:latin typeface="Malgun Gothic" pitchFamily="34" charset="0"/>
                <a:ea typeface="Malgun Gothic" pitchFamily="34" charset="-122"/>
                <a:cs typeface="Malgun Gothic" pitchFamily="34" charset="-120"/>
              </a:rPr>
              <a:t>과학</a:t>
            </a:r>
            <a:endParaRPr lang="en-US" sz="8000" dirty="0"/>
          </a:p>
        </p:txBody>
      </p:sp>
      <p:sp>
        <p:nvSpPr>
          <p:cNvPr id="7" name="Text 5"/>
          <p:cNvSpPr/>
          <p:nvPr/>
        </p:nvSpPr>
        <p:spPr>
          <a:xfrm>
            <a:off x="6766560" y="4297680"/>
            <a:ext cx="4846320" cy="548640"/>
          </a:xfrm>
          <a:prstGeom prst="rect">
            <a:avLst/>
          </a:prstGeom>
          <a:noFill/>
          <a:ln/>
        </p:spPr>
        <p:txBody>
          <a:bodyPr wrap="square" rtlCol="0" anchor="ctr"/>
          <a:lstStyle/>
          <a:p>
            <a:pPr marL="0" indent="0" algn="ctr">
              <a:buNone/>
            </a:pPr>
            <a:r>
              <a:rPr lang="en-US" sz="1800" i="1" dirty="0">
                <a:solidFill>
                  <a:srgbClr val="FFFFFF"/>
                </a:solidFill>
                <a:latin typeface="Calibri" pitchFamily="34" charset="0"/>
                <a:ea typeface="Calibri" pitchFamily="34" charset="-122"/>
                <a:cs typeface="Calibri" pitchFamily="34" charset="-120"/>
              </a:rPr>
              <a:t>gwahak</a:t>
            </a:r>
            <a:endParaRPr lang="en-US" sz="1800" dirty="0"/>
          </a:p>
        </p:txBody>
      </p:sp>
      <p:sp>
        <p:nvSpPr>
          <p:cNvPr id="8" name="Text 6"/>
          <p:cNvSpPr/>
          <p:nvPr/>
        </p:nvSpPr>
        <p:spPr>
          <a:xfrm>
            <a:off x="6766560" y="4937760"/>
            <a:ext cx="4846320" cy="457200"/>
          </a:xfrm>
          <a:prstGeom prst="rect">
            <a:avLst/>
          </a:prstGeom>
          <a:noFill/>
          <a:ln/>
        </p:spPr>
        <p:txBody>
          <a:bodyPr wrap="square" rtlCol="0" anchor="ctr"/>
          <a:lstStyle/>
          <a:p>
            <a:pPr marL="0" indent="0" algn="ctr">
              <a:buNone/>
            </a:pPr>
            <a:r>
              <a:rPr lang="en-US" sz="1400" dirty="0">
                <a:solidFill>
                  <a:srgbClr val="FFFFFF"/>
                </a:solidFill>
                <a:latin typeface="Calibri" pitchFamily="34" charset="0"/>
                <a:ea typeface="Calibri" pitchFamily="34" charset="-122"/>
                <a:cs typeface="Calibri" pitchFamily="34" charset="-120"/>
              </a:rPr>
              <a:t>(ciencia)</a:t>
            </a:r>
            <a:endParaRPr lang="en-US" sz="1400" dirty="0"/>
          </a:p>
        </p:txBody>
      </p:sp>
      <p:pic>
        <p:nvPicPr>
          <p:cNvPr id="10" name="Image 1" descr="/sessions/sleepy-zen-cray/mnt/outputs/deck_assets/sello_linea_v1_01.png"/>
          <p:cNvPicPr>
            <a:picLocks noChangeAspect="1"/>
          </p:cNvPicPr>
          <p:nvPr/>
        </p:nvPicPr>
        <p:blipFill>
          <a:blip r:embed="rId3"/>
          <a:stretch>
            <a:fillRect/>
          </a:stretch>
        </p:blipFill>
        <p:spPr>
          <a:xfrm>
            <a:off x="365760" y="6355080"/>
            <a:ext cx="411480" cy="411480"/>
          </a:xfrm>
          <a:prstGeom prst="rect">
            <a:avLst/>
          </a:prstGeom>
        </p:spPr>
      </p:pic>
      <p:sp>
        <p:nvSpPr>
          <p:cNvPr id="11" name="Text 7"/>
          <p:cNvSpPr/>
          <p:nvPr/>
        </p:nvSpPr>
        <p:spPr>
          <a:xfrm>
            <a:off x="914400" y="6492240"/>
            <a:ext cx="4572000" cy="228600"/>
          </a:xfrm>
          <a:prstGeom prst="rect">
            <a:avLst/>
          </a:prstGeom>
          <a:noFill/>
          <a:ln/>
        </p:spPr>
        <p:txBody>
          <a:bodyPr wrap="square" rtlCol="0" anchor="ctr"/>
          <a:lstStyle/>
          <a:p>
            <a:pPr marL="0" indent="0">
              <a:buNone/>
            </a:pPr>
            <a:r>
              <a:rPr lang="en-US" sz="800" b="1" dirty="0">
                <a:solidFill>
                  <a:srgbClr val="6B6B7C"/>
                </a:solidFill>
                <a:latin typeface="Calibri" pitchFamily="34" charset="0"/>
                <a:ea typeface="Calibri" pitchFamily="34" charset="-122"/>
                <a:cs typeface="Calibri" pitchFamily="34" charset="-120"/>
              </a:rPr>
              <a:t>ACADEMIA SEÚL  ·  MÉTODO CHINGU™</a:t>
            </a:r>
            <a:endParaRPr lang="en-US" sz="800" dirty="0"/>
          </a:p>
        </p:txBody>
      </p:sp>
      <p:sp>
        <p:nvSpPr>
          <p:cNvPr id="12" name="Text 8"/>
          <p:cNvSpPr/>
          <p:nvPr/>
        </p:nvSpPr>
        <p:spPr>
          <a:xfrm>
            <a:off x="7315200" y="6492240"/>
            <a:ext cx="4572000" cy="228600"/>
          </a:xfrm>
          <a:prstGeom prst="rect">
            <a:avLst/>
          </a:prstGeom>
          <a:noFill/>
          <a:ln/>
        </p:spPr>
        <p:txBody>
          <a:bodyPr wrap="square" rtlCol="0" anchor="ctr"/>
          <a:lstStyle/>
          <a:p>
            <a:pPr marL="0" indent="0" algn="r">
              <a:buNone/>
            </a:pPr>
            <a:r>
              <a:rPr lang="en-US" sz="800" b="1" dirty="0">
                <a:solidFill>
                  <a:srgbClr val="6B6B7C"/>
                </a:solidFill>
                <a:latin typeface="Calibri" pitchFamily="34" charset="0"/>
                <a:ea typeface="Calibri" pitchFamily="34" charset="-122"/>
                <a:cs typeface="Calibri" pitchFamily="34" charset="-120"/>
              </a:rPr>
              <a:t>SES 06  ·  TALLER</a:t>
            </a:r>
            <a:endParaRPr lang="en-US" sz="800" dirty="0"/>
          </a:p>
        </p:txBody>
      </p:sp>
      <p:pic>
        <p:nvPicPr>
          <p:cNvPr id="13" name="Image 0" descr="/sessions/sleepy-zen-cray/mnt/outputs/deck_assets/logo_var2_azul.png">
            <a:extLst>
              <a:ext uri="{FF2B5EF4-FFF2-40B4-BE49-F238E27FC236}">
                <a16:creationId xmlns:a16="http://schemas.microsoft.com/office/drawing/2014/main" id="{3E62B1C4-6B91-0AC5-156C-F1218FCF4251}"/>
              </a:ext>
            </a:extLst>
          </p:cNvPr>
          <p:cNvPicPr>
            <a:picLocks noChangeAspect="1"/>
          </p:cNvPicPr>
          <p:nvPr/>
        </p:nvPicPr>
        <p:blipFill>
          <a:blip r:embed="rId4"/>
          <a:stretch>
            <a:fillRect/>
          </a:stretch>
        </p:blipFill>
        <p:spPr>
          <a:xfrm>
            <a:off x="9778365" y="-760095"/>
            <a:ext cx="2571750" cy="257175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57200" y="411480"/>
            <a:ext cx="10972800" cy="274320"/>
          </a:xfrm>
          <a:prstGeom prst="rect">
            <a:avLst/>
          </a:prstGeom>
          <a:noFill/>
          <a:ln/>
        </p:spPr>
        <p:txBody>
          <a:bodyPr wrap="square" lIns="0" tIns="0" rIns="0" bIns="0" rtlCol="0" anchor="ctr"/>
          <a:lstStyle/>
          <a:p>
            <a:pPr marL="0" indent="0">
              <a:buNone/>
            </a:pPr>
            <a:r>
              <a:rPr lang="en-US" sz="1100" b="1" kern="0" spc="500" dirty="0">
                <a:solidFill>
                  <a:srgbClr val="FE6768"/>
                </a:solidFill>
                <a:latin typeface="Calibri" pitchFamily="34" charset="0"/>
                <a:ea typeface="Calibri" pitchFamily="34" charset="-122"/>
                <a:cs typeface="Calibri" pitchFamily="34" charset="-120"/>
              </a:rPr>
              <a:t>§4.28 · REPASO</a:t>
            </a:r>
            <a:endParaRPr lang="en-US" sz="1100" dirty="0"/>
          </a:p>
        </p:txBody>
      </p:sp>
      <p:sp>
        <p:nvSpPr>
          <p:cNvPr id="3" name="Text 1"/>
          <p:cNvSpPr/>
          <p:nvPr/>
        </p:nvSpPr>
        <p:spPr>
          <a:xfrm>
            <a:off x="457200" y="777240"/>
            <a:ext cx="10972800" cy="822960"/>
          </a:xfrm>
          <a:prstGeom prst="rect">
            <a:avLst/>
          </a:prstGeom>
          <a:noFill/>
          <a:ln/>
        </p:spPr>
        <p:txBody>
          <a:bodyPr wrap="square" lIns="0" tIns="0" rIns="0" bIns="0" rtlCol="0" anchor="ctr"/>
          <a:lstStyle/>
          <a:p>
            <a:pPr marL="0" indent="0">
              <a:buNone/>
            </a:pPr>
            <a:r>
              <a:rPr lang="en-US" sz="4000" b="1" dirty="0">
                <a:solidFill>
                  <a:srgbClr val="4036ED"/>
                </a:solidFill>
                <a:latin typeface="Calibri" pitchFamily="34" charset="0"/>
                <a:ea typeface="Calibri" pitchFamily="34" charset="-122"/>
                <a:cs typeface="Calibri" pitchFamily="34" charset="-120"/>
              </a:rPr>
              <a:t>Las 21 vocales</a:t>
            </a:r>
            <a:endParaRPr lang="en-US" sz="4000" dirty="0"/>
          </a:p>
        </p:txBody>
      </p:sp>
      <p:sp>
        <p:nvSpPr>
          <p:cNvPr id="4" name="Text 2"/>
          <p:cNvSpPr/>
          <p:nvPr/>
        </p:nvSpPr>
        <p:spPr>
          <a:xfrm>
            <a:off x="457200" y="1691640"/>
            <a:ext cx="10972800" cy="457200"/>
          </a:xfrm>
          <a:prstGeom prst="rect">
            <a:avLst/>
          </a:prstGeom>
          <a:noFill/>
          <a:ln/>
        </p:spPr>
        <p:txBody>
          <a:bodyPr wrap="square" lIns="0" tIns="0" rIns="0" bIns="0" rtlCol="0" anchor="ctr"/>
          <a:lstStyle/>
          <a:p>
            <a:pPr marL="0" indent="0">
              <a:buNone/>
            </a:pPr>
            <a:r>
              <a:rPr lang="en-US" sz="1400" i="1" dirty="0">
                <a:solidFill>
                  <a:srgbClr val="4A4A55"/>
                </a:solidFill>
                <a:latin typeface="Calibri" pitchFamily="34" charset="0"/>
                <a:ea typeface="Calibri" pitchFamily="34" charset="-122"/>
                <a:cs typeface="Calibri" pitchFamily="34" charset="-120"/>
              </a:rPr>
              <a:t>Todo lo que aprendiste en el capítulo 1, en una sola página.</a:t>
            </a:r>
            <a:endParaRPr lang="en-US" sz="1400" dirty="0"/>
          </a:p>
        </p:txBody>
      </p:sp>
      <p:sp>
        <p:nvSpPr>
          <p:cNvPr id="5" name="Shape 3"/>
          <p:cNvSpPr/>
          <p:nvPr/>
        </p:nvSpPr>
        <p:spPr>
          <a:xfrm>
            <a:off x="685800" y="2441448"/>
            <a:ext cx="10911535" cy="960120"/>
          </a:xfrm>
          <a:prstGeom prst="roundRect">
            <a:avLst>
              <a:gd name="adj" fmla="val 14286"/>
            </a:avLst>
          </a:prstGeom>
          <a:solidFill>
            <a:srgbClr val="FFE0E0"/>
          </a:solidFill>
          <a:ln w="15240">
            <a:solidFill>
              <a:srgbClr val="FE6768"/>
            </a:solidFill>
            <a:prstDash val="solid"/>
          </a:ln>
        </p:spPr>
      </p:sp>
      <p:sp>
        <p:nvSpPr>
          <p:cNvPr id="6" name="Text 4"/>
          <p:cNvSpPr/>
          <p:nvPr/>
        </p:nvSpPr>
        <p:spPr>
          <a:xfrm>
            <a:off x="777240" y="2468880"/>
            <a:ext cx="2926080" cy="960120"/>
          </a:xfrm>
          <a:prstGeom prst="rect">
            <a:avLst/>
          </a:prstGeom>
          <a:noFill/>
          <a:ln/>
        </p:spPr>
        <p:txBody>
          <a:bodyPr wrap="square" lIns="0" tIns="0" rIns="0" bIns="0" rtlCol="0" anchor="ctr"/>
          <a:lstStyle/>
          <a:p>
            <a:pPr marL="0" indent="0">
              <a:buNone/>
            </a:pPr>
            <a:r>
              <a:rPr lang="en-US" sz="1100" b="1" kern="0" spc="300" dirty="0">
                <a:solidFill>
                  <a:srgbClr val="FE6768"/>
                </a:solidFill>
                <a:latin typeface="Calibri" pitchFamily="34" charset="0"/>
                <a:ea typeface="Calibri" pitchFamily="34" charset="-122"/>
                <a:cs typeface="Calibri" pitchFamily="34" charset="-120"/>
              </a:rPr>
              <a:t>FUNDAMENTALES (11)</a:t>
            </a:r>
            <a:endParaRPr lang="en-US" sz="1100" dirty="0"/>
          </a:p>
        </p:txBody>
      </p:sp>
      <p:sp>
        <p:nvSpPr>
          <p:cNvPr id="7" name="Text 5"/>
          <p:cNvSpPr/>
          <p:nvPr/>
        </p:nvSpPr>
        <p:spPr>
          <a:xfrm>
            <a:off x="3566160" y="2468880"/>
            <a:ext cx="725950" cy="960120"/>
          </a:xfrm>
          <a:prstGeom prst="rect">
            <a:avLst/>
          </a:prstGeom>
          <a:noFill/>
          <a:ln/>
        </p:spPr>
        <p:txBody>
          <a:bodyPr wrap="square" lIns="0" tIns="0" rIns="0" bIns="0" rtlCol="0" anchor="ctr"/>
          <a:lstStyle/>
          <a:p>
            <a:pPr marL="0" indent="0" algn="ctr">
              <a:buNone/>
            </a:pPr>
            <a:r>
              <a:rPr lang="en-US" sz="2800" b="1" dirty="0">
                <a:solidFill>
                  <a:srgbClr val="FE6768"/>
                </a:solidFill>
                <a:latin typeface="Malgun Gothic" pitchFamily="34" charset="0"/>
                <a:ea typeface="Malgun Gothic" pitchFamily="34" charset="-122"/>
                <a:cs typeface="Malgun Gothic" pitchFamily="34" charset="-120"/>
              </a:rPr>
              <a:t>ㅏ</a:t>
            </a:r>
            <a:endParaRPr lang="en-US" sz="2800" dirty="0"/>
          </a:p>
        </p:txBody>
      </p:sp>
      <p:sp>
        <p:nvSpPr>
          <p:cNvPr id="8" name="Text 6"/>
          <p:cNvSpPr/>
          <p:nvPr/>
        </p:nvSpPr>
        <p:spPr>
          <a:xfrm>
            <a:off x="4292110" y="2468880"/>
            <a:ext cx="725950" cy="960120"/>
          </a:xfrm>
          <a:prstGeom prst="rect">
            <a:avLst/>
          </a:prstGeom>
          <a:noFill/>
          <a:ln/>
        </p:spPr>
        <p:txBody>
          <a:bodyPr wrap="square" lIns="0" tIns="0" rIns="0" bIns="0" rtlCol="0" anchor="ctr"/>
          <a:lstStyle/>
          <a:p>
            <a:pPr marL="0" indent="0" algn="ctr">
              <a:buNone/>
            </a:pPr>
            <a:r>
              <a:rPr lang="en-US" sz="2800" b="1" dirty="0">
                <a:solidFill>
                  <a:srgbClr val="FE6768"/>
                </a:solidFill>
                <a:latin typeface="Malgun Gothic" pitchFamily="34" charset="0"/>
                <a:ea typeface="Malgun Gothic" pitchFamily="34" charset="-122"/>
                <a:cs typeface="Malgun Gothic" pitchFamily="34" charset="-120"/>
              </a:rPr>
              <a:t>ㅑ</a:t>
            </a:r>
            <a:endParaRPr lang="en-US" sz="2800" dirty="0"/>
          </a:p>
        </p:txBody>
      </p:sp>
      <p:sp>
        <p:nvSpPr>
          <p:cNvPr id="9" name="Text 7"/>
          <p:cNvSpPr/>
          <p:nvPr/>
        </p:nvSpPr>
        <p:spPr>
          <a:xfrm>
            <a:off x="5018061" y="2468880"/>
            <a:ext cx="725950" cy="960120"/>
          </a:xfrm>
          <a:prstGeom prst="rect">
            <a:avLst/>
          </a:prstGeom>
          <a:noFill/>
          <a:ln/>
        </p:spPr>
        <p:txBody>
          <a:bodyPr wrap="square" lIns="0" tIns="0" rIns="0" bIns="0" rtlCol="0" anchor="ctr"/>
          <a:lstStyle/>
          <a:p>
            <a:pPr marL="0" indent="0" algn="ctr">
              <a:buNone/>
            </a:pPr>
            <a:r>
              <a:rPr lang="en-US" sz="2800" b="1" dirty="0">
                <a:solidFill>
                  <a:srgbClr val="FE6768"/>
                </a:solidFill>
                <a:latin typeface="Malgun Gothic" pitchFamily="34" charset="0"/>
                <a:ea typeface="Malgun Gothic" pitchFamily="34" charset="-122"/>
                <a:cs typeface="Malgun Gothic" pitchFamily="34" charset="-120"/>
              </a:rPr>
              <a:t>ㅓ</a:t>
            </a:r>
            <a:endParaRPr lang="en-US" sz="2800" dirty="0"/>
          </a:p>
        </p:txBody>
      </p:sp>
      <p:sp>
        <p:nvSpPr>
          <p:cNvPr id="10" name="Text 8"/>
          <p:cNvSpPr/>
          <p:nvPr/>
        </p:nvSpPr>
        <p:spPr>
          <a:xfrm>
            <a:off x="5744011" y="2468880"/>
            <a:ext cx="725950" cy="960120"/>
          </a:xfrm>
          <a:prstGeom prst="rect">
            <a:avLst/>
          </a:prstGeom>
          <a:noFill/>
          <a:ln/>
        </p:spPr>
        <p:txBody>
          <a:bodyPr wrap="square" lIns="0" tIns="0" rIns="0" bIns="0" rtlCol="0" anchor="ctr"/>
          <a:lstStyle/>
          <a:p>
            <a:pPr marL="0" indent="0" algn="ctr">
              <a:buNone/>
            </a:pPr>
            <a:r>
              <a:rPr lang="en-US" sz="2800" b="1" dirty="0">
                <a:solidFill>
                  <a:srgbClr val="FE6768"/>
                </a:solidFill>
                <a:latin typeface="Malgun Gothic" pitchFamily="34" charset="0"/>
                <a:ea typeface="Malgun Gothic" pitchFamily="34" charset="-122"/>
                <a:cs typeface="Malgun Gothic" pitchFamily="34" charset="-120"/>
              </a:rPr>
              <a:t>ㅕ</a:t>
            </a:r>
            <a:endParaRPr lang="en-US" sz="2800" dirty="0"/>
          </a:p>
        </p:txBody>
      </p:sp>
      <p:sp>
        <p:nvSpPr>
          <p:cNvPr id="11" name="Text 9"/>
          <p:cNvSpPr/>
          <p:nvPr/>
        </p:nvSpPr>
        <p:spPr>
          <a:xfrm>
            <a:off x="6469962" y="2468880"/>
            <a:ext cx="725950" cy="960120"/>
          </a:xfrm>
          <a:prstGeom prst="rect">
            <a:avLst/>
          </a:prstGeom>
          <a:noFill/>
          <a:ln/>
        </p:spPr>
        <p:txBody>
          <a:bodyPr wrap="square" lIns="0" tIns="0" rIns="0" bIns="0" rtlCol="0" anchor="ctr"/>
          <a:lstStyle/>
          <a:p>
            <a:pPr marL="0" indent="0" algn="ctr">
              <a:buNone/>
            </a:pPr>
            <a:r>
              <a:rPr lang="en-US" sz="2800" b="1" dirty="0">
                <a:solidFill>
                  <a:srgbClr val="FE6768"/>
                </a:solidFill>
                <a:latin typeface="Malgun Gothic" pitchFamily="34" charset="0"/>
                <a:ea typeface="Malgun Gothic" pitchFamily="34" charset="-122"/>
                <a:cs typeface="Malgun Gothic" pitchFamily="34" charset="-120"/>
              </a:rPr>
              <a:t>ㅗ</a:t>
            </a:r>
            <a:endParaRPr lang="en-US" sz="2800" dirty="0"/>
          </a:p>
        </p:txBody>
      </p:sp>
      <p:sp>
        <p:nvSpPr>
          <p:cNvPr id="12" name="Text 10"/>
          <p:cNvSpPr/>
          <p:nvPr/>
        </p:nvSpPr>
        <p:spPr>
          <a:xfrm>
            <a:off x="7195912" y="2468880"/>
            <a:ext cx="725950" cy="960120"/>
          </a:xfrm>
          <a:prstGeom prst="rect">
            <a:avLst/>
          </a:prstGeom>
          <a:noFill/>
          <a:ln/>
        </p:spPr>
        <p:txBody>
          <a:bodyPr wrap="square" lIns="0" tIns="0" rIns="0" bIns="0" rtlCol="0" anchor="ctr"/>
          <a:lstStyle/>
          <a:p>
            <a:pPr marL="0" indent="0" algn="ctr">
              <a:buNone/>
            </a:pPr>
            <a:r>
              <a:rPr lang="en-US" sz="2800" b="1" dirty="0">
                <a:solidFill>
                  <a:srgbClr val="FE6768"/>
                </a:solidFill>
                <a:latin typeface="Malgun Gothic" pitchFamily="34" charset="0"/>
                <a:ea typeface="Malgun Gothic" pitchFamily="34" charset="-122"/>
                <a:cs typeface="Malgun Gothic" pitchFamily="34" charset="-120"/>
              </a:rPr>
              <a:t>ㅛ</a:t>
            </a:r>
            <a:endParaRPr lang="en-US" sz="2800" dirty="0"/>
          </a:p>
        </p:txBody>
      </p:sp>
      <p:sp>
        <p:nvSpPr>
          <p:cNvPr id="13" name="Text 11"/>
          <p:cNvSpPr/>
          <p:nvPr/>
        </p:nvSpPr>
        <p:spPr>
          <a:xfrm>
            <a:off x="7921863" y="2468880"/>
            <a:ext cx="725950" cy="960120"/>
          </a:xfrm>
          <a:prstGeom prst="rect">
            <a:avLst/>
          </a:prstGeom>
          <a:noFill/>
          <a:ln/>
        </p:spPr>
        <p:txBody>
          <a:bodyPr wrap="square" lIns="0" tIns="0" rIns="0" bIns="0" rtlCol="0" anchor="ctr"/>
          <a:lstStyle/>
          <a:p>
            <a:pPr marL="0" indent="0" algn="ctr">
              <a:buNone/>
            </a:pPr>
            <a:r>
              <a:rPr lang="en-US" sz="2800" b="1" dirty="0">
                <a:solidFill>
                  <a:srgbClr val="FE6768"/>
                </a:solidFill>
                <a:latin typeface="Malgun Gothic" pitchFamily="34" charset="0"/>
                <a:ea typeface="Malgun Gothic" pitchFamily="34" charset="-122"/>
                <a:cs typeface="Malgun Gothic" pitchFamily="34" charset="-120"/>
              </a:rPr>
              <a:t>ㅜ</a:t>
            </a:r>
            <a:endParaRPr lang="en-US" sz="2800" dirty="0"/>
          </a:p>
        </p:txBody>
      </p:sp>
      <p:sp>
        <p:nvSpPr>
          <p:cNvPr id="14" name="Text 12"/>
          <p:cNvSpPr/>
          <p:nvPr/>
        </p:nvSpPr>
        <p:spPr>
          <a:xfrm>
            <a:off x="8647813" y="2468880"/>
            <a:ext cx="725950" cy="960120"/>
          </a:xfrm>
          <a:prstGeom prst="rect">
            <a:avLst/>
          </a:prstGeom>
          <a:noFill/>
          <a:ln/>
        </p:spPr>
        <p:txBody>
          <a:bodyPr wrap="square" lIns="0" tIns="0" rIns="0" bIns="0" rtlCol="0" anchor="ctr"/>
          <a:lstStyle/>
          <a:p>
            <a:pPr marL="0" indent="0" algn="ctr">
              <a:buNone/>
            </a:pPr>
            <a:r>
              <a:rPr lang="en-US" sz="2800" b="1" dirty="0">
                <a:solidFill>
                  <a:srgbClr val="FE6768"/>
                </a:solidFill>
                <a:latin typeface="Malgun Gothic" pitchFamily="34" charset="0"/>
                <a:ea typeface="Malgun Gothic" pitchFamily="34" charset="-122"/>
                <a:cs typeface="Malgun Gothic" pitchFamily="34" charset="-120"/>
              </a:rPr>
              <a:t>ㅠ</a:t>
            </a:r>
            <a:endParaRPr lang="en-US" sz="2800" dirty="0"/>
          </a:p>
        </p:txBody>
      </p:sp>
      <p:sp>
        <p:nvSpPr>
          <p:cNvPr id="15" name="Text 13"/>
          <p:cNvSpPr/>
          <p:nvPr/>
        </p:nvSpPr>
        <p:spPr>
          <a:xfrm>
            <a:off x="9373764" y="2468880"/>
            <a:ext cx="725950" cy="960120"/>
          </a:xfrm>
          <a:prstGeom prst="rect">
            <a:avLst/>
          </a:prstGeom>
          <a:noFill/>
          <a:ln/>
        </p:spPr>
        <p:txBody>
          <a:bodyPr wrap="square" lIns="0" tIns="0" rIns="0" bIns="0" rtlCol="0" anchor="ctr"/>
          <a:lstStyle/>
          <a:p>
            <a:pPr marL="0" indent="0" algn="ctr">
              <a:buNone/>
            </a:pPr>
            <a:r>
              <a:rPr lang="en-US" sz="2800" b="1" dirty="0">
                <a:solidFill>
                  <a:srgbClr val="FE6768"/>
                </a:solidFill>
                <a:latin typeface="Malgun Gothic" pitchFamily="34" charset="0"/>
                <a:ea typeface="Malgun Gothic" pitchFamily="34" charset="-122"/>
                <a:cs typeface="Malgun Gothic" pitchFamily="34" charset="-120"/>
              </a:rPr>
              <a:t>ㅡ</a:t>
            </a:r>
            <a:endParaRPr lang="en-US" sz="2800" dirty="0"/>
          </a:p>
        </p:txBody>
      </p:sp>
      <p:sp>
        <p:nvSpPr>
          <p:cNvPr id="16" name="Text 14"/>
          <p:cNvSpPr/>
          <p:nvPr/>
        </p:nvSpPr>
        <p:spPr>
          <a:xfrm>
            <a:off x="10099714" y="2468880"/>
            <a:ext cx="725950" cy="960120"/>
          </a:xfrm>
          <a:prstGeom prst="rect">
            <a:avLst/>
          </a:prstGeom>
          <a:noFill/>
          <a:ln/>
        </p:spPr>
        <p:txBody>
          <a:bodyPr wrap="square" lIns="0" tIns="0" rIns="0" bIns="0" rtlCol="0" anchor="ctr"/>
          <a:lstStyle/>
          <a:p>
            <a:pPr marL="0" indent="0" algn="ctr">
              <a:buNone/>
            </a:pPr>
            <a:r>
              <a:rPr lang="en-US" sz="2800" b="1" dirty="0">
                <a:solidFill>
                  <a:srgbClr val="FE6768"/>
                </a:solidFill>
                <a:latin typeface="Malgun Gothic" pitchFamily="34" charset="0"/>
                <a:ea typeface="Malgun Gothic" pitchFamily="34" charset="-122"/>
                <a:cs typeface="Malgun Gothic" pitchFamily="34" charset="-120"/>
              </a:rPr>
              <a:t>ㅣ</a:t>
            </a:r>
            <a:endParaRPr lang="en-US" sz="2800" dirty="0"/>
          </a:p>
        </p:txBody>
      </p:sp>
      <p:sp>
        <p:nvSpPr>
          <p:cNvPr id="17" name="Text 15"/>
          <p:cNvSpPr/>
          <p:nvPr/>
        </p:nvSpPr>
        <p:spPr>
          <a:xfrm>
            <a:off x="10825665" y="2468880"/>
            <a:ext cx="725950" cy="960120"/>
          </a:xfrm>
          <a:prstGeom prst="rect">
            <a:avLst/>
          </a:prstGeom>
          <a:noFill/>
          <a:ln/>
        </p:spPr>
        <p:txBody>
          <a:bodyPr wrap="square" lIns="0" tIns="0" rIns="0" bIns="0" rtlCol="0" anchor="ctr"/>
          <a:lstStyle/>
          <a:p>
            <a:pPr marL="0" indent="0" algn="ctr">
              <a:buNone/>
            </a:pPr>
            <a:r>
              <a:rPr lang="en-US" sz="2800" b="1" dirty="0">
                <a:solidFill>
                  <a:srgbClr val="FE6768"/>
                </a:solidFill>
                <a:latin typeface="Malgun Gothic" pitchFamily="34" charset="0"/>
                <a:ea typeface="Malgun Gothic" pitchFamily="34" charset="-122"/>
                <a:cs typeface="Malgun Gothic" pitchFamily="34" charset="-120"/>
              </a:rPr>
              <a:t>·</a:t>
            </a:r>
            <a:endParaRPr lang="en-US" sz="2800" dirty="0"/>
          </a:p>
        </p:txBody>
      </p:sp>
      <p:sp>
        <p:nvSpPr>
          <p:cNvPr id="18" name="Shape 16"/>
          <p:cNvSpPr/>
          <p:nvPr/>
        </p:nvSpPr>
        <p:spPr>
          <a:xfrm>
            <a:off x="640080" y="3520440"/>
            <a:ext cx="10911535" cy="960120"/>
          </a:xfrm>
          <a:prstGeom prst="roundRect">
            <a:avLst>
              <a:gd name="adj" fmla="val 14286"/>
            </a:avLst>
          </a:prstGeom>
          <a:solidFill>
            <a:srgbClr val="EDE8FF"/>
          </a:solidFill>
          <a:ln w="15240">
            <a:solidFill>
              <a:srgbClr val="A79BFF"/>
            </a:solidFill>
            <a:prstDash val="solid"/>
          </a:ln>
        </p:spPr>
      </p:sp>
      <p:sp>
        <p:nvSpPr>
          <p:cNvPr id="19" name="Text 17"/>
          <p:cNvSpPr/>
          <p:nvPr/>
        </p:nvSpPr>
        <p:spPr>
          <a:xfrm>
            <a:off x="777240" y="3520440"/>
            <a:ext cx="2926080" cy="960120"/>
          </a:xfrm>
          <a:prstGeom prst="rect">
            <a:avLst/>
          </a:prstGeom>
          <a:noFill/>
          <a:ln/>
        </p:spPr>
        <p:txBody>
          <a:bodyPr wrap="square" lIns="0" tIns="0" rIns="0" bIns="0" rtlCol="0" anchor="ctr"/>
          <a:lstStyle/>
          <a:p>
            <a:pPr marL="0" indent="0">
              <a:buNone/>
            </a:pPr>
            <a:r>
              <a:rPr lang="en-US" sz="1100" b="1" kern="0" spc="300" dirty="0">
                <a:solidFill>
                  <a:srgbClr val="A79BFF"/>
                </a:solidFill>
                <a:latin typeface="Calibri" pitchFamily="34" charset="0"/>
                <a:ea typeface="Calibri" pitchFamily="34" charset="-122"/>
                <a:cs typeface="Calibri" pitchFamily="34" charset="-120"/>
              </a:rPr>
              <a:t>COMBINADAS (10)</a:t>
            </a:r>
            <a:endParaRPr lang="en-US" sz="1100" dirty="0"/>
          </a:p>
        </p:txBody>
      </p:sp>
      <p:sp>
        <p:nvSpPr>
          <p:cNvPr id="20" name="Text 18"/>
          <p:cNvSpPr/>
          <p:nvPr/>
        </p:nvSpPr>
        <p:spPr>
          <a:xfrm>
            <a:off x="3566160" y="3520440"/>
            <a:ext cx="1140779" cy="960120"/>
          </a:xfrm>
          <a:prstGeom prst="rect">
            <a:avLst/>
          </a:prstGeom>
          <a:noFill/>
          <a:ln/>
        </p:spPr>
        <p:txBody>
          <a:bodyPr wrap="square" lIns="0" tIns="0" rIns="0" bIns="0" rtlCol="0" anchor="ctr"/>
          <a:lstStyle/>
          <a:p>
            <a:pPr marL="0" indent="0" algn="ctr">
              <a:buNone/>
            </a:pPr>
            <a:r>
              <a:rPr lang="en-US" sz="2800" b="1" dirty="0">
                <a:solidFill>
                  <a:srgbClr val="A79BFF"/>
                </a:solidFill>
                <a:latin typeface="Malgun Gothic" pitchFamily="34" charset="0"/>
                <a:ea typeface="Malgun Gothic" pitchFamily="34" charset="-122"/>
                <a:cs typeface="Malgun Gothic" pitchFamily="34" charset="-120"/>
              </a:rPr>
              <a:t>ㅐ</a:t>
            </a:r>
            <a:endParaRPr lang="en-US" sz="2800" dirty="0"/>
          </a:p>
        </p:txBody>
      </p:sp>
      <p:sp>
        <p:nvSpPr>
          <p:cNvPr id="21" name="Text 19"/>
          <p:cNvSpPr/>
          <p:nvPr/>
        </p:nvSpPr>
        <p:spPr>
          <a:xfrm>
            <a:off x="4706939" y="3520440"/>
            <a:ext cx="1140779" cy="960120"/>
          </a:xfrm>
          <a:prstGeom prst="rect">
            <a:avLst/>
          </a:prstGeom>
          <a:noFill/>
          <a:ln/>
        </p:spPr>
        <p:txBody>
          <a:bodyPr wrap="square" lIns="0" tIns="0" rIns="0" bIns="0" rtlCol="0" anchor="ctr"/>
          <a:lstStyle/>
          <a:p>
            <a:pPr marL="0" indent="0" algn="ctr">
              <a:buNone/>
            </a:pPr>
            <a:r>
              <a:rPr lang="en-US" sz="2800" b="1" dirty="0">
                <a:solidFill>
                  <a:srgbClr val="A79BFF"/>
                </a:solidFill>
                <a:latin typeface="Malgun Gothic" pitchFamily="34" charset="0"/>
                <a:ea typeface="Malgun Gothic" pitchFamily="34" charset="-122"/>
                <a:cs typeface="Malgun Gothic" pitchFamily="34" charset="-120"/>
              </a:rPr>
              <a:t>ㅒ</a:t>
            </a:r>
            <a:endParaRPr lang="en-US" sz="2800" dirty="0"/>
          </a:p>
        </p:txBody>
      </p:sp>
      <p:sp>
        <p:nvSpPr>
          <p:cNvPr id="22" name="Text 20"/>
          <p:cNvSpPr/>
          <p:nvPr/>
        </p:nvSpPr>
        <p:spPr>
          <a:xfrm>
            <a:off x="5847719" y="3520440"/>
            <a:ext cx="1140779" cy="960120"/>
          </a:xfrm>
          <a:prstGeom prst="rect">
            <a:avLst/>
          </a:prstGeom>
          <a:noFill/>
          <a:ln/>
        </p:spPr>
        <p:txBody>
          <a:bodyPr wrap="square" lIns="0" tIns="0" rIns="0" bIns="0" rtlCol="0" anchor="ctr"/>
          <a:lstStyle/>
          <a:p>
            <a:pPr marL="0" indent="0" algn="ctr">
              <a:buNone/>
            </a:pPr>
            <a:r>
              <a:rPr lang="en-US" sz="2800" b="1" dirty="0">
                <a:solidFill>
                  <a:srgbClr val="A79BFF"/>
                </a:solidFill>
                <a:latin typeface="Malgun Gothic" pitchFamily="34" charset="0"/>
                <a:ea typeface="Malgun Gothic" pitchFamily="34" charset="-122"/>
                <a:cs typeface="Malgun Gothic" pitchFamily="34" charset="-120"/>
              </a:rPr>
              <a:t>ㅔ</a:t>
            </a:r>
            <a:endParaRPr lang="en-US" sz="2800" dirty="0"/>
          </a:p>
        </p:txBody>
      </p:sp>
      <p:sp>
        <p:nvSpPr>
          <p:cNvPr id="23" name="Text 21"/>
          <p:cNvSpPr/>
          <p:nvPr/>
        </p:nvSpPr>
        <p:spPr>
          <a:xfrm>
            <a:off x="6988498" y="3520440"/>
            <a:ext cx="1140779" cy="960120"/>
          </a:xfrm>
          <a:prstGeom prst="rect">
            <a:avLst/>
          </a:prstGeom>
          <a:noFill/>
          <a:ln/>
        </p:spPr>
        <p:txBody>
          <a:bodyPr wrap="square" lIns="0" tIns="0" rIns="0" bIns="0" rtlCol="0" anchor="ctr"/>
          <a:lstStyle/>
          <a:p>
            <a:pPr marL="0" indent="0" algn="ctr">
              <a:buNone/>
            </a:pPr>
            <a:r>
              <a:rPr lang="en-US" sz="2800" b="1" dirty="0">
                <a:solidFill>
                  <a:srgbClr val="A79BFF"/>
                </a:solidFill>
                <a:latin typeface="Malgun Gothic" pitchFamily="34" charset="0"/>
                <a:ea typeface="Malgun Gothic" pitchFamily="34" charset="-122"/>
                <a:cs typeface="Malgun Gothic" pitchFamily="34" charset="-120"/>
              </a:rPr>
              <a:t>ㅖ</a:t>
            </a:r>
            <a:endParaRPr lang="en-US" sz="2800" dirty="0"/>
          </a:p>
        </p:txBody>
      </p:sp>
      <p:sp>
        <p:nvSpPr>
          <p:cNvPr id="24" name="Text 22"/>
          <p:cNvSpPr/>
          <p:nvPr/>
        </p:nvSpPr>
        <p:spPr>
          <a:xfrm>
            <a:off x="8129277" y="3520440"/>
            <a:ext cx="1140779" cy="960120"/>
          </a:xfrm>
          <a:prstGeom prst="rect">
            <a:avLst/>
          </a:prstGeom>
          <a:noFill/>
          <a:ln/>
        </p:spPr>
        <p:txBody>
          <a:bodyPr wrap="square" lIns="0" tIns="0" rIns="0" bIns="0" rtlCol="0" anchor="ctr"/>
          <a:lstStyle/>
          <a:p>
            <a:pPr marL="0" indent="0" algn="ctr">
              <a:buNone/>
            </a:pPr>
            <a:r>
              <a:rPr lang="en-US" sz="2800" b="1" dirty="0">
                <a:solidFill>
                  <a:srgbClr val="A79BFF"/>
                </a:solidFill>
                <a:latin typeface="Malgun Gothic" pitchFamily="34" charset="0"/>
                <a:ea typeface="Malgun Gothic" pitchFamily="34" charset="-122"/>
                <a:cs typeface="Malgun Gothic" pitchFamily="34" charset="-120"/>
              </a:rPr>
              <a:t>ㅚ</a:t>
            </a:r>
            <a:endParaRPr lang="en-US" sz="2800" dirty="0"/>
          </a:p>
        </p:txBody>
      </p:sp>
      <p:sp>
        <p:nvSpPr>
          <p:cNvPr id="25" name="Text 23"/>
          <p:cNvSpPr/>
          <p:nvPr/>
        </p:nvSpPr>
        <p:spPr>
          <a:xfrm>
            <a:off x="9270057" y="3520440"/>
            <a:ext cx="1140779" cy="960120"/>
          </a:xfrm>
          <a:prstGeom prst="rect">
            <a:avLst/>
          </a:prstGeom>
          <a:noFill/>
          <a:ln/>
        </p:spPr>
        <p:txBody>
          <a:bodyPr wrap="square" lIns="0" tIns="0" rIns="0" bIns="0" rtlCol="0" anchor="ctr"/>
          <a:lstStyle/>
          <a:p>
            <a:pPr marL="0" indent="0" algn="ctr">
              <a:buNone/>
            </a:pPr>
            <a:r>
              <a:rPr lang="en-US" sz="2800" b="1" dirty="0">
                <a:solidFill>
                  <a:srgbClr val="A79BFF"/>
                </a:solidFill>
                <a:latin typeface="Malgun Gothic" pitchFamily="34" charset="0"/>
                <a:ea typeface="Malgun Gothic" pitchFamily="34" charset="-122"/>
                <a:cs typeface="Malgun Gothic" pitchFamily="34" charset="-120"/>
              </a:rPr>
              <a:t>ㅟ</a:t>
            </a:r>
            <a:endParaRPr lang="en-US" sz="2800" dirty="0"/>
          </a:p>
        </p:txBody>
      </p:sp>
      <p:sp>
        <p:nvSpPr>
          <p:cNvPr id="26" name="Text 24"/>
          <p:cNvSpPr/>
          <p:nvPr/>
        </p:nvSpPr>
        <p:spPr>
          <a:xfrm>
            <a:off x="10410836" y="3520440"/>
            <a:ext cx="1140779" cy="960120"/>
          </a:xfrm>
          <a:prstGeom prst="rect">
            <a:avLst/>
          </a:prstGeom>
          <a:noFill/>
          <a:ln/>
        </p:spPr>
        <p:txBody>
          <a:bodyPr wrap="square" lIns="0" tIns="0" rIns="0" bIns="0" rtlCol="0" anchor="ctr"/>
          <a:lstStyle/>
          <a:p>
            <a:pPr marL="0" indent="0" algn="ctr">
              <a:buNone/>
            </a:pPr>
            <a:r>
              <a:rPr lang="en-US" sz="2800" b="1" dirty="0">
                <a:solidFill>
                  <a:srgbClr val="A79BFF"/>
                </a:solidFill>
                <a:latin typeface="Malgun Gothic" pitchFamily="34" charset="0"/>
                <a:ea typeface="Malgun Gothic" pitchFamily="34" charset="-122"/>
                <a:cs typeface="Malgun Gothic" pitchFamily="34" charset="-120"/>
              </a:rPr>
              <a:t>ㅢ</a:t>
            </a:r>
            <a:endParaRPr lang="en-US" sz="2800" dirty="0"/>
          </a:p>
        </p:txBody>
      </p:sp>
      <p:sp>
        <p:nvSpPr>
          <p:cNvPr id="27" name="Shape 25"/>
          <p:cNvSpPr/>
          <p:nvPr/>
        </p:nvSpPr>
        <p:spPr>
          <a:xfrm>
            <a:off x="640080" y="4572000"/>
            <a:ext cx="10911535" cy="960120"/>
          </a:xfrm>
          <a:prstGeom prst="roundRect">
            <a:avLst>
              <a:gd name="adj" fmla="val 14286"/>
            </a:avLst>
          </a:prstGeom>
          <a:solidFill>
            <a:srgbClr val="FFE0E0"/>
          </a:solidFill>
          <a:ln w="15240">
            <a:solidFill>
              <a:srgbClr val="FE6768"/>
            </a:solidFill>
            <a:prstDash val="solid"/>
          </a:ln>
        </p:spPr>
      </p:sp>
      <p:sp>
        <p:nvSpPr>
          <p:cNvPr id="28" name="Text 26"/>
          <p:cNvSpPr/>
          <p:nvPr/>
        </p:nvSpPr>
        <p:spPr>
          <a:xfrm>
            <a:off x="777240" y="4572000"/>
            <a:ext cx="2926080" cy="960120"/>
          </a:xfrm>
          <a:prstGeom prst="rect">
            <a:avLst/>
          </a:prstGeom>
          <a:noFill/>
          <a:ln/>
        </p:spPr>
        <p:txBody>
          <a:bodyPr wrap="square" lIns="0" tIns="0" rIns="0" bIns="0" rtlCol="0" anchor="ctr"/>
          <a:lstStyle/>
          <a:p>
            <a:pPr marL="0" indent="0">
              <a:buNone/>
            </a:pPr>
            <a:r>
              <a:rPr lang="en-US" sz="1100" b="1" kern="0" spc="300" dirty="0">
                <a:solidFill>
                  <a:srgbClr val="FE6768"/>
                </a:solidFill>
                <a:latin typeface="Calibri" pitchFamily="34" charset="0"/>
                <a:ea typeface="Calibri" pitchFamily="34" charset="-122"/>
                <a:cs typeface="Calibri" pitchFamily="34" charset="-120"/>
              </a:rPr>
              <a:t>COMPUESTAS (4)</a:t>
            </a:r>
            <a:endParaRPr lang="en-US" sz="1100" dirty="0"/>
          </a:p>
        </p:txBody>
      </p:sp>
      <p:sp>
        <p:nvSpPr>
          <p:cNvPr id="29" name="Text 27"/>
          <p:cNvSpPr/>
          <p:nvPr/>
        </p:nvSpPr>
        <p:spPr>
          <a:xfrm>
            <a:off x="3566160" y="4572000"/>
            <a:ext cx="1996364" cy="960120"/>
          </a:xfrm>
          <a:prstGeom prst="rect">
            <a:avLst/>
          </a:prstGeom>
          <a:noFill/>
          <a:ln/>
        </p:spPr>
        <p:txBody>
          <a:bodyPr wrap="square" lIns="0" tIns="0" rIns="0" bIns="0" rtlCol="0" anchor="ctr"/>
          <a:lstStyle/>
          <a:p>
            <a:pPr marL="0" indent="0" algn="ctr">
              <a:buNone/>
            </a:pPr>
            <a:r>
              <a:rPr lang="en-US" sz="2800" b="1" dirty="0">
                <a:solidFill>
                  <a:srgbClr val="FE6768"/>
                </a:solidFill>
                <a:latin typeface="Malgun Gothic" pitchFamily="34" charset="0"/>
                <a:ea typeface="Malgun Gothic" pitchFamily="34" charset="-122"/>
                <a:cs typeface="Malgun Gothic" pitchFamily="34" charset="-120"/>
              </a:rPr>
              <a:t>ㅘ</a:t>
            </a:r>
            <a:endParaRPr lang="en-US" sz="2800" dirty="0"/>
          </a:p>
        </p:txBody>
      </p:sp>
      <p:sp>
        <p:nvSpPr>
          <p:cNvPr id="30" name="Text 28"/>
          <p:cNvSpPr/>
          <p:nvPr/>
        </p:nvSpPr>
        <p:spPr>
          <a:xfrm>
            <a:off x="5562524" y="4572000"/>
            <a:ext cx="1996364" cy="960120"/>
          </a:xfrm>
          <a:prstGeom prst="rect">
            <a:avLst/>
          </a:prstGeom>
          <a:noFill/>
          <a:ln/>
        </p:spPr>
        <p:txBody>
          <a:bodyPr wrap="square" lIns="0" tIns="0" rIns="0" bIns="0" rtlCol="0" anchor="ctr"/>
          <a:lstStyle/>
          <a:p>
            <a:pPr marL="0" indent="0" algn="ctr">
              <a:buNone/>
            </a:pPr>
            <a:r>
              <a:rPr lang="en-US" sz="2800" b="1" dirty="0">
                <a:solidFill>
                  <a:srgbClr val="FE6768"/>
                </a:solidFill>
                <a:latin typeface="Malgun Gothic" pitchFamily="34" charset="0"/>
                <a:ea typeface="Malgun Gothic" pitchFamily="34" charset="-122"/>
                <a:cs typeface="Malgun Gothic" pitchFamily="34" charset="-120"/>
              </a:rPr>
              <a:t>ㅝ</a:t>
            </a:r>
            <a:endParaRPr lang="en-US" sz="2800" dirty="0"/>
          </a:p>
        </p:txBody>
      </p:sp>
      <p:sp>
        <p:nvSpPr>
          <p:cNvPr id="31" name="Text 29"/>
          <p:cNvSpPr/>
          <p:nvPr/>
        </p:nvSpPr>
        <p:spPr>
          <a:xfrm>
            <a:off x="7558888" y="4572000"/>
            <a:ext cx="1996364" cy="960120"/>
          </a:xfrm>
          <a:prstGeom prst="rect">
            <a:avLst/>
          </a:prstGeom>
          <a:noFill/>
          <a:ln/>
        </p:spPr>
        <p:txBody>
          <a:bodyPr wrap="square" lIns="0" tIns="0" rIns="0" bIns="0" rtlCol="0" anchor="ctr"/>
          <a:lstStyle/>
          <a:p>
            <a:pPr marL="0" indent="0" algn="ctr">
              <a:buNone/>
            </a:pPr>
            <a:r>
              <a:rPr lang="en-US" sz="2800" b="1" dirty="0">
                <a:solidFill>
                  <a:srgbClr val="FE6768"/>
                </a:solidFill>
                <a:latin typeface="Malgun Gothic" pitchFamily="34" charset="0"/>
                <a:ea typeface="Malgun Gothic" pitchFamily="34" charset="-122"/>
                <a:cs typeface="Malgun Gothic" pitchFamily="34" charset="-120"/>
              </a:rPr>
              <a:t>ㅙ</a:t>
            </a:r>
            <a:endParaRPr lang="en-US" sz="2800" dirty="0"/>
          </a:p>
        </p:txBody>
      </p:sp>
      <p:sp>
        <p:nvSpPr>
          <p:cNvPr id="32" name="Text 30"/>
          <p:cNvSpPr/>
          <p:nvPr/>
        </p:nvSpPr>
        <p:spPr>
          <a:xfrm>
            <a:off x="9555251" y="4572000"/>
            <a:ext cx="1996364" cy="960120"/>
          </a:xfrm>
          <a:prstGeom prst="rect">
            <a:avLst/>
          </a:prstGeom>
          <a:noFill/>
          <a:ln/>
        </p:spPr>
        <p:txBody>
          <a:bodyPr wrap="square" lIns="0" tIns="0" rIns="0" bIns="0" rtlCol="0" anchor="ctr"/>
          <a:lstStyle/>
          <a:p>
            <a:pPr marL="0" indent="0" algn="ctr">
              <a:buNone/>
            </a:pPr>
            <a:r>
              <a:rPr lang="en-US" sz="2800" b="1" dirty="0">
                <a:solidFill>
                  <a:srgbClr val="FE6768"/>
                </a:solidFill>
                <a:latin typeface="Malgun Gothic" pitchFamily="34" charset="0"/>
                <a:ea typeface="Malgun Gothic" pitchFamily="34" charset="-122"/>
                <a:cs typeface="Malgun Gothic" pitchFamily="34" charset="-120"/>
              </a:rPr>
              <a:t>ㅞ</a:t>
            </a:r>
            <a:endParaRPr lang="en-US" sz="2800" dirty="0"/>
          </a:p>
        </p:txBody>
      </p:sp>
      <p:sp>
        <p:nvSpPr>
          <p:cNvPr id="33" name="Text 31"/>
          <p:cNvSpPr/>
          <p:nvPr/>
        </p:nvSpPr>
        <p:spPr>
          <a:xfrm>
            <a:off x="640080" y="5760720"/>
            <a:ext cx="10911535" cy="365760"/>
          </a:xfrm>
          <a:prstGeom prst="rect">
            <a:avLst/>
          </a:prstGeom>
          <a:noFill/>
          <a:ln/>
        </p:spPr>
        <p:txBody>
          <a:bodyPr wrap="square" lIns="0" tIns="0" rIns="0" bIns="0" rtlCol="0" anchor="ctr"/>
          <a:lstStyle/>
          <a:p>
            <a:pPr marL="0" indent="0" algn="ctr">
              <a:buNone/>
            </a:pPr>
            <a:r>
              <a:rPr lang="en-US" sz="1300" b="1" i="1" dirty="0">
                <a:solidFill>
                  <a:srgbClr val="4036ED"/>
                </a:solidFill>
                <a:latin typeface="Calibri" pitchFamily="34" charset="0"/>
                <a:ea typeface="Calibri" pitchFamily="34" charset="-122"/>
                <a:cs typeface="Calibri" pitchFamily="34" charset="-120"/>
              </a:rPr>
              <a:t>Total: 21 vocales coreanas — todas derivadas de · ㅡ ㅣ.</a:t>
            </a:r>
            <a:endParaRPr lang="en-US" sz="1300" dirty="0"/>
          </a:p>
        </p:txBody>
      </p:sp>
      <p:sp>
        <p:nvSpPr>
          <p:cNvPr id="35" name="Text 32"/>
          <p:cNvSpPr/>
          <p:nvPr/>
        </p:nvSpPr>
        <p:spPr>
          <a:xfrm>
            <a:off x="365760" y="6446520"/>
            <a:ext cx="5486400" cy="228600"/>
          </a:xfrm>
          <a:prstGeom prst="rect">
            <a:avLst/>
          </a:prstGeom>
          <a:noFill/>
          <a:ln/>
        </p:spPr>
        <p:txBody>
          <a:bodyPr wrap="square" lIns="0" tIns="0" rIns="0" bIns="0" rtlCol="0" anchor="ctr"/>
          <a:lstStyle/>
          <a:p>
            <a:pPr marL="0" indent="0">
              <a:buNone/>
            </a:pPr>
            <a:r>
              <a:rPr lang="en-US" sz="800" kern="0" spc="300" dirty="0">
                <a:solidFill>
                  <a:srgbClr val="4A4A55"/>
                </a:solidFill>
                <a:latin typeface="Calibri" pitchFamily="34" charset="0"/>
                <a:ea typeface="Calibri" pitchFamily="34" charset="-122"/>
                <a:cs typeface="Calibri" pitchFamily="34" charset="-120"/>
              </a:rPr>
              <a:t>ACADEMIA SEÚL  ·  METHOD CHINGU™</a:t>
            </a:r>
            <a:endParaRPr lang="en-US" sz="800" dirty="0"/>
          </a:p>
        </p:txBody>
      </p:sp>
      <p:sp>
        <p:nvSpPr>
          <p:cNvPr id="36" name="Text 33"/>
          <p:cNvSpPr/>
          <p:nvPr/>
        </p:nvSpPr>
        <p:spPr>
          <a:xfrm>
            <a:off x="11277295" y="6446520"/>
            <a:ext cx="548640" cy="228600"/>
          </a:xfrm>
          <a:prstGeom prst="rect">
            <a:avLst/>
          </a:prstGeom>
          <a:noFill/>
          <a:ln/>
        </p:spPr>
        <p:txBody>
          <a:bodyPr wrap="square" lIns="0" tIns="0" rIns="0" bIns="0" rtlCol="0" anchor="ctr"/>
          <a:lstStyle/>
          <a:p>
            <a:pPr marL="0" indent="0" algn="r">
              <a:buNone/>
            </a:pPr>
            <a:r>
              <a:rPr lang="en-US" sz="800" dirty="0">
                <a:solidFill>
                  <a:srgbClr val="4A4A55"/>
                </a:solidFill>
                <a:latin typeface="Calibri" pitchFamily="34" charset="0"/>
                <a:ea typeface="Calibri" pitchFamily="34" charset="-122"/>
                <a:cs typeface="Calibri" pitchFamily="34" charset="-120"/>
              </a:rPr>
              <a:t>120</a:t>
            </a:r>
            <a:endParaRPr lang="en-US" sz="800" dirty="0"/>
          </a:p>
        </p:txBody>
      </p:sp>
      <p:sp>
        <p:nvSpPr>
          <p:cNvPr id="37" name="TextBox 36">
            <a:extLst>
              <a:ext uri="{FF2B5EF4-FFF2-40B4-BE49-F238E27FC236}">
                <a16:creationId xmlns:a16="http://schemas.microsoft.com/office/drawing/2014/main" id="{1455D518-77A6-A1BE-2B95-1BD9E6987842}"/>
              </a:ext>
            </a:extLst>
          </p:cNvPr>
          <p:cNvSpPr txBox="1"/>
          <p:nvPr/>
        </p:nvSpPr>
        <p:spPr>
          <a:xfrm>
            <a:off x="3822803" y="3073660"/>
            <a:ext cx="295274" cy="369332"/>
          </a:xfrm>
          <a:prstGeom prst="rect">
            <a:avLst/>
          </a:prstGeom>
          <a:noFill/>
        </p:spPr>
        <p:txBody>
          <a:bodyPr wrap="none" rtlCol="0">
            <a:spAutoFit/>
          </a:bodyPr>
          <a:lstStyle/>
          <a:p>
            <a:r>
              <a:rPr lang="es-CL" dirty="0"/>
              <a:t>a</a:t>
            </a:r>
          </a:p>
        </p:txBody>
      </p:sp>
      <p:sp>
        <p:nvSpPr>
          <p:cNvPr id="38" name="TextBox 37">
            <a:extLst>
              <a:ext uri="{FF2B5EF4-FFF2-40B4-BE49-F238E27FC236}">
                <a16:creationId xmlns:a16="http://schemas.microsoft.com/office/drawing/2014/main" id="{285832F8-5FC4-447D-1626-E4682FB6855C}"/>
              </a:ext>
            </a:extLst>
          </p:cNvPr>
          <p:cNvSpPr txBox="1"/>
          <p:nvPr/>
        </p:nvSpPr>
        <p:spPr>
          <a:xfrm>
            <a:off x="4518662" y="3080847"/>
            <a:ext cx="348172" cy="369332"/>
          </a:xfrm>
          <a:prstGeom prst="rect">
            <a:avLst/>
          </a:prstGeom>
          <a:noFill/>
        </p:spPr>
        <p:txBody>
          <a:bodyPr wrap="none" rtlCol="0">
            <a:spAutoFit/>
          </a:bodyPr>
          <a:lstStyle/>
          <a:p>
            <a:r>
              <a:rPr lang="es-CL" dirty="0" err="1"/>
              <a:t>ia</a:t>
            </a:r>
            <a:endParaRPr lang="es-CL" dirty="0"/>
          </a:p>
        </p:txBody>
      </p:sp>
      <p:sp>
        <p:nvSpPr>
          <p:cNvPr id="39" name="TextBox 38">
            <a:extLst>
              <a:ext uri="{FF2B5EF4-FFF2-40B4-BE49-F238E27FC236}">
                <a16:creationId xmlns:a16="http://schemas.microsoft.com/office/drawing/2014/main" id="{0D04E0B0-2CA4-1727-558D-AE8FB44361CA}"/>
              </a:ext>
            </a:extLst>
          </p:cNvPr>
          <p:cNvSpPr txBox="1"/>
          <p:nvPr/>
        </p:nvSpPr>
        <p:spPr>
          <a:xfrm>
            <a:off x="5206949" y="3057882"/>
            <a:ext cx="421910" cy="369332"/>
          </a:xfrm>
          <a:prstGeom prst="rect">
            <a:avLst/>
          </a:prstGeom>
          <a:noFill/>
        </p:spPr>
        <p:txBody>
          <a:bodyPr wrap="none" rtlCol="0">
            <a:spAutoFit/>
          </a:bodyPr>
          <a:lstStyle/>
          <a:p>
            <a:r>
              <a:rPr lang="es-CL" dirty="0" err="1"/>
              <a:t>eo</a:t>
            </a:r>
            <a:endParaRPr lang="es-CL" dirty="0"/>
          </a:p>
        </p:txBody>
      </p:sp>
      <p:sp>
        <p:nvSpPr>
          <p:cNvPr id="40" name="TextBox 39">
            <a:extLst>
              <a:ext uri="{FF2B5EF4-FFF2-40B4-BE49-F238E27FC236}">
                <a16:creationId xmlns:a16="http://schemas.microsoft.com/office/drawing/2014/main" id="{381FD0A2-5632-1171-23AF-89443324A51B}"/>
              </a:ext>
            </a:extLst>
          </p:cNvPr>
          <p:cNvSpPr txBox="1"/>
          <p:nvPr/>
        </p:nvSpPr>
        <p:spPr>
          <a:xfrm>
            <a:off x="5943298" y="3051354"/>
            <a:ext cx="474810" cy="369332"/>
          </a:xfrm>
          <a:prstGeom prst="rect">
            <a:avLst/>
          </a:prstGeom>
          <a:noFill/>
        </p:spPr>
        <p:txBody>
          <a:bodyPr wrap="none" rtlCol="0">
            <a:spAutoFit/>
          </a:bodyPr>
          <a:lstStyle/>
          <a:p>
            <a:r>
              <a:rPr lang="es-CL" dirty="0" err="1"/>
              <a:t>ieo</a:t>
            </a:r>
            <a:endParaRPr lang="es-CL" dirty="0"/>
          </a:p>
        </p:txBody>
      </p:sp>
      <p:sp>
        <p:nvSpPr>
          <p:cNvPr id="41" name="TextBox 40">
            <a:extLst>
              <a:ext uri="{FF2B5EF4-FFF2-40B4-BE49-F238E27FC236}">
                <a16:creationId xmlns:a16="http://schemas.microsoft.com/office/drawing/2014/main" id="{9DA34BBA-E8A7-4D1D-9BB1-53A0AEA0818F}"/>
              </a:ext>
            </a:extLst>
          </p:cNvPr>
          <p:cNvSpPr txBox="1"/>
          <p:nvPr/>
        </p:nvSpPr>
        <p:spPr>
          <a:xfrm>
            <a:off x="6702764" y="3006327"/>
            <a:ext cx="306494" cy="369332"/>
          </a:xfrm>
          <a:prstGeom prst="rect">
            <a:avLst/>
          </a:prstGeom>
          <a:noFill/>
        </p:spPr>
        <p:txBody>
          <a:bodyPr wrap="none" rtlCol="0">
            <a:spAutoFit/>
          </a:bodyPr>
          <a:lstStyle/>
          <a:p>
            <a:r>
              <a:rPr lang="es-CL" dirty="0"/>
              <a:t>o</a:t>
            </a:r>
          </a:p>
        </p:txBody>
      </p:sp>
      <p:sp>
        <p:nvSpPr>
          <p:cNvPr id="42" name="TextBox 41">
            <a:extLst>
              <a:ext uri="{FF2B5EF4-FFF2-40B4-BE49-F238E27FC236}">
                <a16:creationId xmlns:a16="http://schemas.microsoft.com/office/drawing/2014/main" id="{1955BB0F-41BE-8931-FC76-47FB8A102486}"/>
              </a:ext>
            </a:extLst>
          </p:cNvPr>
          <p:cNvSpPr txBox="1"/>
          <p:nvPr/>
        </p:nvSpPr>
        <p:spPr>
          <a:xfrm>
            <a:off x="7354889" y="3015734"/>
            <a:ext cx="407997" cy="369332"/>
          </a:xfrm>
          <a:prstGeom prst="rect">
            <a:avLst/>
          </a:prstGeom>
          <a:noFill/>
        </p:spPr>
        <p:txBody>
          <a:bodyPr wrap="none" rtlCol="0">
            <a:spAutoFit/>
          </a:bodyPr>
          <a:lstStyle/>
          <a:p>
            <a:r>
              <a:rPr lang="es-CL" dirty="0"/>
              <a:t>yo</a:t>
            </a:r>
          </a:p>
        </p:txBody>
      </p:sp>
      <p:sp>
        <p:nvSpPr>
          <p:cNvPr id="43" name="TextBox 42">
            <a:extLst>
              <a:ext uri="{FF2B5EF4-FFF2-40B4-BE49-F238E27FC236}">
                <a16:creationId xmlns:a16="http://schemas.microsoft.com/office/drawing/2014/main" id="{81F1044B-62FD-6123-94DE-86849A19D7CC}"/>
              </a:ext>
            </a:extLst>
          </p:cNvPr>
          <p:cNvSpPr txBox="1"/>
          <p:nvPr/>
        </p:nvSpPr>
        <p:spPr>
          <a:xfrm>
            <a:off x="8149073" y="3045059"/>
            <a:ext cx="306494" cy="369332"/>
          </a:xfrm>
          <a:prstGeom prst="rect">
            <a:avLst/>
          </a:prstGeom>
          <a:noFill/>
        </p:spPr>
        <p:txBody>
          <a:bodyPr wrap="none" rtlCol="0">
            <a:spAutoFit/>
          </a:bodyPr>
          <a:lstStyle/>
          <a:p>
            <a:r>
              <a:rPr lang="es-CL" dirty="0"/>
              <a:t>u</a:t>
            </a:r>
          </a:p>
        </p:txBody>
      </p:sp>
      <p:sp>
        <p:nvSpPr>
          <p:cNvPr id="44" name="TextBox 43">
            <a:extLst>
              <a:ext uri="{FF2B5EF4-FFF2-40B4-BE49-F238E27FC236}">
                <a16:creationId xmlns:a16="http://schemas.microsoft.com/office/drawing/2014/main" id="{282E4182-4506-5CE1-A2F0-F8B1B18F0505}"/>
              </a:ext>
            </a:extLst>
          </p:cNvPr>
          <p:cNvSpPr txBox="1"/>
          <p:nvPr/>
        </p:nvSpPr>
        <p:spPr>
          <a:xfrm>
            <a:off x="8840059" y="3036808"/>
            <a:ext cx="359394" cy="369332"/>
          </a:xfrm>
          <a:prstGeom prst="rect">
            <a:avLst/>
          </a:prstGeom>
          <a:noFill/>
        </p:spPr>
        <p:txBody>
          <a:bodyPr wrap="none" rtlCol="0">
            <a:spAutoFit/>
          </a:bodyPr>
          <a:lstStyle/>
          <a:p>
            <a:r>
              <a:rPr lang="es-CL" dirty="0" err="1"/>
              <a:t>iu</a:t>
            </a:r>
            <a:endParaRPr lang="es-CL" dirty="0"/>
          </a:p>
        </p:txBody>
      </p:sp>
      <p:sp>
        <p:nvSpPr>
          <p:cNvPr id="45" name="TextBox 44">
            <a:extLst>
              <a:ext uri="{FF2B5EF4-FFF2-40B4-BE49-F238E27FC236}">
                <a16:creationId xmlns:a16="http://schemas.microsoft.com/office/drawing/2014/main" id="{AFDF2672-DB2A-D509-B98F-C83821661144}"/>
              </a:ext>
            </a:extLst>
          </p:cNvPr>
          <p:cNvSpPr txBox="1"/>
          <p:nvPr/>
        </p:nvSpPr>
        <p:spPr>
          <a:xfrm>
            <a:off x="9525784" y="3027557"/>
            <a:ext cx="421910" cy="369332"/>
          </a:xfrm>
          <a:prstGeom prst="rect">
            <a:avLst/>
          </a:prstGeom>
          <a:noFill/>
        </p:spPr>
        <p:txBody>
          <a:bodyPr wrap="none" rtlCol="0">
            <a:spAutoFit/>
          </a:bodyPr>
          <a:lstStyle/>
          <a:p>
            <a:r>
              <a:rPr lang="es-CL" dirty="0" err="1"/>
              <a:t>eu</a:t>
            </a:r>
            <a:endParaRPr lang="es-CL" dirty="0"/>
          </a:p>
        </p:txBody>
      </p:sp>
      <p:sp>
        <p:nvSpPr>
          <p:cNvPr id="46" name="TextBox 45">
            <a:extLst>
              <a:ext uri="{FF2B5EF4-FFF2-40B4-BE49-F238E27FC236}">
                <a16:creationId xmlns:a16="http://schemas.microsoft.com/office/drawing/2014/main" id="{DD13332D-5DCE-F5F4-8768-82569388C6C6}"/>
              </a:ext>
            </a:extLst>
          </p:cNvPr>
          <p:cNvSpPr txBox="1"/>
          <p:nvPr/>
        </p:nvSpPr>
        <p:spPr>
          <a:xfrm>
            <a:off x="10343906" y="3059668"/>
            <a:ext cx="237566" cy="369332"/>
          </a:xfrm>
          <a:prstGeom prst="rect">
            <a:avLst/>
          </a:prstGeom>
          <a:noFill/>
        </p:spPr>
        <p:txBody>
          <a:bodyPr wrap="none" rtlCol="0">
            <a:spAutoFit/>
          </a:bodyPr>
          <a:lstStyle/>
          <a:p>
            <a:r>
              <a:rPr lang="es-CL" dirty="0"/>
              <a:t>i</a:t>
            </a:r>
          </a:p>
        </p:txBody>
      </p:sp>
      <p:sp>
        <p:nvSpPr>
          <p:cNvPr id="47" name="TextBox 46">
            <a:extLst>
              <a:ext uri="{FF2B5EF4-FFF2-40B4-BE49-F238E27FC236}">
                <a16:creationId xmlns:a16="http://schemas.microsoft.com/office/drawing/2014/main" id="{AE58DE7B-815D-74EE-0C23-A419B64E5ECC}"/>
              </a:ext>
            </a:extLst>
          </p:cNvPr>
          <p:cNvSpPr txBox="1"/>
          <p:nvPr/>
        </p:nvSpPr>
        <p:spPr>
          <a:xfrm>
            <a:off x="4017766" y="4086582"/>
            <a:ext cx="300082" cy="369332"/>
          </a:xfrm>
          <a:prstGeom prst="rect">
            <a:avLst/>
          </a:prstGeom>
          <a:noFill/>
        </p:spPr>
        <p:txBody>
          <a:bodyPr wrap="none" rtlCol="0">
            <a:spAutoFit/>
          </a:bodyPr>
          <a:lstStyle/>
          <a:p>
            <a:r>
              <a:rPr lang="es-CL" dirty="0"/>
              <a:t>e</a:t>
            </a:r>
          </a:p>
        </p:txBody>
      </p:sp>
      <p:sp>
        <p:nvSpPr>
          <p:cNvPr id="48" name="TextBox 47">
            <a:extLst>
              <a:ext uri="{FF2B5EF4-FFF2-40B4-BE49-F238E27FC236}">
                <a16:creationId xmlns:a16="http://schemas.microsoft.com/office/drawing/2014/main" id="{CBEE7B1C-7D7B-3414-9733-D4808E233439}"/>
              </a:ext>
            </a:extLst>
          </p:cNvPr>
          <p:cNvSpPr txBox="1"/>
          <p:nvPr/>
        </p:nvSpPr>
        <p:spPr>
          <a:xfrm>
            <a:off x="5171426" y="4131302"/>
            <a:ext cx="401457" cy="369332"/>
          </a:xfrm>
          <a:prstGeom prst="rect">
            <a:avLst/>
          </a:prstGeom>
          <a:noFill/>
        </p:spPr>
        <p:txBody>
          <a:bodyPr wrap="none" rtlCol="0">
            <a:spAutoFit/>
          </a:bodyPr>
          <a:lstStyle/>
          <a:p>
            <a:r>
              <a:rPr lang="es-CL" dirty="0"/>
              <a:t>ye</a:t>
            </a:r>
          </a:p>
        </p:txBody>
      </p:sp>
      <p:sp>
        <p:nvSpPr>
          <p:cNvPr id="49" name="TextBox 48">
            <a:extLst>
              <a:ext uri="{FF2B5EF4-FFF2-40B4-BE49-F238E27FC236}">
                <a16:creationId xmlns:a16="http://schemas.microsoft.com/office/drawing/2014/main" id="{63E25B7A-BC91-9C55-6B0E-CBDF47BE5742}"/>
              </a:ext>
            </a:extLst>
          </p:cNvPr>
          <p:cNvSpPr txBox="1"/>
          <p:nvPr/>
        </p:nvSpPr>
        <p:spPr>
          <a:xfrm>
            <a:off x="7404305" y="4086582"/>
            <a:ext cx="401457" cy="369332"/>
          </a:xfrm>
          <a:prstGeom prst="rect">
            <a:avLst/>
          </a:prstGeom>
          <a:noFill/>
        </p:spPr>
        <p:txBody>
          <a:bodyPr wrap="none" rtlCol="0">
            <a:spAutoFit/>
          </a:bodyPr>
          <a:lstStyle/>
          <a:p>
            <a:r>
              <a:rPr lang="es-CL" dirty="0"/>
              <a:t>ye</a:t>
            </a:r>
          </a:p>
        </p:txBody>
      </p:sp>
      <p:sp>
        <p:nvSpPr>
          <p:cNvPr id="50" name="TextBox 49">
            <a:extLst>
              <a:ext uri="{FF2B5EF4-FFF2-40B4-BE49-F238E27FC236}">
                <a16:creationId xmlns:a16="http://schemas.microsoft.com/office/drawing/2014/main" id="{A51E950A-89DF-4EF0-EA9F-884A64A33E42}"/>
              </a:ext>
            </a:extLst>
          </p:cNvPr>
          <p:cNvSpPr txBox="1"/>
          <p:nvPr/>
        </p:nvSpPr>
        <p:spPr>
          <a:xfrm>
            <a:off x="6286701" y="4111228"/>
            <a:ext cx="300082" cy="369332"/>
          </a:xfrm>
          <a:prstGeom prst="rect">
            <a:avLst/>
          </a:prstGeom>
          <a:noFill/>
        </p:spPr>
        <p:txBody>
          <a:bodyPr wrap="none" rtlCol="0">
            <a:spAutoFit/>
          </a:bodyPr>
          <a:lstStyle/>
          <a:p>
            <a:r>
              <a:rPr lang="es-CL" dirty="0"/>
              <a:t>e</a:t>
            </a:r>
          </a:p>
        </p:txBody>
      </p:sp>
      <p:sp>
        <p:nvSpPr>
          <p:cNvPr id="51" name="TextBox 50">
            <a:extLst>
              <a:ext uri="{FF2B5EF4-FFF2-40B4-BE49-F238E27FC236}">
                <a16:creationId xmlns:a16="http://schemas.microsoft.com/office/drawing/2014/main" id="{5729D592-F4F2-2A9B-DA8F-2874DE2EEE5F}"/>
              </a:ext>
            </a:extLst>
          </p:cNvPr>
          <p:cNvSpPr txBox="1"/>
          <p:nvPr/>
        </p:nvSpPr>
        <p:spPr>
          <a:xfrm>
            <a:off x="8434852" y="4111228"/>
            <a:ext cx="584904" cy="369332"/>
          </a:xfrm>
          <a:prstGeom prst="rect">
            <a:avLst/>
          </a:prstGeom>
          <a:noFill/>
        </p:spPr>
        <p:txBody>
          <a:bodyPr wrap="none" rtlCol="0">
            <a:spAutoFit/>
          </a:bodyPr>
          <a:lstStyle/>
          <a:p>
            <a:r>
              <a:rPr lang="es-CL" u="sng" dirty="0" err="1"/>
              <a:t>woe</a:t>
            </a:r>
            <a:endParaRPr lang="es-CL" u="sng" dirty="0"/>
          </a:p>
        </p:txBody>
      </p:sp>
      <p:sp>
        <p:nvSpPr>
          <p:cNvPr id="52" name="TextBox 51">
            <a:extLst>
              <a:ext uri="{FF2B5EF4-FFF2-40B4-BE49-F238E27FC236}">
                <a16:creationId xmlns:a16="http://schemas.microsoft.com/office/drawing/2014/main" id="{71F38DA4-38CB-B7E3-2679-333659FB1811}"/>
              </a:ext>
            </a:extLst>
          </p:cNvPr>
          <p:cNvSpPr txBox="1"/>
          <p:nvPr/>
        </p:nvSpPr>
        <p:spPr>
          <a:xfrm>
            <a:off x="9593571" y="4139092"/>
            <a:ext cx="524503" cy="369332"/>
          </a:xfrm>
          <a:prstGeom prst="rect">
            <a:avLst/>
          </a:prstGeom>
          <a:noFill/>
        </p:spPr>
        <p:txBody>
          <a:bodyPr wrap="none" rtlCol="0">
            <a:spAutoFit/>
          </a:bodyPr>
          <a:lstStyle/>
          <a:p>
            <a:r>
              <a:rPr lang="es-CL" u="sng" dirty="0" err="1"/>
              <a:t>wui</a:t>
            </a:r>
            <a:endParaRPr lang="es-CL" u="sng" dirty="0"/>
          </a:p>
        </p:txBody>
      </p:sp>
      <p:sp>
        <p:nvSpPr>
          <p:cNvPr id="53" name="TextBox 52">
            <a:extLst>
              <a:ext uri="{FF2B5EF4-FFF2-40B4-BE49-F238E27FC236}">
                <a16:creationId xmlns:a16="http://schemas.microsoft.com/office/drawing/2014/main" id="{39346EFD-0541-E8E6-3EEE-D9609B52BF7A}"/>
              </a:ext>
            </a:extLst>
          </p:cNvPr>
          <p:cNvSpPr txBox="1"/>
          <p:nvPr/>
        </p:nvSpPr>
        <p:spPr>
          <a:xfrm>
            <a:off x="10758156" y="4086582"/>
            <a:ext cx="474810" cy="369332"/>
          </a:xfrm>
          <a:prstGeom prst="rect">
            <a:avLst/>
          </a:prstGeom>
          <a:noFill/>
        </p:spPr>
        <p:txBody>
          <a:bodyPr wrap="none" rtlCol="0">
            <a:spAutoFit/>
          </a:bodyPr>
          <a:lstStyle/>
          <a:p>
            <a:r>
              <a:rPr lang="es-CL" u="sng" dirty="0" err="1"/>
              <a:t>eui</a:t>
            </a:r>
            <a:endParaRPr lang="es-CL" u="sng" dirty="0"/>
          </a:p>
        </p:txBody>
      </p:sp>
      <p:sp>
        <p:nvSpPr>
          <p:cNvPr id="54" name="TextBox 53">
            <a:extLst>
              <a:ext uri="{FF2B5EF4-FFF2-40B4-BE49-F238E27FC236}">
                <a16:creationId xmlns:a16="http://schemas.microsoft.com/office/drawing/2014/main" id="{7662A925-7DF2-4B8B-FBFC-8E5B69A8F5CD}"/>
              </a:ext>
            </a:extLst>
          </p:cNvPr>
          <p:cNvSpPr txBox="1"/>
          <p:nvPr/>
        </p:nvSpPr>
        <p:spPr>
          <a:xfrm>
            <a:off x="4317848" y="5182862"/>
            <a:ext cx="580095" cy="369332"/>
          </a:xfrm>
          <a:prstGeom prst="rect">
            <a:avLst/>
          </a:prstGeom>
          <a:noFill/>
        </p:spPr>
        <p:txBody>
          <a:bodyPr wrap="none" rtlCol="0">
            <a:spAutoFit/>
          </a:bodyPr>
          <a:lstStyle/>
          <a:p>
            <a:r>
              <a:rPr lang="es-CL" u="sng" dirty="0" err="1"/>
              <a:t>woa</a:t>
            </a:r>
            <a:endParaRPr lang="es-CL" u="sng" dirty="0"/>
          </a:p>
        </p:txBody>
      </p:sp>
      <p:sp>
        <p:nvSpPr>
          <p:cNvPr id="55" name="TextBox 54">
            <a:extLst>
              <a:ext uri="{FF2B5EF4-FFF2-40B4-BE49-F238E27FC236}">
                <a16:creationId xmlns:a16="http://schemas.microsoft.com/office/drawing/2014/main" id="{CC5A11F4-78F6-6750-1F51-CFF054E10D68}"/>
              </a:ext>
            </a:extLst>
          </p:cNvPr>
          <p:cNvSpPr txBox="1"/>
          <p:nvPr/>
        </p:nvSpPr>
        <p:spPr>
          <a:xfrm>
            <a:off x="6290067" y="5157216"/>
            <a:ext cx="593432" cy="369332"/>
          </a:xfrm>
          <a:prstGeom prst="rect">
            <a:avLst/>
          </a:prstGeom>
          <a:noFill/>
        </p:spPr>
        <p:txBody>
          <a:bodyPr wrap="square" rtlCol="0">
            <a:spAutoFit/>
          </a:bodyPr>
          <a:lstStyle/>
          <a:p>
            <a:r>
              <a:rPr lang="es-CL" u="sng" dirty="0" err="1"/>
              <a:t>wuo</a:t>
            </a:r>
            <a:endParaRPr lang="es-CL" u="sng" dirty="0"/>
          </a:p>
        </p:txBody>
      </p:sp>
      <p:sp>
        <p:nvSpPr>
          <p:cNvPr id="56" name="TextBox 55">
            <a:extLst>
              <a:ext uri="{FF2B5EF4-FFF2-40B4-BE49-F238E27FC236}">
                <a16:creationId xmlns:a16="http://schemas.microsoft.com/office/drawing/2014/main" id="{652F02BC-83C3-4F0A-6F09-397A760520C6}"/>
              </a:ext>
            </a:extLst>
          </p:cNvPr>
          <p:cNvSpPr txBox="1"/>
          <p:nvPr/>
        </p:nvSpPr>
        <p:spPr>
          <a:xfrm>
            <a:off x="8327409" y="5172333"/>
            <a:ext cx="593432" cy="369332"/>
          </a:xfrm>
          <a:prstGeom prst="rect">
            <a:avLst/>
          </a:prstGeom>
          <a:noFill/>
        </p:spPr>
        <p:txBody>
          <a:bodyPr wrap="square" rtlCol="0">
            <a:spAutoFit/>
          </a:bodyPr>
          <a:lstStyle/>
          <a:p>
            <a:r>
              <a:rPr lang="es-CL" u="sng" dirty="0" err="1"/>
              <a:t>woe</a:t>
            </a:r>
            <a:endParaRPr lang="es-CL" u="sng" dirty="0"/>
          </a:p>
        </p:txBody>
      </p:sp>
      <p:sp>
        <p:nvSpPr>
          <p:cNvPr id="57" name="TextBox 56">
            <a:extLst>
              <a:ext uri="{FF2B5EF4-FFF2-40B4-BE49-F238E27FC236}">
                <a16:creationId xmlns:a16="http://schemas.microsoft.com/office/drawing/2014/main" id="{970C11E5-CBC1-97D7-527C-D631680E67A9}"/>
              </a:ext>
            </a:extLst>
          </p:cNvPr>
          <p:cNvSpPr txBox="1"/>
          <p:nvPr/>
        </p:nvSpPr>
        <p:spPr>
          <a:xfrm>
            <a:off x="10342258" y="5132231"/>
            <a:ext cx="593432" cy="369332"/>
          </a:xfrm>
          <a:prstGeom prst="rect">
            <a:avLst/>
          </a:prstGeom>
          <a:noFill/>
        </p:spPr>
        <p:txBody>
          <a:bodyPr wrap="square" rtlCol="0">
            <a:spAutoFit/>
          </a:bodyPr>
          <a:lstStyle/>
          <a:p>
            <a:r>
              <a:rPr lang="es-CL" u="sng" dirty="0" err="1"/>
              <a:t>wue</a:t>
            </a:r>
            <a:endParaRPr lang="es-CL" u="sng" dirty="0"/>
          </a:p>
        </p:txBody>
      </p:sp>
      <p:pic>
        <p:nvPicPr>
          <p:cNvPr id="58" name="Image 0" descr="/sessions/sleepy-zen-cray/mnt/outputs/deck_assets/logo_var2_azul.png">
            <a:extLst>
              <a:ext uri="{FF2B5EF4-FFF2-40B4-BE49-F238E27FC236}">
                <a16:creationId xmlns:a16="http://schemas.microsoft.com/office/drawing/2014/main" id="{C61BBB62-479C-72EC-18EE-2DC42BEA7990}"/>
              </a:ext>
            </a:extLst>
          </p:cNvPr>
          <p:cNvPicPr>
            <a:picLocks noChangeAspect="1"/>
          </p:cNvPicPr>
          <p:nvPr/>
        </p:nvPicPr>
        <p:blipFill>
          <a:blip r:embed="rId3"/>
          <a:stretch>
            <a:fillRect/>
          </a:stretch>
        </p:blipFill>
        <p:spPr>
          <a:xfrm>
            <a:off x="9778365" y="-760095"/>
            <a:ext cx="2571750" cy="2571750"/>
          </a:xfrm>
          <a:prstGeom prst="rect">
            <a:avLst/>
          </a:prstGeom>
        </p:spPr>
      </p:pic>
    </p:spTree>
    <p:extLst>
      <p:ext uri="{BB962C8B-B14F-4D97-AF65-F5344CB8AC3E}">
        <p14:creationId xmlns:p14="http://schemas.microsoft.com/office/powerpoint/2010/main" val="114877565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57200" y="411480"/>
            <a:ext cx="10972800" cy="274320"/>
          </a:xfrm>
          <a:prstGeom prst="rect">
            <a:avLst/>
          </a:prstGeom>
          <a:noFill/>
          <a:ln/>
        </p:spPr>
        <p:txBody>
          <a:bodyPr wrap="square" lIns="0" tIns="0" rIns="0" bIns="0" rtlCol="0" anchor="ctr"/>
          <a:lstStyle/>
          <a:p>
            <a:pPr marL="0" indent="0">
              <a:buNone/>
            </a:pPr>
            <a:r>
              <a:rPr lang="en-US" sz="1100" b="1" kern="0" spc="500" dirty="0">
                <a:solidFill>
                  <a:srgbClr val="FE6768"/>
                </a:solidFill>
                <a:latin typeface="Calibri" pitchFamily="34" charset="0"/>
                <a:ea typeface="Calibri" pitchFamily="34" charset="-122"/>
                <a:cs typeface="Calibri" pitchFamily="34" charset="-120"/>
              </a:rPr>
              <a:t>§1.10 · APERTURA DE LABIOS · 입술 벌림</a:t>
            </a:r>
            <a:endParaRPr lang="en-US" sz="1100" dirty="0"/>
          </a:p>
        </p:txBody>
      </p:sp>
      <p:sp>
        <p:nvSpPr>
          <p:cNvPr id="3" name="Text 1"/>
          <p:cNvSpPr/>
          <p:nvPr/>
        </p:nvSpPr>
        <p:spPr>
          <a:xfrm>
            <a:off x="457200" y="777240"/>
            <a:ext cx="10972800" cy="822960"/>
          </a:xfrm>
          <a:prstGeom prst="rect">
            <a:avLst/>
          </a:prstGeom>
          <a:noFill/>
          <a:ln/>
        </p:spPr>
        <p:txBody>
          <a:bodyPr wrap="square" lIns="0" tIns="0" rIns="0" bIns="0" rtlCol="0" anchor="ctr"/>
          <a:lstStyle/>
          <a:p>
            <a:pPr marL="0" indent="0">
              <a:buNone/>
            </a:pPr>
            <a:r>
              <a:rPr lang="en-US" sz="4000" b="1" dirty="0">
                <a:solidFill>
                  <a:srgbClr val="4036ED"/>
                </a:solidFill>
                <a:latin typeface="Calibri" pitchFamily="34" charset="0"/>
                <a:ea typeface="Calibri" pitchFamily="34" charset="-122"/>
                <a:cs typeface="Calibri" pitchFamily="34" charset="-120"/>
              </a:rPr>
              <a:t>ㅏ y ㅓ — Cuando el humano se suma</a:t>
            </a:r>
            <a:endParaRPr lang="en-US" sz="4000" dirty="0"/>
          </a:p>
        </p:txBody>
      </p:sp>
      <p:sp>
        <p:nvSpPr>
          <p:cNvPr id="4" name="Text 2"/>
          <p:cNvSpPr/>
          <p:nvPr/>
        </p:nvSpPr>
        <p:spPr>
          <a:xfrm>
            <a:off x="457200" y="1691640"/>
            <a:ext cx="10972800" cy="457200"/>
          </a:xfrm>
          <a:prstGeom prst="rect">
            <a:avLst/>
          </a:prstGeom>
          <a:noFill/>
          <a:ln/>
        </p:spPr>
        <p:txBody>
          <a:bodyPr wrap="square" lIns="0" tIns="0" rIns="0" bIns="0" rtlCol="0" anchor="ctr"/>
          <a:lstStyle/>
          <a:p>
            <a:pPr marL="0" indent="0">
              <a:buNone/>
            </a:pPr>
            <a:r>
              <a:rPr lang="en-US" sz="1400" i="1" dirty="0">
                <a:solidFill>
                  <a:srgbClr val="4A4A55"/>
                </a:solidFill>
                <a:latin typeface="Calibri" pitchFamily="34" charset="0"/>
                <a:ea typeface="Calibri" pitchFamily="34" charset="-122"/>
                <a:cs typeface="Calibri" pitchFamily="34" charset="-120"/>
              </a:rPr>
              <a:t>El punto (cielo/tierra) al lado del humano ㅣ — afuera = día, adentro = noche.</a:t>
            </a:r>
            <a:endParaRPr lang="en-US" sz="1400" dirty="0"/>
          </a:p>
        </p:txBody>
      </p:sp>
      <p:sp>
        <p:nvSpPr>
          <p:cNvPr id="5" name="Shape 3"/>
          <p:cNvSpPr/>
          <p:nvPr/>
        </p:nvSpPr>
        <p:spPr>
          <a:xfrm>
            <a:off x="640080" y="2468880"/>
            <a:ext cx="5440680" cy="3840480"/>
          </a:xfrm>
          <a:prstGeom prst="roundRect">
            <a:avLst>
              <a:gd name="adj" fmla="val 5952"/>
            </a:avLst>
          </a:prstGeom>
          <a:solidFill>
            <a:srgbClr val="FE6768"/>
          </a:solidFill>
          <a:ln w="12700">
            <a:solidFill>
              <a:srgbClr val="FE6768"/>
            </a:solidFill>
            <a:prstDash val="solid"/>
          </a:ln>
        </p:spPr>
      </p:sp>
      <p:sp>
        <p:nvSpPr>
          <p:cNvPr id="6" name="Text 4"/>
          <p:cNvSpPr/>
          <p:nvPr/>
        </p:nvSpPr>
        <p:spPr>
          <a:xfrm>
            <a:off x="640080" y="2651760"/>
            <a:ext cx="5440680" cy="640080"/>
          </a:xfrm>
          <a:prstGeom prst="rect">
            <a:avLst/>
          </a:prstGeom>
          <a:noFill/>
          <a:ln/>
        </p:spPr>
        <p:txBody>
          <a:bodyPr wrap="square" lIns="0" tIns="0" rIns="0" bIns="0" rtlCol="0" anchor="ctr"/>
          <a:lstStyle/>
          <a:p>
            <a:pPr marL="0" indent="0" algn="ctr">
              <a:buNone/>
            </a:pPr>
            <a:r>
              <a:rPr lang="en-US" sz="2800" dirty="0">
                <a:solidFill>
                  <a:srgbClr val="F6F6F6"/>
                </a:solidFill>
                <a:latin typeface="Malgun Gothic" pitchFamily="34" charset="0"/>
                <a:ea typeface="Malgun Gothic" pitchFamily="34" charset="-122"/>
                <a:cs typeface="Malgun Gothic" pitchFamily="34" charset="-120"/>
              </a:rPr>
              <a:t>ㅣ + · → ㅏ</a:t>
            </a:r>
            <a:endParaRPr lang="en-US" sz="2800" dirty="0"/>
          </a:p>
        </p:txBody>
      </p:sp>
      <p:sp>
        <p:nvSpPr>
          <p:cNvPr id="7" name="Text 5"/>
          <p:cNvSpPr/>
          <p:nvPr/>
        </p:nvSpPr>
        <p:spPr>
          <a:xfrm>
            <a:off x="640080" y="3246120"/>
            <a:ext cx="5440680" cy="2103120"/>
          </a:xfrm>
          <a:prstGeom prst="rect">
            <a:avLst/>
          </a:prstGeom>
          <a:noFill/>
          <a:ln/>
        </p:spPr>
        <p:txBody>
          <a:bodyPr wrap="square" lIns="0" tIns="0" rIns="0" bIns="0" rtlCol="0" anchor="ctr"/>
          <a:lstStyle/>
          <a:p>
            <a:pPr marL="0" indent="0" algn="ctr">
              <a:buNone/>
            </a:pPr>
            <a:r>
              <a:rPr lang="en-US" sz="17000" b="1" dirty="0">
                <a:solidFill>
                  <a:srgbClr val="F6F6F6"/>
                </a:solidFill>
                <a:latin typeface="Malgun Gothic" pitchFamily="34" charset="0"/>
                <a:ea typeface="Malgun Gothic" pitchFamily="34" charset="-122"/>
                <a:cs typeface="Malgun Gothic" pitchFamily="34" charset="-120"/>
              </a:rPr>
              <a:t>ㅏ</a:t>
            </a:r>
            <a:endParaRPr lang="en-US" sz="17000" dirty="0"/>
          </a:p>
        </p:txBody>
      </p:sp>
      <p:pic>
        <p:nvPicPr>
          <p:cNvPr id="8" name="Image 0" descr="preencoded.png"/>
          <p:cNvPicPr>
            <a:picLocks noChangeAspect="1"/>
          </p:cNvPicPr>
          <p:nvPr/>
        </p:nvPicPr>
        <p:blipFill>
          <a:blip r:embed="rId3"/>
          <a:stretch>
            <a:fillRect/>
          </a:stretch>
        </p:blipFill>
        <p:spPr>
          <a:xfrm>
            <a:off x="914400" y="5486400"/>
            <a:ext cx="502920" cy="502920"/>
          </a:xfrm>
          <a:prstGeom prst="rect">
            <a:avLst/>
          </a:prstGeom>
        </p:spPr>
      </p:pic>
      <p:sp>
        <p:nvSpPr>
          <p:cNvPr id="9" name="Text 6"/>
          <p:cNvSpPr/>
          <p:nvPr/>
        </p:nvSpPr>
        <p:spPr>
          <a:xfrm>
            <a:off x="1508760" y="5532120"/>
            <a:ext cx="4297680" cy="411480"/>
          </a:xfrm>
          <a:prstGeom prst="rect">
            <a:avLst/>
          </a:prstGeom>
          <a:noFill/>
          <a:ln/>
        </p:spPr>
        <p:txBody>
          <a:bodyPr wrap="square" lIns="0" tIns="0" rIns="0" bIns="0" rtlCol="0" anchor="ctr"/>
          <a:lstStyle/>
          <a:p>
            <a:pPr marL="0" indent="0">
              <a:buNone/>
            </a:pPr>
            <a:r>
              <a:rPr lang="en-US" sz="1400" b="1" kern="0" spc="300" dirty="0">
                <a:solidFill>
                  <a:srgbClr val="F6F6F6"/>
                </a:solidFill>
                <a:latin typeface="Calibri" pitchFamily="34" charset="0"/>
                <a:ea typeface="Calibri" pitchFamily="34" charset="-122"/>
                <a:cs typeface="Calibri" pitchFamily="34" charset="-120"/>
              </a:rPr>
              <a:t>낮 · DÍA  ·  punto afuera</a:t>
            </a:r>
            <a:endParaRPr lang="en-US" sz="1400" dirty="0"/>
          </a:p>
        </p:txBody>
      </p:sp>
      <p:sp>
        <p:nvSpPr>
          <p:cNvPr id="10" name="Shape 7"/>
          <p:cNvSpPr/>
          <p:nvPr/>
        </p:nvSpPr>
        <p:spPr>
          <a:xfrm>
            <a:off x="6126480" y="2468880"/>
            <a:ext cx="5440680" cy="3840480"/>
          </a:xfrm>
          <a:prstGeom prst="roundRect">
            <a:avLst>
              <a:gd name="adj" fmla="val 5952"/>
            </a:avLst>
          </a:prstGeom>
          <a:solidFill>
            <a:srgbClr val="4036ED"/>
          </a:solidFill>
          <a:ln w="12700">
            <a:solidFill>
              <a:srgbClr val="4036ED"/>
            </a:solidFill>
            <a:prstDash val="solid"/>
          </a:ln>
        </p:spPr>
      </p:sp>
      <p:sp>
        <p:nvSpPr>
          <p:cNvPr id="11" name="Text 8"/>
          <p:cNvSpPr/>
          <p:nvPr/>
        </p:nvSpPr>
        <p:spPr>
          <a:xfrm>
            <a:off x="6126480" y="2651760"/>
            <a:ext cx="5440680" cy="640080"/>
          </a:xfrm>
          <a:prstGeom prst="rect">
            <a:avLst/>
          </a:prstGeom>
          <a:noFill/>
          <a:ln/>
        </p:spPr>
        <p:txBody>
          <a:bodyPr wrap="square" lIns="0" tIns="0" rIns="0" bIns="0" rtlCol="0" anchor="ctr"/>
          <a:lstStyle/>
          <a:p>
            <a:pPr marL="0" indent="0" algn="ctr">
              <a:buNone/>
            </a:pPr>
            <a:r>
              <a:rPr lang="en-US" sz="2800" dirty="0">
                <a:solidFill>
                  <a:srgbClr val="F6F6F6"/>
                </a:solidFill>
                <a:latin typeface="Malgun Gothic" pitchFamily="34" charset="0"/>
                <a:ea typeface="Malgun Gothic" pitchFamily="34" charset="-122"/>
                <a:cs typeface="Malgun Gothic" pitchFamily="34" charset="-120"/>
              </a:rPr>
              <a:t>· + ㅣ → ㅓ</a:t>
            </a:r>
            <a:endParaRPr lang="en-US" sz="2800" dirty="0"/>
          </a:p>
        </p:txBody>
      </p:sp>
      <p:sp>
        <p:nvSpPr>
          <p:cNvPr id="12" name="Text 9"/>
          <p:cNvSpPr/>
          <p:nvPr/>
        </p:nvSpPr>
        <p:spPr>
          <a:xfrm>
            <a:off x="6126480" y="3246120"/>
            <a:ext cx="5440680" cy="2103120"/>
          </a:xfrm>
          <a:prstGeom prst="rect">
            <a:avLst/>
          </a:prstGeom>
          <a:noFill/>
          <a:ln/>
        </p:spPr>
        <p:txBody>
          <a:bodyPr wrap="square" lIns="0" tIns="0" rIns="0" bIns="0" rtlCol="0" anchor="ctr"/>
          <a:lstStyle/>
          <a:p>
            <a:pPr marL="0" indent="0" algn="ctr">
              <a:buNone/>
            </a:pPr>
            <a:r>
              <a:rPr lang="en-US" sz="17000" b="1" dirty="0">
                <a:solidFill>
                  <a:srgbClr val="F6F6F6"/>
                </a:solidFill>
                <a:latin typeface="Malgun Gothic" pitchFamily="34" charset="0"/>
                <a:ea typeface="Malgun Gothic" pitchFamily="34" charset="-122"/>
                <a:cs typeface="Malgun Gothic" pitchFamily="34" charset="-120"/>
              </a:rPr>
              <a:t>ㅓ</a:t>
            </a:r>
            <a:endParaRPr lang="en-US" sz="17000" dirty="0"/>
          </a:p>
        </p:txBody>
      </p:sp>
      <p:pic>
        <p:nvPicPr>
          <p:cNvPr id="13" name="Image 1" descr="preencoded.png"/>
          <p:cNvPicPr>
            <a:picLocks noChangeAspect="1"/>
          </p:cNvPicPr>
          <p:nvPr/>
        </p:nvPicPr>
        <p:blipFill>
          <a:blip r:embed="rId4"/>
          <a:stretch>
            <a:fillRect/>
          </a:stretch>
        </p:blipFill>
        <p:spPr>
          <a:xfrm>
            <a:off x="6400800" y="5486400"/>
            <a:ext cx="502920" cy="502920"/>
          </a:xfrm>
          <a:prstGeom prst="rect">
            <a:avLst/>
          </a:prstGeom>
        </p:spPr>
      </p:pic>
      <p:sp>
        <p:nvSpPr>
          <p:cNvPr id="14" name="Text 10"/>
          <p:cNvSpPr/>
          <p:nvPr/>
        </p:nvSpPr>
        <p:spPr>
          <a:xfrm>
            <a:off x="6995160" y="5532120"/>
            <a:ext cx="4297680" cy="411480"/>
          </a:xfrm>
          <a:prstGeom prst="rect">
            <a:avLst/>
          </a:prstGeom>
          <a:noFill/>
          <a:ln/>
        </p:spPr>
        <p:txBody>
          <a:bodyPr wrap="square" lIns="0" tIns="0" rIns="0" bIns="0" rtlCol="0" anchor="ctr"/>
          <a:lstStyle/>
          <a:p>
            <a:pPr marL="0" indent="0">
              <a:buNone/>
            </a:pPr>
            <a:r>
              <a:rPr lang="en-US" sz="1400" b="1" kern="0" spc="300" dirty="0">
                <a:solidFill>
                  <a:srgbClr val="F6F6F6"/>
                </a:solidFill>
                <a:latin typeface="Calibri" pitchFamily="34" charset="0"/>
                <a:ea typeface="Calibri" pitchFamily="34" charset="-122"/>
                <a:cs typeface="Calibri" pitchFamily="34" charset="-120"/>
              </a:rPr>
              <a:t>밤 · NOCHE  ·  punto adentro</a:t>
            </a:r>
            <a:endParaRPr lang="en-US" sz="1400" dirty="0"/>
          </a:p>
        </p:txBody>
      </p:sp>
      <p:sp>
        <p:nvSpPr>
          <p:cNvPr id="16" name="Text 11"/>
          <p:cNvSpPr/>
          <p:nvPr/>
        </p:nvSpPr>
        <p:spPr>
          <a:xfrm>
            <a:off x="365760" y="6446520"/>
            <a:ext cx="5486400" cy="228600"/>
          </a:xfrm>
          <a:prstGeom prst="rect">
            <a:avLst/>
          </a:prstGeom>
          <a:noFill/>
          <a:ln/>
        </p:spPr>
        <p:txBody>
          <a:bodyPr wrap="square" lIns="0" tIns="0" rIns="0" bIns="0" rtlCol="0" anchor="ctr"/>
          <a:lstStyle/>
          <a:p>
            <a:pPr marL="0" indent="0">
              <a:buNone/>
            </a:pPr>
            <a:r>
              <a:rPr lang="en-US" sz="800" kern="0" spc="300" dirty="0">
                <a:solidFill>
                  <a:srgbClr val="4A4A55"/>
                </a:solidFill>
                <a:latin typeface="Calibri" pitchFamily="34" charset="0"/>
                <a:ea typeface="Calibri" pitchFamily="34" charset="-122"/>
                <a:cs typeface="Calibri" pitchFamily="34" charset="-120"/>
              </a:rPr>
              <a:t>ACADEMIA SEÚL  ·  METHOD CHINGU™</a:t>
            </a:r>
            <a:endParaRPr lang="en-US" sz="800" dirty="0"/>
          </a:p>
        </p:txBody>
      </p:sp>
      <p:sp>
        <p:nvSpPr>
          <p:cNvPr id="17" name="Text 12"/>
          <p:cNvSpPr/>
          <p:nvPr/>
        </p:nvSpPr>
        <p:spPr>
          <a:xfrm>
            <a:off x="11277295" y="6446520"/>
            <a:ext cx="548640" cy="228600"/>
          </a:xfrm>
          <a:prstGeom prst="rect">
            <a:avLst/>
          </a:prstGeom>
          <a:noFill/>
          <a:ln/>
        </p:spPr>
        <p:txBody>
          <a:bodyPr wrap="square" lIns="0" tIns="0" rIns="0" bIns="0" rtlCol="0" anchor="ctr"/>
          <a:lstStyle/>
          <a:p>
            <a:pPr marL="0" indent="0" algn="r">
              <a:buNone/>
            </a:pPr>
            <a:r>
              <a:rPr lang="en-US" sz="800" dirty="0">
                <a:solidFill>
                  <a:srgbClr val="4A4A55"/>
                </a:solidFill>
                <a:latin typeface="Calibri" pitchFamily="34" charset="0"/>
                <a:ea typeface="Calibri" pitchFamily="34" charset="-122"/>
                <a:cs typeface="Calibri" pitchFamily="34" charset="-120"/>
              </a:rPr>
              <a:t>16</a:t>
            </a:r>
            <a:endParaRPr lang="en-US" sz="800" dirty="0"/>
          </a:p>
        </p:txBody>
      </p:sp>
      <p:pic>
        <p:nvPicPr>
          <p:cNvPr id="18" name="Image 0" descr="/sessions/sleepy-zen-cray/mnt/outputs/deck_assets/logo_var2_azul.png">
            <a:extLst>
              <a:ext uri="{FF2B5EF4-FFF2-40B4-BE49-F238E27FC236}">
                <a16:creationId xmlns:a16="http://schemas.microsoft.com/office/drawing/2014/main" id="{83B8A956-E1ED-DD88-D765-078A975767D3}"/>
              </a:ext>
            </a:extLst>
          </p:cNvPr>
          <p:cNvPicPr>
            <a:picLocks noChangeAspect="1"/>
          </p:cNvPicPr>
          <p:nvPr/>
        </p:nvPicPr>
        <p:blipFill>
          <a:blip r:embed="rId5"/>
          <a:stretch>
            <a:fillRect/>
          </a:stretch>
        </p:blipFill>
        <p:spPr>
          <a:xfrm>
            <a:off x="9778365" y="-760095"/>
            <a:ext cx="2571750" cy="257175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0" descr="/sessions/sleepy-zen-cray/mnt/outputs/deck_assets/logo_var2_azul.png">
            <a:extLst>
              <a:ext uri="{FF2B5EF4-FFF2-40B4-BE49-F238E27FC236}">
                <a16:creationId xmlns:a16="http://schemas.microsoft.com/office/drawing/2014/main" id="{5742E7E6-9A2C-9BAB-172C-03A1386DB607}"/>
              </a:ext>
            </a:extLst>
          </p:cNvPr>
          <p:cNvPicPr>
            <a:picLocks noChangeAspect="1"/>
          </p:cNvPicPr>
          <p:nvPr/>
        </p:nvPicPr>
        <p:blipFill>
          <a:blip r:embed="rId3"/>
          <a:stretch>
            <a:fillRect/>
          </a:stretch>
        </p:blipFill>
        <p:spPr>
          <a:xfrm>
            <a:off x="9778365" y="-760095"/>
            <a:ext cx="2571750" cy="2571750"/>
          </a:xfrm>
          <a:prstGeom prst="rect">
            <a:avLst/>
          </a:prstGeom>
        </p:spPr>
      </p:pic>
      <p:sp>
        <p:nvSpPr>
          <p:cNvPr id="2" name="Text 0"/>
          <p:cNvSpPr/>
          <p:nvPr/>
        </p:nvSpPr>
        <p:spPr>
          <a:xfrm>
            <a:off x="457200" y="411480"/>
            <a:ext cx="10972800" cy="274320"/>
          </a:xfrm>
          <a:prstGeom prst="rect">
            <a:avLst/>
          </a:prstGeom>
          <a:noFill/>
          <a:ln/>
        </p:spPr>
        <p:txBody>
          <a:bodyPr wrap="square" lIns="0" tIns="0" rIns="0" bIns="0" rtlCol="0" anchor="ctr"/>
          <a:lstStyle/>
          <a:p>
            <a:pPr marL="0" indent="0">
              <a:buNone/>
            </a:pPr>
            <a:r>
              <a:rPr lang="en-US" sz="1100" b="1" kern="0" spc="500" dirty="0">
                <a:solidFill>
                  <a:srgbClr val="FE6768"/>
                </a:solidFill>
                <a:latin typeface="Calibri" pitchFamily="34" charset="0"/>
                <a:ea typeface="Calibri" pitchFamily="34" charset="-122"/>
                <a:cs typeface="Calibri" pitchFamily="34" charset="-120"/>
              </a:rPr>
              <a:t>§1.10 · VOCAL</a:t>
            </a:r>
            <a:endParaRPr lang="en-US" sz="1100" dirty="0"/>
          </a:p>
        </p:txBody>
      </p:sp>
      <p:sp>
        <p:nvSpPr>
          <p:cNvPr id="3" name="Text 1"/>
          <p:cNvSpPr/>
          <p:nvPr/>
        </p:nvSpPr>
        <p:spPr>
          <a:xfrm>
            <a:off x="457200" y="777240"/>
            <a:ext cx="10972800" cy="822960"/>
          </a:xfrm>
          <a:prstGeom prst="rect">
            <a:avLst/>
          </a:prstGeom>
          <a:noFill/>
          <a:ln/>
        </p:spPr>
        <p:txBody>
          <a:bodyPr wrap="square" lIns="0" tIns="0" rIns="0" bIns="0" rtlCol="0" anchor="ctr"/>
          <a:lstStyle/>
          <a:p>
            <a:pPr marL="0" indent="0">
              <a:buNone/>
            </a:pPr>
            <a:r>
              <a:rPr lang="en-US" sz="4000" b="1" dirty="0">
                <a:solidFill>
                  <a:srgbClr val="4036ED"/>
                </a:solidFill>
                <a:latin typeface="Calibri" pitchFamily="34" charset="0"/>
                <a:ea typeface="Calibri" pitchFamily="34" charset="-122"/>
                <a:cs typeface="Calibri" pitchFamily="34" charset="-120"/>
              </a:rPr>
              <a:t>Vocal · ㅏ</a:t>
            </a:r>
            <a:endParaRPr lang="en-US" sz="4000" dirty="0"/>
          </a:p>
        </p:txBody>
      </p:sp>
      <p:sp>
        <p:nvSpPr>
          <p:cNvPr id="4" name="Text 2"/>
          <p:cNvSpPr/>
          <p:nvPr/>
        </p:nvSpPr>
        <p:spPr>
          <a:xfrm>
            <a:off x="457200" y="1691640"/>
            <a:ext cx="10972800" cy="457200"/>
          </a:xfrm>
          <a:prstGeom prst="rect">
            <a:avLst/>
          </a:prstGeom>
          <a:noFill/>
          <a:ln/>
        </p:spPr>
        <p:txBody>
          <a:bodyPr wrap="square" lIns="0" tIns="0" rIns="0" bIns="0" rtlCol="0" anchor="ctr"/>
          <a:lstStyle/>
          <a:p>
            <a:pPr marL="0" indent="0">
              <a:buNone/>
            </a:pPr>
            <a:r>
              <a:rPr lang="en-US" sz="1400" i="1" dirty="0">
                <a:solidFill>
                  <a:srgbClr val="4A4A55"/>
                </a:solidFill>
                <a:latin typeface="Calibri" pitchFamily="34" charset="0"/>
                <a:ea typeface="Calibri" pitchFamily="34" charset="-122"/>
                <a:cs typeface="Calibri" pitchFamily="34" charset="-120"/>
              </a:rPr>
              <a:t>sonido similar a [a] de "casa"</a:t>
            </a:r>
            <a:endParaRPr lang="en-US" sz="1400" dirty="0"/>
          </a:p>
        </p:txBody>
      </p:sp>
      <p:pic>
        <p:nvPicPr>
          <p:cNvPr id="5" name="Image 0" descr="preencoded.png"/>
          <p:cNvPicPr>
            <a:picLocks noChangeAspect="1"/>
          </p:cNvPicPr>
          <p:nvPr/>
        </p:nvPicPr>
        <p:blipFill>
          <a:blip r:embed="rId4"/>
          <a:stretch>
            <a:fillRect/>
          </a:stretch>
        </p:blipFill>
        <p:spPr>
          <a:xfrm>
            <a:off x="11231575" y="1005840"/>
            <a:ext cx="502920" cy="502920"/>
          </a:xfrm>
          <a:prstGeom prst="rect">
            <a:avLst/>
          </a:prstGeom>
        </p:spPr>
      </p:pic>
      <p:sp>
        <p:nvSpPr>
          <p:cNvPr id="6" name="Text 3"/>
          <p:cNvSpPr/>
          <p:nvPr/>
        </p:nvSpPr>
        <p:spPr>
          <a:xfrm>
            <a:off x="9768535" y="1069848"/>
            <a:ext cx="1417320" cy="365760"/>
          </a:xfrm>
          <a:prstGeom prst="rect">
            <a:avLst/>
          </a:prstGeom>
          <a:noFill/>
          <a:ln/>
        </p:spPr>
        <p:txBody>
          <a:bodyPr wrap="square" lIns="0" tIns="0" rIns="0" bIns="0" rtlCol="0" anchor="ctr"/>
          <a:lstStyle/>
          <a:p>
            <a:pPr marL="0" indent="0" algn="r">
              <a:buNone/>
            </a:pPr>
            <a:r>
              <a:rPr lang="en-US" sz="1100" b="1" kern="0" spc="300" dirty="0">
                <a:solidFill>
                  <a:srgbClr val="FE6768"/>
                </a:solidFill>
                <a:latin typeface="Calibri" pitchFamily="34" charset="0"/>
                <a:ea typeface="Calibri" pitchFamily="34" charset="-122"/>
                <a:cs typeface="Calibri" pitchFamily="34" charset="-120"/>
              </a:rPr>
              <a:t>낮 · DÍA</a:t>
            </a:r>
            <a:endParaRPr lang="en-US" sz="1100" dirty="0"/>
          </a:p>
        </p:txBody>
      </p:sp>
      <p:sp>
        <p:nvSpPr>
          <p:cNvPr id="7" name="Shape 4"/>
          <p:cNvSpPr/>
          <p:nvPr/>
        </p:nvSpPr>
        <p:spPr>
          <a:xfrm>
            <a:off x="640080" y="2606040"/>
            <a:ext cx="5120640" cy="3657600"/>
          </a:xfrm>
          <a:prstGeom prst="roundRect">
            <a:avLst>
              <a:gd name="adj" fmla="val 7500"/>
            </a:avLst>
          </a:prstGeom>
          <a:solidFill>
            <a:srgbClr val="FE6768"/>
          </a:solidFill>
          <a:ln w="12700">
            <a:solidFill>
              <a:srgbClr val="FE6768"/>
            </a:solidFill>
            <a:prstDash val="solid"/>
          </a:ln>
        </p:spPr>
      </p:sp>
      <p:sp>
        <p:nvSpPr>
          <p:cNvPr id="8" name="Text 5"/>
          <p:cNvSpPr/>
          <p:nvPr/>
        </p:nvSpPr>
        <p:spPr>
          <a:xfrm>
            <a:off x="640080" y="2606040"/>
            <a:ext cx="5120640" cy="3657600"/>
          </a:xfrm>
          <a:prstGeom prst="rect">
            <a:avLst/>
          </a:prstGeom>
          <a:noFill/>
          <a:ln/>
        </p:spPr>
        <p:txBody>
          <a:bodyPr wrap="square" lIns="0" tIns="0" rIns="0" bIns="0" rtlCol="0" anchor="ctr"/>
          <a:lstStyle/>
          <a:p>
            <a:pPr marL="0" indent="0" algn="ctr">
              <a:buNone/>
            </a:pPr>
            <a:r>
              <a:rPr lang="en-US" sz="24000" b="1" dirty="0">
                <a:solidFill>
                  <a:srgbClr val="F6F6F6"/>
                </a:solidFill>
                <a:latin typeface="Malgun Gothic" pitchFamily="34" charset="0"/>
                <a:ea typeface="Malgun Gothic" pitchFamily="34" charset="-122"/>
                <a:cs typeface="Malgun Gothic" pitchFamily="34" charset="-120"/>
              </a:rPr>
              <a:t>ㅏ</a:t>
            </a:r>
            <a:endParaRPr lang="en-US" sz="24000" dirty="0"/>
          </a:p>
        </p:txBody>
      </p:sp>
      <p:sp>
        <p:nvSpPr>
          <p:cNvPr id="9" name="Shape 6"/>
          <p:cNvSpPr/>
          <p:nvPr/>
        </p:nvSpPr>
        <p:spPr>
          <a:xfrm>
            <a:off x="6126480" y="2606040"/>
            <a:ext cx="5486400" cy="1097280"/>
          </a:xfrm>
          <a:prstGeom prst="roundRect">
            <a:avLst>
              <a:gd name="adj" fmla="val 12500"/>
            </a:avLst>
          </a:prstGeom>
          <a:solidFill>
            <a:srgbClr val="FFE0E0"/>
          </a:solidFill>
          <a:ln w="19050">
            <a:solidFill>
              <a:srgbClr val="FE6768"/>
            </a:solidFill>
            <a:prstDash val="solid"/>
          </a:ln>
        </p:spPr>
      </p:sp>
      <p:sp>
        <p:nvSpPr>
          <p:cNvPr id="10" name="Text 7"/>
          <p:cNvSpPr/>
          <p:nvPr/>
        </p:nvSpPr>
        <p:spPr>
          <a:xfrm>
            <a:off x="6309360" y="2697480"/>
            <a:ext cx="5120640" cy="274320"/>
          </a:xfrm>
          <a:prstGeom prst="rect">
            <a:avLst/>
          </a:prstGeom>
          <a:noFill/>
          <a:ln/>
        </p:spPr>
        <p:txBody>
          <a:bodyPr wrap="square" lIns="0" tIns="0" rIns="0" bIns="0" rtlCol="0" anchor="ctr"/>
          <a:lstStyle/>
          <a:p>
            <a:pPr marL="0" indent="0">
              <a:buNone/>
            </a:pPr>
            <a:r>
              <a:rPr lang="en-US" sz="900" b="1" kern="0" spc="400" dirty="0">
                <a:solidFill>
                  <a:srgbClr val="FE6768"/>
                </a:solidFill>
                <a:latin typeface="Calibri" pitchFamily="34" charset="0"/>
                <a:ea typeface="Calibri" pitchFamily="34" charset="-122"/>
                <a:cs typeface="Calibri" pitchFamily="34" charset="-120"/>
              </a:rPr>
              <a:t>PRONUNCIACIÓN</a:t>
            </a:r>
            <a:endParaRPr lang="en-US" sz="900" dirty="0"/>
          </a:p>
        </p:txBody>
      </p:sp>
      <p:sp>
        <p:nvSpPr>
          <p:cNvPr id="11" name="Text 8"/>
          <p:cNvSpPr/>
          <p:nvPr/>
        </p:nvSpPr>
        <p:spPr>
          <a:xfrm>
            <a:off x="6309360" y="2971800"/>
            <a:ext cx="5120640" cy="640080"/>
          </a:xfrm>
          <a:prstGeom prst="rect">
            <a:avLst/>
          </a:prstGeom>
          <a:noFill/>
          <a:ln/>
        </p:spPr>
        <p:txBody>
          <a:bodyPr wrap="square" lIns="0" tIns="0" rIns="0" bIns="0" rtlCol="0" anchor="ctr"/>
          <a:lstStyle/>
          <a:p>
            <a:pPr marL="0" indent="0">
              <a:buNone/>
            </a:pPr>
            <a:r>
              <a:rPr lang="en-US" sz="3800" b="1" i="1" dirty="0">
                <a:solidFill>
                  <a:srgbClr val="1E1E2A"/>
                </a:solidFill>
                <a:latin typeface="Calibri" pitchFamily="34" charset="0"/>
                <a:ea typeface="Calibri" pitchFamily="34" charset="-122"/>
                <a:cs typeface="Calibri" pitchFamily="34" charset="-120"/>
              </a:rPr>
              <a:t>"a"</a:t>
            </a:r>
            <a:endParaRPr lang="en-US" sz="3800" dirty="0"/>
          </a:p>
        </p:txBody>
      </p:sp>
      <p:sp>
        <p:nvSpPr>
          <p:cNvPr id="12" name="Shape 9"/>
          <p:cNvSpPr/>
          <p:nvPr/>
        </p:nvSpPr>
        <p:spPr>
          <a:xfrm>
            <a:off x="6126480" y="3840480"/>
            <a:ext cx="2560320" cy="2423160"/>
          </a:xfrm>
          <a:prstGeom prst="roundRect">
            <a:avLst>
              <a:gd name="adj" fmla="val 5660"/>
            </a:avLst>
          </a:prstGeom>
          <a:solidFill>
            <a:srgbClr val="F6F6F6"/>
          </a:solidFill>
          <a:ln w="19050">
            <a:solidFill>
              <a:srgbClr val="FE6768"/>
            </a:solidFill>
            <a:prstDash val="solid"/>
          </a:ln>
        </p:spPr>
      </p:sp>
      <p:sp>
        <p:nvSpPr>
          <p:cNvPr id="13" name="Text 10"/>
          <p:cNvSpPr/>
          <p:nvPr/>
        </p:nvSpPr>
        <p:spPr>
          <a:xfrm>
            <a:off x="6126480" y="3931920"/>
            <a:ext cx="2560320" cy="274320"/>
          </a:xfrm>
          <a:prstGeom prst="rect">
            <a:avLst/>
          </a:prstGeom>
          <a:noFill/>
          <a:ln/>
        </p:spPr>
        <p:txBody>
          <a:bodyPr wrap="square" lIns="0" tIns="0" rIns="0" bIns="0" rtlCol="0" anchor="ctr"/>
          <a:lstStyle/>
          <a:p>
            <a:pPr marL="0" indent="0" algn="ctr">
              <a:buNone/>
            </a:pPr>
            <a:r>
              <a:rPr lang="en-US" sz="900" b="1" kern="0" spc="300" dirty="0">
                <a:solidFill>
                  <a:srgbClr val="FE6768"/>
                </a:solidFill>
                <a:latin typeface="Calibri" pitchFamily="34" charset="0"/>
                <a:ea typeface="Calibri" pitchFamily="34" charset="-122"/>
                <a:cs typeface="Calibri" pitchFamily="34" charset="-120"/>
              </a:rPr>
              <a:t>ORDEN DE TRAZO</a:t>
            </a:r>
            <a:endParaRPr lang="en-US" sz="900" dirty="0"/>
          </a:p>
        </p:txBody>
      </p:sp>
      <p:pic>
        <p:nvPicPr>
          <p:cNvPr id="14" name="Image 1" descr="preencoded.png"/>
          <p:cNvPicPr>
            <a:picLocks noChangeAspect="1"/>
          </p:cNvPicPr>
          <p:nvPr/>
        </p:nvPicPr>
        <p:blipFill>
          <a:blip r:embed="rId5"/>
          <a:stretch>
            <a:fillRect/>
          </a:stretch>
        </p:blipFill>
        <p:spPr>
          <a:xfrm>
            <a:off x="6606540" y="4251960"/>
            <a:ext cx="1600200" cy="1600200"/>
          </a:xfrm>
          <a:prstGeom prst="rect">
            <a:avLst/>
          </a:prstGeom>
        </p:spPr>
      </p:pic>
      <p:sp>
        <p:nvSpPr>
          <p:cNvPr id="15" name="Text 11"/>
          <p:cNvSpPr/>
          <p:nvPr/>
        </p:nvSpPr>
        <p:spPr>
          <a:xfrm>
            <a:off x="6126480" y="5897880"/>
            <a:ext cx="2560320" cy="292608"/>
          </a:xfrm>
          <a:prstGeom prst="rect">
            <a:avLst/>
          </a:prstGeom>
          <a:noFill/>
          <a:ln/>
        </p:spPr>
        <p:txBody>
          <a:bodyPr wrap="square" lIns="0" tIns="0" rIns="0" bIns="0" rtlCol="0" anchor="ctr"/>
          <a:lstStyle/>
          <a:p>
            <a:pPr marL="0" indent="0" algn="ctr">
              <a:buNone/>
            </a:pPr>
            <a:r>
              <a:rPr lang="en-US" sz="1200" i="1" dirty="0">
                <a:solidFill>
                  <a:srgbClr val="4A4A55"/>
                </a:solidFill>
                <a:latin typeface="Calibri" pitchFamily="34" charset="0"/>
                <a:ea typeface="Calibri" pitchFamily="34" charset="-122"/>
                <a:cs typeface="Calibri" pitchFamily="34" charset="-120"/>
              </a:rPr>
              <a:t>2 trazos</a:t>
            </a:r>
            <a:endParaRPr lang="en-US" sz="1200" dirty="0"/>
          </a:p>
        </p:txBody>
      </p:sp>
      <p:sp>
        <p:nvSpPr>
          <p:cNvPr id="16" name="Shape 12"/>
          <p:cNvSpPr/>
          <p:nvPr/>
        </p:nvSpPr>
        <p:spPr>
          <a:xfrm>
            <a:off x="8869680" y="3840480"/>
            <a:ext cx="2743200" cy="2423160"/>
          </a:xfrm>
          <a:prstGeom prst="roundRect">
            <a:avLst>
              <a:gd name="adj" fmla="val 5660"/>
            </a:avLst>
          </a:prstGeom>
          <a:solidFill>
            <a:srgbClr val="FFE0E0"/>
          </a:solidFill>
          <a:ln w="19050">
            <a:solidFill>
              <a:srgbClr val="FE6768"/>
            </a:solidFill>
            <a:prstDash val="solid"/>
          </a:ln>
        </p:spPr>
      </p:sp>
      <p:sp>
        <p:nvSpPr>
          <p:cNvPr id="17" name="Text 13"/>
          <p:cNvSpPr/>
          <p:nvPr/>
        </p:nvSpPr>
        <p:spPr>
          <a:xfrm>
            <a:off x="9006840" y="3931920"/>
            <a:ext cx="2468880" cy="274320"/>
          </a:xfrm>
          <a:prstGeom prst="rect">
            <a:avLst/>
          </a:prstGeom>
          <a:noFill/>
          <a:ln/>
        </p:spPr>
        <p:txBody>
          <a:bodyPr wrap="square" lIns="0" tIns="0" rIns="0" bIns="0" rtlCol="0" anchor="ctr"/>
          <a:lstStyle/>
          <a:p>
            <a:pPr marL="0" indent="0">
              <a:buNone/>
            </a:pPr>
            <a:r>
              <a:rPr lang="en-US" sz="900" b="1" kern="0" spc="300" dirty="0">
                <a:solidFill>
                  <a:srgbClr val="FE6768"/>
                </a:solidFill>
                <a:latin typeface="Calibri" pitchFamily="34" charset="0"/>
                <a:ea typeface="Calibri" pitchFamily="34" charset="-122"/>
                <a:cs typeface="Calibri" pitchFamily="34" charset="-120"/>
              </a:rPr>
              <a:t>EJEMPLOS</a:t>
            </a:r>
            <a:endParaRPr lang="en-US" sz="900" dirty="0"/>
          </a:p>
        </p:txBody>
      </p:sp>
      <p:sp>
        <p:nvSpPr>
          <p:cNvPr id="18" name="Text 14"/>
          <p:cNvSpPr/>
          <p:nvPr/>
        </p:nvSpPr>
        <p:spPr>
          <a:xfrm>
            <a:off x="9006840" y="4297680"/>
            <a:ext cx="2468880" cy="1828800"/>
          </a:xfrm>
          <a:prstGeom prst="rect">
            <a:avLst/>
          </a:prstGeom>
          <a:noFill/>
          <a:ln/>
        </p:spPr>
        <p:txBody>
          <a:bodyPr wrap="square" lIns="0" tIns="0" rIns="0" bIns="0" rtlCol="0" anchor="t"/>
          <a:lstStyle/>
          <a:p>
            <a:pPr marL="0" indent="0">
              <a:spcAft>
                <a:spcPts val="800"/>
              </a:spcAft>
              <a:buNone/>
            </a:pPr>
            <a:r>
              <a:rPr lang="en-US" sz="2200" b="1" dirty="0">
                <a:solidFill>
                  <a:srgbClr val="1E1E2A"/>
                </a:solidFill>
                <a:latin typeface="Malgun Gothic" pitchFamily="34" charset="0"/>
                <a:ea typeface="Malgun Gothic" pitchFamily="34" charset="-122"/>
                <a:cs typeface="Malgun Gothic" pitchFamily="34" charset="-120"/>
              </a:rPr>
              <a:t>아빠</a:t>
            </a:r>
            <a:r>
              <a:rPr lang="en-US" sz="1300" i="1" dirty="0">
                <a:solidFill>
                  <a:srgbClr val="4A4A55"/>
                </a:solidFill>
              </a:rPr>
              <a:t>   papá</a:t>
            </a:r>
            <a:endParaRPr lang="en-US" sz="2200" dirty="0"/>
          </a:p>
          <a:p>
            <a:pPr marL="0" indent="0">
              <a:spcAft>
                <a:spcPts val="800"/>
              </a:spcAft>
              <a:buNone/>
            </a:pPr>
            <a:r>
              <a:rPr lang="en-US" sz="2200" b="1" dirty="0">
                <a:solidFill>
                  <a:srgbClr val="1E1E2A"/>
                </a:solidFill>
                <a:latin typeface="Malgun Gothic" pitchFamily="34" charset="0"/>
                <a:ea typeface="Malgun Gothic" pitchFamily="34" charset="-122"/>
                <a:cs typeface="Malgun Gothic" pitchFamily="34" charset="-120"/>
              </a:rPr>
              <a:t>말</a:t>
            </a:r>
            <a:r>
              <a:rPr lang="en-US" sz="1300" i="1" dirty="0">
                <a:solidFill>
                  <a:srgbClr val="4A4A55"/>
                </a:solidFill>
              </a:rPr>
              <a:t>   caballo</a:t>
            </a:r>
            <a:endParaRPr lang="en-US" sz="2200" dirty="0"/>
          </a:p>
        </p:txBody>
      </p:sp>
      <p:sp>
        <p:nvSpPr>
          <p:cNvPr id="20" name="Text 15"/>
          <p:cNvSpPr/>
          <p:nvPr/>
        </p:nvSpPr>
        <p:spPr>
          <a:xfrm>
            <a:off x="365760" y="6446520"/>
            <a:ext cx="5486400" cy="228600"/>
          </a:xfrm>
          <a:prstGeom prst="rect">
            <a:avLst/>
          </a:prstGeom>
          <a:noFill/>
          <a:ln/>
        </p:spPr>
        <p:txBody>
          <a:bodyPr wrap="square" lIns="0" tIns="0" rIns="0" bIns="0" rtlCol="0" anchor="ctr"/>
          <a:lstStyle/>
          <a:p>
            <a:pPr marL="0" indent="0">
              <a:buNone/>
            </a:pPr>
            <a:r>
              <a:rPr lang="en-US" sz="800" kern="0" spc="300" dirty="0">
                <a:solidFill>
                  <a:srgbClr val="4A4A55"/>
                </a:solidFill>
                <a:latin typeface="Calibri" pitchFamily="34" charset="0"/>
                <a:ea typeface="Calibri" pitchFamily="34" charset="-122"/>
                <a:cs typeface="Calibri" pitchFamily="34" charset="-120"/>
              </a:rPr>
              <a:t>ACADEMIA SEÚL  ·  METHOD CHINGU™</a:t>
            </a:r>
            <a:endParaRPr lang="en-US" sz="800" dirty="0"/>
          </a:p>
        </p:txBody>
      </p:sp>
      <p:sp>
        <p:nvSpPr>
          <p:cNvPr id="21" name="Text 16"/>
          <p:cNvSpPr/>
          <p:nvPr/>
        </p:nvSpPr>
        <p:spPr>
          <a:xfrm>
            <a:off x="11277295" y="6446520"/>
            <a:ext cx="548640" cy="228600"/>
          </a:xfrm>
          <a:prstGeom prst="rect">
            <a:avLst/>
          </a:prstGeom>
          <a:noFill/>
          <a:ln/>
        </p:spPr>
        <p:txBody>
          <a:bodyPr wrap="square" lIns="0" tIns="0" rIns="0" bIns="0" rtlCol="0" anchor="ctr"/>
          <a:lstStyle/>
          <a:p>
            <a:pPr marL="0" indent="0" algn="r">
              <a:buNone/>
            </a:pPr>
            <a:r>
              <a:rPr lang="en-US" sz="800" dirty="0">
                <a:solidFill>
                  <a:srgbClr val="4A4A55"/>
                </a:solidFill>
                <a:latin typeface="Calibri" pitchFamily="34" charset="0"/>
                <a:ea typeface="Calibri" pitchFamily="34" charset="-122"/>
                <a:cs typeface="Calibri" pitchFamily="34" charset="-120"/>
              </a:rPr>
              <a:t>17</a:t>
            </a:r>
            <a:endParaRPr lang="en-US" sz="8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marL="0" indent="0">
              <a:buNone/>
            </a:pPr>
            <a:r>
              <a:rPr lang="en-US" sz="900" b="1" kern="0" spc="600" dirty="0">
                <a:solidFill>
                  <a:srgbClr val="3D2EE8"/>
                </a:solidFill>
                <a:latin typeface="Calibri" pitchFamily="34" charset="0"/>
                <a:ea typeface="Calibri" pitchFamily="34" charset="-122"/>
                <a:cs typeface="Calibri" pitchFamily="34" charset="-120"/>
              </a:rPr>
              <a:t>§4.1 · VOCAL</a:t>
            </a:r>
            <a:endParaRPr lang="en-US" sz="900" dirty="0"/>
          </a:p>
        </p:txBody>
      </p:sp>
      <p:sp>
        <p:nvSpPr>
          <p:cNvPr id="3" name="Text 1"/>
          <p:cNvSpPr/>
          <p:nvPr/>
        </p:nvSpPr>
        <p:spPr>
          <a:xfrm>
            <a:off x="548640" y="822960"/>
            <a:ext cx="10515600" cy="640080"/>
          </a:xfrm>
          <a:prstGeom prst="rect">
            <a:avLst/>
          </a:prstGeom>
          <a:noFill/>
          <a:ln/>
        </p:spPr>
        <p:txBody>
          <a:bodyPr wrap="square" rtlCol="0" anchor="ctr"/>
          <a:lstStyle/>
          <a:p>
            <a:pPr marL="0" indent="0">
              <a:buNone/>
            </a:pPr>
            <a:r>
              <a:rPr lang="en-US" sz="2600" b="1" dirty="0">
                <a:solidFill>
                  <a:srgbClr val="1A1A2E"/>
                </a:solidFill>
                <a:latin typeface="Calibri" pitchFamily="34" charset="0"/>
                <a:ea typeface="Calibri" pitchFamily="34" charset="-122"/>
                <a:cs typeface="Calibri" pitchFamily="34" charset="-120"/>
              </a:rPr>
              <a:t>ㅏ · La 'A' de mamá</a:t>
            </a:r>
            <a:endParaRPr lang="en-US" sz="2600" dirty="0"/>
          </a:p>
        </p:txBody>
      </p:sp>
      <p:sp>
        <p:nvSpPr>
          <p:cNvPr id="4" name="Text 2"/>
          <p:cNvSpPr/>
          <p:nvPr/>
        </p:nvSpPr>
        <p:spPr>
          <a:xfrm>
            <a:off x="548640" y="1828800"/>
            <a:ext cx="5486400" cy="4389120"/>
          </a:xfrm>
          <a:prstGeom prst="rect">
            <a:avLst/>
          </a:prstGeom>
          <a:noFill/>
          <a:ln/>
        </p:spPr>
        <p:txBody>
          <a:bodyPr wrap="square" rtlCol="0" anchor="t"/>
          <a:lstStyle/>
          <a:p>
            <a:pPr marL="0" indent="0">
              <a:lnSpc>
                <a:spcPct val="140000"/>
              </a:lnSpc>
              <a:buNone/>
            </a:pPr>
            <a:r>
              <a:rPr lang="en-US" sz="1400" dirty="0">
                <a:solidFill>
                  <a:srgbClr val="1A1A2E"/>
                </a:solidFill>
                <a:latin typeface="Calibri" pitchFamily="34" charset="0"/>
                <a:ea typeface="Calibri" pitchFamily="34" charset="-122"/>
                <a:cs typeface="Calibri" pitchFamily="34" charset="-120"/>
              </a:rPr>
              <a:t>ㅏ es una línea vertical con un puntito a la derecha.</a:t>
            </a:r>
            <a:endParaRPr lang="en-US" sz="1400" dirty="0"/>
          </a:p>
          <a:p>
            <a:pPr marL="0" indent="0">
              <a:lnSpc>
                <a:spcPct val="140000"/>
              </a:lnSpc>
              <a:buNone/>
            </a:pPr>
            <a:endParaRPr lang="en-US" sz="1400" dirty="0"/>
          </a:p>
          <a:p>
            <a:pPr marL="0" indent="0">
              <a:lnSpc>
                <a:spcPct val="140000"/>
              </a:lnSpc>
              <a:buNone/>
            </a:pPr>
            <a:r>
              <a:rPr lang="en-US" sz="1400" dirty="0">
                <a:solidFill>
                  <a:srgbClr val="1A1A2E"/>
                </a:solidFill>
                <a:latin typeface="Calibri" pitchFamily="34" charset="0"/>
                <a:ea typeface="Calibri" pitchFamily="34" charset="-122"/>
                <a:cs typeface="Calibri" pitchFamily="34" charset="-120"/>
              </a:rPr>
              <a:t>Se pronuncia 'a' — igualito que la 'a' de 'mamá' en español. Súper fácil.</a:t>
            </a:r>
            <a:endParaRPr lang="en-US" sz="1400" dirty="0"/>
          </a:p>
          <a:p>
            <a:pPr marL="0" indent="0">
              <a:lnSpc>
                <a:spcPct val="140000"/>
              </a:lnSpc>
              <a:buNone/>
            </a:pPr>
            <a:endParaRPr lang="en-US" sz="1400" dirty="0"/>
          </a:p>
          <a:p>
            <a:pPr marL="0" indent="0">
              <a:lnSpc>
                <a:spcPct val="140000"/>
              </a:lnSpc>
              <a:buNone/>
            </a:pPr>
            <a:r>
              <a:rPr lang="en-US" sz="1400" dirty="0">
                <a:solidFill>
                  <a:srgbClr val="1A1A2E"/>
                </a:solidFill>
                <a:latin typeface="Calibri" pitchFamily="34" charset="0"/>
                <a:ea typeface="Calibri" pitchFamily="34" charset="-122"/>
                <a:cs typeface="Calibri" pitchFamily="34" charset="-120"/>
              </a:rPr>
              <a:t>ㅏ. ㅏ. Repitan conmigo: ㅏ.</a:t>
            </a:r>
            <a:endParaRPr lang="en-US" sz="1400" dirty="0"/>
          </a:p>
          <a:p>
            <a:pPr marL="0" indent="0">
              <a:lnSpc>
                <a:spcPct val="140000"/>
              </a:lnSpc>
              <a:buNone/>
            </a:pPr>
            <a:endParaRPr lang="en-US" sz="1400" dirty="0"/>
          </a:p>
          <a:p>
            <a:pPr marL="0" indent="0">
              <a:lnSpc>
                <a:spcPct val="140000"/>
              </a:lnSpc>
              <a:buNone/>
            </a:pPr>
            <a:r>
              <a:rPr lang="en-US" sz="1400" dirty="0">
                <a:solidFill>
                  <a:srgbClr val="1A1A2E"/>
                </a:solidFill>
                <a:latin typeface="Calibri" pitchFamily="34" charset="0"/>
                <a:ea typeface="Calibri" pitchFamily="34" charset="-122"/>
                <a:cs typeface="Calibri" pitchFamily="34" charset="-120"/>
              </a:rPr>
              <a:t>El truco: el puntito te dice por DÓNDE sale el aire. A la derecha = sonido normal abierto.</a:t>
            </a:r>
            <a:endParaRPr lang="en-US" sz="1400" dirty="0"/>
          </a:p>
          <a:p>
            <a:pPr marL="0" indent="0">
              <a:lnSpc>
                <a:spcPct val="140000"/>
              </a:lnSpc>
              <a:buNone/>
            </a:pPr>
            <a:endParaRPr lang="en-US" sz="1400" dirty="0"/>
          </a:p>
          <a:p>
            <a:pPr marL="0" indent="0">
              <a:lnSpc>
                <a:spcPct val="140000"/>
              </a:lnSpc>
              <a:buNone/>
            </a:pPr>
            <a:r>
              <a:rPr lang="en-US" sz="1400" dirty="0">
                <a:solidFill>
                  <a:srgbClr val="1A1A2E"/>
                </a:solidFill>
                <a:latin typeface="Calibri" pitchFamily="34" charset="0"/>
                <a:ea typeface="Calibri" pitchFamily="34" charset="-122"/>
                <a:cs typeface="Calibri" pitchFamily="34" charset="-120"/>
              </a:rPr>
              <a:t>Ejemplos:</a:t>
            </a:r>
            <a:endParaRPr lang="en-US" sz="1400" dirty="0"/>
          </a:p>
          <a:p>
            <a:pPr marL="0" indent="0">
              <a:lnSpc>
                <a:spcPct val="140000"/>
              </a:lnSpc>
              <a:buNone/>
            </a:pPr>
            <a:r>
              <a:rPr lang="en-US" sz="1400" dirty="0">
                <a:solidFill>
                  <a:srgbClr val="1A1A2E"/>
                </a:solidFill>
                <a:latin typeface="Calibri" pitchFamily="34" charset="0"/>
                <a:ea typeface="Calibri" pitchFamily="34" charset="-122"/>
                <a:cs typeface="Calibri" pitchFamily="34" charset="-120"/>
              </a:rPr>
              <a:t>• 아빠 → appa (papá)</a:t>
            </a:r>
            <a:endParaRPr lang="en-US" sz="1400" dirty="0"/>
          </a:p>
          <a:p>
            <a:pPr marL="0" indent="0">
              <a:lnSpc>
                <a:spcPct val="140000"/>
              </a:lnSpc>
              <a:buNone/>
            </a:pPr>
            <a:r>
              <a:rPr lang="en-US" sz="1400" dirty="0">
                <a:solidFill>
                  <a:srgbClr val="1A1A2E"/>
                </a:solidFill>
                <a:latin typeface="Calibri" pitchFamily="34" charset="0"/>
                <a:ea typeface="Calibri" pitchFamily="34" charset="-122"/>
                <a:cs typeface="Calibri" pitchFamily="34" charset="-120"/>
              </a:rPr>
              <a:t>• 나 → na (yo)</a:t>
            </a:r>
            <a:endParaRPr lang="en-US" sz="1400" dirty="0"/>
          </a:p>
          <a:p>
            <a:pPr marL="0" indent="0">
              <a:lnSpc>
                <a:spcPct val="140000"/>
              </a:lnSpc>
              <a:buNone/>
            </a:pPr>
            <a:r>
              <a:rPr lang="en-US" sz="1400" dirty="0">
                <a:solidFill>
                  <a:srgbClr val="1A1A2E"/>
                </a:solidFill>
                <a:latin typeface="Calibri" pitchFamily="34" charset="0"/>
                <a:ea typeface="Calibri" pitchFamily="34" charset="-122"/>
                <a:cs typeface="Calibri" pitchFamily="34" charset="-120"/>
              </a:rPr>
              <a:t>• 사 → sa</a:t>
            </a:r>
            <a:endParaRPr lang="en-US" sz="1400" dirty="0"/>
          </a:p>
        </p:txBody>
      </p:sp>
      <p:sp>
        <p:nvSpPr>
          <p:cNvPr id="5" name="Shape 3"/>
          <p:cNvSpPr/>
          <p:nvPr/>
        </p:nvSpPr>
        <p:spPr>
          <a:xfrm>
            <a:off x="6766560" y="1828800"/>
            <a:ext cx="4846320" cy="4389120"/>
          </a:xfrm>
          <a:prstGeom prst="roundRect">
            <a:avLst>
              <a:gd name="adj" fmla="val 3125"/>
            </a:avLst>
          </a:prstGeom>
          <a:solidFill>
            <a:srgbClr val="FF5C5C"/>
          </a:solidFill>
          <a:ln w="12700">
            <a:solidFill>
              <a:srgbClr val="FF5C5C"/>
            </a:solidFill>
            <a:prstDash val="solid"/>
          </a:ln>
        </p:spPr>
      </p:sp>
      <p:sp>
        <p:nvSpPr>
          <p:cNvPr id="6" name="Text 4"/>
          <p:cNvSpPr/>
          <p:nvPr/>
        </p:nvSpPr>
        <p:spPr>
          <a:xfrm>
            <a:off x="6766560" y="2560320"/>
            <a:ext cx="4846320" cy="1645920"/>
          </a:xfrm>
          <a:prstGeom prst="rect">
            <a:avLst/>
          </a:prstGeom>
          <a:noFill/>
          <a:ln/>
        </p:spPr>
        <p:txBody>
          <a:bodyPr wrap="square" rtlCol="0" anchor="ctr"/>
          <a:lstStyle/>
          <a:p>
            <a:pPr marL="0" indent="0" algn="ctr">
              <a:buNone/>
            </a:pPr>
            <a:r>
              <a:rPr lang="en-US" sz="8000" b="1" dirty="0">
                <a:solidFill>
                  <a:srgbClr val="FFFFFF"/>
                </a:solidFill>
                <a:latin typeface="Malgun Gothic" pitchFamily="34" charset="0"/>
                <a:ea typeface="Malgun Gothic" pitchFamily="34" charset="-122"/>
                <a:cs typeface="Malgun Gothic" pitchFamily="34" charset="-120"/>
              </a:rPr>
              <a:t>ㅏ</a:t>
            </a:r>
            <a:endParaRPr lang="en-US" sz="8000" dirty="0"/>
          </a:p>
        </p:txBody>
      </p:sp>
      <p:sp>
        <p:nvSpPr>
          <p:cNvPr id="7" name="Text 5"/>
          <p:cNvSpPr/>
          <p:nvPr/>
        </p:nvSpPr>
        <p:spPr>
          <a:xfrm>
            <a:off x="6766560" y="4297680"/>
            <a:ext cx="4846320" cy="548640"/>
          </a:xfrm>
          <a:prstGeom prst="rect">
            <a:avLst/>
          </a:prstGeom>
          <a:noFill/>
          <a:ln/>
        </p:spPr>
        <p:txBody>
          <a:bodyPr wrap="square" rtlCol="0" anchor="ctr"/>
          <a:lstStyle/>
          <a:p>
            <a:pPr marL="0" indent="0" algn="ctr">
              <a:buNone/>
            </a:pPr>
            <a:r>
              <a:rPr lang="en-US" sz="1800" i="1" dirty="0">
                <a:solidFill>
                  <a:srgbClr val="FFFFFF"/>
                </a:solidFill>
                <a:latin typeface="Calibri" pitchFamily="34" charset="0"/>
                <a:ea typeface="Calibri" pitchFamily="34" charset="-122"/>
                <a:cs typeface="Calibri" pitchFamily="34" charset="-120"/>
              </a:rPr>
              <a:t>[ a ]</a:t>
            </a:r>
            <a:endParaRPr lang="en-US" sz="1800" dirty="0"/>
          </a:p>
        </p:txBody>
      </p:sp>
      <p:sp>
        <p:nvSpPr>
          <p:cNvPr id="8" name="Text 6"/>
          <p:cNvSpPr/>
          <p:nvPr/>
        </p:nvSpPr>
        <p:spPr>
          <a:xfrm>
            <a:off x="6766560" y="4937760"/>
            <a:ext cx="4846320" cy="457200"/>
          </a:xfrm>
          <a:prstGeom prst="rect">
            <a:avLst/>
          </a:prstGeom>
          <a:noFill/>
          <a:ln/>
        </p:spPr>
        <p:txBody>
          <a:bodyPr wrap="square" rtlCol="0" anchor="ctr"/>
          <a:lstStyle/>
          <a:p>
            <a:pPr marL="0" indent="0" algn="ctr">
              <a:buNone/>
            </a:pPr>
            <a:r>
              <a:rPr lang="en-US" sz="1400" dirty="0">
                <a:solidFill>
                  <a:srgbClr val="FFFFFF"/>
                </a:solidFill>
                <a:latin typeface="Calibri" pitchFamily="34" charset="0"/>
                <a:ea typeface="Calibri" pitchFamily="34" charset="-122"/>
                <a:cs typeface="Calibri" pitchFamily="34" charset="-120"/>
              </a:rPr>
              <a:t>Como la 'a' de mamá</a:t>
            </a:r>
            <a:endParaRPr lang="en-US" sz="1400" dirty="0"/>
          </a:p>
        </p:txBody>
      </p:sp>
      <p:pic>
        <p:nvPicPr>
          <p:cNvPr id="10" name="Image 1" descr="/sessions/sleepy-zen-cray/mnt/outputs/deck_assets/sello_linea_v1_01.png"/>
          <p:cNvPicPr>
            <a:picLocks noChangeAspect="1"/>
          </p:cNvPicPr>
          <p:nvPr/>
        </p:nvPicPr>
        <p:blipFill>
          <a:blip r:embed="rId3"/>
          <a:stretch>
            <a:fillRect/>
          </a:stretch>
        </p:blipFill>
        <p:spPr>
          <a:xfrm>
            <a:off x="365760" y="6355080"/>
            <a:ext cx="411480" cy="411480"/>
          </a:xfrm>
          <a:prstGeom prst="rect">
            <a:avLst/>
          </a:prstGeom>
        </p:spPr>
      </p:pic>
      <p:sp>
        <p:nvSpPr>
          <p:cNvPr id="11" name="Text 7"/>
          <p:cNvSpPr/>
          <p:nvPr/>
        </p:nvSpPr>
        <p:spPr>
          <a:xfrm>
            <a:off x="914400" y="6492240"/>
            <a:ext cx="4572000" cy="228600"/>
          </a:xfrm>
          <a:prstGeom prst="rect">
            <a:avLst/>
          </a:prstGeom>
          <a:noFill/>
          <a:ln/>
        </p:spPr>
        <p:txBody>
          <a:bodyPr wrap="square" rtlCol="0" anchor="ctr"/>
          <a:lstStyle/>
          <a:p>
            <a:pPr marL="0" indent="0">
              <a:buNone/>
            </a:pPr>
            <a:r>
              <a:rPr lang="en-US" sz="800" b="1" dirty="0">
                <a:solidFill>
                  <a:srgbClr val="6B6B7C"/>
                </a:solidFill>
                <a:latin typeface="Calibri" pitchFamily="34" charset="0"/>
                <a:ea typeface="Calibri" pitchFamily="34" charset="-122"/>
                <a:cs typeface="Calibri" pitchFamily="34" charset="-120"/>
              </a:rPr>
              <a:t>ACADEMIA SEÚL  ·  MÉTODO CHINGU™</a:t>
            </a:r>
            <a:endParaRPr lang="en-US" sz="800" dirty="0"/>
          </a:p>
        </p:txBody>
      </p:sp>
      <p:sp>
        <p:nvSpPr>
          <p:cNvPr id="12" name="Text 8"/>
          <p:cNvSpPr/>
          <p:nvPr/>
        </p:nvSpPr>
        <p:spPr>
          <a:xfrm>
            <a:off x="7315200" y="6492240"/>
            <a:ext cx="4572000" cy="228600"/>
          </a:xfrm>
          <a:prstGeom prst="rect">
            <a:avLst/>
          </a:prstGeom>
          <a:noFill/>
          <a:ln/>
        </p:spPr>
        <p:txBody>
          <a:bodyPr wrap="square" rtlCol="0" anchor="ctr"/>
          <a:lstStyle/>
          <a:p>
            <a:pPr marL="0" indent="0" algn="r">
              <a:buNone/>
            </a:pPr>
            <a:r>
              <a:rPr lang="en-US" sz="800" b="1" dirty="0">
                <a:solidFill>
                  <a:srgbClr val="6B6B7C"/>
                </a:solidFill>
                <a:latin typeface="Calibri" pitchFamily="34" charset="0"/>
                <a:ea typeface="Calibri" pitchFamily="34" charset="-122"/>
                <a:cs typeface="Calibri" pitchFamily="34" charset="-120"/>
              </a:rPr>
              <a:t>SES 08  ·  TALLER</a:t>
            </a:r>
            <a:endParaRPr lang="en-US" sz="800" dirty="0"/>
          </a:p>
        </p:txBody>
      </p:sp>
      <p:pic>
        <p:nvPicPr>
          <p:cNvPr id="13" name="Image 0" descr="/sessions/sleepy-zen-cray/mnt/outputs/deck_assets/logo_var2_azul.png">
            <a:extLst>
              <a:ext uri="{FF2B5EF4-FFF2-40B4-BE49-F238E27FC236}">
                <a16:creationId xmlns:a16="http://schemas.microsoft.com/office/drawing/2014/main" id="{60874597-17C8-F6E6-A6AB-B25E5D56BF48}"/>
              </a:ext>
            </a:extLst>
          </p:cNvPr>
          <p:cNvPicPr>
            <a:picLocks noChangeAspect="1"/>
          </p:cNvPicPr>
          <p:nvPr/>
        </p:nvPicPr>
        <p:blipFill>
          <a:blip r:embed="rId4"/>
          <a:stretch>
            <a:fillRect/>
          </a:stretch>
        </p:blipFill>
        <p:spPr>
          <a:xfrm>
            <a:off x="9778365" y="-760095"/>
            <a:ext cx="2571750" cy="2571750"/>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57200" y="411480"/>
            <a:ext cx="10972800" cy="274320"/>
          </a:xfrm>
          <a:prstGeom prst="rect">
            <a:avLst/>
          </a:prstGeom>
          <a:noFill/>
          <a:ln/>
        </p:spPr>
        <p:txBody>
          <a:bodyPr wrap="square" lIns="0" tIns="0" rIns="0" bIns="0" rtlCol="0" anchor="ctr"/>
          <a:lstStyle/>
          <a:p>
            <a:pPr marL="0" indent="0">
              <a:buNone/>
            </a:pPr>
            <a:r>
              <a:rPr lang="en-US" sz="1100" b="1" kern="0" spc="500" dirty="0">
                <a:solidFill>
                  <a:srgbClr val="FE6768"/>
                </a:solidFill>
                <a:latin typeface="Calibri" pitchFamily="34" charset="0"/>
                <a:ea typeface="Calibri" pitchFamily="34" charset="-122"/>
                <a:cs typeface="Calibri" pitchFamily="34" charset="-120"/>
              </a:rPr>
              <a:t>§1.10 · VOCAL</a:t>
            </a:r>
            <a:endParaRPr lang="en-US" sz="1100" dirty="0"/>
          </a:p>
        </p:txBody>
      </p:sp>
      <p:sp>
        <p:nvSpPr>
          <p:cNvPr id="3" name="Text 1"/>
          <p:cNvSpPr/>
          <p:nvPr/>
        </p:nvSpPr>
        <p:spPr>
          <a:xfrm>
            <a:off x="457200" y="777240"/>
            <a:ext cx="10972800" cy="822960"/>
          </a:xfrm>
          <a:prstGeom prst="rect">
            <a:avLst/>
          </a:prstGeom>
          <a:noFill/>
          <a:ln/>
        </p:spPr>
        <p:txBody>
          <a:bodyPr wrap="square" lIns="0" tIns="0" rIns="0" bIns="0" rtlCol="0" anchor="ctr"/>
          <a:lstStyle/>
          <a:p>
            <a:pPr marL="0" indent="0">
              <a:buNone/>
            </a:pPr>
            <a:r>
              <a:rPr lang="en-US" sz="4000" b="1" dirty="0">
                <a:solidFill>
                  <a:srgbClr val="4036ED"/>
                </a:solidFill>
                <a:latin typeface="Calibri" pitchFamily="34" charset="0"/>
                <a:ea typeface="Calibri" pitchFamily="34" charset="-122"/>
                <a:cs typeface="Calibri" pitchFamily="34" charset="-120"/>
              </a:rPr>
              <a:t>Vocal · ㅓ</a:t>
            </a:r>
            <a:endParaRPr lang="en-US" sz="4000" dirty="0"/>
          </a:p>
        </p:txBody>
      </p:sp>
      <p:sp>
        <p:nvSpPr>
          <p:cNvPr id="4" name="Text 2"/>
          <p:cNvSpPr/>
          <p:nvPr/>
        </p:nvSpPr>
        <p:spPr>
          <a:xfrm>
            <a:off x="457200" y="1691640"/>
            <a:ext cx="10972800" cy="457200"/>
          </a:xfrm>
          <a:prstGeom prst="rect">
            <a:avLst/>
          </a:prstGeom>
          <a:noFill/>
          <a:ln/>
        </p:spPr>
        <p:txBody>
          <a:bodyPr wrap="square" lIns="0" tIns="0" rIns="0" bIns="0" rtlCol="0" anchor="ctr"/>
          <a:lstStyle/>
          <a:p>
            <a:pPr marL="0" indent="0">
              <a:buNone/>
            </a:pPr>
            <a:r>
              <a:rPr lang="en-US" sz="1400" i="1" dirty="0">
                <a:solidFill>
                  <a:srgbClr val="4A4A55"/>
                </a:solidFill>
                <a:latin typeface="Calibri" pitchFamily="34" charset="0"/>
                <a:ea typeface="Calibri" pitchFamily="34" charset="-122"/>
                <a:cs typeface="Calibri" pitchFamily="34" charset="-120"/>
              </a:rPr>
              <a:t>algo entre [e] y [o] sin redondear los labios</a:t>
            </a:r>
            <a:endParaRPr lang="en-US" sz="1400" dirty="0"/>
          </a:p>
        </p:txBody>
      </p:sp>
      <p:pic>
        <p:nvPicPr>
          <p:cNvPr id="5" name="Image 0" descr="preencoded.png"/>
          <p:cNvPicPr>
            <a:picLocks noChangeAspect="1"/>
          </p:cNvPicPr>
          <p:nvPr/>
        </p:nvPicPr>
        <p:blipFill>
          <a:blip r:embed="rId3"/>
          <a:stretch>
            <a:fillRect/>
          </a:stretch>
        </p:blipFill>
        <p:spPr>
          <a:xfrm>
            <a:off x="11109960" y="1010412"/>
            <a:ext cx="502920" cy="502920"/>
          </a:xfrm>
          <a:prstGeom prst="rect">
            <a:avLst/>
          </a:prstGeom>
        </p:spPr>
      </p:pic>
      <p:sp>
        <p:nvSpPr>
          <p:cNvPr id="6" name="Text 3"/>
          <p:cNvSpPr/>
          <p:nvPr/>
        </p:nvSpPr>
        <p:spPr>
          <a:xfrm>
            <a:off x="9646920" y="1074420"/>
            <a:ext cx="1417320" cy="365760"/>
          </a:xfrm>
          <a:prstGeom prst="rect">
            <a:avLst/>
          </a:prstGeom>
          <a:noFill/>
          <a:ln/>
        </p:spPr>
        <p:txBody>
          <a:bodyPr wrap="square" lIns="0" tIns="0" rIns="0" bIns="0" rtlCol="0" anchor="ctr"/>
          <a:lstStyle/>
          <a:p>
            <a:pPr marL="0" indent="0" algn="r">
              <a:buNone/>
            </a:pPr>
            <a:r>
              <a:rPr lang="en-US" sz="1100" b="1" kern="0" spc="300" dirty="0">
                <a:solidFill>
                  <a:srgbClr val="4036ED"/>
                </a:solidFill>
                <a:latin typeface="Calibri" pitchFamily="34" charset="0"/>
                <a:ea typeface="Calibri" pitchFamily="34" charset="-122"/>
                <a:cs typeface="Calibri" pitchFamily="34" charset="-120"/>
              </a:rPr>
              <a:t>밤 · NOCHE</a:t>
            </a:r>
            <a:endParaRPr lang="en-US" sz="1100" dirty="0"/>
          </a:p>
        </p:txBody>
      </p:sp>
      <p:sp>
        <p:nvSpPr>
          <p:cNvPr id="7" name="Shape 4"/>
          <p:cNvSpPr/>
          <p:nvPr/>
        </p:nvSpPr>
        <p:spPr>
          <a:xfrm>
            <a:off x="640080" y="2606040"/>
            <a:ext cx="5120640" cy="3657600"/>
          </a:xfrm>
          <a:prstGeom prst="roundRect">
            <a:avLst>
              <a:gd name="adj" fmla="val 7500"/>
            </a:avLst>
          </a:prstGeom>
          <a:solidFill>
            <a:srgbClr val="4036ED"/>
          </a:solidFill>
          <a:ln w="12700">
            <a:solidFill>
              <a:srgbClr val="4036ED"/>
            </a:solidFill>
            <a:prstDash val="solid"/>
          </a:ln>
        </p:spPr>
      </p:sp>
      <p:sp>
        <p:nvSpPr>
          <p:cNvPr id="8" name="Text 5"/>
          <p:cNvSpPr/>
          <p:nvPr/>
        </p:nvSpPr>
        <p:spPr>
          <a:xfrm>
            <a:off x="640080" y="2606040"/>
            <a:ext cx="5120640" cy="3657600"/>
          </a:xfrm>
          <a:prstGeom prst="rect">
            <a:avLst/>
          </a:prstGeom>
          <a:noFill/>
          <a:ln/>
        </p:spPr>
        <p:txBody>
          <a:bodyPr wrap="square" lIns="0" tIns="0" rIns="0" bIns="0" rtlCol="0" anchor="ctr"/>
          <a:lstStyle/>
          <a:p>
            <a:pPr marL="0" indent="0" algn="ctr">
              <a:buNone/>
            </a:pPr>
            <a:r>
              <a:rPr lang="en-US" sz="24000" b="1" dirty="0">
                <a:solidFill>
                  <a:srgbClr val="F6F6F6"/>
                </a:solidFill>
                <a:latin typeface="Malgun Gothic" pitchFamily="34" charset="0"/>
                <a:ea typeface="Malgun Gothic" pitchFamily="34" charset="-122"/>
                <a:cs typeface="Malgun Gothic" pitchFamily="34" charset="-120"/>
              </a:rPr>
              <a:t>ㅓ</a:t>
            </a:r>
            <a:endParaRPr lang="en-US" sz="24000" dirty="0"/>
          </a:p>
        </p:txBody>
      </p:sp>
      <p:sp>
        <p:nvSpPr>
          <p:cNvPr id="9" name="Shape 6"/>
          <p:cNvSpPr/>
          <p:nvPr/>
        </p:nvSpPr>
        <p:spPr>
          <a:xfrm>
            <a:off x="6126480" y="2606040"/>
            <a:ext cx="5486400" cy="1097280"/>
          </a:xfrm>
          <a:prstGeom prst="roundRect">
            <a:avLst>
              <a:gd name="adj" fmla="val 12500"/>
            </a:avLst>
          </a:prstGeom>
          <a:solidFill>
            <a:srgbClr val="EDE8FF"/>
          </a:solidFill>
          <a:ln w="19050">
            <a:solidFill>
              <a:srgbClr val="4036ED"/>
            </a:solidFill>
            <a:prstDash val="solid"/>
          </a:ln>
        </p:spPr>
      </p:sp>
      <p:sp>
        <p:nvSpPr>
          <p:cNvPr id="10" name="Text 7"/>
          <p:cNvSpPr/>
          <p:nvPr/>
        </p:nvSpPr>
        <p:spPr>
          <a:xfrm>
            <a:off x="6309360" y="2697480"/>
            <a:ext cx="5120640" cy="274320"/>
          </a:xfrm>
          <a:prstGeom prst="rect">
            <a:avLst/>
          </a:prstGeom>
          <a:noFill/>
          <a:ln/>
        </p:spPr>
        <p:txBody>
          <a:bodyPr wrap="square" lIns="0" tIns="0" rIns="0" bIns="0" rtlCol="0" anchor="ctr"/>
          <a:lstStyle/>
          <a:p>
            <a:pPr marL="0" indent="0">
              <a:buNone/>
            </a:pPr>
            <a:r>
              <a:rPr lang="en-US" sz="900" b="1" kern="0" spc="400" dirty="0">
                <a:solidFill>
                  <a:srgbClr val="4036ED"/>
                </a:solidFill>
                <a:latin typeface="Calibri" pitchFamily="34" charset="0"/>
                <a:ea typeface="Calibri" pitchFamily="34" charset="-122"/>
                <a:cs typeface="Calibri" pitchFamily="34" charset="-120"/>
              </a:rPr>
              <a:t>PRONUNCIACIÓN</a:t>
            </a:r>
            <a:endParaRPr lang="en-US" sz="900" dirty="0"/>
          </a:p>
        </p:txBody>
      </p:sp>
      <p:sp>
        <p:nvSpPr>
          <p:cNvPr id="11" name="Text 8"/>
          <p:cNvSpPr/>
          <p:nvPr/>
        </p:nvSpPr>
        <p:spPr>
          <a:xfrm>
            <a:off x="6309360" y="2971800"/>
            <a:ext cx="5120640" cy="640080"/>
          </a:xfrm>
          <a:prstGeom prst="rect">
            <a:avLst/>
          </a:prstGeom>
          <a:noFill/>
          <a:ln/>
        </p:spPr>
        <p:txBody>
          <a:bodyPr wrap="square" lIns="0" tIns="0" rIns="0" bIns="0" rtlCol="0" anchor="ctr"/>
          <a:lstStyle/>
          <a:p>
            <a:pPr marL="0" indent="0">
              <a:buNone/>
            </a:pPr>
            <a:r>
              <a:rPr lang="en-US" sz="3800" b="1" i="1" dirty="0">
                <a:solidFill>
                  <a:srgbClr val="1E1E2A"/>
                </a:solidFill>
                <a:latin typeface="Calibri" pitchFamily="34" charset="0"/>
                <a:ea typeface="Calibri" pitchFamily="34" charset="-122"/>
                <a:cs typeface="Calibri" pitchFamily="34" charset="-120"/>
              </a:rPr>
              <a:t>"eo"</a:t>
            </a:r>
            <a:endParaRPr lang="en-US" sz="3800" dirty="0"/>
          </a:p>
        </p:txBody>
      </p:sp>
      <p:sp>
        <p:nvSpPr>
          <p:cNvPr id="12" name="Shape 9"/>
          <p:cNvSpPr/>
          <p:nvPr/>
        </p:nvSpPr>
        <p:spPr>
          <a:xfrm>
            <a:off x="6126480" y="3840480"/>
            <a:ext cx="2560320" cy="2423160"/>
          </a:xfrm>
          <a:prstGeom prst="roundRect">
            <a:avLst>
              <a:gd name="adj" fmla="val 5660"/>
            </a:avLst>
          </a:prstGeom>
          <a:solidFill>
            <a:srgbClr val="F6F6F6"/>
          </a:solidFill>
          <a:ln w="19050">
            <a:solidFill>
              <a:srgbClr val="4036ED"/>
            </a:solidFill>
            <a:prstDash val="solid"/>
          </a:ln>
        </p:spPr>
      </p:sp>
      <p:sp>
        <p:nvSpPr>
          <p:cNvPr id="13" name="Text 10"/>
          <p:cNvSpPr/>
          <p:nvPr/>
        </p:nvSpPr>
        <p:spPr>
          <a:xfrm>
            <a:off x="6126480" y="3931920"/>
            <a:ext cx="2560320" cy="274320"/>
          </a:xfrm>
          <a:prstGeom prst="rect">
            <a:avLst/>
          </a:prstGeom>
          <a:noFill/>
          <a:ln/>
        </p:spPr>
        <p:txBody>
          <a:bodyPr wrap="square" lIns="0" tIns="0" rIns="0" bIns="0" rtlCol="0" anchor="ctr"/>
          <a:lstStyle/>
          <a:p>
            <a:pPr marL="0" indent="0" algn="ctr">
              <a:buNone/>
            </a:pPr>
            <a:r>
              <a:rPr lang="en-US" sz="900" b="1" kern="0" spc="300" dirty="0">
                <a:solidFill>
                  <a:srgbClr val="4036ED"/>
                </a:solidFill>
                <a:latin typeface="Calibri" pitchFamily="34" charset="0"/>
                <a:ea typeface="Calibri" pitchFamily="34" charset="-122"/>
                <a:cs typeface="Calibri" pitchFamily="34" charset="-120"/>
              </a:rPr>
              <a:t>ORDEN DE TRAZO</a:t>
            </a:r>
            <a:endParaRPr lang="en-US" sz="900" dirty="0"/>
          </a:p>
        </p:txBody>
      </p:sp>
      <p:pic>
        <p:nvPicPr>
          <p:cNvPr id="14" name="Image 1" descr="preencoded.png"/>
          <p:cNvPicPr>
            <a:picLocks noChangeAspect="1"/>
          </p:cNvPicPr>
          <p:nvPr/>
        </p:nvPicPr>
        <p:blipFill>
          <a:blip r:embed="rId4"/>
          <a:stretch>
            <a:fillRect/>
          </a:stretch>
        </p:blipFill>
        <p:spPr>
          <a:xfrm>
            <a:off x="6606540" y="4251960"/>
            <a:ext cx="1600200" cy="1600200"/>
          </a:xfrm>
          <a:prstGeom prst="rect">
            <a:avLst/>
          </a:prstGeom>
        </p:spPr>
      </p:pic>
      <p:sp>
        <p:nvSpPr>
          <p:cNvPr id="15" name="Text 11"/>
          <p:cNvSpPr/>
          <p:nvPr/>
        </p:nvSpPr>
        <p:spPr>
          <a:xfrm>
            <a:off x="6126480" y="5897880"/>
            <a:ext cx="2560320" cy="292608"/>
          </a:xfrm>
          <a:prstGeom prst="rect">
            <a:avLst/>
          </a:prstGeom>
          <a:noFill/>
          <a:ln/>
        </p:spPr>
        <p:txBody>
          <a:bodyPr wrap="square" lIns="0" tIns="0" rIns="0" bIns="0" rtlCol="0" anchor="ctr"/>
          <a:lstStyle/>
          <a:p>
            <a:pPr marL="0" indent="0" algn="ctr">
              <a:buNone/>
            </a:pPr>
            <a:r>
              <a:rPr lang="en-US" sz="1200" i="1" dirty="0">
                <a:solidFill>
                  <a:srgbClr val="4A4A55"/>
                </a:solidFill>
                <a:latin typeface="Calibri" pitchFamily="34" charset="0"/>
                <a:ea typeface="Calibri" pitchFamily="34" charset="-122"/>
                <a:cs typeface="Calibri" pitchFamily="34" charset="-120"/>
              </a:rPr>
              <a:t>2 trazos</a:t>
            </a:r>
            <a:endParaRPr lang="en-US" sz="1200" dirty="0"/>
          </a:p>
        </p:txBody>
      </p:sp>
      <p:sp>
        <p:nvSpPr>
          <p:cNvPr id="16" name="Shape 12"/>
          <p:cNvSpPr/>
          <p:nvPr/>
        </p:nvSpPr>
        <p:spPr>
          <a:xfrm>
            <a:off x="8869680" y="3840480"/>
            <a:ext cx="2743200" cy="2423160"/>
          </a:xfrm>
          <a:prstGeom prst="roundRect">
            <a:avLst>
              <a:gd name="adj" fmla="val 5660"/>
            </a:avLst>
          </a:prstGeom>
          <a:solidFill>
            <a:srgbClr val="EDE8FF"/>
          </a:solidFill>
          <a:ln w="19050">
            <a:solidFill>
              <a:srgbClr val="4036ED"/>
            </a:solidFill>
            <a:prstDash val="solid"/>
          </a:ln>
        </p:spPr>
      </p:sp>
      <p:sp>
        <p:nvSpPr>
          <p:cNvPr id="17" name="Text 13"/>
          <p:cNvSpPr/>
          <p:nvPr/>
        </p:nvSpPr>
        <p:spPr>
          <a:xfrm>
            <a:off x="9006840" y="3931920"/>
            <a:ext cx="2468880" cy="274320"/>
          </a:xfrm>
          <a:prstGeom prst="rect">
            <a:avLst/>
          </a:prstGeom>
          <a:noFill/>
          <a:ln/>
        </p:spPr>
        <p:txBody>
          <a:bodyPr wrap="square" lIns="0" tIns="0" rIns="0" bIns="0" rtlCol="0" anchor="ctr"/>
          <a:lstStyle/>
          <a:p>
            <a:pPr marL="0" indent="0">
              <a:buNone/>
            </a:pPr>
            <a:r>
              <a:rPr lang="en-US" sz="900" b="1" kern="0" spc="300" dirty="0">
                <a:solidFill>
                  <a:srgbClr val="4036ED"/>
                </a:solidFill>
                <a:latin typeface="Calibri" pitchFamily="34" charset="0"/>
                <a:ea typeface="Calibri" pitchFamily="34" charset="-122"/>
                <a:cs typeface="Calibri" pitchFamily="34" charset="-120"/>
              </a:rPr>
              <a:t>EJEMPLOS</a:t>
            </a:r>
            <a:endParaRPr lang="en-US" sz="900" dirty="0"/>
          </a:p>
        </p:txBody>
      </p:sp>
      <p:sp>
        <p:nvSpPr>
          <p:cNvPr id="18" name="Text 14"/>
          <p:cNvSpPr/>
          <p:nvPr/>
        </p:nvSpPr>
        <p:spPr>
          <a:xfrm>
            <a:off x="9006840" y="4297680"/>
            <a:ext cx="2468880" cy="1828800"/>
          </a:xfrm>
          <a:prstGeom prst="rect">
            <a:avLst/>
          </a:prstGeom>
          <a:noFill/>
          <a:ln/>
        </p:spPr>
        <p:txBody>
          <a:bodyPr wrap="square" lIns="0" tIns="0" rIns="0" bIns="0" rtlCol="0" anchor="t"/>
          <a:lstStyle/>
          <a:p>
            <a:pPr marL="0" indent="0">
              <a:spcAft>
                <a:spcPts val="800"/>
              </a:spcAft>
              <a:buNone/>
            </a:pPr>
            <a:r>
              <a:rPr lang="en-US" sz="2200" b="1" dirty="0">
                <a:solidFill>
                  <a:srgbClr val="1E1E2A"/>
                </a:solidFill>
                <a:latin typeface="Malgun Gothic" pitchFamily="34" charset="0"/>
                <a:ea typeface="Malgun Gothic" pitchFamily="34" charset="-122"/>
                <a:cs typeface="Malgun Gothic" pitchFamily="34" charset="-120"/>
              </a:rPr>
              <a:t>어머니</a:t>
            </a:r>
            <a:r>
              <a:rPr lang="en-US" sz="1300" i="1" dirty="0">
                <a:solidFill>
                  <a:srgbClr val="4A4A55"/>
                </a:solidFill>
              </a:rPr>
              <a:t>   madre</a:t>
            </a:r>
            <a:endParaRPr lang="en-US" sz="2200" dirty="0"/>
          </a:p>
          <a:p>
            <a:pPr marL="0" indent="0">
              <a:spcAft>
                <a:spcPts val="800"/>
              </a:spcAft>
              <a:buNone/>
            </a:pPr>
            <a:r>
              <a:rPr lang="en-US" sz="2200" b="1" dirty="0">
                <a:solidFill>
                  <a:srgbClr val="1E1E2A"/>
                </a:solidFill>
                <a:latin typeface="Malgun Gothic" pitchFamily="34" charset="0"/>
                <a:ea typeface="Malgun Gothic" pitchFamily="34" charset="-122"/>
                <a:cs typeface="Malgun Gothic" pitchFamily="34" charset="-120"/>
              </a:rPr>
              <a:t>서울</a:t>
            </a:r>
            <a:r>
              <a:rPr lang="en-US" sz="1300" i="1" dirty="0">
                <a:solidFill>
                  <a:srgbClr val="4A4A55"/>
                </a:solidFill>
              </a:rPr>
              <a:t>   Seúl</a:t>
            </a:r>
            <a:endParaRPr lang="en-US" sz="2200" dirty="0"/>
          </a:p>
        </p:txBody>
      </p:sp>
      <p:sp>
        <p:nvSpPr>
          <p:cNvPr id="20" name="Text 15"/>
          <p:cNvSpPr/>
          <p:nvPr/>
        </p:nvSpPr>
        <p:spPr>
          <a:xfrm>
            <a:off x="365760" y="6446520"/>
            <a:ext cx="5486400" cy="228600"/>
          </a:xfrm>
          <a:prstGeom prst="rect">
            <a:avLst/>
          </a:prstGeom>
          <a:noFill/>
          <a:ln/>
        </p:spPr>
        <p:txBody>
          <a:bodyPr wrap="square" lIns="0" tIns="0" rIns="0" bIns="0" rtlCol="0" anchor="ctr"/>
          <a:lstStyle/>
          <a:p>
            <a:pPr marL="0" indent="0">
              <a:buNone/>
            </a:pPr>
            <a:r>
              <a:rPr lang="en-US" sz="800" kern="0" spc="300" dirty="0">
                <a:solidFill>
                  <a:srgbClr val="4A4A55"/>
                </a:solidFill>
                <a:latin typeface="Calibri" pitchFamily="34" charset="0"/>
                <a:ea typeface="Calibri" pitchFamily="34" charset="-122"/>
                <a:cs typeface="Calibri" pitchFamily="34" charset="-120"/>
              </a:rPr>
              <a:t>ACADEMIA SEÚL  ·  METHOD CHINGU™</a:t>
            </a:r>
            <a:endParaRPr lang="en-US" sz="800" dirty="0"/>
          </a:p>
        </p:txBody>
      </p:sp>
      <p:sp>
        <p:nvSpPr>
          <p:cNvPr id="21" name="Text 16"/>
          <p:cNvSpPr/>
          <p:nvPr/>
        </p:nvSpPr>
        <p:spPr>
          <a:xfrm>
            <a:off x="11277295" y="6446520"/>
            <a:ext cx="548640" cy="228600"/>
          </a:xfrm>
          <a:prstGeom prst="rect">
            <a:avLst/>
          </a:prstGeom>
          <a:noFill/>
          <a:ln/>
        </p:spPr>
        <p:txBody>
          <a:bodyPr wrap="square" lIns="0" tIns="0" rIns="0" bIns="0" rtlCol="0" anchor="ctr"/>
          <a:lstStyle/>
          <a:p>
            <a:pPr marL="0" indent="0" algn="r">
              <a:buNone/>
            </a:pPr>
            <a:r>
              <a:rPr lang="en-US" sz="800" dirty="0">
                <a:solidFill>
                  <a:srgbClr val="4A4A55"/>
                </a:solidFill>
                <a:latin typeface="Calibri" pitchFamily="34" charset="0"/>
                <a:ea typeface="Calibri" pitchFamily="34" charset="-122"/>
                <a:cs typeface="Calibri" pitchFamily="34" charset="-120"/>
              </a:rPr>
              <a:t>18</a:t>
            </a:r>
            <a:endParaRPr lang="en-US" sz="800" dirty="0"/>
          </a:p>
        </p:txBody>
      </p:sp>
      <p:pic>
        <p:nvPicPr>
          <p:cNvPr id="23" name="Image 0" descr="/sessions/sleepy-zen-cray/mnt/outputs/deck_assets/logo_var2_azul.png">
            <a:extLst>
              <a:ext uri="{FF2B5EF4-FFF2-40B4-BE49-F238E27FC236}">
                <a16:creationId xmlns:a16="http://schemas.microsoft.com/office/drawing/2014/main" id="{2C60BD75-E3A5-1CC3-5EFB-4B5CEF6AFBDD}"/>
              </a:ext>
            </a:extLst>
          </p:cNvPr>
          <p:cNvPicPr>
            <a:picLocks noChangeAspect="1"/>
          </p:cNvPicPr>
          <p:nvPr/>
        </p:nvPicPr>
        <p:blipFill>
          <a:blip r:embed="rId5"/>
          <a:stretch>
            <a:fillRect/>
          </a:stretch>
        </p:blipFill>
        <p:spPr>
          <a:xfrm>
            <a:off x="9778365" y="-760095"/>
            <a:ext cx="2571750" cy="2571750"/>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marL="0" indent="0">
              <a:buNone/>
            </a:pPr>
            <a:r>
              <a:rPr lang="en-US" sz="900" b="1" kern="0" spc="600" dirty="0">
                <a:solidFill>
                  <a:srgbClr val="3D2EE8"/>
                </a:solidFill>
                <a:latin typeface="Calibri" pitchFamily="34" charset="0"/>
                <a:ea typeface="Calibri" pitchFamily="34" charset="-122"/>
                <a:cs typeface="Calibri" pitchFamily="34" charset="-120"/>
              </a:rPr>
              <a:t>§4.2 · VOCAL</a:t>
            </a:r>
            <a:endParaRPr lang="en-US" sz="900" dirty="0"/>
          </a:p>
        </p:txBody>
      </p:sp>
      <p:sp>
        <p:nvSpPr>
          <p:cNvPr id="3" name="Text 1"/>
          <p:cNvSpPr/>
          <p:nvPr/>
        </p:nvSpPr>
        <p:spPr>
          <a:xfrm>
            <a:off x="548640" y="822960"/>
            <a:ext cx="10515600" cy="640080"/>
          </a:xfrm>
          <a:prstGeom prst="rect">
            <a:avLst/>
          </a:prstGeom>
          <a:noFill/>
          <a:ln/>
        </p:spPr>
        <p:txBody>
          <a:bodyPr wrap="square" rtlCol="0" anchor="ctr"/>
          <a:lstStyle/>
          <a:p>
            <a:pPr marL="0" indent="0">
              <a:buNone/>
            </a:pPr>
            <a:r>
              <a:rPr lang="en-US" sz="2600" b="1" dirty="0">
                <a:solidFill>
                  <a:srgbClr val="1A1A2E"/>
                </a:solidFill>
                <a:latin typeface="Calibri" pitchFamily="34" charset="0"/>
                <a:ea typeface="Calibri" pitchFamily="34" charset="-122"/>
                <a:cs typeface="Calibri" pitchFamily="34" charset="-120"/>
              </a:rPr>
              <a:t>ㅓ · La difícil para hispanos</a:t>
            </a:r>
            <a:endParaRPr lang="en-US" sz="2600" dirty="0"/>
          </a:p>
        </p:txBody>
      </p:sp>
      <p:sp>
        <p:nvSpPr>
          <p:cNvPr id="4" name="Text 2"/>
          <p:cNvSpPr/>
          <p:nvPr/>
        </p:nvSpPr>
        <p:spPr>
          <a:xfrm>
            <a:off x="548640" y="1828800"/>
            <a:ext cx="5486400" cy="4389120"/>
          </a:xfrm>
          <a:prstGeom prst="rect">
            <a:avLst/>
          </a:prstGeom>
          <a:noFill/>
          <a:ln/>
        </p:spPr>
        <p:txBody>
          <a:bodyPr wrap="square" rtlCol="0" anchor="t"/>
          <a:lstStyle/>
          <a:p>
            <a:pPr marL="0" indent="0">
              <a:lnSpc>
                <a:spcPct val="140000"/>
              </a:lnSpc>
              <a:buNone/>
            </a:pPr>
            <a:r>
              <a:rPr lang="en-US" sz="1400" dirty="0">
                <a:solidFill>
                  <a:srgbClr val="1A1A2E"/>
                </a:solidFill>
                <a:latin typeface="Calibri" pitchFamily="34" charset="0"/>
                <a:ea typeface="Calibri" pitchFamily="34" charset="-122"/>
                <a:cs typeface="Calibri" pitchFamily="34" charset="-120"/>
              </a:rPr>
              <a:t>ㅓ es la vocal MÁS difícil para hispanohablantes. Atención.</a:t>
            </a:r>
            <a:endParaRPr lang="en-US" sz="1400" dirty="0"/>
          </a:p>
          <a:p>
            <a:pPr marL="0" indent="0">
              <a:lnSpc>
                <a:spcPct val="140000"/>
              </a:lnSpc>
              <a:buNone/>
            </a:pPr>
            <a:endParaRPr lang="en-US" sz="1400" dirty="0"/>
          </a:p>
          <a:p>
            <a:pPr marL="0" indent="0">
              <a:lnSpc>
                <a:spcPct val="140000"/>
              </a:lnSpc>
              <a:buNone/>
            </a:pPr>
            <a:r>
              <a:rPr lang="en-US" sz="1400" dirty="0">
                <a:solidFill>
                  <a:srgbClr val="1A1A2E"/>
                </a:solidFill>
                <a:latin typeface="Calibri" pitchFamily="34" charset="0"/>
                <a:ea typeface="Calibri" pitchFamily="34" charset="-122"/>
                <a:cs typeface="Calibri" pitchFamily="34" charset="-120"/>
              </a:rPr>
              <a:t>El puntito está a la IZQUIERDA. Sonido más cerrado, profundo.</a:t>
            </a:r>
            <a:endParaRPr lang="en-US" sz="1400" dirty="0"/>
          </a:p>
          <a:p>
            <a:pPr marL="0" indent="0">
              <a:lnSpc>
                <a:spcPct val="140000"/>
              </a:lnSpc>
              <a:buNone/>
            </a:pPr>
            <a:endParaRPr lang="en-US" sz="1400" dirty="0"/>
          </a:p>
          <a:p>
            <a:pPr marL="0" indent="0">
              <a:lnSpc>
                <a:spcPct val="140000"/>
              </a:lnSpc>
              <a:buNone/>
            </a:pPr>
            <a:r>
              <a:rPr lang="en-US" sz="1400" dirty="0">
                <a:solidFill>
                  <a:srgbClr val="1A1A2E"/>
                </a:solidFill>
                <a:latin typeface="Calibri" pitchFamily="34" charset="0"/>
                <a:ea typeface="Calibri" pitchFamily="34" charset="-122"/>
                <a:cs typeface="Calibri" pitchFamily="34" charset="-120"/>
              </a:rPr>
              <a:t>NO se pronuncia 'e'. NO se pronuncia 'o'. Está EN EL MEDIO.</a:t>
            </a:r>
            <a:endParaRPr lang="en-US" sz="1400" dirty="0"/>
          </a:p>
          <a:p>
            <a:pPr marL="0" indent="0">
              <a:lnSpc>
                <a:spcPct val="140000"/>
              </a:lnSpc>
              <a:buNone/>
            </a:pPr>
            <a:endParaRPr lang="en-US" sz="1400" dirty="0"/>
          </a:p>
          <a:p>
            <a:pPr marL="0" indent="0">
              <a:lnSpc>
                <a:spcPct val="140000"/>
              </a:lnSpc>
              <a:buNone/>
            </a:pPr>
            <a:r>
              <a:rPr lang="en-US" sz="1400" dirty="0">
                <a:solidFill>
                  <a:srgbClr val="1A1A2E"/>
                </a:solidFill>
                <a:latin typeface="Calibri" pitchFamily="34" charset="0"/>
                <a:ea typeface="Calibri" pitchFamily="34" charset="-122"/>
                <a:cs typeface="Calibri" pitchFamily="34" charset="-120"/>
              </a:rPr>
              <a:t>El truco: pongan la boca como si fueran a decir 'A' (abierta), pero saquen el sonido de 'O'.</a:t>
            </a:r>
            <a:endParaRPr lang="en-US" sz="1400" dirty="0"/>
          </a:p>
          <a:p>
            <a:pPr marL="0" indent="0">
              <a:lnSpc>
                <a:spcPct val="140000"/>
              </a:lnSpc>
              <a:buNone/>
            </a:pPr>
            <a:endParaRPr lang="en-US" sz="1400" dirty="0"/>
          </a:p>
          <a:p>
            <a:pPr marL="0" indent="0">
              <a:lnSpc>
                <a:spcPct val="140000"/>
              </a:lnSpc>
              <a:buNone/>
            </a:pPr>
            <a:r>
              <a:rPr lang="en-US" sz="1400" dirty="0">
                <a:solidFill>
                  <a:srgbClr val="1A1A2E"/>
                </a:solidFill>
                <a:latin typeface="Calibri" pitchFamily="34" charset="0"/>
                <a:ea typeface="Calibri" pitchFamily="34" charset="-122"/>
                <a:cs typeface="Calibri" pitchFamily="34" charset="-120"/>
              </a:rPr>
              <a:t>ㅓ.</a:t>
            </a:r>
            <a:endParaRPr lang="en-US" sz="1400" dirty="0"/>
          </a:p>
          <a:p>
            <a:pPr marL="0" indent="0">
              <a:lnSpc>
                <a:spcPct val="140000"/>
              </a:lnSpc>
              <a:buNone/>
            </a:pPr>
            <a:endParaRPr lang="en-US" sz="1400" dirty="0"/>
          </a:p>
          <a:p>
            <a:pPr marL="0" indent="0">
              <a:lnSpc>
                <a:spcPct val="140000"/>
              </a:lnSpc>
              <a:buNone/>
            </a:pPr>
            <a:r>
              <a:rPr lang="en-US" sz="1400" dirty="0">
                <a:solidFill>
                  <a:srgbClr val="1A1A2E"/>
                </a:solidFill>
                <a:latin typeface="Calibri" pitchFamily="34" charset="0"/>
                <a:ea typeface="Calibri" pitchFamily="34" charset="-122"/>
                <a:cs typeface="Calibri" pitchFamily="34" charset="-120"/>
              </a:rPr>
              <a:t>Practica: ㅏ — ㅓ — ㅏ — ㅓ.</a:t>
            </a:r>
            <a:endParaRPr lang="en-US" sz="1400" dirty="0"/>
          </a:p>
          <a:p>
            <a:pPr marL="0" indent="0">
              <a:lnSpc>
                <a:spcPct val="140000"/>
              </a:lnSpc>
              <a:buNone/>
            </a:pPr>
            <a:endParaRPr lang="en-US" sz="1400" dirty="0"/>
          </a:p>
          <a:p>
            <a:pPr marL="0" indent="0">
              <a:lnSpc>
                <a:spcPct val="140000"/>
              </a:lnSpc>
              <a:buNone/>
            </a:pPr>
            <a:r>
              <a:rPr lang="en-US" sz="1400" dirty="0">
                <a:solidFill>
                  <a:srgbClr val="1A1A2E"/>
                </a:solidFill>
                <a:latin typeface="Calibri" pitchFamily="34" charset="0"/>
                <a:ea typeface="Calibri" pitchFamily="34" charset="-122"/>
                <a:cs typeface="Calibri" pitchFamily="34" charset="-120"/>
              </a:rPr>
              <a:t>Ejemplo: 어디 → eodi (¿dónde?)</a:t>
            </a:r>
            <a:endParaRPr lang="en-US" sz="1400" dirty="0"/>
          </a:p>
        </p:txBody>
      </p:sp>
      <p:sp>
        <p:nvSpPr>
          <p:cNvPr id="5" name="Shape 3"/>
          <p:cNvSpPr/>
          <p:nvPr/>
        </p:nvSpPr>
        <p:spPr>
          <a:xfrm>
            <a:off x="6766560" y="1828800"/>
            <a:ext cx="4846320" cy="4389120"/>
          </a:xfrm>
          <a:prstGeom prst="roundRect">
            <a:avLst>
              <a:gd name="adj" fmla="val 3125"/>
            </a:avLst>
          </a:prstGeom>
          <a:solidFill>
            <a:srgbClr val="3D2EE8"/>
          </a:solidFill>
          <a:ln w="12700">
            <a:solidFill>
              <a:srgbClr val="3D2EE8"/>
            </a:solidFill>
            <a:prstDash val="solid"/>
          </a:ln>
        </p:spPr>
      </p:sp>
      <p:sp>
        <p:nvSpPr>
          <p:cNvPr id="6" name="Text 4"/>
          <p:cNvSpPr/>
          <p:nvPr/>
        </p:nvSpPr>
        <p:spPr>
          <a:xfrm>
            <a:off x="6766560" y="2560320"/>
            <a:ext cx="4846320" cy="1645920"/>
          </a:xfrm>
          <a:prstGeom prst="rect">
            <a:avLst/>
          </a:prstGeom>
          <a:noFill/>
          <a:ln/>
        </p:spPr>
        <p:txBody>
          <a:bodyPr wrap="square" rtlCol="0" anchor="ctr"/>
          <a:lstStyle/>
          <a:p>
            <a:pPr marL="0" indent="0" algn="ctr">
              <a:buNone/>
            </a:pPr>
            <a:r>
              <a:rPr lang="en-US" sz="8000" b="1" dirty="0">
                <a:solidFill>
                  <a:srgbClr val="FFFFFF"/>
                </a:solidFill>
                <a:latin typeface="Malgun Gothic" pitchFamily="34" charset="0"/>
                <a:ea typeface="Malgun Gothic" pitchFamily="34" charset="-122"/>
                <a:cs typeface="Malgun Gothic" pitchFamily="34" charset="-120"/>
              </a:rPr>
              <a:t>ㅓ</a:t>
            </a:r>
            <a:endParaRPr lang="en-US" sz="8000" dirty="0"/>
          </a:p>
        </p:txBody>
      </p:sp>
      <p:sp>
        <p:nvSpPr>
          <p:cNvPr id="7" name="Text 5"/>
          <p:cNvSpPr/>
          <p:nvPr/>
        </p:nvSpPr>
        <p:spPr>
          <a:xfrm>
            <a:off x="6766560" y="4297680"/>
            <a:ext cx="4846320" cy="548640"/>
          </a:xfrm>
          <a:prstGeom prst="rect">
            <a:avLst/>
          </a:prstGeom>
          <a:noFill/>
          <a:ln/>
        </p:spPr>
        <p:txBody>
          <a:bodyPr wrap="square" rtlCol="0" anchor="ctr"/>
          <a:lstStyle/>
          <a:p>
            <a:pPr marL="0" indent="0" algn="ctr">
              <a:buNone/>
            </a:pPr>
            <a:r>
              <a:rPr lang="en-US" sz="1800" i="1" dirty="0">
                <a:solidFill>
                  <a:srgbClr val="FFFFFF"/>
                </a:solidFill>
                <a:latin typeface="Calibri" pitchFamily="34" charset="0"/>
                <a:ea typeface="Calibri" pitchFamily="34" charset="-122"/>
                <a:cs typeface="Calibri" pitchFamily="34" charset="-120"/>
              </a:rPr>
              <a:t>[ eo ]</a:t>
            </a:r>
            <a:endParaRPr lang="en-US" sz="1800" dirty="0"/>
          </a:p>
        </p:txBody>
      </p:sp>
      <p:sp>
        <p:nvSpPr>
          <p:cNvPr id="8" name="Text 6"/>
          <p:cNvSpPr/>
          <p:nvPr/>
        </p:nvSpPr>
        <p:spPr>
          <a:xfrm>
            <a:off x="6766560" y="4937760"/>
            <a:ext cx="4846320" cy="457200"/>
          </a:xfrm>
          <a:prstGeom prst="rect">
            <a:avLst/>
          </a:prstGeom>
          <a:noFill/>
          <a:ln/>
        </p:spPr>
        <p:txBody>
          <a:bodyPr wrap="square" rtlCol="0" anchor="ctr"/>
          <a:lstStyle/>
          <a:p>
            <a:pPr marL="0" indent="0" algn="ctr">
              <a:buNone/>
            </a:pPr>
            <a:r>
              <a:rPr lang="en-US" sz="1400" dirty="0">
                <a:solidFill>
                  <a:srgbClr val="FFFFFF"/>
                </a:solidFill>
                <a:latin typeface="Calibri" pitchFamily="34" charset="0"/>
                <a:ea typeface="Calibri" pitchFamily="34" charset="-122"/>
                <a:cs typeface="Calibri" pitchFamily="34" charset="-120"/>
              </a:rPr>
              <a:t>Boca de 'a' + sonido 'o'</a:t>
            </a:r>
            <a:endParaRPr lang="en-US" sz="1400" dirty="0"/>
          </a:p>
        </p:txBody>
      </p:sp>
      <p:pic>
        <p:nvPicPr>
          <p:cNvPr id="10" name="Image 1" descr="/sessions/sleepy-zen-cray/mnt/outputs/deck_assets/sello_linea_v1_01.png"/>
          <p:cNvPicPr>
            <a:picLocks noChangeAspect="1"/>
          </p:cNvPicPr>
          <p:nvPr/>
        </p:nvPicPr>
        <p:blipFill>
          <a:blip r:embed="rId3"/>
          <a:stretch>
            <a:fillRect/>
          </a:stretch>
        </p:blipFill>
        <p:spPr>
          <a:xfrm>
            <a:off x="365760" y="6355080"/>
            <a:ext cx="411480" cy="411480"/>
          </a:xfrm>
          <a:prstGeom prst="rect">
            <a:avLst/>
          </a:prstGeom>
        </p:spPr>
      </p:pic>
      <p:sp>
        <p:nvSpPr>
          <p:cNvPr id="11" name="Text 7"/>
          <p:cNvSpPr/>
          <p:nvPr/>
        </p:nvSpPr>
        <p:spPr>
          <a:xfrm>
            <a:off x="914400" y="6492240"/>
            <a:ext cx="4572000" cy="228600"/>
          </a:xfrm>
          <a:prstGeom prst="rect">
            <a:avLst/>
          </a:prstGeom>
          <a:noFill/>
          <a:ln/>
        </p:spPr>
        <p:txBody>
          <a:bodyPr wrap="square" rtlCol="0" anchor="ctr"/>
          <a:lstStyle/>
          <a:p>
            <a:pPr marL="0" indent="0">
              <a:buNone/>
            </a:pPr>
            <a:r>
              <a:rPr lang="en-US" sz="800" b="1" dirty="0">
                <a:solidFill>
                  <a:srgbClr val="6B6B7C"/>
                </a:solidFill>
                <a:latin typeface="Calibri" pitchFamily="34" charset="0"/>
                <a:ea typeface="Calibri" pitchFamily="34" charset="-122"/>
                <a:cs typeface="Calibri" pitchFamily="34" charset="-120"/>
              </a:rPr>
              <a:t>ACADEMIA SEÚL  ·  MÉTODO CHINGU™</a:t>
            </a:r>
            <a:endParaRPr lang="en-US" sz="800" dirty="0"/>
          </a:p>
        </p:txBody>
      </p:sp>
      <p:sp>
        <p:nvSpPr>
          <p:cNvPr id="12" name="Text 8"/>
          <p:cNvSpPr/>
          <p:nvPr/>
        </p:nvSpPr>
        <p:spPr>
          <a:xfrm>
            <a:off x="7315200" y="6492240"/>
            <a:ext cx="4572000" cy="228600"/>
          </a:xfrm>
          <a:prstGeom prst="rect">
            <a:avLst/>
          </a:prstGeom>
          <a:noFill/>
          <a:ln/>
        </p:spPr>
        <p:txBody>
          <a:bodyPr wrap="square" rtlCol="0" anchor="ctr"/>
          <a:lstStyle/>
          <a:p>
            <a:pPr marL="0" indent="0" algn="r">
              <a:buNone/>
            </a:pPr>
            <a:r>
              <a:rPr lang="en-US" sz="800" b="1" dirty="0">
                <a:solidFill>
                  <a:srgbClr val="6B6B7C"/>
                </a:solidFill>
                <a:latin typeface="Calibri" pitchFamily="34" charset="0"/>
                <a:ea typeface="Calibri" pitchFamily="34" charset="-122"/>
                <a:cs typeface="Calibri" pitchFamily="34" charset="-120"/>
              </a:rPr>
              <a:t>SES 09  ·  TALLER</a:t>
            </a:r>
            <a:endParaRPr lang="en-US" sz="800" dirty="0"/>
          </a:p>
        </p:txBody>
      </p:sp>
      <p:pic>
        <p:nvPicPr>
          <p:cNvPr id="14" name="Image 0" descr="/sessions/sleepy-zen-cray/mnt/outputs/deck_assets/logo_var2_azul.png">
            <a:extLst>
              <a:ext uri="{FF2B5EF4-FFF2-40B4-BE49-F238E27FC236}">
                <a16:creationId xmlns:a16="http://schemas.microsoft.com/office/drawing/2014/main" id="{1AB0CB06-BF8B-4DFD-6A94-692AB2964FFB}"/>
              </a:ext>
            </a:extLst>
          </p:cNvPr>
          <p:cNvPicPr>
            <a:picLocks noChangeAspect="1"/>
          </p:cNvPicPr>
          <p:nvPr/>
        </p:nvPicPr>
        <p:blipFill>
          <a:blip r:embed="rId4"/>
          <a:stretch>
            <a:fillRect/>
          </a:stretch>
        </p:blipFill>
        <p:spPr>
          <a:xfrm>
            <a:off x="9778365" y="-760095"/>
            <a:ext cx="2571750" cy="2571750"/>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marL="0" indent="0">
              <a:buNone/>
            </a:pPr>
            <a:r>
              <a:rPr lang="en-US" sz="900" b="1" kern="0" spc="600" dirty="0">
                <a:solidFill>
                  <a:srgbClr val="3D2EE8"/>
                </a:solidFill>
                <a:latin typeface="Calibri" pitchFamily="34" charset="0"/>
                <a:ea typeface="Calibri" pitchFamily="34" charset="-122"/>
                <a:cs typeface="Calibri" pitchFamily="34" charset="-120"/>
              </a:rPr>
              <a:t>§4.3 · VOCALES</a:t>
            </a:r>
            <a:endParaRPr lang="en-US" sz="900" dirty="0"/>
          </a:p>
        </p:txBody>
      </p:sp>
      <p:sp>
        <p:nvSpPr>
          <p:cNvPr id="3" name="Text 1"/>
          <p:cNvSpPr/>
          <p:nvPr/>
        </p:nvSpPr>
        <p:spPr>
          <a:xfrm>
            <a:off x="548640" y="822960"/>
            <a:ext cx="10515600" cy="640080"/>
          </a:xfrm>
          <a:prstGeom prst="rect">
            <a:avLst/>
          </a:prstGeom>
          <a:noFill/>
          <a:ln/>
        </p:spPr>
        <p:txBody>
          <a:bodyPr wrap="square" rtlCol="0" anchor="ctr"/>
          <a:lstStyle/>
          <a:p>
            <a:pPr marL="0" indent="0">
              <a:buNone/>
            </a:pPr>
            <a:r>
              <a:rPr lang="en-US" sz="2600" b="1" dirty="0">
                <a:solidFill>
                  <a:srgbClr val="1A1A2E"/>
                </a:solidFill>
                <a:latin typeface="Calibri" pitchFamily="34" charset="0"/>
                <a:ea typeface="Calibri" pitchFamily="34" charset="-122"/>
                <a:cs typeface="Calibri" pitchFamily="34" charset="-120"/>
              </a:rPr>
              <a:t>Las 4 fáciles · ㅗ ㅜ ㅡ ㅣ</a:t>
            </a:r>
            <a:endParaRPr lang="en-US" sz="2600" dirty="0"/>
          </a:p>
        </p:txBody>
      </p:sp>
      <p:sp>
        <p:nvSpPr>
          <p:cNvPr id="4" name="Shape 2"/>
          <p:cNvSpPr/>
          <p:nvPr/>
        </p:nvSpPr>
        <p:spPr>
          <a:xfrm>
            <a:off x="548640" y="1828800"/>
            <a:ext cx="2743200" cy="1280160"/>
          </a:xfrm>
          <a:prstGeom prst="roundRect">
            <a:avLst>
              <a:gd name="adj" fmla="val 7143"/>
            </a:avLst>
          </a:prstGeom>
          <a:solidFill>
            <a:srgbClr val="E8E5F8"/>
          </a:solidFill>
          <a:ln w="12700">
            <a:solidFill>
              <a:srgbClr val="E8E5F8"/>
            </a:solidFill>
            <a:prstDash val="solid"/>
          </a:ln>
        </p:spPr>
      </p:sp>
      <p:sp>
        <p:nvSpPr>
          <p:cNvPr id="5" name="Text 3"/>
          <p:cNvSpPr/>
          <p:nvPr/>
        </p:nvSpPr>
        <p:spPr>
          <a:xfrm>
            <a:off x="548640" y="1965960"/>
            <a:ext cx="2743200" cy="502920"/>
          </a:xfrm>
          <a:prstGeom prst="rect">
            <a:avLst/>
          </a:prstGeom>
          <a:noFill/>
          <a:ln/>
        </p:spPr>
        <p:txBody>
          <a:bodyPr wrap="square" rtlCol="0" anchor="ctr"/>
          <a:lstStyle/>
          <a:p>
            <a:pPr marL="0" indent="0" algn="ctr">
              <a:buNone/>
            </a:pPr>
            <a:r>
              <a:rPr lang="en-US" sz="2200" b="1" dirty="0">
                <a:solidFill>
                  <a:srgbClr val="1A1A2E"/>
                </a:solidFill>
                <a:latin typeface="Malgun Gothic" pitchFamily="34" charset="0"/>
                <a:ea typeface="Malgun Gothic" pitchFamily="34" charset="-122"/>
                <a:cs typeface="Malgun Gothic" pitchFamily="34" charset="-120"/>
              </a:rPr>
              <a:t>ㅗ</a:t>
            </a:r>
            <a:endParaRPr lang="en-US" sz="2200" dirty="0"/>
          </a:p>
        </p:txBody>
      </p:sp>
      <p:sp>
        <p:nvSpPr>
          <p:cNvPr id="6" name="Text 4"/>
          <p:cNvSpPr/>
          <p:nvPr/>
        </p:nvSpPr>
        <p:spPr>
          <a:xfrm>
            <a:off x="548640" y="2542032"/>
            <a:ext cx="2743200" cy="502920"/>
          </a:xfrm>
          <a:prstGeom prst="rect">
            <a:avLst/>
          </a:prstGeom>
          <a:noFill/>
          <a:ln/>
        </p:spPr>
        <p:txBody>
          <a:bodyPr wrap="square" rtlCol="0" anchor="ctr"/>
          <a:lstStyle/>
          <a:p>
            <a:pPr marL="0" indent="0" algn="ctr">
              <a:buNone/>
            </a:pPr>
            <a:r>
              <a:rPr lang="en-US" sz="1200" dirty="0">
                <a:solidFill>
                  <a:srgbClr val="1A1A2E"/>
                </a:solidFill>
                <a:latin typeface="Calibri" pitchFamily="34" charset="0"/>
                <a:ea typeface="Calibri" pitchFamily="34" charset="-122"/>
                <a:cs typeface="Calibri" pitchFamily="34" charset="-120"/>
              </a:rPr>
              <a:t>[ o ] como en sol</a:t>
            </a:r>
            <a:endParaRPr lang="en-US" sz="1200" dirty="0"/>
          </a:p>
          <a:p>
            <a:pPr marL="0" indent="0" algn="ctr">
              <a:buNone/>
            </a:pPr>
            <a:r>
              <a:rPr lang="en-US" sz="1200" dirty="0">
                <a:solidFill>
                  <a:srgbClr val="1A1A2E"/>
                </a:solidFill>
                <a:latin typeface="Calibri" pitchFamily="34" charset="0"/>
                <a:ea typeface="Calibri" pitchFamily="34" charset="-122"/>
                <a:cs typeface="Calibri" pitchFamily="34" charset="-120"/>
              </a:rPr>
              <a:t>오빠 (oppa)</a:t>
            </a:r>
            <a:endParaRPr lang="en-US" sz="1200" dirty="0"/>
          </a:p>
        </p:txBody>
      </p:sp>
      <p:sp>
        <p:nvSpPr>
          <p:cNvPr id="7" name="Shape 5"/>
          <p:cNvSpPr/>
          <p:nvPr/>
        </p:nvSpPr>
        <p:spPr>
          <a:xfrm>
            <a:off x="3410712" y="1828800"/>
            <a:ext cx="2743200" cy="1280160"/>
          </a:xfrm>
          <a:prstGeom prst="roundRect">
            <a:avLst>
              <a:gd name="adj" fmla="val 7143"/>
            </a:avLst>
          </a:prstGeom>
          <a:solidFill>
            <a:srgbClr val="FFE2E2"/>
          </a:solidFill>
          <a:ln w="12700">
            <a:solidFill>
              <a:srgbClr val="FFE2E2"/>
            </a:solidFill>
            <a:prstDash val="solid"/>
          </a:ln>
        </p:spPr>
      </p:sp>
      <p:sp>
        <p:nvSpPr>
          <p:cNvPr id="8" name="Text 6"/>
          <p:cNvSpPr/>
          <p:nvPr/>
        </p:nvSpPr>
        <p:spPr>
          <a:xfrm>
            <a:off x="3410712" y="1965960"/>
            <a:ext cx="2743200" cy="502920"/>
          </a:xfrm>
          <a:prstGeom prst="rect">
            <a:avLst/>
          </a:prstGeom>
          <a:noFill/>
          <a:ln/>
        </p:spPr>
        <p:txBody>
          <a:bodyPr wrap="square" rtlCol="0" anchor="ctr"/>
          <a:lstStyle/>
          <a:p>
            <a:pPr marL="0" indent="0" algn="ctr">
              <a:buNone/>
            </a:pPr>
            <a:r>
              <a:rPr lang="en-US" sz="2200" b="1" dirty="0">
                <a:solidFill>
                  <a:srgbClr val="1A1A2E"/>
                </a:solidFill>
                <a:latin typeface="Malgun Gothic" pitchFamily="34" charset="0"/>
                <a:ea typeface="Malgun Gothic" pitchFamily="34" charset="-122"/>
                <a:cs typeface="Malgun Gothic" pitchFamily="34" charset="-120"/>
              </a:rPr>
              <a:t>ㅜ</a:t>
            </a:r>
            <a:endParaRPr lang="en-US" sz="2200" dirty="0"/>
          </a:p>
        </p:txBody>
      </p:sp>
      <p:sp>
        <p:nvSpPr>
          <p:cNvPr id="9" name="Text 7"/>
          <p:cNvSpPr/>
          <p:nvPr/>
        </p:nvSpPr>
        <p:spPr>
          <a:xfrm>
            <a:off x="3410712" y="2542032"/>
            <a:ext cx="2743200" cy="502920"/>
          </a:xfrm>
          <a:prstGeom prst="rect">
            <a:avLst/>
          </a:prstGeom>
          <a:noFill/>
          <a:ln/>
        </p:spPr>
        <p:txBody>
          <a:bodyPr wrap="square" rtlCol="0" anchor="ctr"/>
          <a:lstStyle/>
          <a:p>
            <a:pPr marL="0" indent="0" algn="ctr">
              <a:buNone/>
            </a:pPr>
            <a:r>
              <a:rPr lang="en-US" sz="1200" dirty="0">
                <a:solidFill>
                  <a:srgbClr val="1A1A2E"/>
                </a:solidFill>
                <a:latin typeface="Calibri" pitchFamily="34" charset="0"/>
                <a:ea typeface="Calibri" pitchFamily="34" charset="-122"/>
                <a:cs typeface="Calibri" pitchFamily="34" charset="-120"/>
              </a:rPr>
              <a:t>[ u ] como en luna</a:t>
            </a:r>
            <a:endParaRPr lang="en-US" sz="1200" dirty="0"/>
          </a:p>
          <a:p>
            <a:pPr marL="0" indent="0" algn="ctr">
              <a:buNone/>
            </a:pPr>
            <a:r>
              <a:rPr lang="en-US" sz="1200" dirty="0">
                <a:solidFill>
                  <a:srgbClr val="1A1A2E"/>
                </a:solidFill>
                <a:latin typeface="Calibri" pitchFamily="34" charset="0"/>
                <a:ea typeface="Calibri" pitchFamily="34" charset="-122"/>
                <a:cs typeface="Calibri" pitchFamily="34" charset="-120"/>
              </a:rPr>
              <a:t>우유 (uyu - leche)</a:t>
            </a:r>
            <a:endParaRPr lang="en-US" sz="1200" dirty="0"/>
          </a:p>
        </p:txBody>
      </p:sp>
      <p:sp>
        <p:nvSpPr>
          <p:cNvPr id="10" name="Shape 8"/>
          <p:cNvSpPr/>
          <p:nvPr/>
        </p:nvSpPr>
        <p:spPr>
          <a:xfrm>
            <a:off x="6272784" y="1828800"/>
            <a:ext cx="2743200" cy="1280160"/>
          </a:xfrm>
          <a:prstGeom prst="roundRect">
            <a:avLst>
              <a:gd name="adj" fmla="val 7143"/>
            </a:avLst>
          </a:prstGeom>
          <a:solidFill>
            <a:srgbClr val="E8E5F8"/>
          </a:solidFill>
          <a:ln w="12700">
            <a:solidFill>
              <a:srgbClr val="E8E5F8"/>
            </a:solidFill>
            <a:prstDash val="solid"/>
          </a:ln>
        </p:spPr>
      </p:sp>
      <p:sp>
        <p:nvSpPr>
          <p:cNvPr id="11" name="Text 9"/>
          <p:cNvSpPr/>
          <p:nvPr/>
        </p:nvSpPr>
        <p:spPr>
          <a:xfrm>
            <a:off x="6272784" y="1965960"/>
            <a:ext cx="2743200" cy="502920"/>
          </a:xfrm>
          <a:prstGeom prst="rect">
            <a:avLst/>
          </a:prstGeom>
          <a:noFill/>
          <a:ln/>
        </p:spPr>
        <p:txBody>
          <a:bodyPr wrap="square" rtlCol="0" anchor="ctr"/>
          <a:lstStyle/>
          <a:p>
            <a:pPr marL="0" indent="0" algn="ctr">
              <a:buNone/>
            </a:pPr>
            <a:r>
              <a:rPr lang="en-US" sz="2200" b="1" dirty="0">
                <a:solidFill>
                  <a:srgbClr val="1A1A2E"/>
                </a:solidFill>
                <a:latin typeface="Malgun Gothic" pitchFamily="34" charset="0"/>
                <a:ea typeface="Malgun Gothic" pitchFamily="34" charset="-122"/>
                <a:cs typeface="Malgun Gothic" pitchFamily="34" charset="-120"/>
              </a:rPr>
              <a:t>ㅡ</a:t>
            </a:r>
            <a:endParaRPr lang="en-US" sz="2200" dirty="0"/>
          </a:p>
        </p:txBody>
      </p:sp>
      <p:sp>
        <p:nvSpPr>
          <p:cNvPr id="12" name="Text 10"/>
          <p:cNvSpPr/>
          <p:nvPr/>
        </p:nvSpPr>
        <p:spPr>
          <a:xfrm>
            <a:off x="6272784" y="2542032"/>
            <a:ext cx="2743200" cy="502920"/>
          </a:xfrm>
          <a:prstGeom prst="rect">
            <a:avLst/>
          </a:prstGeom>
          <a:noFill/>
          <a:ln/>
        </p:spPr>
        <p:txBody>
          <a:bodyPr wrap="square" rtlCol="0" anchor="ctr"/>
          <a:lstStyle/>
          <a:p>
            <a:pPr marL="0" indent="0" algn="ctr">
              <a:buNone/>
            </a:pPr>
            <a:r>
              <a:rPr lang="en-US" sz="1200" dirty="0">
                <a:solidFill>
                  <a:srgbClr val="1A1A2E"/>
                </a:solidFill>
                <a:latin typeface="Calibri" pitchFamily="34" charset="0"/>
                <a:ea typeface="Calibri" pitchFamily="34" charset="-122"/>
                <a:cs typeface="Calibri" pitchFamily="34" charset="-120"/>
              </a:rPr>
              <a:t>[ eu ] labios estirados</a:t>
            </a:r>
            <a:endParaRPr lang="en-US" sz="1200" dirty="0"/>
          </a:p>
          <a:p>
            <a:pPr marL="0" indent="0" algn="ctr">
              <a:buNone/>
            </a:pPr>
            <a:r>
              <a:rPr lang="en-US" sz="1200" dirty="0">
                <a:solidFill>
                  <a:srgbClr val="1A1A2E"/>
                </a:solidFill>
                <a:latin typeface="Calibri" pitchFamily="34" charset="0"/>
                <a:ea typeface="Calibri" pitchFamily="34" charset="-122"/>
                <a:cs typeface="Calibri" pitchFamily="34" charset="-120"/>
              </a:rPr>
              <a:t>그 (geu - ese)</a:t>
            </a:r>
            <a:endParaRPr lang="en-US" sz="1200" dirty="0"/>
          </a:p>
        </p:txBody>
      </p:sp>
      <p:sp>
        <p:nvSpPr>
          <p:cNvPr id="13" name="Shape 11"/>
          <p:cNvSpPr/>
          <p:nvPr/>
        </p:nvSpPr>
        <p:spPr>
          <a:xfrm>
            <a:off x="9134856" y="1828800"/>
            <a:ext cx="2743200" cy="1280160"/>
          </a:xfrm>
          <a:prstGeom prst="roundRect">
            <a:avLst>
              <a:gd name="adj" fmla="val 7143"/>
            </a:avLst>
          </a:prstGeom>
          <a:solidFill>
            <a:srgbClr val="FFE2E2"/>
          </a:solidFill>
          <a:ln w="12700">
            <a:solidFill>
              <a:srgbClr val="FFE2E2"/>
            </a:solidFill>
            <a:prstDash val="solid"/>
          </a:ln>
        </p:spPr>
      </p:sp>
      <p:sp>
        <p:nvSpPr>
          <p:cNvPr id="14" name="Text 12"/>
          <p:cNvSpPr/>
          <p:nvPr/>
        </p:nvSpPr>
        <p:spPr>
          <a:xfrm>
            <a:off x="9134856" y="1965960"/>
            <a:ext cx="2743200" cy="502920"/>
          </a:xfrm>
          <a:prstGeom prst="rect">
            <a:avLst/>
          </a:prstGeom>
          <a:noFill/>
          <a:ln/>
        </p:spPr>
        <p:txBody>
          <a:bodyPr wrap="square" rtlCol="0" anchor="ctr"/>
          <a:lstStyle/>
          <a:p>
            <a:pPr marL="0" indent="0" algn="ctr">
              <a:buNone/>
            </a:pPr>
            <a:r>
              <a:rPr lang="en-US" sz="2200" b="1" dirty="0">
                <a:solidFill>
                  <a:srgbClr val="1A1A2E"/>
                </a:solidFill>
                <a:latin typeface="Malgun Gothic" pitchFamily="34" charset="0"/>
                <a:ea typeface="Malgun Gothic" pitchFamily="34" charset="-122"/>
                <a:cs typeface="Malgun Gothic" pitchFamily="34" charset="-120"/>
              </a:rPr>
              <a:t>ㅣ</a:t>
            </a:r>
            <a:endParaRPr lang="en-US" sz="2200" dirty="0"/>
          </a:p>
        </p:txBody>
      </p:sp>
      <p:sp>
        <p:nvSpPr>
          <p:cNvPr id="15" name="Text 13"/>
          <p:cNvSpPr/>
          <p:nvPr/>
        </p:nvSpPr>
        <p:spPr>
          <a:xfrm>
            <a:off x="9134856" y="2542032"/>
            <a:ext cx="2743200" cy="502920"/>
          </a:xfrm>
          <a:prstGeom prst="rect">
            <a:avLst/>
          </a:prstGeom>
          <a:noFill/>
          <a:ln/>
        </p:spPr>
        <p:txBody>
          <a:bodyPr wrap="square" rtlCol="0" anchor="ctr"/>
          <a:lstStyle/>
          <a:p>
            <a:pPr marL="0" indent="0" algn="ctr">
              <a:buNone/>
            </a:pPr>
            <a:r>
              <a:rPr lang="en-US" sz="1200" dirty="0">
                <a:solidFill>
                  <a:srgbClr val="1A1A2E"/>
                </a:solidFill>
                <a:latin typeface="Calibri" pitchFamily="34" charset="0"/>
                <a:ea typeface="Calibri" pitchFamily="34" charset="-122"/>
                <a:cs typeface="Calibri" pitchFamily="34" charset="-120"/>
              </a:rPr>
              <a:t>[ i ] como en sí</a:t>
            </a:r>
            <a:endParaRPr lang="en-US" sz="1200" dirty="0"/>
          </a:p>
          <a:p>
            <a:pPr marL="0" indent="0" algn="ctr">
              <a:buNone/>
            </a:pPr>
            <a:r>
              <a:rPr lang="en-US" sz="1200" dirty="0">
                <a:solidFill>
                  <a:srgbClr val="1A1A2E"/>
                </a:solidFill>
                <a:latin typeface="Calibri" pitchFamily="34" charset="0"/>
                <a:ea typeface="Calibri" pitchFamily="34" charset="-122"/>
                <a:cs typeface="Calibri" pitchFamily="34" charset="-120"/>
              </a:rPr>
              <a:t>이 (i - este)</a:t>
            </a:r>
            <a:endParaRPr lang="en-US" sz="1200" dirty="0"/>
          </a:p>
        </p:txBody>
      </p:sp>
      <p:pic>
        <p:nvPicPr>
          <p:cNvPr id="17" name="Image 1" descr="/sessions/sleepy-zen-cray/mnt/outputs/deck_assets/sello_linea_v1_01.png"/>
          <p:cNvPicPr>
            <a:picLocks noChangeAspect="1"/>
          </p:cNvPicPr>
          <p:nvPr/>
        </p:nvPicPr>
        <p:blipFill>
          <a:blip r:embed="rId3"/>
          <a:stretch>
            <a:fillRect/>
          </a:stretch>
        </p:blipFill>
        <p:spPr>
          <a:xfrm>
            <a:off x="365760" y="6355080"/>
            <a:ext cx="411480" cy="411480"/>
          </a:xfrm>
          <a:prstGeom prst="rect">
            <a:avLst/>
          </a:prstGeom>
        </p:spPr>
      </p:pic>
      <p:sp>
        <p:nvSpPr>
          <p:cNvPr id="18" name="Text 14"/>
          <p:cNvSpPr/>
          <p:nvPr/>
        </p:nvSpPr>
        <p:spPr>
          <a:xfrm>
            <a:off x="914400" y="6492240"/>
            <a:ext cx="4572000" cy="228600"/>
          </a:xfrm>
          <a:prstGeom prst="rect">
            <a:avLst/>
          </a:prstGeom>
          <a:noFill/>
          <a:ln/>
        </p:spPr>
        <p:txBody>
          <a:bodyPr wrap="square" rtlCol="0" anchor="ctr"/>
          <a:lstStyle/>
          <a:p>
            <a:pPr marL="0" indent="0">
              <a:buNone/>
            </a:pPr>
            <a:r>
              <a:rPr lang="en-US" sz="800" b="1" dirty="0">
                <a:solidFill>
                  <a:srgbClr val="6B6B7C"/>
                </a:solidFill>
                <a:latin typeface="Calibri" pitchFamily="34" charset="0"/>
                <a:ea typeface="Calibri" pitchFamily="34" charset="-122"/>
                <a:cs typeface="Calibri" pitchFamily="34" charset="-120"/>
              </a:rPr>
              <a:t>ACADEMIA SEÚL  ·  MÉTODO CHINGU™</a:t>
            </a:r>
            <a:endParaRPr lang="en-US" sz="800" dirty="0"/>
          </a:p>
        </p:txBody>
      </p:sp>
      <p:sp>
        <p:nvSpPr>
          <p:cNvPr id="19" name="Text 15"/>
          <p:cNvSpPr/>
          <p:nvPr/>
        </p:nvSpPr>
        <p:spPr>
          <a:xfrm>
            <a:off x="7315200" y="6492240"/>
            <a:ext cx="4572000" cy="228600"/>
          </a:xfrm>
          <a:prstGeom prst="rect">
            <a:avLst/>
          </a:prstGeom>
          <a:noFill/>
          <a:ln/>
        </p:spPr>
        <p:txBody>
          <a:bodyPr wrap="square" rtlCol="0" anchor="ctr"/>
          <a:lstStyle/>
          <a:p>
            <a:pPr marL="0" indent="0" algn="r">
              <a:buNone/>
            </a:pPr>
            <a:r>
              <a:rPr lang="en-US" sz="800" b="1" dirty="0">
                <a:solidFill>
                  <a:srgbClr val="6B6B7C"/>
                </a:solidFill>
                <a:latin typeface="Calibri" pitchFamily="34" charset="0"/>
                <a:ea typeface="Calibri" pitchFamily="34" charset="-122"/>
                <a:cs typeface="Calibri" pitchFamily="34" charset="-120"/>
              </a:rPr>
              <a:t>SES 10  ·  TALLER</a:t>
            </a:r>
            <a:endParaRPr lang="en-US" sz="800" dirty="0"/>
          </a:p>
        </p:txBody>
      </p:sp>
      <p:pic>
        <p:nvPicPr>
          <p:cNvPr id="20" name="Image 0" descr="/sessions/sleepy-zen-cray/mnt/outputs/deck_assets/logo_var2_azul.png">
            <a:extLst>
              <a:ext uri="{FF2B5EF4-FFF2-40B4-BE49-F238E27FC236}">
                <a16:creationId xmlns:a16="http://schemas.microsoft.com/office/drawing/2014/main" id="{D138C7B9-1CC4-2FE6-B141-B038A63D3E06}"/>
              </a:ext>
            </a:extLst>
          </p:cNvPr>
          <p:cNvPicPr>
            <a:picLocks noChangeAspect="1"/>
          </p:cNvPicPr>
          <p:nvPr/>
        </p:nvPicPr>
        <p:blipFill>
          <a:blip r:embed="rId4"/>
          <a:stretch>
            <a:fillRect/>
          </a:stretch>
        </p:blipFill>
        <p:spPr>
          <a:xfrm>
            <a:off x="9778365" y="-760095"/>
            <a:ext cx="2571750" cy="2571750"/>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57200" y="411480"/>
            <a:ext cx="10972800" cy="274320"/>
          </a:xfrm>
          <a:prstGeom prst="rect">
            <a:avLst/>
          </a:prstGeom>
          <a:noFill/>
          <a:ln/>
        </p:spPr>
        <p:txBody>
          <a:bodyPr wrap="square" lIns="0" tIns="0" rIns="0" bIns="0" rtlCol="0" anchor="ctr"/>
          <a:lstStyle/>
          <a:p>
            <a:pPr marL="0" indent="0">
              <a:buNone/>
            </a:pPr>
            <a:r>
              <a:rPr lang="en-US" sz="1100" b="1" kern="0" spc="500" dirty="0">
                <a:solidFill>
                  <a:srgbClr val="FE6768"/>
                </a:solidFill>
                <a:latin typeface="Calibri" pitchFamily="34" charset="0"/>
                <a:ea typeface="Calibri" pitchFamily="34" charset="-122"/>
                <a:cs typeface="Calibri" pitchFamily="34" charset="-120"/>
              </a:rPr>
              <a:t>§1.9 · CIERRE DE LABIOS · 입술 오무림</a:t>
            </a:r>
            <a:endParaRPr lang="en-US" sz="1100" dirty="0"/>
          </a:p>
        </p:txBody>
      </p:sp>
      <p:sp>
        <p:nvSpPr>
          <p:cNvPr id="3" name="Text 1"/>
          <p:cNvSpPr/>
          <p:nvPr/>
        </p:nvSpPr>
        <p:spPr>
          <a:xfrm>
            <a:off x="457200" y="777240"/>
            <a:ext cx="10972800" cy="822960"/>
          </a:xfrm>
          <a:prstGeom prst="rect">
            <a:avLst/>
          </a:prstGeom>
          <a:noFill/>
          <a:ln/>
        </p:spPr>
        <p:txBody>
          <a:bodyPr wrap="square" lIns="0" tIns="0" rIns="0" bIns="0" rtlCol="0" anchor="ctr"/>
          <a:lstStyle/>
          <a:p>
            <a:pPr marL="0" indent="0">
              <a:buNone/>
            </a:pPr>
            <a:r>
              <a:rPr lang="en-US" sz="4000" b="1" dirty="0">
                <a:solidFill>
                  <a:srgbClr val="4036ED"/>
                </a:solidFill>
                <a:latin typeface="Calibri" pitchFamily="34" charset="0"/>
                <a:ea typeface="Calibri" pitchFamily="34" charset="-122"/>
                <a:cs typeface="Calibri" pitchFamily="34" charset="-120"/>
              </a:rPr>
              <a:t>ㅗ y ㅜ — Cuando cielo y tierra se encuentran</a:t>
            </a:r>
            <a:endParaRPr lang="en-US" sz="4000" dirty="0"/>
          </a:p>
        </p:txBody>
      </p:sp>
      <p:sp>
        <p:nvSpPr>
          <p:cNvPr id="4" name="Text 2"/>
          <p:cNvSpPr/>
          <p:nvPr/>
        </p:nvSpPr>
        <p:spPr>
          <a:xfrm>
            <a:off x="457200" y="1691640"/>
            <a:ext cx="10972800" cy="457200"/>
          </a:xfrm>
          <a:prstGeom prst="rect">
            <a:avLst/>
          </a:prstGeom>
          <a:noFill/>
          <a:ln/>
        </p:spPr>
        <p:txBody>
          <a:bodyPr wrap="square" lIns="0" tIns="0" rIns="0" bIns="0" rtlCol="0" anchor="ctr"/>
          <a:lstStyle/>
          <a:p>
            <a:pPr marL="0" indent="0">
              <a:buNone/>
            </a:pPr>
            <a:r>
              <a:rPr lang="en-US" sz="1400" i="1" dirty="0">
                <a:solidFill>
                  <a:srgbClr val="4A4A55"/>
                </a:solidFill>
                <a:latin typeface="Calibri" pitchFamily="34" charset="0"/>
                <a:ea typeface="Calibri" pitchFamily="34" charset="-122"/>
                <a:cs typeface="Calibri" pitchFamily="34" charset="-120"/>
              </a:rPr>
              <a:t>El punto (cielo) sobre la línea (tierra) → día.   El punto bajo la línea → noche.</a:t>
            </a:r>
            <a:endParaRPr lang="en-US" sz="1400" dirty="0"/>
          </a:p>
        </p:txBody>
      </p:sp>
      <p:sp>
        <p:nvSpPr>
          <p:cNvPr id="5" name="Shape 3"/>
          <p:cNvSpPr/>
          <p:nvPr/>
        </p:nvSpPr>
        <p:spPr>
          <a:xfrm>
            <a:off x="640080" y="2468880"/>
            <a:ext cx="5440680" cy="3840480"/>
          </a:xfrm>
          <a:prstGeom prst="roundRect">
            <a:avLst>
              <a:gd name="adj" fmla="val 5952"/>
            </a:avLst>
          </a:prstGeom>
          <a:solidFill>
            <a:srgbClr val="FE6768"/>
          </a:solidFill>
          <a:ln w="12700">
            <a:solidFill>
              <a:srgbClr val="FE6768"/>
            </a:solidFill>
            <a:prstDash val="solid"/>
          </a:ln>
        </p:spPr>
      </p:sp>
      <p:sp>
        <p:nvSpPr>
          <p:cNvPr id="6" name="Text 4"/>
          <p:cNvSpPr/>
          <p:nvPr/>
        </p:nvSpPr>
        <p:spPr>
          <a:xfrm>
            <a:off x="640080" y="2651760"/>
            <a:ext cx="5440680" cy="640080"/>
          </a:xfrm>
          <a:prstGeom prst="rect">
            <a:avLst/>
          </a:prstGeom>
          <a:noFill/>
          <a:ln/>
        </p:spPr>
        <p:txBody>
          <a:bodyPr wrap="square" lIns="0" tIns="0" rIns="0" bIns="0" rtlCol="0" anchor="ctr"/>
          <a:lstStyle/>
          <a:p>
            <a:pPr marL="0" indent="0" algn="ctr">
              <a:buNone/>
            </a:pPr>
            <a:r>
              <a:rPr lang="en-US" sz="2800" dirty="0">
                <a:solidFill>
                  <a:srgbClr val="F6F6F6"/>
                </a:solidFill>
                <a:latin typeface="Malgun Gothic" pitchFamily="34" charset="0"/>
                <a:ea typeface="Malgun Gothic" pitchFamily="34" charset="-122"/>
                <a:cs typeface="Malgun Gothic" pitchFamily="34" charset="-120"/>
              </a:rPr>
              <a:t>· + ㅡ → ㅗ</a:t>
            </a:r>
            <a:endParaRPr lang="en-US" sz="2800" dirty="0"/>
          </a:p>
        </p:txBody>
      </p:sp>
      <p:sp>
        <p:nvSpPr>
          <p:cNvPr id="7" name="Text 5"/>
          <p:cNvSpPr/>
          <p:nvPr/>
        </p:nvSpPr>
        <p:spPr>
          <a:xfrm>
            <a:off x="640080" y="3246120"/>
            <a:ext cx="5440680" cy="2103120"/>
          </a:xfrm>
          <a:prstGeom prst="rect">
            <a:avLst/>
          </a:prstGeom>
          <a:noFill/>
          <a:ln/>
        </p:spPr>
        <p:txBody>
          <a:bodyPr wrap="square" lIns="0" tIns="0" rIns="0" bIns="0" rtlCol="0" anchor="ctr"/>
          <a:lstStyle/>
          <a:p>
            <a:pPr marL="0" indent="0" algn="ctr">
              <a:buNone/>
            </a:pPr>
            <a:r>
              <a:rPr lang="en-US" sz="17000" b="1" dirty="0">
                <a:solidFill>
                  <a:srgbClr val="F6F6F6"/>
                </a:solidFill>
                <a:latin typeface="Malgun Gothic" pitchFamily="34" charset="0"/>
                <a:ea typeface="Malgun Gothic" pitchFamily="34" charset="-122"/>
                <a:cs typeface="Malgun Gothic" pitchFamily="34" charset="-120"/>
              </a:rPr>
              <a:t>ㅗ</a:t>
            </a:r>
            <a:endParaRPr lang="en-US" sz="17000" dirty="0"/>
          </a:p>
        </p:txBody>
      </p:sp>
      <p:pic>
        <p:nvPicPr>
          <p:cNvPr id="8" name="Image 0" descr="preencoded.png"/>
          <p:cNvPicPr>
            <a:picLocks noChangeAspect="1"/>
          </p:cNvPicPr>
          <p:nvPr/>
        </p:nvPicPr>
        <p:blipFill>
          <a:blip r:embed="rId3"/>
          <a:stretch>
            <a:fillRect/>
          </a:stretch>
        </p:blipFill>
        <p:spPr>
          <a:xfrm>
            <a:off x="914400" y="5486400"/>
            <a:ext cx="502920" cy="502920"/>
          </a:xfrm>
          <a:prstGeom prst="rect">
            <a:avLst/>
          </a:prstGeom>
        </p:spPr>
      </p:pic>
      <p:sp>
        <p:nvSpPr>
          <p:cNvPr id="9" name="Text 6"/>
          <p:cNvSpPr/>
          <p:nvPr/>
        </p:nvSpPr>
        <p:spPr>
          <a:xfrm>
            <a:off x="1508760" y="5532120"/>
            <a:ext cx="4297680" cy="411480"/>
          </a:xfrm>
          <a:prstGeom prst="rect">
            <a:avLst/>
          </a:prstGeom>
          <a:noFill/>
          <a:ln/>
        </p:spPr>
        <p:txBody>
          <a:bodyPr wrap="square" lIns="0" tIns="0" rIns="0" bIns="0" rtlCol="0" anchor="ctr"/>
          <a:lstStyle/>
          <a:p>
            <a:pPr marL="0" indent="0">
              <a:buNone/>
            </a:pPr>
            <a:r>
              <a:rPr lang="en-US" sz="1400" b="1" kern="0" spc="300" dirty="0">
                <a:solidFill>
                  <a:srgbClr val="F6F6F6"/>
                </a:solidFill>
                <a:latin typeface="Calibri" pitchFamily="34" charset="0"/>
                <a:ea typeface="Calibri" pitchFamily="34" charset="-122"/>
                <a:cs typeface="Calibri" pitchFamily="34" charset="-120"/>
              </a:rPr>
              <a:t>낮 · DÍA  ·  punto encima</a:t>
            </a:r>
            <a:endParaRPr lang="en-US" sz="1400" dirty="0"/>
          </a:p>
        </p:txBody>
      </p:sp>
      <p:sp>
        <p:nvSpPr>
          <p:cNvPr id="10" name="Shape 7"/>
          <p:cNvSpPr/>
          <p:nvPr/>
        </p:nvSpPr>
        <p:spPr>
          <a:xfrm>
            <a:off x="6126480" y="2468880"/>
            <a:ext cx="5440680" cy="3840480"/>
          </a:xfrm>
          <a:prstGeom prst="roundRect">
            <a:avLst>
              <a:gd name="adj" fmla="val 5952"/>
            </a:avLst>
          </a:prstGeom>
          <a:solidFill>
            <a:srgbClr val="4036ED"/>
          </a:solidFill>
          <a:ln w="12700">
            <a:solidFill>
              <a:srgbClr val="4036ED"/>
            </a:solidFill>
            <a:prstDash val="solid"/>
          </a:ln>
        </p:spPr>
      </p:sp>
      <p:sp>
        <p:nvSpPr>
          <p:cNvPr id="11" name="Text 8"/>
          <p:cNvSpPr/>
          <p:nvPr/>
        </p:nvSpPr>
        <p:spPr>
          <a:xfrm>
            <a:off x="6126480" y="2651760"/>
            <a:ext cx="5440680" cy="640080"/>
          </a:xfrm>
          <a:prstGeom prst="rect">
            <a:avLst/>
          </a:prstGeom>
          <a:noFill/>
          <a:ln/>
        </p:spPr>
        <p:txBody>
          <a:bodyPr wrap="square" lIns="0" tIns="0" rIns="0" bIns="0" rtlCol="0" anchor="ctr"/>
          <a:lstStyle/>
          <a:p>
            <a:pPr marL="0" indent="0" algn="ctr">
              <a:buNone/>
            </a:pPr>
            <a:r>
              <a:rPr lang="en-US" sz="2800" dirty="0">
                <a:solidFill>
                  <a:srgbClr val="F6F6F6"/>
                </a:solidFill>
                <a:latin typeface="Malgun Gothic" pitchFamily="34" charset="0"/>
                <a:ea typeface="Malgun Gothic" pitchFamily="34" charset="-122"/>
                <a:cs typeface="Malgun Gothic" pitchFamily="34" charset="-120"/>
              </a:rPr>
              <a:t>ㅡ + · → ㅜ</a:t>
            </a:r>
            <a:endParaRPr lang="en-US" sz="2800" dirty="0"/>
          </a:p>
        </p:txBody>
      </p:sp>
      <p:sp>
        <p:nvSpPr>
          <p:cNvPr id="12" name="Text 9"/>
          <p:cNvSpPr/>
          <p:nvPr/>
        </p:nvSpPr>
        <p:spPr>
          <a:xfrm>
            <a:off x="6126480" y="3246120"/>
            <a:ext cx="5440680" cy="2103120"/>
          </a:xfrm>
          <a:prstGeom prst="rect">
            <a:avLst/>
          </a:prstGeom>
          <a:noFill/>
          <a:ln/>
        </p:spPr>
        <p:txBody>
          <a:bodyPr wrap="square" lIns="0" tIns="0" rIns="0" bIns="0" rtlCol="0" anchor="ctr"/>
          <a:lstStyle/>
          <a:p>
            <a:pPr marL="0" indent="0" algn="ctr">
              <a:buNone/>
            </a:pPr>
            <a:r>
              <a:rPr lang="en-US" sz="17000" b="1" dirty="0">
                <a:solidFill>
                  <a:srgbClr val="F6F6F6"/>
                </a:solidFill>
                <a:latin typeface="Malgun Gothic" pitchFamily="34" charset="0"/>
                <a:ea typeface="Malgun Gothic" pitchFamily="34" charset="-122"/>
                <a:cs typeface="Malgun Gothic" pitchFamily="34" charset="-120"/>
              </a:rPr>
              <a:t>ㅜ</a:t>
            </a:r>
            <a:endParaRPr lang="en-US" sz="17000" dirty="0"/>
          </a:p>
        </p:txBody>
      </p:sp>
      <p:pic>
        <p:nvPicPr>
          <p:cNvPr id="13" name="Image 1" descr="preencoded.png"/>
          <p:cNvPicPr>
            <a:picLocks noChangeAspect="1"/>
          </p:cNvPicPr>
          <p:nvPr/>
        </p:nvPicPr>
        <p:blipFill>
          <a:blip r:embed="rId4"/>
          <a:stretch>
            <a:fillRect/>
          </a:stretch>
        </p:blipFill>
        <p:spPr>
          <a:xfrm>
            <a:off x="6400800" y="5486400"/>
            <a:ext cx="502920" cy="502920"/>
          </a:xfrm>
          <a:prstGeom prst="rect">
            <a:avLst/>
          </a:prstGeom>
        </p:spPr>
      </p:pic>
      <p:sp>
        <p:nvSpPr>
          <p:cNvPr id="14" name="Text 10"/>
          <p:cNvSpPr/>
          <p:nvPr/>
        </p:nvSpPr>
        <p:spPr>
          <a:xfrm>
            <a:off x="6995160" y="5532120"/>
            <a:ext cx="4297680" cy="411480"/>
          </a:xfrm>
          <a:prstGeom prst="rect">
            <a:avLst/>
          </a:prstGeom>
          <a:noFill/>
          <a:ln/>
        </p:spPr>
        <p:txBody>
          <a:bodyPr wrap="square" lIns="0" tIns="0" rIns="0" bIns="0" rtlCol="0" anchor="ctr"/>
          <a:lstStyle/>
          <a:p>
            <a:pPr marL="0" indent="0">
              <a:buNone/>
            </a:pPr>
            <a:r>
              <a:rPr lang="en-US" sz="1400" b="1" kern="0" spc="300" dirty="0">
                <a:solidFill>
                  <a:srgbClr val="F6F6F6"/>
                </a:solidFill>
                <a:latin typeface="Calibri" pitchFamily="34" charset="0"/>
                <a:ea typeface="Calibri" pitchFamily="34" charset="-122"/>
                <a:cs typeface="Calibri" pitchFamily="34" charset="-120"/>
              </a:rPr>
              <a:t>밤 · NOCHE  ·  punto debajo</a:t>
            </a:r>
            <a:endParaRPr lang="en-US" sz="1400" dirty="0"/>
          </a:p>
        </p:txBody>
      </p:sp>
      <p:sp>
        <p:nvSpPr>
          <p:cNvPr id="16" name="Text 11"/>
          <p:cNvSpPr/>
          <p:nvPr/>
        </p:nvSpPr>
        <p:spPr>
          <a:xfrm>
            <a:off x="365760" y="6446520"/>
            <a:ext cx="5486400" cy="228600"/>
          </a:xfrm>
          <a:prstGeom prst="rect">
            <a:avLst/>
          </a:prstGeom>
          <a:noFill/>
          <a:ln/>
        </p:spPr>
        <p:txBody>
          <a:bodyPr wrap="square" lIns="0" tIns="0" rIns="0" bIns="0" rtlCol="0" anchor="ctr"/>
          <a:lstStyle/>
          <a:p>
            <a:pPr marL="0" indent="0">
              <a:buNone/>
            </a:pPr>
            <a:r>
              <a:rPr lang="en-US" sz="800" kern="0" spc="300" dirty="0">
                <a:solidFill>
                  <a:srgbClr val="4A4A55"/>
                </a:solidFill>
                <a:latin typeface="Calibri" pitchFamily="34" charset="0"/>
                <a:ea typeface="Calibri" pitchFamily="34" charset="-122"/>
                <a:cs typeface="Calibri" pitchFamily="34" charset="-120"/>
              </a:rPr>
              <a:t>ACADEMIA SEÚL  ·  METHOD CHINGU™</a:t>
            </a:r>
            <a:endParaRPr lang="en-US" sz="800" dirty="0"/>
          </a:p>
        </p:txBody>
      </p:sp>
      <p:sp>
        <p:nvSpPr>
          <p:cNvPr id="17" name="Text 12"/>
          <p:cNvSpPr/>
          <p:nvPr/>
        </p:nvSpPr>
        <p:spPr>
          <a:xfrm>
            <a:off x="11277295" y="6446520"/>
            <a:ext cx="548640" cy="228600"/>
          </a:xfrm>
          <a:prstGeom prst="rect">
            <a:avLst/>
          </a:prstGeom>
          <a:noFill/>
          <a:ln/>
        </p:spPr>
        <p:txBody>
          <a:bodyPr wrap="square" lIns="0" tIns="0" rIns="0" bIns="0" rtlCol="0" anchor="ctr"/>
          <a:lstStyle/>
          <a:p>
            <a:pPr marL="0" indent="0" algn="r">
              <a:buNone/>
            </a:pPr>
            <a:r>
              <a:rPr lang="en-US" sz="800" dirty="0">
                <a:solidFill>
                  <a:srgbClr val="4A4A55"/>
                </a:solidFill>
                <a:latin typeface="Calibri" pitchFamily="34" charset="0"/>
                <a:ea typeface="Calibri" pitchFamily="34" charset="-122"/>
                <a:cs typeface="Calibri" pitchFamily="34" charset="-120"/>
              </a:rPr>
              <a:t>13</a:t>
            </a:r>
            <a:endParaRPr lang="en-US" sz="800" dirty="0"/>
          </a:p>
        </p:txBody>
      </p:sp>
      <p:pic>
        <p:nvPicPr>
          <p:cNvPr id="18" name="Image 0" descr="/sessions/sleepy-zen-cray/mnt/outputs/deck_assets/logo_var2_azul.png">
            <a:extLst>
              <a:ext uri="{FF2B5EF4-FFF2-40B4-BE49-F238E27FC236}">
                <a16:creationId xmlns:a16="http://schemas.microsoft.com/office/drawing/2014/main" id="{CDA6A7C9-13DB-3493-DAE9-08D3089C4394}"/>
              </a:ext>
            </a:extLst>
          </p:cNvPr>
          <p:cNvPicPr>
            <a:picLocks noChangeAspect="1"/>
          </p:cNvPicPr>
          <p:nvPr/>
        </p:nvPicPr>
        <p:blipFill>
          <a:blip r:embed="rId5"/>
          <a:stretch>
            <a:fillRect/>
          </a:stretch>
        </p:blipFill>
        <p:spPr>
          <a:xfrm>
            <a:off x="9778365" y="-760095"/>
            <a:ext cx="2571750" cy="2571750"/>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57200" y="411480"/>
            <a:ext cx="10972800" cy="274320"/>
          </a:xfrm>
          <a:prstGeom prst="rect">
            <a:avLst/>
          </a:prstGeom>
          <a:noFill/>
          <a:ln/>
        </p:spPr>
        <p:txBody>
          <a:bodyPr wrap="square" lIns="0" tIns="0" rIns="0" bIns="0" rtlCol="0" anchor="ctr"/>
          <a:lstStyle/>
          <a:p>
            <a:pPr marL="0" indent="0">
              <a:buNone/>
            </a:pPr>
            <a:r>
              <a:rPr lang="en-US" sz="1100" b="1" kern="0" spc="500" dirty="0">
                <a:solidFill>
                  <a:srgbClr val="FE6768"/>
                </a:solidFill>
                <a:latin typeface="Calibri" pitchFamily="34" charset="0"/>
                <a:ea typeface="Calibri" pitchFamily="34" charset="-122"/>
                <a:cs typeface="Calibri" pitchFamily="34" charset="-120"/>
              </a:rPr>
              <a:t>§1.9 · VOCAL</a:t>
            </a:r>
            <a:endParaRPr lang="en-US" sz="1100" dirty="0"/>
          </a:p>
        </p:txBody>
      </p:sp>
      <p:sp>
        <p:nvSpPr>
          <p:cNvPr id="3" name="Text 1"/>
          <p:cNvSpPr/>
          <p:nvPr/>
        </p:nvSpPr>
        <p:spPr>
          <a:xfrm>
            <a:off x="457200" y="777240"/>
            <a:ext cx="10972800" cy="822960"/>
          </a:xfrm>
          <a:prstGeom prst="rect">
            <a:avLst/>
          </a:prstGeom>
          <a:noFill/>
          <a:ln/>
        </p:spPr>
        <p:txBody>
          <a:bodyPr wrap="square" lIns="0" tIns="0" rIns="0" bIns="0" rtlCol="0" anchor="ctr"/>
          <a:lstStyle/>
          <a:p>
            <a:pPr marL="0" indent="0">
              <a:buNone/>
            </a:pPr>
            <a:r>
              <a:rPr lang="en-US" sz="4000" b="1" dirty="0">
                <a:solidFill>
                  <a:srgbClr val="4036ED"/>
                </a:solidFill>
                <a:latin typeface="Calibri" pitchFamily="34" charset="0"/>
                <a:ea typeface="Calibri" pitchFamily="34" charset="-122"/>
                <a:cs typeface="Calibri" pitchFamily="34" charset="-120"/>
              </a:rPr>
              <a:t>Vocal · ㅗ</a:t>
            </a:r>
            <a:endParaRPr lang="en-US" sz="4000" dirty="0"/>
          </a:p>
        </p:txBody>
      </p:sp>
      <p:sp>
        <p:nvSpPr>
          <p:cNvPr id="4" name="Text 2"/>
          <p:cNvSpPr/>
          <p:nvPr/>
        </p:nvSpPr>
        <p:spPr>
          <a:xfrm>
            <a:off x="457200" y="1691640"/>
            <a:ext cx="10972800" cy="457200"/>
          </a:xfrm>
          <a:prstGeom prst="rect">
            <a:avLst/>
          </a:prstGeom>
          <a:noFill/>
          <a:ln/>
        </p:spPr>
        <p:txBody>
          <a:bodyPr wrap="square" lIns="0" tIns="0" rIns="0" bIns="0" rtlCol="0" anchor="ctr"/>
          <a:lstStyle/>
          <a:p>
            <a:pPr marL="0" indent="0">
              <a:buNone/>
            </a:pPr>
            <a:r>
              <a:rPr lang="en-US" sz="1400" i="1" dirty="0">
                <a:solidFill>
                  <a:srgbClr val="4A4A55"/>
                </a:solidFill>
                <a:latin typeface="Calibri" pitchFamily="34" charset="0"/>
                <a:ea typeface="Calibri" pitchFamily="34" charset="-122"/>
                <a:cs typeface="Calibri" pitchFamily="34" charset="-120"/>
              </a:rPr>
              <a:t>sonido similar a [o] de "oso"</a:t>
            </a:r>
            <a:endParaRPr lang="en-US" sz="1400" dirty="0"/>
          </a:p>
        </p:txBody>
      </p:sp>
      <p:pic>
        <p:nvPicPr>
          <p:cNvPr id="5" name="Image 0" descr="preencoded.png"/>
          <p:cNvPicPr>
            <a:picLocks noChangeAspect="1"/>
          </p:cNvPicPr>
          <p:nvPr/>
        </p:nvPicPr>
        <p:blipFill>
          <a:blip r:embed="rId3"/>
          <a:stretch>
            <a:fillRect/>
          </a:stretch>
        </p:blipFill>
        <p:spPr>
          <a:xfrm>
            <a:off x="11231575" y="1056132"/>
            <a:ext cx="502920" cy="502920"/>
          </a:xfrm>
          <a:prstGeom prst="rect">
            <a:avLst/>
          </a:prstGeom>
        </p:spPr>
      </p:pic>
      <p:sp>
        <p:nvSpPr>
          <p:cNvPr id="6" name="Text 3"/>
          <p:cNvSpPr/>
          <p:nvPr/>
        </p:nvSpPr>
        <p:spPr>
          <a:xfrm>
            <a:off x="9768535" y="1120140"/>
            <a:ext cx="1417320" cy="365760"/>
          </a:xfrm>
          <a:prstGeom prst="rect">
            <a:avLst/>
          </a:prstGeom>
          <a:noFill/>
          <a:ln/>
        </p:spPr>
        <p:txBody>
          <a:bodyPr wrap="square" lIns="0" tIns="0" rIns="0" bIns="0" rtlCol="0" anchor="ctr"/>
          <a:lstStyle/>
          <a:p>
            <a:pPr marL="0" indent="0" algn="r">
              <a:buNone/>
            </a:pPr>
            <a:r>
              <a:rPr lang="en-US" sz="1100" b="1" kern="0" spc="300" dirty="0">
                <a:solidFill>
                  <a:srgbClr val="FE6768"/>
                </a:solidFill>
                <a:latin typeface="Calibri" pitchFamily="34" charset="0"/>
                <a:ea typeface="Calibri" pitchFamily="34" charset="-122"/>
                <a:cs typeface="Calibri" pitchFamily="34" charset="-120"/>
              </a:rPr>
              <a:t>낮 · DÍA</a:t>
            </a:r>
            <a:endParaRPr lang="en-US" sz="1100" dirty="0"/>
          </a:p>
        </p:txBody>
      </p:sp>
      <p:sp>
        <p:nvSpPr>
          <p:cNvPr id="7" name="Shape 4"/>
          <p:cNvSpPr/>
          <p:nvPr/>
        </p:nvSpPr>
        <p:spPr>
          <a:xfrm>
            <a:off x="640080" y="2606040"/>
            <a:ext cx="5120640" cy="3657600"/>
          </a:xfrm>
          <a:prstGeom prst="roundRect">
            <a:avLst>
              <a:gd name="adj" fmla="val 7500"/>
            </a:avLst>
          </a:prstGeom>
          <a:solidFill>
            <a:srgbClr val="FE6768"/>
          </a:solidFill>
          <a:ln w="12700">
            <a:solidFill>
              <a:srgbClr val="FE6768"/>
            </a:solidFill>
            <a:prstDash val="solid"/>
          </a:ln>
        </p:spPr>
      </p:sp>
      <p:sp>
        <p:nvSpPr>
          <p:cNvPr id="8" name="Text 5"/>
          <p:cNvSpPr/>
          <p:nvPr/>
        </p:nvSpPr>
        <p:spPr>
          <a:xfrm>
            <a:off x="640080" y="2606040"/>
            <a:ext cx="5120640" cy="3657600"/>
          </a:xfrm>
          <a:prstGeom prst="rect">
            <a:avLst/>
          </a:prstGeom>
          <a:noFill/>
          <a:ln/>
        </p:spPr>
        <p:txBody>
          <a:bodyPr wrap="square" lIns="0" tIns="0" rIns="0" bIns="0" rtlCol="0" anchor="ctr"/>
          <a:lstStyle/>
          <a:p>
            <a:pPr marL="0" indent="0" algn="ctr">
              <a:buNone/>
            </a:pPr>
            <a:r>
              <a:rPr lang="en-US" sz="24000" b="1" dirty="0">
                <a:solidFill>
                  <a:srgbClr val="F6F6F6"/>
                </a:solidFill>
                <a:latin typeface="Malgun Gothic" pitchFamily="34" charset="0"/>
                <a:ea typeface="Malgun Gothic" pitchFamily="34" charset="-122"/>
                <a:cs typeface="Malgun Gothic" pitchFamily="34" charset="-120"/>
              </a:rPr>
              <a:t>ㅗ</a:t>
            </a:r>
            <a:endParaRPr lang="en-US" sz="24000" dirty="0"/>
          </a:p>
        </p:txBody>
      </p:sp>
      <p:sp>
        <p:nvSpPr>
          <p:cNvPr id="9" name="Shape 6"/>
          <p:cNvSpPr/>
          <p:nvPr/>
        </p:nvSpPr>
        <p:spPr>
          <a:xfrm>
            <a:off x="6126480" y="2606040"/>
            <a:ext cx="5486400" cy="1097280"/>
          </a:xfrm>
          <a:prstGeom prst="roundRect">
            <a:avLst>
              <a:gd name="adj" fmla="val 12500"/>
            </a:avLst>
          </a:prstGeom>
          <a:solidFill>
            <a:srgbClr val="FFE0E0"/>
          </a:solidFill>
          <a:ln w="19050">
            <a:solidFill>
              <a:srgbClr val="FE6768"/>
            </a:solidFill>
            <a:prstDash val="solid"/>
          </a:ln>
        </p:spPr>
      </p:sp>
      <p:sp>
        <p:nvSpPr>
          <p:cNvPr id="10" name="Text 7"/>
          <p:cNvSpPr/>
          <p:nvPr/>
        </p:nvSpPr>
        <p:spPr>
          <a:xfrm>
            <a:off x="6309360" y="2697480"/>
            <a:ext cx="5120640" cy="274320"/>
          </a:xfrm>
          <a:prstGeom prst="rect">
            <a:avLst/>
          </a:prstGeom>
          <a:noFill/>
          <a:ln/>
        </p:spPr>
        <p:txBody>
          <a:bodyPr wrap="square" lIns="0" tIns="0" rIns="0" bIns="0" rtlCol="0" anchor="ctr"/>
          <a:lstStyle/>
          <a:p>
            <a:pPr marL="0" indent="0">
              <a:buNone/>
            </a:pPr>
            <a:r>
              <a:rPr lang="en-US" sz="900" b="1" kern="0" spc="400" dirty="0">
                <a:solidFill>
                  <a:srgbClr val="FE6768"/>
                </a:solidFill>
                <a:latin typeface="Calibri" pitchFamily="34" charset="0"/>
                <a:ea typeface="Calibri" pitchFamily="34" charset="-122"/>
                <a:cs typeface="Calibri" pitchFamily="34" charset="-120"/>
              </a:rPr>
              <a:t>PRONUNCIACIÓN</a:t>
            </a:r>
            <a:endParaRPr lang="en-US" sz="900" dirty="0"/>
          </a:p>
        </p:txBody>
      </p:sp>
      <p:sp>
        <p:nvSpPr>
          <p:cNvPr id="11" name="Text 8"/>
          <p:cNvSpPr/>
          <p:nvPr/>
        </p:nvSpPr>
        <p:spPr>
          <a:xfrm>
            <a:off x="6309360" y="2971800"/>
            <a:ext cx="5120640" cy="640080"/>
          </a:xfrm>
          <a:prstGeom prst="rect">
            <a:avLst/>
          </a:prstGeom>
          <a:noFill/>
          <a:ln/>
        </p:spPr>
        <p:txBody>
          <a:bodyPr wrap="square" lIns="0" tIns="0" rIns="0" bIns="0" rtlCol="0" anchor="ctr"/>
          <a:lstStyle/>
          <a:p>
            <a:pPr marL="0" indent="0">
              <a:buNone/>
            </a:pPr>
            <a:r>
              <a:rPr lang="en-US" sz="3800" b="1" i="1" dirty="0">
                <a:solidFill>
                  <a:srgbClr val="1E1E2A"/>
                </a:solidFill>
                <a:latin typeface="Calibri" pitchFamily="34" charset="0"/>
                <a:ea typeface="Calibri" pitchFamily="34" charset="-122"/>
                <a:cs typeface="Calibri" pitchFamily="34" charset="-120"/>
              </a:rPr>
              <a:t>"o"</a:t>
            </a:r>
            <a:endParaRPr lang="en-US" sz="3800" dirty="0"/>
          </a:p>
        </p:txBody>
      </p:sp>
      <p:sp>
        <p:nvSpPr>
          <p:cNvPr id="12" name="Shape 9"/>
          <p:cNvSpPr/>
          <p:nvPr/>
        </p:nvSpPr>
        <p:spPr>
          <a:xfrm>
            <a:off x="6126480" y="3840480"/>
            <a:ext cx="2560320" cy="2423160"/>
          </a:xfrm>
          <a:prstGeom prst="roundRect">
            <a:avLst>
              <a:gd name="adj" fmla="val 5660"/>
            </a:avLst>
          </a:prstGeom>
          <a:solidFill>
            <a:srgbClr val="F6F6F6"/>
          </a:solidFill>
          <a:ln w="19050">
            <a:solidFill>
              <a:srgbClr val="FE6768"/>
            </a:solidFill>
            <a:prstDash val="solid"/>
          </a:ln>
        </p:spPr>
      </p:sp>
      <p:sp>
        <p:nvSpPr>
          <p:cNvPr id="13" name="Text 10"/>
          <p:cNvSpPr/>
          <p:nvPr/>
        </p:nvSpPr>
        <p:spPr>
          <a:xfrm>
            <a:off x="6126480" y="3931920"/>
            <a:ext cx="2560320" cy="274320"/>
          </a:xfrm>
          <a:prstGeom prst="rect">
            <a:avLst/>
          </a:prstGeom>
          <a:noFill/>
          <a:ln/>
        </p:spPr>
        <p:txBody>
          <a:bodyPr wrap="square" lIns="0" tIns="0" rIns="0" bIns="0" rtlCol="0" anchor="ctr"/>
          <a:lstStyle/>
          <a:p>
            <a:pPr marL="0" indent="0" algn="ctr">
              <a:buNone/>
            </a:pPr>
            <a:r>
              <a:rPr lang="en-US" sz="900" b="1" kern="0" spc="300" dirty="0">
                <a:solidFill>
                  <a:srgbClr val="FE6768"/>
                </a:solidFill>
                <a:latin typeface="Calibri" pitchFamily="34" charset="0"/>
                <a:ea typeface="Calibri" pitchFamily="34" charset="-122"/>
                <a:cs typeface="Calibri" pitchFamily="34" charset="-120"/>
              </a:rPr>
              <a:t>ORDEN DE TRAZO</a:t>
            </a:r>
            <a:endParaRPr lang="en-US" sz="900" dirty="0"/>
          </a:p>
        </p:txBody>
      </p:sp>
      <p:pic>
        <p:nvPicPr>
          <p:cNvPr id="14" name="Image 1" descr="preencoded.png"/>
          <p:cNvPicPr>
            <a:picLocks noChangeAspect="1"/>
          </p:cNvPicPr>
          <p:nvPr/>
        </p:nvPicPr>
        <p:blipFill>
          <a:blip r:embed="rId4"/>
          <a:stretch>
            <a:fillRect/>
          </a:stretch>
        </p:blipFill>
        <p:spPr>
          <a:xfrm>
            <a:off x="6606540" y="4251960"/>
            <a:ext cx="1600200" cy="1600200"/>
          </a:xfrm>
          <a:prstGeom prst="rect">
            <a:avLst/>
          </a:prstGeom>
        </p:spPr>
      </p:pic>
      <p:sp>
        <p:nvSpPr>
          <p:cNvPr id="15" name="Text 11"/>
          <p:cNvSpPr/>
          <p:nvPr/>
        </p:nvSpPr>
        <p:spPr>
          <a:xfrm>
            <a:off x="6126480" y="5897880"/>
            <a:ext cx="2560320" cy="292608"/>
          </a:xfrm>
          <a:prstGeom prst="rect">
            <a:avLst/>
          </a:prstGeom>
          <a:noFill/>
          <a:ln/>
        </p:spPr>
        <p:txBody>
          <a:bodyPr wrap="square" lIns="0" tIns="0" rIns="0" bIns="0" rtlCol="0" anchor="ctr"/>
          <a:lstStyle/>
          <a:p>
            <a:pPr marL="0" indent="0" algn="ctr">
              <a:buNone/>
            </a:pPr>
            <a:r>
              <a:rPr lang="en-US" sz="1200" i="1" dirty="0">
                <a:solidFill>
                  <a:srgbClr val="4A4A55"/>
                </a:solidFill>
                <a:latin typeface="Calibri" pitchFamily="34" charset="0"/>
                <a:ea typeface="Calibri" pitchFamily="34" charset="-122"/>
                <a:cs typeface="Calibri" pitchFamily="34" charset="-120"/>
              </a:rPr>
              <a:t>2 trazos</a:t>
            </a:r>
            <a:endParaRPr lang="en-US" sz="1200" dirty="0"/>
          </a:p>
        </p:txBody>
      </p:sp>
      <p:sp>
        <p:nvSpPr>
          <p:cNvPr id="16" name="Shape 12"/>
          <p:cNvSpPr/>
          <p:nvPr/>
        </p:nvSpPr>
        <p:spPr>
          <a:xfrm>
            <a:off x="8869680" y="3840480"/>
            <a:ext cx="2743200" cy="2423160"/>
          </a:xfrm>
          <a:prstGeom prst="roundRect">
            <a:avLst>
              <a:gd name="adj" fmla="val 5660"/>
            </a:avLst>
          </a:prstGeom>
          <a:solidFill>
            <a:srgbClr val="FFE0E0"/>
          </a:solidFill>
          <a:ln w="19050">
            <a:solidFill>
              <a:srgbClr val="FE6768"/>
            </a:solidFill>
            <a:prstDash val="solid"/>
          </a:ln>
        </p:spPr>
      </p:sp>
      <p:sp>
        <p:nvSpPr>
          <p:cNvPr id="17" name="Text 13"/>
          <p:cNvSpPr/>
          <p:nvPr/>
        </p:nvSpPr>
        <p:spPr>
          <a:xfrm>
            <a:off x="9006840" y="3931920"/>
            <a:ext cx="2468880" cy="274320"/>
          </a:xfrm>
          <a:prstGeom prst="rect">
            <a:avLst/>
          </a:prstGeom>
          <a:noFill/>
          <a:ln/>
        </p:spPr>
        <p:txBody>
          <a:bodyPr wrap="square" lIns="0" tIns="0" rIns="0" bIns="0" rtlCol="0" anchor="ctr"/>
          <a:lstStyle/>
          <a:p>
            <a:pPr marL="0" indent="0">
              <a:buNone/>
            </a:pPr>
            <a:r>
              <a:rPr lang="en-US" sz="900" b="1" kern="0" spc="300" dirty="0">
                <a:solidFill>
                  <a:srgbClr val="FE6768"/>
                </a:solidFill>
                <a:latin typeface="Calibri" pitchFamily="34" charset="0"/>
                <a:ea typeface="Calibri" pitchFamily="34" charset="-122"/>
                <a:cs typeface="Calibri" pitchFamily="34" charset="-120"/>
              </a:rPr>
              <a:t>EJEMPLOS</a:t>
            </a:r>
            <a:endParaRPr lang="en-US" sz="900" dirty="0"/>
          </a:p>
        </p:txBody>
      </p:sp>
      <p:sp>
        <p:nvSpPr>
          <p:cNvPr id="18" name="Text 14"/>
          <p:cNvSpPr/>
          <p:nvPr/>
        </p:nvSpPr>
        <p:spPr>
          <a:xfrm>
            <a:off x="9006840" y="4297680"/>
            <a:ext cx="2468880" cy="1828800"/>
          </a:xfrm>
          <a:prstGeom prst="rect">
            <a:avLst/>
          </a:prstGeom>
          <a:noFill/>
          <a:ln/>
        </p:spPr>
        <p:txBody>
          <a:bodyPr wrap="square" lIns="0" tIns="0" rIns="0" bIns="0" rtlCol="0" anchor="t"/>
          <a:lstStyle/>
          <a:p>
            <a:pPr marL="0" indent="0">
              <a:spcAft>
                <a:spcPts val="800"/>
              </a:spcAft>
              <a:buNone/>
            </a:pPr>
            <a:r>
              <a:rPr lang="en-US" sz="2200" b="1" dirty="0">
                <a:solidFill>
                  <a:srgbClr val="1E1E2A"/>
                </a:solidFill>
                <a:latin typeface="Malgun Gothic" pitchFamily="34" charset="0"/>
                <a:ea typeface="Malgun Gothic" pitchFamily="34" charset="-122"/>
                <a:cs typeface="Malgun Gothic" pitchFamily="34" charset="-120"/>
              </a:rPr>
              <a:t>오빠</a:t>
            </a:r>
            <a:r>
              <a:rPr lang="en-US" sz="1300" i="1" dirty="0">
                <a:solidFill>
                  <a:srgbClr val="4A4A55"/>
                </a:solidFill>
              </a:rPr>
              <a:t>   hermano mayor</a:t>
            </a:r>
            <a:endParaRPr lang="en-US" sz="2200" dirty="0"/>
          </a:p>
          <a:p>
            <a:pPr marL="0" indent="0">
              <a:spcAft>
                <a:spcPts val="800"/>
              </a:spcAft>
              <a:buNone/>
            </a:pPr>
            <a:r>
              <a:rPr lang="en-US" sz="2200" b="1" dirty="0">
                <a:solidFill>
                  <a:srgbClr val="1E1E2A"/>
                </a:solidFill>
                <a:latin typeface="Malgun Gothic" pitchFamily="34" charset="0"/>
                <a:ea typeface="Malgun Gothic" pitchFamily="34" charset="-122"/>
                <a:cs typeface="Malgun Gothic" pitchFamily="34" charset="-120"/>
              </a:rPr>
              <a:t>코</a:t>
            </a:r>
            <a:r>
              <a:rPr lang="en-US" sz="1300" i="1" dirty="0">
                <a:solidFill>
                  <a:srgbClr val="4A4A55"/>
                </a:solidFill>
              </a:rPr>
              <a:t>   nariz</a:t>
            </a:r>
            <a:endParaRPr lang="en-US" sz="2200" dirty="0"/>
          </a:p>
        </p:txBody>
      </p:sp>
      <p:sp>
        <p:nvSpPr>
          <p:cNvPr id="20" name="Text 15"/>
          <p:cNvSpPr/>
          <p:nvPr/>
        </p:nvSpPr>
        <p:spPr>
          <a:xfrm>
            <a:off x="365760" y="6446520"/>
            <a:ext cx="5486400" cy="228600"/>
          </a:xfrm>
          <a:prstGeom prst="rect">
            <a:avLst/>
          </a:prstGeom>
          <a:noFill/>
          <a:ln/>
        </p:spPr>
        <p:txBody>
          <a:bodyPr wrap="square" lIns="0" tIns="0" rIns="0" bIns="0" rtlCol="0" anchor="ctr"/>
          <a:lstStyle/>
          <a:p>
            <a:pPr marL="0" indent="0">
              <a:buNone/>
            </a:pPr>
            <a:r>
              <a:rPr lang="en-US" sz="800" kern="0" spc="300" dirty="0">
                <a:solidFill>
                  <a:srgbClr val="4A4A55"/>
                </a:solidFill>
                <a:latin typeface="Calibri" pitchFamily="34" charset="0"/>
                <a:ea typeface="Calibri" pitchFamily="34" charset="-122"/>
                <a:cs typeface="Calibri" pitchFamily="34" charset="-120"/>
              </a:rPr>
              <a:t>ACADEMIA SEÚL  ·  METHOD CHINGU™</a:t>
            </a:r>
            <a:endParaRPr lang="en-US" sz="800" dirty="0"/>
          </a:p>
        </p:txBody>
      </p:sp>
      <p:sp>
        <p:nvSpPr>
          <p:cNvPr id="21" name="Text 16"/>
          <p:cNvSpPr/>
          <p:nvPr/>
        </p:nvSpPr>
        <p:spPr>
          <a:xfrm>
            <a:off x="11277295" y="6446520"/>
            <a:ext cx="548640" cy="228600"/>
          </a:xfrm>
          <a:prstGeom prst="rect">
            <a:avLst/>
          </a:prstGeom>
          <a:noFill/>
          <a:ln/>
        </p:spPr>
        <p:txBody>
          <a:bodyPr wrap="square" lIns="0" tIns="0" rIns="0" bIns="0" rtlCol="0" anchor="ctr"/>
          <a:lstStyle/>
          <a:p>
            <a:pPr marL="0" indent="0" algn="r">
              <a:buNone/>
            </a:pPr>
            <a:r>
              <a:rPr lang="en-US" sz="800" dirty="0">
                <a:solidFill>
                  <a:srgbClr val="4A4A55"/>
                </a:solidFill>
                <a:latin typeface="Calibri" pitchFamily="34" charset="0"/>
                <a:ea typeface="Calibri" pitchFamily="34" charset="-122"/>
                <a:cs typeface="Calibri" pitchFamily="34" charset="-120"/>
              </a:rPr>
              <a:t>14</a:t>
            </a:r>
            <a:endParaRPr lang="en-US" sz="800" dirty="0"/>
          </a:p>
        </p:txBody>
      </p:sp>
      <p:pic>
        <p:nvPicPr>
          <p:cNvPr id="22" name="Image 0" descr="/sessions/sleepy-zen-cray/mnt/outputs/deck_assets/logo_var2_azul.png">
            <a:extLst>
              <a:ext uri="{FF2B5EF4-FFF2-40B4-BE49-F238E27FC236}">
                <a16:creationId xmlns:a16="http://schemas.microsoft.com/office/drawing/2014/main" id="{E7DEE933-0EB5-0681-F1E9-A6CD3E647787}"/>
              </a:ext>
            </a:extLst>
          </p:cNvPr>
          <p:cNvPicPr>
            <a:picLocks noChangeAspect="1"/>
          </p:cNvPicPr>
          <p:nvPr/>
        </p:nvPicPr>
        <p:blipFill>
          <a:blip r:embed="rId5"/>
          <a:stretch>
            <a:fillRect/>
          </a:stretch>
        </p:blipFill>
        <p:spPr>
          <a:xfrm>
            <a:off x="9778365" y="-760095"/>
            <a:ext cx="2571750" cy="2571750"/>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57200" y="411480"/>
            <a:ext cx="10972800" cy="274320"/>
          </a:xfrm>
          <a:prstGeom prst="rect">
            <a:avLst/>
          </a:prstGeom>
          <a:noFill/>
          <a:ln/>
        </p:spPr>
        <p:txBody>
          <a:bodyPr wrap="square" lIns="0" tIns="0" rIns="0" bIns="0" rtlCol="0" anchor="ctr"/>
          <a:lstStyle/>
          <a:p>
            <a:pPr marL="0" indent="0">
              <a:buNone/>
            </a:pPr>
            <a:r>
              <a:rPr lang="en-US" sz="1100" b="1" kern="0" spc="500" dirty="0">
                <a:solidFill>
                  <a:srgbClr val="FE6768"/>
                </a:solidFill>
                <a:latin typeface="Calibri" pitchFamily="34" charset="0"/>
                <a:ea typeface="Calibri" pitchFamily="34" charset="-122"/>
                <a:cs typeface="Calibri" pitchFamily="34" charset="-120"/>
              </a:rPr>
              <a:t>§1.9 · VOCAL</a:t>
            </a:r>
            <a:endParaRPr lang="en-US" sz="1100" dirty="0"/>
          </a:p>
        </p:txBody>
      </p:sp>
      <p:sp>
        <p:nvSpPr>
          <p:cNvPr id="3" name="Text 1"/>
          <p:cNvSpPr/>
          <p:nvPr/>
        </p:nvSpPr>
        <p:spPr>
          <a:xfrm>
            <a:off x="457200" y="777240"/>
            <a:ext cx="10972800" cy="822960"/>
          </a:xfrm>
          <a:prstGeom prst="rect">
            <a:avLst/>
          </a:prstGeom>
          <a:noFill/>
          <a:ln/>
        </p:spPr>
        <p:txBody>
          <a:bodyPr wrap="square" lIns="0" tIns="0" rIns="0" bIns="0" rtlCol="0" anchor="ctr"/>
          <a:lstStyle/>
          <a:p>
            <a:pPr marL="0" indent="0">
              <a:buNone/>
            </a:pPr>
            <a:r>
              <a:rPr lang="en-US" sz="4000" b="1" dirty="0">
                <a:solidFill>
                  <a:srgbClr val="4036ED"/>
                </a:solidFill>
                <a:latin typeface="Calibri" pitchFamily="34" charset="0"/>
                <a:ea typeface="Calibri" pitchFamily="34" charset="-122"/>
                <a:cs typeface="Calibri" pitchFamily="34" charset="-120"/>
              </a:rPr>
              <a:t>Vocal · ㅜ</a:t>
            </a:r>
            <a:endParaRPr lang="en-US" sz="4000" dirty="0"/>
          </a:p>
        </p:txBody>
      </p:sp>
      <p:sp>
        <p:nvSpPr>
          <p:cNvPr id="4" name="Text 2"/>
          <p:cNvSpPr/>
          <p:nvPr/>
        </p:nvSpPr>
        <p:spPr>
          <a:xfrm>
            <a:off x="457200" y="1691640"/>
            <a:ext cx="10972800" cy="457200"/>
          </a:xfrm>
          <a:prstGeom prst="rect">
            <a:avLst/>
          </a:prstGeom>
          <a:noFill/>
          <a:ln/>
        </p:spPr>
        <p:txBody>
          <a:bodyPr wrap="square" lIns="0" tIns="0" rIns="0" bIns="0" rtlCol="0" anchor="ctr"/>
          <a:lstStyle/>
          <a:p>
            <a:pPr marL="0" indent="0">
              <a:buNone/>
            </a:pPr>
            <a:r>
              <a:rPr lang="en-US" sz="1400" i="1" dirty="0">
                <a:solidFill>
                  <a:srgbClr val="4A4A55"/>
                </a:solidFill>
                <a:latin typeface="Calibri" pitchFamily="34" charset="0"/>
                <a:ea typeface="Calibri" pitchFamily="34" charset="-122"/>
                <a:cs typeface="Calibri" pitchFamily="34" charset="-120"/>
              </a:rPr>
              <a:t>sonido similar a [u] de "uno"</a:t>
            </a:r>
            <a:endParaRPr lang="en-US" sz="1400" dirty="0"/>
          </a:p>
        </p:txBody>
      </p:sp>
      <p:pic>
        <p:nvPicPr>
          <p:cNvPr id="5" name="Image 0" descr="preencoded.png"/>
          <p:cNvPicPr>
            <a:picLocks noChangeAspect="1"/>
          </p:cNvPicPr>
          <p:nvPr/>
        </p:nvPicPr>
        <p:blipFill>
          <a:blip r:embed="rId3"/>
          <a:stretch>
            <a:fillRect/>
          </a:stretch>
        </p:blipFill>
        <p:spPr>
          <a:xfrm>
            <a:off x="11178540" y="1051560"/>
            <a:ext cx="502920" cy="502920"/>
          </a:xfrm>
          <a:prstGeom prst="rect">
            <a:avLst/>
          </a:prstGeom>
        </p:spPr>
      </p:pic>
      <p:sp>
        <p:nvSpPr>
          <p:cNvPr id="6" name="Text 3"/>
          <p:cNvSpPr/>
          <p:nvPr/>
        </p:nvSpPr>
        <p:spPr>
          <a:xfrm>
            <a:off x="9715500" y="1115568"/>
            <a:ext cx="1417320" cy="365760"/>
          </a:xfrm>
          <a:prstGeom prst="rect">
            <a:avLst/>
          </a:prstGeom>
          <a:noFill/>
          <a:ln/>
        </p:spPr>
        <p:txBody>
          <a:bodyPr wrap="square" lIns="0" tIns="0" rIns="0" bIns="0" rtlCol="0" anchor="ctr"/>
          <a:lstStyle/>
          <a:p>
            <a:pPr marL="0" indent="0" algn="r">
              <a:buNone/>
            </a:pPr>
            <a:r>
              <a:rPr lang="en-US" sz="1100" b="1" kern="0" spc="300" dirty="0">
                <a:solidFill>
                  <a:srgbClr val="4036ED"/>
                </a:solidFill>
                <a:latin typeface="Calibri" pitchFamily="34" charset="0"/>
                <a:ea typeface="Calibri" pitchFamily="34" charset="-122"/>
                <a:cs typeface="Calibri" pitchFamily="34" charset="-120"/>
              </a:rPr>
              <a:t>밤 · NOCHE</a:t>
            </a:r>
            <a:endParaRPr lang="en-US" sz="1100" dirty="0"/>
          </a:p>
        </p:txBody>
      </p:sp>
      <p:sp>
        <p:nvSpPr>
          <p:cNvPr id="7" name="Shape 4"/>
          <p:cNvSpPr/>
          <p:nvPr/>
        </p:nvSpPr>
        <p:spPr>
          <a:xfrm>
            <a:off x="640080" y="2606040"/>
            <a:ext cx="5120640" cy="3657600"/>
          </a:xfrm>
          <a:prstGeom prst="roundRect">
            <a:avLst>
              <a:gd name="adj" fmla="val 7500"/>
            </a:avLst>
          </a:prstGeom>
          <a:solidFill>
            <a:srgbClr val="4036ED"/>
          </a:solidFill>
          <a:ln w="12700">
            <a:solidFill>
              <a:srgbClr val="4036ED"/>
            </a:solidFill>
            <a:prstDash val="solid"/>
          </a:ln>
        </p:spPr>
      </p:sp>
      <p:sp>
        <p:nvSpPr>
          <p:cNvPr id="8" name="Text 5"/>
          <p:cNvSpPr/>
          <p:nvPr/>
        </p:nvSpPr>
        <p:spPr>
          <a:xfrm>
            <a:off x="640080" y="2606040"/>
            <a:ext cx="5120640" cy="3657600"/>
          </a:xfrm>
          <a:prstGeom prst="rect">
            <a:avLst/>
          </a:prstGeom>
          <a:noFill/>
          <a:ln/>
        </p:spPr>
        <p:txBody>
          <a:bodyPr wrap="square" lIns="0" tIns="0" rIns="0" bIns="0" rtlCol="0" anchor="ctr"/>
          <a:lstStyle/>
          <a:p>
            <a:pPr marL="0" indent="0" algn="ctr">
              <a:buNone/>
            </a:pPr>
            <a:r>
              <a:rPr lang="en-US" sz="24000" b="1" dirty="0">
                <a:solidFill>
                  <a:srgbClr val="F6F6F6"/>
                </a:solidFill>
                <a:latin typeface="Malgun Gothic" pitchFamily="34" charset="0"/>
                <a:ea typeface="Malgun Gothic" pitchFamily="34" charset="-122"/>
                <a:cs typeface="Malgun Gothic" pitchFamily="34" charset="-120"/>
              </a:rPr>
              <a:t>ㅜ</a:t>
            </a:r>
            <a:endParaRPr lang="en-US" sz="24000" dirty="0"/>
          </a:p>
        </p:txBody>
      </p:sp>
      <p:sp>
        <p:nvSpPr>
          <p:cNvPr id="9" name="Shape 6"/>
          <p:cNvSpPr/>
          <p:nvPr/>
        </p:nvSpPr>
        <p:spPr>
          <a:xfrm>
            <a:off x="6126480" y="2606040"/>
            <a:ext cx="5486400" cy="1097280"/>
          </a:xfrm>
          <a:prstGeom prst="roundRect">
            <a:avLst>
              <a:gd name="adj" fmla="val 12500"/>
            </a:avLst>
          </a:prstGeom>
          <a:solidFill>
            <a:srgbClr val="EDE8FF"/>
          </a:solidFill>
          <a:ln w="19050">
            <a:solidFill>
              <a:srgbClr val="4036ED"/>
            </a:solidFill>
            <a:prstDash val="solid"/>
          </a:ln>
        </p:spPr>
      </p:sp>
      <p:sp>
        <p:nvSpPr>
          <p:cNvPr id="10" name="Text 7"/>
          <p:cNvSpPr/>
          <p:nvPr/>
        </p:nvSpPr>
        <p:spPr>
          <a:xfrm>
            <a:off x="6309360" y="2697480"/>
            <a:ext cx="5120640" cy="274320"/>
          </a:xfrm>
          <a:prstGeom prst="rect">
            <a:avLst/>
          </a:prstGeom>
          <a:noFill/>
          <a:ln/>
        </p:spPr>
        <p:txBody>
          <a:bodyPr wrap="square" lIns="0" tIns="0" rIns="0" bIns="0" rtlCol="0" anchor="ctr"/>
          <a:lstStyle/>
          <a:p>
            <a:pPr marL="0" indent="0">
              <a:buNone/>
            </a:pPr>
            <a:r>
              <a:rPr lang="en-US" sz="900" b="1" kern="0" spc="400" dirty="0">
                <a:solidFill>
                  <a:srgbClr val="4036ED"/>
                </a:solidFill>
                <a:latin typeface="Calibri" pitchFamily="34" charset="0"/>
                <a:ea typeface="Calibri" pitchFamily="34" charset="-122"/>
                <a:cs typeface="Calibri" pitchFamily="34" charset="-120"/>
              </a:rPr>
              <a:t>PRONUNCIACIÓN</a:t>
            </a:r>
            <a:endParaRPr lang="en-US" sz="900" dirty="0"/>
          </a:p>
        </p:txBody>
      </p:sp>
      <p:sp>
        <p:nvSpPr>
          <p:cNvPr id="11" name="Text 8"/>
          <p:cNvSpPr/>
          <p:nvPr/>
        </p:nvSpPr>
        <p:spPr>
          <a:xfrm>
            <a:off x="6309360" y="2971800"/>
            <a:ext cx="5120640" cy="640080"/>
          </a:xfrm>
          <a:prstGeom prst="rect">
            <a:avLst/>
          </a:prstGeom>
          <a:noFill/>
          <a:ln/>
        </p:spPr>
        <p:txBody>
          <a:bodyPr wrap="square" lIns="0" tIns="0" rIns="0" bIns="0" rtlCol="0" anchor="ctr"/>
          <a:lstStyle/>
          <a:p>
            <a:pPr marL="0" indent="0">
              <a:buNone/>
            </a:pPr>
            <a:r>
              <a:rPr lang="en-US" sz="3800" b="1" i="1" dirty="0">
                <a:solidFill>
                  <a:srgbClr val="1E1E2A"/>
                </a:solidFill>
                <a:latin typeface="Calibri" pitchFamily="34" charset="0"/>
                <a:ea typeface="Calibri" pitchFamily="34" charset="-122"/>
                <a:cs typeface="Calibri" pitchFamily="34" charset="-120"/>
              </a:rPr>
              <a:t>"u"</a:t>
            </a:r>
            <a:endParaRPr lang="en-US" sz="3800" dirty="0"/>
          </a:p>
        </p:txBody>
      </p:sp>
      <p:sp>
        <p:nvSpPr>
          <p:cNvPr id="12" name="Shape 9"/>
          <p:cNvSpPr/>
          <p:nvPr/>
        </p:nvSpPr>
        <p:spPr>
          <a:xfrm>
            <a:off x="6126480" y="3840480"/>
            <a:ext cx="2560320" cy="2423160"/>
          </a:xfrm>
          <a:prstGeom prst="roundRect">
            <a:avLst>
              <a:gd name="adj" fmla="val 5660"/>
            </a:avLst>
          </a:prstGeom>
          <a:solidFill>
            <a:srgbClr val="F6F6F6"/>
          </a:solidFill>
          <a:ln w="19050">
            <a:solidFill>
              <a:srgbClr val="4036ED"/>
            </a:solidFill>
            <a:prstDash val="solid"/>
          </a:ln>
        </p:spPr>
      </p:sp>
      <p:sp>
        <p:nvSpPr>
          <p:cNvPr id="13" name="Text 10"/>
          <p:cNvSpPr/>
          <p:nvPr/>
        </p:nvSpPr>
        <p:spPr>
          <a:xfrm>
            <a:off x="6126480" y="3931920"/>
            <a:ext cx="2560320" cy="274320"/>
          </a:xfrm>
          <a:prstGeom prst="rect">
            <a:avLst/>
          </a:prstGeom>
          <a:noFill/>
          <a:ln/>
        </p:spPr>
        <p:txBody>
          <a:bodyPr wrap="square" lIns="0" tIns="0" rIns="0" bIns="0" rtlCol="0" anchor="ctr"/>
          <a:lstStyle/>
          <a:p>
            <a:pPr marL="0" indent="0" algn="ctr">
              <a:buNone/>
            </a:pPr>
            <a:r>
              <a:rPr lang="en-US" sz="900" b="1" kern="0" spc="300" dirty="0">
                <a:solidFill>
                  <a:srgbClr val="4036ED"/>
                </a:solidFill>
                <a:latin typeface="Calibri" pitchFamily="34" charset="0"/>
                <a:ea typeface="Calibri" pitchFamily="34" charset="-122"/>
                <a:cs typeface="Calibri" pitchFamily="34" charset="-120"/>
              </a:rPr>
              <a:t>ORDEN DE TRAZO</a:t>
            </a:r>
            <a:endParaRPr lang="en-US" sz="900" dirty="0"/>
          </a:p>
        </p:txBody>
      </p:sp>
      <p:pic>
        <p:nvPicPr>
          <p:cNvPr id="14" name="Image 1" descr="preencoded.png"/>
          <p:cNvPicPr>
            <a:picLocks noChangeAspect="1"/>
          </p:cNvPicPr>
          <p:nvPr/>
        </p:nvPicPr>
        <p:blipFill>
          <a:blip r:embed="rId4"/>
          <a:stretch>
            <a:fillRect/>
          </a:stretch>
        </p:blipFill>
        <p:spPr>
          <a:xfrm>
            <a:off x="6606540" y="4251960"/>
            <a:ext cx="1600200" cy="1600200"/>
          </a:xfrm>
          <a:prstGeom prst="rect">
            <a:avLst/>
          </a:prstGeom>
        </p:spPr>
      </p:pic>
      <p:sp>
        <p:nvSpPr>
          <p:cNvPr id="15" name="Text 11"/>
          <p:cNvSpPr/>
          <p:nvPr/>
        </p:nvSpPr>
        <p:spPr>
          <a:xfrm>
            <a:off x="6126480" y="5897880"/>
            <a:ext cx="2560320" cy="292608"/>
          </a:xfrm>
          <a:prstGeom prst="rect">
            <a:avLst/>
          </a:prstGeom>
          <a:noFill/>
          <a:ln/>
        </p:spPr>
        <p:txBody>
          <a:bodyPr wrap="square" lIns="0" tIns="0" rIns="0" bIns="0" rtlCol="0" anchor="ctr"/>
          <a:lstStyle/>
          <a:p>
            <a:pPr marL="0" indent="0" algn="ctr">
              <a:buNone/>
            </a:pPr>
            <a:r>
              <a:rPr lang="en-US" sz="1200" i="1" dirty="0">
                <a:solidFill>
                  <a:srgbClr val="4A4A55"/>
                </a:solidFill>
                <a:latin typeface="Calibri" pitchFamily="34" charset="0"/>
                <a:ea typeface="Calibri" pitchFamily="34" charset="-122"/>
                <a:cs typeface="Calibri" pitchFamily="34" charset="-120"/>
              </a:rPr>
              <a:t>2 trazos</a:t>
            </a:r>
            <a:endParaRPr lang="en-US" sz="1200" dirty="0"/>
          </a:p>
        </p:txBody>
      </p:sp>
      <p:sp>
        <p:nvSpPr>
          <p:cNvPr id="16" name="Shape 12"/>
          <p:cNvSpPr/>
          <p:nvPr/>
        </p:nvSpPr>
        <p:spPr>
          <a:xfrm>
            <a:off x="8869680" y="3840480"/>
            <a:ext cx="2743200" cy="2423160"/>
          </a:xfrm>
          <a:prstGeom prst="roundRect">
            <a:avLst>
              <a:gd name="adj" fmla="val 5660"/>
            </a:avLst>
          </a:prstGeom>
          <a:solidFill>
            <a:srgbClr val="EDE8FF"/>
          </a:solidFill>
          <a:ln w="19050">
            <a:solidFill>
              <a:srgbClr val="4036ED"/>
            </a:solidFill>
            <a:prstDash val="solid"/>
          </a:ln>
        </p:spPr>
      </p:sp>
      <p:sp>
        <p:nvSpPr>
          <p:cNvPr id="17" name="Text 13"/>
          <p:cNvSpPr/>
          <p:nvPr/>
        </p:nvSpPr>
        <p:spPr>
          <a:xfrm>
            <a:off x="9006840" y="3931920"/>
            <a:ext cx="2468880" cy="274320"/>
          </a:xfrm>
          <a:prstGeom prst="rect">
            <a:avLst/>
          </a:prstGeom>
          <a:noFill/>
          <a:ln/>
        </p:spPr>
        <p:txBody>
          <a:bodyPr wrap="square" lIns="0" tIns="0" rIns="0" bIns="0" rtlCol="0" anchor="ctr"/>
          <a:lstStyle/>
          <a:p>
            <a:pPr marL="0" indent="0">
              <a:buNone/>
            </a:pPr>
            <a:r>
              <a:rPr lang="en-US" sz="900" b="1" kern="0" spc="300" dirty="0">
                <a:solidFill>
                  <a:srgbClr val="4036ED"/>
                </a:solidFill>
                <a:latin typeface="Calibri" pitchFamily="34" charset="0"/>
                <a:ea typeface="Calibri" pitchFamily="34" charset="-122"/>
                <a:cs typeface="Calibri" pitchFamily="34" charset="-120"/>
              </a:rPr>
              <a:t>EJEMPLOS</a:t>
            </a:r>
            <a:endParaRPr lang="en-US" sz="900" dirty="0"/>
          </a:p>
        </p:txBody>
      </p:sp>
      <p:sp>
        <p:nvSpPr>
          <p:cNvPr id="18" name="Text 14"/>
          <p:cNvSpPr/>
          <p:nvPr/>
        </p:nvSpPr>
        <p:spPr>
          <a:xfrm>
            <a:off x="9006840" y="4297680"/>
            <a:ext cx="2468880" cy="1828800"/>
          </a:xfrm>
          <a:prstGeom prst="rect">
            <a:avLst/>
          </a:prstGeom>
          <a:noFill/>
          <a:ln/>
        </p:spPr>
        <p:txBody>
          <a:bodyPr wrap="square" lIns="0" tIns="0" rIns="0" bIns="0" rtlCol="0" anchor="t"/>
          <a:lstStyle/>
          <a:p>
            <a:pPr marL="0" indent="0">
              <a:spcAft>
                <a:spcPts val="800"/>
              </a:spcAft>
              <a:buNone/>
            </a:pPr>
            <a:r>
              <a:rPr lang="en-US" sz="2200" b="1" dirty="0">
                <a:solidFill>
                  <a:srgbClr val="1E1E2A"/>
                </a:solidFill>
                <a:latin typeface="Malgun Gothic" pitchFamily="34" charset="0"/>
                <a:ea typeface="Malgun Gothic" pitchFamily="34" charset="-122"/>
                <a:cs typeface="Malgun Gothic" pitchFamily="34" charset="-120"/>
              </a:rPr>
              <a:t>우유</a:t>
            </a:r>
            <a:r>
              <a:rPr lang="en-US" sz="1300" i="1" dirty="0">
                <a:solidFill>
                  <a:srgbClr val="4A4A55"/>
                </a:solidFill>
              </a:rPr>
              <a:t>   leche</a:t>
            </a:r>
            <a:endParaRPr lang="en-US" sz="2200" dirty="0"/>
          </a:p>
          <a:p>
            <a:pPr marL="0" indent="0">
              <a:spcAft>
                <a:spcPts val="800"/>
              </a:spcAft>
              <a:buNone/>
            </a:pPr>
            <a:r>
              <a:rPr lang="en-US" sz="2200" b="1" dirty="0">
                <a:solidFill>
                  <a:srgbClr val="1E1E2A"/>
                </a:solidFill>
                <a:latin typeface="Malgun Gothic" pitchFamily="34" charset="0"/>
                <a:ea typeface="Malgun Gothic" pitchFamily="34" charset="-122"/>
                <a:cs typeface="Malgun Gothic" pitchFamily="34" charset="-120"/>
              </a:rPr>
              <a:t>구두</a:t>
            </a:r>
            <a:r>
              <a:rPr lang="en-US" sz="1300" i="1" dirty="0">
                <a:solidFill>
                  <a:srgbClr val="4A4A55"/>
                </a:solidFill>
              </a:rPr>
              <a:t>   zapatos</a:t>
            </a:r>
            <a:endParaRPr lang="en-US" sz="2200" dirty="0"/>
          </a:p>
        </p:txBody>
      </p:sp>
      <p:sp>
        <p:nvSpPr>
          <p:cNvPr id="20" name="Text 15"/>
          <p:cNvSpPr/>
          <p:nvPr/>
        </p:nvSpPr>
        <p:spPr>
          <a:xfrm>
            <a:off x="365760" y="6446520"/>
            <a:ext cx="5486400" cy="228600"/>
          </a:xfrm>
          <a:prstGeom prst="rect">
            <a:avLst/>
          </a:prstGeom>
          <a:noFill/>
          <a:ln/>
        </p:spPr>
        <p:txBody>
          <a:bodyPr wrap="square" lIns="0" tIns="0" rIns="0" bIns="0" rtlCol="0" anchor="ctr"/>
          <a:lstStyle/>
          <a:p>
            <a:pPr marL="0" indent="0">
              <a:buNone/>
            </a:pPr>
            <a:r>
              <a:rPr lang="en-US" sz="800" kern="0" spc="300" dirty="0">
                <a:solidFill>
                  <a:srgbClr val="4A4A55"/>
                </a:solidFill>
                <a:latin typeface="Calibri" pitchFamily="34" charset="0"/>
                <a:ea typeface="Calibri" pitchFamily="34" charset="-122"/>
                <a:cs typeface="Calibri" pitchFamily="34" charset="-120"/>
              </a:rPr>
              <a:t>ACADEMIA SEÚL  ·  METHOD CHINGU™</a:t>
            </a:r>
            <a:endParaRPr lang="en-US" sz="800" dirty="0"/>
          </a:p>
        </p:txBody>
      </p:sp>
      <p:sp>
        <p:nvSpPr>
          <p:cNvPr id="21" name="Text 16"/>
          <p:cNvSpPr/>
          <p:nvPr/>
        </p:nvSpPr>
        <p:spPr>
          <a:xfrm>
            <a:off x="11277295" y="6446520"/>
            <a:ext cx="548640" cy="228600"/>
          </a:xfrm>
          <a:prstGeom prst="rect">
            <a:avLst/>
          </a:prstGeom>
          <a:noFill/>
          <a:ln/>
        </p:spPr>
        <p:txBody>
          <a:bodyPr wrap="square" lIns="0" tIns="0" rIns="0" bIns="0" rtlCol="0" anchor="ctr"/>
          <a:lstStyle/>
          <a:p>
            <a:pPr marL="0" indent="0" algn="r">
              <a:buNone/>
            </a:pPr>
            <a:r>
              <a:rPr lang="en-US" sz="800" dirty="0">
                <a:solidFill>
                  <a:srgbClr val="4A4A55"/>
                </a:solidFill>
                <a:latin typeface="Calibri" pitchFamily="34" charset="0"/>
                <a:ea typeface="Calibri" pitchFamily="34" charset="-122"/>
                <a:cs typeface="Calibri" pitchFamily="34" charset="-120"/>
              </a:rPr>
              <a:t>15</a:t>
            </a:r>
            <a:endParaRPr lang="en-US" sz="800" dirty="0"/>
          </a:p>
        </p:txBody>
      </p:sp>
      <p:pic>
        <p:nvPicPr>
          <p:cNvPr id="22" name="Image 0" descr="/sessions/sleepy-zen-cray/mnt/outputs/deck_assets/logo_var2_azul.png">
            <a:extLst>
              <a:ext uri="{FF2B5EF4-FFF2-40B4-BE49-F238E27FC236}">
                <a16:creationId xmlns:a16="http://schemas.microsoft.com/office/drawing/2014/main" id="{AA541B0B-B9DD-9D37-0A55-622F4D0162D5}"/>
              </a:ext>
            </a:extLst>
          </p:cNvPr>
          <p:cNvPicPr>
            <a:picLocks noChangeAspect="1"/>
          </p:cNvPicPr>
          <p:nvPr/>
        </p:nvPicPr>
        <p:blipFill>
          <a:blip r:embed="rId5"/>
          <a:stretch>
            <a:fillRect/>
          </a:stretch>
        </p:blipFill>
        <p:spPr>
          <a:xfrm>
            <a:off x="9778365" y="-760095"/>
            <a:ext cx="2571750" cy="2571750"/>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57200" y="411480"/>
            <a:ext cx="10972800" cy="274320"/>
          </a:xfrm>
          <a:prstGeom prst="rect">
            <a:avLst/>
          </a:prstGeom>
          <a:noFill/>
          <a:ln/>
        </p:spPr>
        <p:txBody>
          <a:bodyPr wrap="square" lIns="0" tIns="0" rIns="0" bIns="0" rtlCol="0" anchor="ctr"/>
          <a:lstStyle/>
          <a:p>
            <a:pPr marL="0" indent="0">
              <a:buNone/>
            </a:pPr>
            <a:r>
              <a:rPr lang="en-US" sz="1100" b="1" kern="0" spc="500" dirty="0">
                <a:solidFill>
                  <a:srgbClr val="FE6768"/>
                </a:solidFill>
                <a:latin typeface="Calibri" pitchFamily="34" charset="0"/>
                <a:ea typeface="Calibri" pitchFamily="34" charset="-122"/>
                <a:cs typeface="Calibri" pitchFamily="34" charset="-120"/>
              </a:rPr>
              <a:t>§1.12</a:t>
            </a:r>
            <a:endParaRPr lang="en-US" sz="1100" dirty="0"/>
          </a:p>
        </p:txBody>
      </p:sp>
      <p:sp>
        <p:nvSpPr>
          <p:cNvPr id="3" name="Text 1"/>
          <p:cNvSpPr/>
          <p:nvPr/>
        </p:nvSpPr>
        <p:spPr>
          <a:xfrm>
            <a:off x="457200" y="777240"/>
            <a:ext cx="10972800" cy="822960"/>
          </a:xfrm>
          <a:prstGeom prst="rect">
            <a:avLst/>
          </a:prstGeom>
          <a:noFill/>
          <a:ln/>
        </p:spPr>
        <p:txBody>
          <a:bodyPr wrap="square" lIns="0" tIns="0" rIns="0" bIns="0" rtlCol="0" anchor="ctr"/>
          <a:lstStyle/>
          <a:p>
            <a:pPr marL="0" indent="0">
              <a:buNone/>
            </a:pPr>
            <a:r>
              <a:rPr lang="en-US" sz="4000" b="1" dirty="0">
                <a:solidFill>
                  <a:srgbClr val="4036ED"/>
                </a:solidFill>
                <a:latin typeface="Calibri" pitchFamily="34" charset="0"/>
                <a:ea typeface="Calibri" pitchFamily="34" charset="-122"/>
                <a:cs typeface="Calibri" pitchFamily="34" charset="-120"/>
              </a:rPr>
              <a:t>Vocales con sonido humano inicial</a:t>
            </a:r>
            <a:endParaRPr lang="en-US" sz="4000" dirty="0"/>
          </a:p>
        </p:txBody>
      </p:sp>
      <p:sp>
        <p:nvSpPr>
          <p:cNvPr id="4" name="Text 2"/>
          <p:cNvSpPr/>
          <p:nvPr/>
        </p:nvSpPr>
        <p:spPr>
          <a:xfrm>
            <a:off x="457200" y="1691640"/>
            <a:ext cx="10972800" cy="457200"/>
          </a:xfrm>
          <a:prstGeom prst="rect">
            <a:avLst/>
          </a:prstGeom>
          <a:noFill/>
          <a:ln/>
        </p:spPr>
        <p:txBody>
          <a:bodyPr wrap="square" lIns="0" tIns="0" rIns="0" bIns="0" rtlCol="0" anchor="ctr"/>
          <a:lstStyle/>
          <a:p>
            <a:pPr marL="0" indent="0">
              <a:buNone/>
            </a:pPr>
            <a:r>
              <a:rPr lang="en-US" sz="1400" i="1" dirty="0">
                <a:solidFill>
                  <a:srgbClr val="4A4A55"/>
                </a:solidFill>
                <a:latin typeface="Calibri" pitchFamily="34" charset="0"/>
                <a:ea typeface="Calibri" pitchFamily="34" charset="-122"/>
                <a:cs typeface="Calibri" pitchFamily="34" charset="-120"/>
              </a:rPr>
              <a:t>Cuando el humano (ㅣ) toma la palabra primero — antes de cada vocal añadimos un breve [i].</a:t>
            </a:r>
            <a:endParaRPr lang="en-US" sz="1400" dirty="0"/>
          </a:p>
        </p:txBody>
      </p:sp>
      <p:sp>
        <p:nvSpPr>
          <p:cNvPr id="5" name="Shape 3"/>
          <p:cNvSpPr/>
          <p:nvPr/>
        </p:nvSpPr>
        <p:spPr>
          <a:xfrm>
            <a:off x="540868" y="2697480"/>
            <a:ext cx="2606040" cy="3383280"/>
          </a:xfrm>
          <a:prstGeom prst="roundRect">
            <a:avLst>
              <a:gd name="adj" fmla="val 6316"/>
            </a:avLst>
          </a:prstGeom>
          <a:solidFill>
            <a:srgbClr val="FFE0E0"/>
          </a:solidFill>
          <a:ln w="19050">
            <a:solidFill>
              <a:srgbClr val="FE6768"/>
            </a:solidFill>
            <a:prstDash val="solid"/>
          </a:ln>
        </p:spPr>
      </p:sp>
      <p:sp>
        <p:nvSpPr>
          <p:cNvPr id="6" name="Text 4"/>
          <p:cNvSpPr/>
          <p:nvPr/>
        </p:nvSpPr>
        <p:spPr>
          <a:xfrm>
            <a:off x="540868" y="2880360"/>
            <a:ext cx="2606040" cy="457200"/>
          </a:xfrm>
          <a:prstGeom prst="rect">
            <a:avLst/>
          </a:prstGeom>
          <a:noFill/>
          <a:ln/>
        </p:spPr>
        <p:txBody>
          <a:bodyPr wrap="square" lIns="0" tIns="0" rIns="0" bIns="0" rtlCol="0" anchor="ctr"/>
          <a:lstStyle/>
          <a:p>
            <a:pPr marL="0" indent="0" algn="ctr">
              <a:buNone/>
            </a:pPr>
            <a:r>
              <a:rPr lang="en-US" sz="2200" dirty="0">
                <a:solidFill>
                  <a:srgbClr val="FE6768"/>
                </a:solidFill>
                <a:latin typeface="Malgun Gothic" pitchFamily="34" charset="0"/>
                <a:ea typeface="Malgun Gothic" pitchFamily="34" charset="-122"/>
                <a:cs typeface="Malgun Gothic" pitchFamily="34" charset="-120"/>
              </a:rPr>
              <a:t>ㅣ + ㅗ</a:t>
            </a:r>
            <a:endParaRPr lang="en-US" sz="2200" dirty="0"/>
          </a:p>
        </p:txBody>
      </p:sp>
      <p:sp>
        <p:nvSpPr>
          <p:cNvPr id="7" name="Text 5"/>
          <p:cNvSpPr/>
          <p:nvPr/>
        </p:nvSpPr>
        <p:spPr>
          <a:xfrm>
            <a:off x="540868" y="3383280"/>
            <a:ext cx="2606040" cy="365760"/>
          </a:xfrm>
          <a:prstGeom prst="rect">
            <a:avLst/>
          </a:prstGeom>
          <a:noFill/>
          <a:ln/>
        </p:spPr>
        <p:txBody>
          <a:bodyPr wrap="square" lIns="0" tIns="0" rIns="0" bIns="0" rtlCol="0" anchor="ctr"/>
          <a:lstStyle/>
          <a:p>
            <a:pPr marL="0" indent="0" algn="ctr">
              <a:buNone/>
            </a:pPr>
            <a:r>
              <a:rPr lang="en-US" sz="2200" b="1" dirty="0">
                <a:solidFill>
                  <a:srgbClr val="FE6768"/>
                </a:solidFill>
              </a:rPr>
              <a:t>=</a:t>
            </a:r>
            <a:endParaRPr lang="en-US" sz="2200" dirty="0"/>
          </a:p>
        </p:txBody>
      </p:sp>
      <p:sp>
        <p:nvSpPr>
          <p:cNvPr id="8" name="Text 6"/>
          <p:cNvSpPr/>
          <p:nvPr/>
        </p:nvSpPr>
        <p:spPr>
          <a:xfrm>
            <a:off x="540868" y="3703320"/>
            <a:ext cx="2606040" cy="1554480"/>
          </a:xfrm>
          <a:prstGeom prst="rect">
            <a:avLst/>
          </a:prstGeom>
          <a:noFill/>
          <a:ln/>
        </p:spPr>
        <p:txBody>
          <a:bodyPr wrap="square" lIns="0" tIns="0" rIns="0" bIns="0" rtlCol="0" anchor="ctr"/>
          <a:lstStyle/>
          <a:p>
            <a:pPr marL="0" indent="0" algn="ctr">
              <a:buNone/>
            </a:pPr>
            <a:r>
              <a:rPr lang="en-US" sz="10000" b="1" dirty="0">
                <a:solidFill>
                  <a:srgbClr val="FE6768"/>
                </a:solidFill>
                <a:latin typeface="Malgun Gothic" pitchFamily="34" charset="0"/>
                <a:ea typeface="Malgun Gothic" pitchFamily="34" charset="-122"/>
                <a:cs typeface="Malgun Gothic" pitchFamily="34" charset="-120"/>
              </a:rPr>
              <a:t>ㅛ</a:t>
            </a:r>
            <a:endParaRPr lang="en-US" sz="10000" dirty="0"/>
          </a:p>
        </p:txBody>
      </p:sp>
      <p:sp>
        <p:nvSpPr>
          <p:cNvPr id="9" name="Text 7"/>
          <p:cNvSpPr/>
          <p:nvPr/>
        </p:nvSpPr>
        <p:spPr>
          <a:xfrm>
            <a:off x="540868" y="5303520"/>
            <a:ext cx="2606040" cy="457200"/>
          </a:xfrm>
          <a:prstGeom prst="rect">
            <a:avLst/>
          </a:prstGeom>
          <a:noFill/>
          <a:ln/>
        </p:spPr>
        <p:txBody>
          <a:bodyPr wrap="square" lIns="0" tIns="0" rIns="0" bIns="0" rtlCol="0" anchor="ctr"/>
          <a:lstStyle/>
          <a:p>
            <a:pPr marL="0" indent="0" algn="ctr">
              <a:buNone/>
            </a:pPr>
            <a:r>
              <a:rPr lang="en-US" sz="2200" b="1" i="1" dirty="0">
                <a:solidFill>
                  <a:srgbClr val="1E1E2A"/>
                </a:solidFill>
                <a:latin typeface="Calibri" pitchFamily="34" charset="0"/>
                <a:ea typeface="Calibri" pitchFamily="34" charset="-122"/>
                <a:cs typeface="Calibri" pitchFamily="34" charset="-120"/>
              </a:rPr>
              <a:t>yo</a:t>
            </a:r>
            <a:endParaRPr lang="en-US" sz="2200" dirty="0"/>
          </a:p>
        </p:txBody>
      </p:sp>
      <p:sp>
        <p:nvSpPr>
          <p:cNvPr id="10" name="Text 8"/>
          <p:cNvSpPr/>
          <p:nvPr/>
        </p:nvSpPr>
        <p:spPr>
          <a:xfrm>
            <a:off x="540868" y="5760720"/>
            <a:ext cx="2606040" cy="274320"/>
          </a:xfrm>
          <a:prstGeom prst="rect">
            <a:avLst/>
          </a:prstGeom>
          <a:noFill/>
          <a:ln/>
        </p:spPr>
        <p:txBody>
          <a:bodyPr wrap="square" lIns="0" tIns="0" rIns="0" bIns="0" rtlCol="0" anchor="ctr"/>
          <a:lstStyle/>
          <a:p>
            <a:pPr marL="0" indent="0" algn="ctr">
              <a:buNone/>
            </a:pPr>
            <a:r>
              <a:rPr lang="en-US" sz="900" b="1" kern="0" spc="400" dirty="0">
                <a:solidFill>
                  <a:srgbClr val="FE6768"/>
                </a:solidFill>
                <a:latin typeface="Calibri" pitchFamily="34" charset="0"/>
                <a:ea typeface="Calibri" pitchFamily="34" charset="-122"/>
                <a:cs typeface="Calibri" pitchFamily="34" charset="-120"/>
              </a:rPr>
              <a:t>낮 · DÍA</a:t>
            </a:r>
            <a:endParaRPr lang="en-US" sz="900" dirty="0"/>
          </a:p>
        </p:txBody>
      </p:sp>
      <p:sp>
        <p:nvSpPr>
          <p:cNvPr id="11" name="Shape 9"/>
          <p:cNvSpPr/>
          <p:nvPr/>
        </p:nvSpPr>
        <p:spPr>
          <a:xfrm>
            <a:off x="3375508" y="2697480"/>
            <a:ext cx="2606040" cy="3383280"/>
          </a:xfrm>
          <a:prstGeom prst="roundRect">
            <a:avLst>
              <a:gd name="adj" fmla="val 6316"/>
            </a:avLst>
          </a:prstGeom>
          <a:solidFill>
            <a:srgbClr val="EDE8FF"/>
          </a:solidFill>
          <a:ln w="19050">
            <a:solidFill>
              <a:srgbClr val="4036ED"/>
            </a:solidFill>
            <a:prstDash val="solid"/>
          </a:ln>
        </p:spPr>
      </p:sp>
      <p:sp>
        <p:nvSpPr>
          <p:cNvPr id="12" name="Text 10"/>
          <p:cNvSpPr/>
          <p:nvPr/>
        </p:nvSpPr>
        <p:spPr>
          <a:xfrm>
            <a:off x="3375508" y="2880360"/>
            <a:ext cx="2606040" cy="457200"/>
          </a:xfrm>
          <a:prstGeom prst="rect">
            <a:avLst/>
          </a:prstGeom>
          <a:noFill/>
          <a:ln/>
        </p:spPr>
        <p:txBody>
          <a:bodyPr wrap="square" lIns="0" tIns="0" rIns="0" bIns="0" rtlCol="0" anchor="ctr"/>
          <a:lstStyle/>
          <a:p>
            <a:pPr marL="0" indent="0" algn="ctr">
              <a:buNone/>
            </a:pPr>
            <a:r>
              <a:rPr lang="en-US" sz="2200" dirty="0">
                <a:solidFill>
                  <a:srgbClr val="4036ED"/>
                </a:solidFill>
                <a:latin typeface="Malgun Gothic" pitchFamily="34" charset="0"/>
                <a:ea typeface="Malgun Gothic" pitchFamily="34" charset="-122"/>
                <a:cs typeface="Malgun Gothic" pitchFamily="34" charset="-120"/>
              </a:rPr>
              <a:t>ㅣ + ㅜ</a:t>
            </a:r>
            <a:endParaRPr lang="en-US" sz="2200" dirty="0"/>
          </a:p>
        </p:txBody>
      </p:sp>
      <p:sp>
        <p:nvSpPr>
          <p:cNvPr id="13" name="Text 11"/>
          <p:cNvSpPr/>
          <p:nvPr/>
        </p:nvSpPr>
        <p:spPr>
          <a:xfrm>
            <a:off x="3375508" y="3383280"/>
            <a:ext cx="2606040" cy="365760"/>
          </a:xfrm>
          <a:prstGeom prst="rect">
            <a:avLst/>
          </a:prstGeom>
          <a:noFill/>
          <a:ln/>
        </p:spPr>
        <p:txBody>
          <a:bodyPr wrap="square" lIns="0" tIns="0" rIns="0" bIns="0" rtlCol="0" anchor="ctr"/>
          <a:lstStyle/>
          <a:p>
            <a:pPr marL="0" indent="0" algn="ctr">
              <a:buNone/>
            </a:pPr>
            <a:r>
              <a:rPr lang="en-US" sz="2200" b="1" dirty="0">
                <a:solidFill>
                  <a:srgbClr val="4036ED"/>
                </a:solidFill>
              </a:rPr>
              <a:t>=</a:t>
            </a:r>
            <a:endParaRPr lang="en-US" sz="2200" dirty="0"/>
          </a:p>
        </p:txBody>
      </p:sp>
      <p:sp>
        <p:nvSpPr>
          <p:cNvPr id="14" name="Text 12"/>
          <p:cNvSpPr/>
          <p:nvPr/>
        </p:nvSpPr>
        <p:spPr>
          <a:xfrm>
            <a:off x="3375508" y="3703320"/>
            <a:ext cx="2606040" cy="1554480"/>
          </a:xfrm>
          <a:prstGeom prst="rect">
            <a:avLst/>
          </a:prstGeom>
          <a:noFill/>
          <a:ln/>
        </p:spPr>
        <p:txBody>
          <a:bodyPr wrap="square" lIns="0" tIns="0" rIns="0" bIns="0" rtlCol="0" anchor="ctr"/>
          <a:lstStyle/>
          <a:p>
            <a:pPr marL="0" indent="0" algn="ctr">
              <a:buNone/>
            </a:pPr>
            <a:r>
              <a:rPr lang="en-US" sz="10000" b="1" dirty="0">
                <a:solidFill>
                  <a:srgbClr val="4036ED"/>
                </a:solidFill>
                <a:latin typeface="Malgun Gothic" pitchFamily="34" charset="0"/>
                <a:ea typeface="Malgun Gothic" pitchFamily="34" charset="-122"/>
                <a:cs typeface="Malgun Gothic" pitchFamily="34" charset="-120"/>
              </a:rPr>
              <a:t>ㅠ</a:t>
            </a:r>
            <a:endParaRPr lang="en-US" sz="10000" dirty="0"/>
          </a:p>
        </p:txBody>
      </p:sp>
      <p:sp>
        <p:nvSpPr>
          <p:cNvPr id="15" name="Text 13"/>
          <p:cNvSpPr/>
          <p:nvPr/>
        </p:nvSpPr>
        <p:spPr>
          <a:xfrm>
            <a:off x="3375508" y="5303520"/>
            <a:ext cx="2606040" cy="457200"/>
          </a:xfrm>
          <a:prstGeom prst="rect">
            <a:avLst/>
          </a:prstGeom>
          <a:noFill/>
          <a:ln/>
        </p:spPr>
        <p:txBody>
          <a:bodyPr wrap="square" lIns="0" tIns="0" rIns="0" bIns="0" rtlCol="0" anchor="ctr"/>
          <a:lstStyle/>
          <a:p>
            <a:pPr marL="0" indent="0" algn="ctr">
              <a:buNone/>
            </a:pPr>
            <a:r>
              <a:rPr lang="en-US" sz="2200" b="1" i="1" dirty="0">
                <a:solidFill>
                  <a:srgbClr val="1E1E2A"/>
                </a:solidFill>
                <a:latin typeface="Calibri" pitchFamily="34" charset="0"/>
                <a:ea typeface="Calibri" pitchFamily="34" charset="-122"/>
                <a:cs typeface="Calibri" pitchFamily="34" charset="-120"/>
              </a:rPr>
              <a:t>yu</a:t>
            </a:r>
            <a:endParaRPr lang="en-US" sz="2200" dirty="0"/>
          </a:p>
        </p:txBody>
      </p:sp>
      <p:sp>
        <p:nvSpPr>
          <p:cNvPr id="16" name="Text 14"/>
          <p:cNvSpPr/>
          <p:nvPr/>
        </p:nvSpPr>
        <p:spPr>
          <a:xfrm>
            <a:off x="3375508" y="5760720"/>
            <a:ext cx="2606040" cy="274320"/>
          </a:xfrm>
          <a:prstGeom prst="rect">
            <a:avLst/>
          </a:prstGeom>
          <a:noFill/>
          <a:ln/>
        </p:spPr>
        <p:txBody>
          <a:bodyPr wrap="square" lIns="0" tIns="0" rIns="0" bIns="0" rtlCol="0" anchor="ctr"/>
          <a:lstStyle/>
          <a:p>
            <a:pPr marL="0" indent="0" algn="ctr">
              <a:buNone/>
            </a:pPr>
            <a:r>
              <a:rPr lang="en-US" sz="900" b="1" kern="0" spc="400" dirty="0">
                <a:solidFill>
                  <a:srgbClr val="4036ED"/>
                </a:solidFill>
                <a:latin typeface="Calibri" pitchFamily="34" charset="0"/>
                <a:ea typeface="Calibri" pitchFamily="34" charset="-122"/>
                <a:cs typeface="Calibri" pitchFamily="34" charset="-120"/>
              </a:rPr>
              <a:t>밤 · NOCHE</a:t>
            </a:r>
            <a:endParaRPr lang="en-US" sz="900" dirty="0"/>
          </a:p>
        </p:txBody>
      </p:sp>
      <p:sp>
        <p:nvSpPr>
          <p:cNvPr id="17" name="Shape 15"/>
          <p:cNvSpPr/>
          <p:nvPr/>
        </p:nvSpPr>
        <p:spPr>
          <a:xfrm>
            <a:off x="6210148" y="2697480"/>
            <a:ext cx="2606040" cy="3383280"/>
          </a:xfrm>
          <a:prstGeom prst="roundRect">
            <a:avLst>
              <a:gd name="adj" fmla="val 6316"/>
            </a:avLst>
          </a:prstGeom>
          <a:solidFill>
            <a:srgbClr val="FFE0E0"/>
          </a:solidFill>
          <a:ln w="19050">
            <a:solidFill>
              <a:srgbClr val="FE6768"/>
            </a:solidFill>
            <a:prstDash val="solid"/>
          </a:ln>
        </p:spPr>
      </p:sp>
      <p:sp>
        <p:nvSpPr>
          <p:cNvPr id="18" name="Text 16"/>
          <p:cNvSpPr/>
          <p:nvPr/>
        </p:nvSpPr>
        <p:spPr>
          <a:xfrm>
            <a:off x="6210148" y="2880360"/>
            <a:ext cx="2606040" cy="457200"/>
          </a:xfrm>
          <a:prstGeom prst="rect">
            <a:avLst/>
          </a:prstGeom>
          <a:noFill/>
          <a:ln/>
        </p:spPr>
        <p:txBody>
          <a:bodyPr wrap="square" lIns="0" tIns="0" rIns="0" bIns="0" rtlCol="0" anchor="ctr"/>
          <a:lstStyle/>
          <a:p>
            <a:pPr marL="0" indent="0" algn="ctr">
              <a:buNone/>
            </a:pPr>
            <a:r>
              <a:rPr lang="en-US" sz="2200" dirty="0">
                <a:solidFill>
                  <a:srgbClr val="FE6768"/>
                </a:solidFill>
                <a:latin typeface="Malgun Gothic" pitchFamily="34" charset="0"/>
                <a:ea typeface="Malgun Gothic" pitchFamily="34" charset="-122"/>
                <a:cs typeface="Malgun Gothic" pitchFamily="34" charset="-120"/>
              </a:rPr>
              <a:t>ㅣ + ㅏ</a:t>
            </a:r>
            <a:endParaRPr lang="en-US" sz="2200" dirty="0"/>
          </a:p>
        </p:txBody>
      </p:sp>
      <p:sp>
        <p:nvSpPr>
          <p:cNvPr id="19" name="Text 17"/>
          <p:cNvSpPr/>
          <p:nvPr/>
        </p:nvSpPr>
        <p:spPr>
          <a:xfrm>
            <a:off x="6210148" y="3383280"/>
            <a:ext cx="2606040" cy="365760"/>
          </a:xfrm>
          <a:prstGeom prst="rect">
            <a:avLst/>
          </a:prstGeom>
          <a:noFill/>
          <a:ln/>
        </p:spPr>
        <p:txBody>
          <a:bodyPr wrap="square" lIns="0" tIns="0" rIns="0" bIns="0" rtlCol="0" anchor="ctr"/>
          <a:lstStyle/>
          <a:p>
            <a:pPr marL="0" indent="0" algn="ctr">
              <a:buNone/>
            </a:pPr>
            <a:r>
              <a:rPr lang="en-US" sz="2200" b="1" dirty="0">
                <a:solidFill>
                  <a:srgbClr val="FE6768"/>
                </a:solidFill>
              </a:rPr>
              <a:t>=</a:t>
            </a:r>
            <a:endParaRPr lang="en-US" sz="2200" dirty="0"/>
          </a:p>
        </p:txBody>
      </p:sp>
      <p:sp>
        <p:nvSpPr>
          <p:cNvPr id="20" name="Text 18"/>
          <p:cNvSpPr/>
          <p:nvPr/>
        </p:nvSpPr>
        <p:spPr>
          <a:xfrm>
            <a:off x="6210148" y="3703320"/>
            <a:ext cx="2606040" cy="1554480"/>
          </a:xfrm>
          <a:prstGeom prst="rect">
            <a:avLst/>
          </a:prstGeom>
          <a:noFill/>
          <a:ln/>
        </p:spPr>
        <p:txBody>
          <a:bodyPr wrap="square" lIns="0" tIns="0" rIns="0" bIns="0" rtlCol="0" anchor="ctr"/>
          <a:lstStyle/>
          <a:p>
            <a:pPr marL="0" indent="0" algn="ctr">
              <a:buNone/>
            </a:pPr>
            <a:r>
              <a:rPr lang="en-US" sz="10000" b="1" dirty="0">
                <a:solidFill>
                  <a:srgbClr val="FE6768"/>
                </a:solidFill>
                <a:latin typeface="Malgun Gothic" pitchFamily="34" charset="0"/>
                <a:ea typeface="Malgun Gothic" pitchFamily="34" charset="-122"/>
                <a:cs typeface="Malgun Gothic" pitchFamily="34" charset="-120"/>
              </a:rPr>
              <a:t>ㅑ</a:t>
            </a:r>
            <a:endParaRPr lang="en-US" sz="10000" dirty="0"/>
          </a:p>
        </p:txBody>
      </p:sp>
      <p:sp>
        <p:nvSpPr>
          <p:cNvPr id="21" name="Text 19"/>
          <p:cNvSpPr/>
          <p:nvPr/>
        </p:nvSpPr>
        <p:spPr>
          <a:xfrm>
            <a:off x="6210148" y="5303520"/>
            <a:ext cx="2606040" cy="457200"/>
          </a:xfrm>
          <a:prstGeom prst="rect">
            <a:avLst/>
          </a:prstGeom>
          <a:noFill/>
          <a:ln/>
        </p:spPr>
        <p:txBody>
          <a:bodyPr wrap="square" lIns="0" tIns="0" rIns="0" bIns="0" rtlCol="0" anchor="ctr"/>
          <a:lstStyle/>
          <a:p>
            <a:pPr marL="0" indent="0" algn="ctr">
              <a:buNone/>
            </a:pPr>
            <a:r>
              <a:rPr lang="en-US" sz="2200" b="1" i="1" dirty="0">
                <a:solidFill>
                  <a:srgbClr val="1E1E2A"/>
                </a:solidFill>
                <a:latin typeface="Calibri" pitchFamily="34" charset="0"/>
                <a:ea typeface="Calibri" pitchFamily="34" charset="-122"/>
                <a:cs typeface="Calibri" pitchFamily="34" charset="-120"/>
              </a:rPr>
              <a:t>ya</a:t>
            </a:r>
            <a:endParaRPr lang="en-US" sz="2200" dirty="0"/>
          </a:p>
        </p:txBody>
      </p:sp>
      <p:sp>
        <p:nvSpPr>
          <p:cNvPr id="22" name="Text 20"/>
          <p:cNvSpPr/>
          <p:nvPr/>
        </p:nvSpPr>
        <p:spPr>
          <a:xfrm>
            <a:off x="6210148" y="5760720"/>
            <a:ext cx="2606040" cy="274320"/>
          </a:xfrm>
          <a:prstGeom prst="rect">
            <a:avLst/>
          </a:prstGeom>
          <a:noFill/>
          <a:ln/>
        </p:spPr>
        <p:txBody>
          <a:bodyPr wrap="square" lIns="0" tIns="0" rIns="0" bIns="0" rtlCol="0" anchor="ctr"/>
          <a:lstStyle/>
          <a:p>
            <a:pPr marL="0" indent="0" algn="ctr">
              <a:buNone/>
            </a:pPr>
            <a:r>
              <a:rPr lang="en-US" sz="900" b="1" kern="0" spc="400" dirty="0">
                <a:solidFill>
                  <a:srgbClr val="FE6768"/>
                </a:solidFill>
                <a:latin typeface="Calibri" pitchFamily="34" charset="0"/>
                <a:ea typeface="Calibri" pitchFamily="34" charset="-122"/>
                <a:cs typeface="Calibri" pitchFamily="34" charset="-120"/>
              </a:rPr>
              <a:t>낮 · DÍA</a:t>
            </a:r>
            <a:endParaRPr lang="en-US" sz="900" dirty="0"/>
          </a:p>
        </p:txBody>
      </p:sp>
      <p:sp>
        <p:nvSpPr>
          <p:cNvPr id="23" name="Shape 21"/>
          <p:cNvSpPr/>
          <p:nvPr/>
        </p:nvSpPr>
        <p:spPr>
          <a:xfrm>
            <a:off x="9044788" y="2697480"/>
            <a:ext cx="2606040" cy="3383280"/>
          </a:xfrm>
          <a:prstGeom prst="roundRect">
            <a:avLst>
              <a:gd name="adj" fmla="val 6316"/>
            </a:avLst>
          </a:prstGeom>
          <a:solidFill>
            <a:srgbClr val="EDE8FF"/>
          </a:solidFill>
          <a:ln w="19050">
            <a:solidFill>
              <a:srgbClr val="4036ED"/>
            </a:solidFill>
            <a:prstDash val="solid"/>
          </a:ln>
        </p:spPr>
      </p:sp>
      <p:sp>
        <p:nvSpPr>
          <p:cNvPr id="24" name="Text 22"/>
          <p:cNvSpPr/>
          <p:nvPr/>
        </p:nvSpPr>
        <p:spPr>
          <a:xfrm>
            <a:off x="9044788" y="2880360"/>
            <a:ext cx="2606040" cy="457200"/>
          </a:xfrm>
          <a:prstGeom prst="rect">
            <a:avLst/>
          </a:prstGeom>
          <a:noFill/>
          <a:ln/>
        </p:spPr>
        <p:txBody>
          <a:bodyPr wrap="square" lIns="0" tIns="0" rIns="0" bIns="0" rtlCol="0" anchor="ctr"/>
          <a:lstStyle/>
          <a:p>
            <a:pPr marL="0" indent="0" algn="ctr">
              <a:buNone/>
            </a:pPr>
            <a:r>
              <a:rPr lang="en-US" sz="2200" dirty="0">
                <a:solidFill>
                  <a:srgbClr val="4036ED"/>
                </a:solidFill>
                <a:latin typeface="Malgun Gothic" pitchFamily="34" charset="0"/>
                <a:ea typeface="Malgun Gothic" pitchFamily="34" charset="-122"/>
                <a:cs typeface="Malgun Gothic" pitchFamily="34" charset="-120"/>
              </a:rPr>
              <a:t>ㅣ + ㅓ</a:t>
            </a:r>
            <a:endParaRPr lang="en-US" sz="2200" dirty="0"/>
          </a:p>
        </p:txBody>
      </p:sp>
      <p:sp>
        <p:nvSpPr>
          <p:cNvPr id="25" name="Text 23"/>
          <p:cNvSpPr/>
          <p:nvPr/>
        </p:nvSpPr>
        <p:spPr>
          <a:xfrm>
            <a:off x="9044788" y="3383280"/>
            <a:ext cx="2606040" cy="365760"/>
          </a:xfrm>
          <a:prstGeom prst="rect">
            <a:avLst/>
          </a:prstGeom>
          <a:noFill/>
          <a:ln/>
        </p:spPr>
        <p:txBody>
          <a:bodyPr wrap="square" lIns="0" tIns="0" rIns="0" bIns="0" rtlCol="0" anchor="ctr"/>
          <a:lstStyle/>
          <a:p>
            <a:pPr marL="0" indent="0" algn="ctr">
              <a:buNone/>
            </a:pPr>
            <a:r>
              <a:rPr lang="en-US" sz="2200" b="1" dirty="0">
                <a:solidFill>
                  <a:srgbClr val="4036ED"/>
                </a:solidFill>
              </a:rPr>
              <a:t>=</a:t>
            </a:r>
            <a:endParaRPr lang="en-US" sz="2200" dirty="0"/>
          </a:p>
        </p:txBody>
      </p:sp>
      <p:sp>
        <p:nvSpPr>
          <p:cNvPr id="26" name="Text 24"/>
          <p:cNvSpPr/>
          <p:nvPr/>
        </p:nvSpPr>
        <p:spPr>
          <a:xfrm>
            <a:off x="9044788" y="3703320"/>
            <a:ext cx="2606040" cy="1554480"/>
          </a:xfrm>
          <a:prstGeom prst="rect">
            <a:avLst/>
          </a:prstGeom>
          <a:noFill/>
          <a:ln/>
        </p:spPr>
        <p:txBody>
          <a:bodyPr wrap="square" lIns="0" tIns="0" rIns="0" bIns="0" rtlCol="0" anchor="ctr"/>
          <a:lstStyle/>
          <a:p>
            <a:pPr marL="0" indent="0" algn="ctr">
              <a:buNone/>
            </a:pPr>
            <a:r>
              <a:rPr lang="en-US" sz="10000" b="1" dirty="0">
                <a:solidFill>
                  <a:srgbClr val="4036ED"/>
                </a:solidFill>
                <a:latin typeface="Malgun Gothic" pitchFamily="34" charset="0"/>
                <a:ea typeface="Malgun Gothic" pitchFamily="34" charset="-122"/>
                <a:cs typeface="Malgun Gothic" pitchFamily="34" charset="-120"/>
              </a:rPr>
              <a:t>ㅕ</a:t>
            </a:r>
            <a:endParaRPr lang="en-US" sz="10000" dirty="0"/>
          </a:p>
        </p:txBody>
      </p:sp>
      <p:sp>
        <p:nvSpPr>
          <p:cNvPr id="27" name="Text 25"/>
          <p:cNvSpPr/>
          <p:nvPr/>
        </p:nvSpPr>
        <p:spPr>
          <a:xfrm>
            <a:off x="9044788" y="5303520"/>
            <a:ext cx="2606040" cy="457200"/>
          </a:xfrm>
          <a:prstGeom prst="rect">
            <a:avLst/>
          </a:prstGeom>
          <a:noFill/>
          <a:ln/>
        </p:spPr>
        <p:txBody>
          <a:bodyPr wrap="square" lIns="0" tIns="0" rIns="0" bIns="0" rtlCol="0" anchor="ctr"/>
          <a:lstStyle/>
          <a:p>
            <a:pPr marL="0" indent="0" algn="ctr">
              <a:buNone/>
            </a:pPr>
            <a:r>
              <a:rPr lang="en-US" sz="2200" b="1" i="1" dirty="0">
                <a:solidFill>
                  <a:srgbClr val="1E1E2A"/>
                </a:solidFill>
                <a:latin typeface="Calibri" pitchFamily="34" charset="0"/>
                <a:ea typeface="Calibri" pitchFamily="34" charset="-122"/>
                <a:cs typeface="Calibri" pitchFamily="34" charset="-120"/>
              </a:rPr>
              <a:t>yeo</a:t>
            </a:r>
            <a:endParaRPr lang="en-US" sz="2200" dirty="0"/>
          </a:p>
        </p:txBody>
      </p:sp>
      <p:sp>
        <p:nvSpPr>
          <p:cNvPr id="28" name="Text 26"/>
          <p:cNvSpPr/>
          <p:nvPr/>
        </p:nvSpPr>
        <p:spPr>
          <a:xfrm>
            <a:off x="9044788" y="5760720"/>
            <a:ext cx="2606040" cy="274320"/>
          </a:xfrm>
          <a:prstGeom prst="rect">
            <a:avLst/>
          </a:prstGeom>
          <a:noFill/>
          <a:ln/>
        </p:spPr>
        <p:txBody>
          <a:bodyPr wrap="square" lIns="0" tIns="0" rIns="0" bIns="0" rtlCol="0" anchor="ctr"/>
          <a:lstStyle/>
          <a:p>
            <a:pPr marL="0" indent="0" algn="ctr">
              <a:buNone/>
            </a:pPr>
            <a:r>
              <a:rPr lang="en-US" sz="900" b="1" kern="0" spc="400" dirty="0">
                <a:solidFill>
                  <a:srgbClr val="4036ED"/>
                </a:solidFill>
                <a:latin typeface="Calibri" pitchFamily="34" charset="0"/>
                <a:ea typeface="Calibri" pitchFamily="34" charset="-122"/>
                <a:cs typeface="Calibri" pitchFamily="34" charset="-120"/>
              </a:rPr>
              <a:t>밤 · NOCHE</a:t>
            </a:r>
            <a:endParaRPr lang="en-US" sz="900" dirty="0"/>
          </a:p>
        </p:txBody>
      </p:sp>
      <p:sp>
        <p:nvSpPr>
          <p:cNvPr id="30" name="Text 27"/>
          <p:cNvSpPr/>
          <p:nvPr/>
        </p:nvSpPr>
        <p:spPr>
          <a:xfrm>
            <a:off x="365760" y="6446520"/>
            <a:ext cx="5486400" cy="228600"/>
          </a:xfrm>
          <a:prstGeom prst="rect">
            <a:avLst/>
          </a:prstGeom>
          <a:noFill/>
          <a:ln/>
        </p:spPr>
        <p:txBody>
          <a:bodyPr wrap="square" lIns="0" tIns="0" rIns="0" bIns="0" rtlCol="0" anchor="ctr"/>
          <a:lstStyle/>
          <a:p>
            <a:pPr marL="0" indent="0">
              <a:buNone/>
            </a:pPr>
            <a:r>
              <a:rPr lang="en-US" sz="800" kern="0" spc="300" dirty="0">
                <a:solidFill>
                  <a:srgbClr val="4A4A55"/>
                </a:solidFill>
                <a:latin typeface="Calibri" pitchFamily="34" charset="0"/>
                <a:ea typeface="Calibri" pitchFamily="34" charset="-122"/>
                <a:cs typeface="Calibri" pitchFamily="34" charset="-120"/>
              </a:rPr>
              <a:t>ACADEMIA SEÚL  ·  METHOD CHINGU™</a:t>
            </a:r>
            <a:endParaRPr lang="en-US" sz="800" dirty="0"/>
          </a:p>
        </p:txBody>
      </p:sp>
      <p:sp>
        <p:nvSpPr>
          <p:cNvPr id="31" name="Text 28"/>
          <p:cNvSpPr/>
          <p:nvPr/>
        </p:nvSpPr>
        <p:spPr>
          <a:xfrm>
            <a:off x="11277295" y="6446520"/>
            <a:ext cx="548640" cy="228600"/>
          </a:xfrm>
          <a:prstGeom prst="rect">
            <a:avLst/>
          </a:prstGeom>
          <a:noFill/>
          <a:ln/>
        </p:spPr>
        <p:txBody>
          <a:bodyPr wrap="square" lIns="0" tIns="0" rIns="0" bIns="0" rtlCol="0" anchor="ctr"/>
          <a:lstStyle/>
          <a:p>
            <a:pPr marL="0" indent="0" algn="r">
              <a:buNone/>
            </a:pPr>
            <a:r>
              <a:rPr lang="en-US" sz="800" dirty="0">
                <a:solidFill>
                  <a:srgbClr val="4A4A55"/>
                </a:solidFill>
                <a:latin typeface="Calibri" pitchFamily="34" charset="0"/>
                <a:ea typeface="Calibri" pitchFamily="34" charset="-122"/>
                <a:cs typeface="Calibri" pitchFamily="34" charset="-120"/>
              </a:rPr>
              <a:t>20</a:t>
            </a:r>
            <a:endParaRPr lang="en-US" sz="800" dirty="0"/>
          </a:p>
        </p:txBody>
      </p:sp>
      <p:pic>
        <p:nvPicPr>
          <p:cNvPr id="32" name="Image 0" descr="/sessions/sleepy-zen-cray/mnt/outputs/deck_assets/logo_var2_azul.png">
            <a:extLst>
              <a:ext uri="{FF2B5EF4-FFF2-40B4-BE49-F238E27FC236}">
                <a16:creationId xmlns:a16="http://schemas.microsoft.com/office/drawing/2014/main" id="{E3D53A14-568F-7BEF-AE9F-63222ECA5D13}"/>
              </a:ext>
            </a:extLst>
          </p:cNvPr>
          <p:cNvPicPr>
            <a:picLocks noChangeAspect="1"/>
          </p:cNvPicPr>
          <p:nvPr/>
        </p:nvPicPr>
        <p:blipFill>
          <a:blip r:embed="rId3"/>
          <a:stretch>
            <a:fillRect/>
          </a:stretch>
        </p:blipFill>
        <p:spPr>
          <a:xfrm>
            <a:off x="9778365" y="-760095"/>
            <a:ext cx="2571750" cy="2571750"/>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57200" y="411480"/>
            <a:ext cx="10972800" cy="274320"/>
          </a:xfrm>
          <a:prstGeom prst="rect">
            <a:avLst/>
          </a:prstGeom>
          <a:noFill/>
          <a:ln/>
        </p:spPr>
        <p:txBody>
          <a:bodyPr wrap="square" lIns="0" tIns="0" rIns="0" bIns="0" rtlCol="0" anchor="ctr"/>
          <a:lstStyle/>
          <a:p>
            <a:pPr marL="0" indent="0">
              <a:buNone/>
            </a:pPr>
            <a:r>
              <a:rPr lang="en-US" sz="1100" b="1" kern="0" spc="500" dirty="0">
                <a:solidFill>
                  <a:srgbClr val="FE6768"/>
                </a:solidFill>
                <a:latin typeface="Calibri" pitchFamily="34" charset="0"/>
                <a:ea typeface="Calibri" pitchFamily="34" charset="-122"/>
                <a:cs typeface="Calibri" pitchFamily="34" charset="-120"/>
              </a:rPr>
              <a:t>§1.12 · VOCAL</a:t>
            </a:r>
            <a:endParaRPr lang="en-US" sz="1100" dirty="0"/>
          </a:p>
        </p:txBody>
      </p:sp>
      <p:sp>
        <p:nvSpPr>
          <p:cNvPr id="3" name="Text 1"/>
          <p:cNvSpPr/>
          <p:nvPr/>
        </p:nvSpPr>
        <p:spPr>
          <a:xfrm>
            <a:off x="457200" y="777240"/>
            <a:ext cx="10972800" cy="822960"/>
          </a:xfrm>
          <a:prstGeom prst="rect">
            <a:avLst/>
          </a:prstGeom>
          <a:noFill/>
          <a:ln/>
        </p:spPr>
        <p:txBody>
          <a:bodyPr wrap="square" lIns="0" tIns="0" rIns="0" bIns="0" rtlCol="0" anchor="ctr"/>
          <a:lstStyle/>
          <a:p>
            <a:pPr marL="0" indent="0">
              <a:buNone/>
            </a:pPr>
            <a:r>
              <a:rPr lang="en-US" sz="4000" b="1" dirty="0">
                <a:solidFill>
                  <a:srgbClr val="4036ED"/>
                </a:solidFill>
                <a:latin typeface="Calibri" pitchFamily="34" charset="0"/>
                <a:ea typeface="Calibri" pitchFamily="34" charset="-122"/>
                <a:cs typeface="Calibri" pitchFamily="34" charset="-120"/>
              </a:rPr>
              <a:t>Vocal · ㅛ</a:t>
            </a:r>
            <a:endParaRPr lang="en-US" sz="4000" dirty="0"/>
          </a:p>
        </p:txBody>
      </p:sp>
      <p:sp>
        <p:nvSpPr>
          <p:cNvPr id="4" name="Text 2"/>
          <p:cNvSpPr/>
          <p:nvPr/>
        </p:nvSpPr>
        <p:spPr>
          <a:xfrm>
            <a:off x="457200" y="1691640"/>
            <a:ext cx="10972800" cy="457200"/>
          </a:xfrm>
          <a:prstGeom prst="rect">
            <a:avLst/>
          </a:prstGeom>
          <a:noFill/>
          <a:ln/>
        </p:spPr>
        <p:txBody>
          <a:bodyPr wrap="square" lIns="0" tIns="0" rIns="0" bIns="0" rtlCol="0" anchor="ctr"/>
          <a:lstStyle/>
          <a:p>
            <a:pPr marL="0" indent="0">
              <a:buNone/>
            </a:pPr>
            <a:r>
              <a:rPr lang="en-US" sz="1400" i="1" dirty="0">
                <a:solidFill>
                  <a:srgbClr val="4A4A55"/>
                </a:solidFill>
                <a:latin typeface="Calibri" pitchFamily="34" charset="0"/>
                <a:ea typeface="Calibri" pitchFamily="34" charset="-122"/>
                <a:cs typeface="Calibri" pitchFamily="34" charset="-120"/>
              </a:rPr>
              <a:t>sonido similar a [yo] de "yodo"</a:t>
            </a:r>
            <a:endParaRPr lang="en-US" sz="1400" dirty="0"/>
          </a:p>
        </p:txBody>
      </p:sp>
      <p:pic>
        <p:nvPicPr>
          <p:cNvPr id="5" name="Image 0" descr="preencoded.png"/>
          <p:cNvPicPr>
            <a:picLocks noChangeAspect="1"/>
          </p:cNvPicPr>
          <p:nvPr/>
        </p:nvPicPr>
        <p:blipFill>
          <a:blip r:embed="rId3"/>
          <a:stretch>
            <a:fillRect/>
          </a:stretch>
        </p:blipFill>
        <p:spPr>
          <a:xfrm>
            <a:off x="11231880" y="1005840"/>
            <a:ext cx="502920" cy="502920"/>
          </a:xfrm>
          <a:prstGeom prst="rect">
            <a:avLst/>
          </a:prstGeom>
        </p:spPr>
      </p:pic>
      <p:sp>
        <p:nvSpPr>
          <p:cNvPr id="6" name="Text 3"/>
          <p:cNvSpPr/>
          <p:nvPr/>
        </p:nvSpPr>
        <p:spPr>
          <a:xfrm>
            <a:off x="9768840" y="1069848"/>
            <a:ext cx="1417320" cy="365760"/>
          </a:xfrm>
          <a:prstGeom prst="rect">
            <a:avLst/>
          </a:prstGeom>
          <a:noFill/>
          <a:ln/>
        </p:spPr>
        <p:txBody>
          <a:bodyPr wrap="square" lIns="0" tIns="0" rIns="0" bIns="0" rtlCol="0" anchor="ctr"/>
          <a:lstStyle/>
          <a:p>
            <a:pPr marL="0" indent="0" algn="r">
              <a:buNone/>
            </a:pPr>
            <a:r>
              <a:rPr lang="en-US" sz="1100" b="1" kern="0" spc="300" dirty="0">
                <a:solidFill>
                  <a:srgbClr val="FE6768"/>
                </a:solidFill>
                <a:latin typeface="Calibri" pitchFamily="34" charset="0"/>
                <a:ea typeface="Calibri" pitchFamily="34" charset="-122"/>
                <a:cs typeface="Calibri" pitchFamily="34" charset="-120"/>
              </a:rPr>
              <a:t>낮 · DÍA</a:t>
            </a:r>
            <a:endParaRPr lang="en-US" sz="1100" dirty="0"/>
          </a:p>
        </p:txBody>
      </p:sp>
      <p:sp>
        <p:nvSpPr>
          <p:cNvPr id="7" name="Shape 4"/>
          <p:cNvSpPr/>
          <p:nvPr/>
        </p:nvSpPr>
        <p:spPr>
          <a:xfrm>
            <a:off x="640080" y="2606040"/>
            <a:ext cx="5120640" cy="3657600"/>
          </a:xfrm>
          <a:prstGeom prst="roundRect">
            <a:avLst>
              <a:gd name="adj" fmla="val 7500"/>
            </a:avLst>
          </a:prstGeom>
          <a:solidFill>
            <a:srgbClr val="FE6768"/>
          </a:solidFill>
          <a:ln w="12700">
            <a:solidFill>
              <a:srgbClr val="FE6768"/>
            </a:solidFill>
            <a:prstDash val="solid"/>
          </a:ln>
        </p:spPr>
      </p:sp>
      <p:sp>
        <p:nvSpPr>
          <p:cNvPr id="8" name="Text 5"/>
          <p:cNvSpPr/>
          <p:nvPr/>
        </p:nvSpPr>
        <p:spPr>
          <a:xfrm>
            <a:off x="640080" y="2606040"/>
            <a:ext cx="5120640" cy="3657600"/>
          </a:xfrm>
          <a:prstGeom prst="rect">
            <a:avLst/>
          </a:prstGeom>
          <a:noFill/>
          <a:ln/>
        </p:spPr>
        <p:txBody>
          <a:bodyPr wrap="square" lIns="0" tIns="0" rIns="0" bIns="0" rtlCol="0" anchor="ctr"/>
          <a:lstStyle/>
          <a:p>
            <a:pPr marL="0" indent="0" algn="ctr">
              <a:buNone/>
            </a:pPr>
            <a:r>
              <a:rPr lang="en-US" sz="24000" b="1" dirty="0">
                <a:solidFill>
                  <a:srgbClr val="F6F6F6"/>
                </a:solidFill>
                <a:latin typeface="Malgun Gothic" pitchFamily="34" charset="0"/>
                <a:ea typeface="Malgun Gothic" pitchFamily="34" charset="-122"/>
                <a:cs typeface="Malgun Gothic" pitchFamily="34" charset="-120"/>
              </a:rPr>
              <a:t>ㅛ</a:t>
            </a:r>
            <a:endParaRPr lang="en-US" sz="24000" dirty="0"/>
          </a:p>
        </p:txBody>
      </p:sp>
      <p:sp>
        <p:nvSpPr>
          <p:cNvPr id="9" name="Shape 6"/>
          <p:cNvSpPr/>
          <p:nvPr/>
        </p:nvSpPr>
        <p:spPr>
          <a:xfrm>
            <a:off x="6126480" y="2606040"/>
            <a:ext cx="5486400" cy="1097280"/>
          </a:xfrm>
          <a:prstGeom prst="roundRect">
            <a:avLst>
              <a:gd name="adj" fmla="val 12500"/>
            </a:avLst>
          </a:prstGeom>
          <a:solidFill>
            <a:srgbClr val="FFE0E0"/>
          </a:solidFill>
          <a:ln w="19050">
            <a:solidFill>
              <a:srgbClr val="FE6768"/>
            </a:solidFill>
            <a:prstDash val="solid"/>
          </a:ln>
        </p:spPr>
      </p:sp>
      <p:sp>
        <p:nvSpPr>
          <p:cNvPr id="10" name="Text 7"/>
          <p:cNvSpPr/>
          <p:nvPr/>
        </p:nvSpPr>
        <p:spPr>
          <a:xfrm>
            <a:off x="6309360" y="2697480"/>
            <a:ext cx="5120640" cy="274320"/>
          </a:xfrm>
          <a:prstGeom prst="rect">
            <a:avLst/>
          </a:prstGeom>
          <a:noFill/>
          <a:ln/>
        </p:spPr>
        <p:txBody>
          <a:bodyPr wrap="square" lIns="0" tIns="0" rIns="0" bIns="0" rtlCol="0" anchor="ctr"/>
          <a:lstStyle/>
          <a:p>
            <a:pPr marL="0" indent="0">
              <a:buNone/>
            </a:pPr>
            <a:r>
              <a:rPr lang="en-US" sz="900" b="1" kern="0" spc="400" dirty="0">
                <a:solidFill>
                  <a:srgbClr val="FE6768"/>
                </a:solidFill>
                <a:latin typeface="Calibri" pitchFamily="34" charset="0"/>
                <a:ea typeface="Calibri" pitchFamily="34" charset="-122"/>
                <a:cs typeface="Calibri" pitchFamily="34" charset="-120"/>
              </a:rPr>
              <a:t>PRONUNCIACIÓN</a:t>
            </a:r>
            <a:endParaRPr lang="en-US" sz="900" dirty="0"/>
          </a:p>
        </p:txBody>
      </p:sp>
      <p:sp>
        <p:nvSpPr>
          <p:cNvPr id="11" name="Text 8"/>
          <p:cNvSpPr/>
          <p:nvPr/>
        </p:nvSpPr>
        <p:spPr>
          <a:xfrm>
            <a:off x="6309360" y="2971800"/>
            <a:ext cx="5120640" cy="640080"/>
          </a:xfrm>
          <a:prstGeom prst="rect">
            <a:avLst/>
          </a:prstGeom>
          <a:noFill/>
          <a:ln/>
        </p:spPr>
        <p:txBody>
          <a:bodyPr wrap="square" lIns="0" tIns="0" rIns="0" bIns="0" rtlCol="0" anchor="ctr"/>
          <a:lstStyle/>
          <a:p>
            <a:pPr marL="0" indent="0">
              <a:buNone/>
            </a:pPr>
            <a:r>
              <a:rPr lang="en-US" sz="3800" b="1" i="1" dirty="0">
                <a:solidFill>
                  <a:srgbClr val="1E1E2A"/>
                </a:solidFill>
                <a:latin typeface="Calibri" pitchFamily="34" charset="0"/>
                <a:ea typeface="Calibri" pitchFamily="34" charset="-122"/>
                <a:cs typeface="Calibri" pitchFamily="34" charset="-120"/>
              </a:rPr>
              <a:t>"yo"</a:t>
            </a:r>
            <a:endParaRPr lang="en-US" sz="3800" dirty="0"/>
          </a:p>
        </p:txBody>
      </p:sp>
      <p:sp>
        <p:nvSpPr>
          <p:cNvPr id="12" name="Shape 9"/>
          <p:cNvSpPr/>
          <p:nvPr/>
        </p:nvSpPr>
        <p:spPr>
          <a:xfrm>
            <a:off x="6126480" y="3840480"/>
            <a:ext cx="2560320" cy="2423160"/>
          </a:xfrm>
          <a:prstGeom prst="roundRect">
            <a:avLst>
              <a:gd name="adj" fmla="val 5660"/>
            </a:avLst>
          </a:prstGeom>
          <a:solidFill>
            <a:srgbClr val="F6F6F6"/>
          </a:solidFill>
          <a:ln w="19050">
            <a:solidFill>
              <a:srgbClr val="FE6768"/>
            </a:solidFill>
            <a:prstDash val="solid"/>
          </a:ln>
        </p:spPr>
      </p:sp>
      <p:sp>
        <p:nvSpPr>
          <p:cNvPr id="13" name="Text 10"/>
          <p:cNvSpPr/>
          <p:nvPr/>
        </p:nvSpPr>
        <p:spPr>
          <a:xfrm>
            <a:off x="6126480" y="3931920"/>
            <a:ext cx="2560320" cy="274320"/>
          </a:xfrm>
          <a:prstGeom prst="rect">
            <a:avLst/>
          </a:prstGeom>
          <a:noFill/>
          <a:ln/>
        </p:spPr>
        <p:txBody>
          <a:bodyPr wrap="square" lIns="0" tIns="0" rIns="0" bIns="0" rtlCol="0" anchor="ctr"/>
          <a:lstStyle/>
          <a:p>
            <a:pPr marL="0" indent="0" algn="ctr">
              <a:buNone/>
            </a:pPr>
            <a:r>
              <a:rPr lang="en-US" sz="900" b="1" kern="0" spc="300" dirty="0">
                <a:solidFill>
                  <a:srgbClr val="FE6768"/>
                </a:solidFill>
                <a:latin typeface="Calibri" pitchFamily="34" charset="0"/>
                <a:ea typeface="Calibri" pitchFamily="34" charset="-122"/>
                <a:cs typeface="Calibri" pitchFamily="34" charset="-120"/>
              </a:rPr>
              <a:t>ORDEN DE TRAZO</a:t>
            </a:r>
            <a:endParaRPr lang="en-US" sz="900" dirty="0"/>
          </a:p>
        </p:txBody>
      </p:sp>
      <p:pic>
        <p:nvPicPr>
          <p:cNvPr id="14" name="Image 1" descr="preencoded.png"/>
          <p:cNvPicPr>
            <a:picLocks noChangeAspect="1"/>
          </p:cNvPicPr>
          <p:nvPr/>
        </p:nvPicPr>
        <p:blipFill>
          <a:blip r:embed="rId4"/>
          <a:stretch>
            <a:fillRect/>
          </a:stretch>
        </p:blipFill>
        <p:spPr>
          <a:xfrm>
            <a:off x="6606540" y="4251960"/>
            <a:ext cx="1600200" cy="1600200"/>
          </a:xfrm>
          <a:prstGeom prst="rect">
            <a:avLst/>
          </a:prstGeom>
        </p:spPr>
      </p:pic>
      <p:sp>
        <p:nvSpPr>
          <p:cNvPr id="15" name="Text 11"/>
          <p:cNvSpPr/>
          <p:nvPr/>
        </p:nvSpPr>
        <p:spPr>
          <a:xfrm>
            <a:off x="6126480" y="5897880"/>
            <a:ext cx="2560320" cy="292608"/>
          </a:xfrm>
          <a:prstGeom prst="rect">
            <a:avLst/>
          </a:prstGeom>
          <a:noFill/>
          <a:ln/>
        </p:spPr>
        <p:txBody>
          <a:bodyPr wrap="square" lIns="0" tIns="0" rIns="0" bIns="0" rtlCol="0" anchor="ctr"/>
          <a:lstStyle/>
          <a:p>
            <a:pPr marL="0" indent="0" algn="ctr">
              <a:buNone/>
            </a:pPr>
            <a:r>
              <a:rPr lang="en-US" sz="1200" i="1" dirty="0">
                <a:solidFill>
                  <a:srgbClr val="4A4A55"/>
                </a:solidFill>
                <a:latin typeface="Calibri" pitchFamily="34" charset="0"/>
                <a:ea typeface="Calibri" pitchFamily="34" charset="-122"/>
                <a:cs typeface="Calibri" pitchFamily="34" charset="-120"/>
              </a:rPr>
              <a:t>3 trazos</a:t>
            </a:r>
            <a:endParaRPr lang="en-US" sz="1200" dirty="0"/>
          </a:p>
        </p:txBody>
      </p:sp>
      <p:sp>
        <p:nvSpPr>
          <p:cNvPr id="16" name="Shape 12"/>
          <p:cNvSpPr/>
          <p:nvPr/>
        </p:nvSpPr>
        <p:spPr>
          <a:xfrm>
            <a:off x="8869680" y="3840480"/>
            <a:ext cx="2743200" cy="2423160"/>
          </a:xfrm>
          <a:prstGeom prst="roundRect">
            <a:avLst>
              <a:gd name="adj" fmla="val 5660"/>
            </a:avLst>
          </a:prstGeom>
          <a:solidFill>
            <a:srgbClr val="FFE0E0"/>
          </a:solidFill>
          <a:ln w="19050">
            <a:solidFill>
              <a:srgbClr val="FE6768"/>
            </a:solidFill>
            <a:prstDash val="solid"/>
          </a:ln>
        </p:spPr>
      </p:sp>
      <p:sp>
        <p:nvSpPr>
          <p:cNvPr id="17" name="Text 13"/>
          <p:cNvSpPr/>
          <p:nvPr/>
        </p:nvSpPr>
        <p:spPr>
          <a:xfrm>
            <a:off x="9006840" y="3931920"/>
            <a:ext cx="2468880" cy="274320"/>
          </a:xfrm>
          <a:prstGeom prst="rect">
            <a:avLst/>
          </a:prstGeom>
          <a:noFill/>
          <a:ln/>
        </p:spPr>
        <p:txBody>
          <a:bodyPr wrap="square" lIns="0" tIns="0" rIns="0" bIns="0" rtlCol="0" anchor="ctr"/>
          <a:lstStyle/>
          <a:p>
            <a:pPr marL="0" indent="0">
              <a:buNone/>
            </a:pPr>
            <a:r>
              <a:rPr lang="en-US" sz="900" b="1" kern="0" spc="300" dirty="0">
                <a:solidFill>
                  <a:srgbClr val="FE6768"/>
                </a:solidFill>
                <a:latin typeface="Calibri" pitchFamily="34" charset="0"/>
                <a:ea typeface="Calibri" pitchFamily="34" charset="-122"/>
                <a:cs typeface="Calibri" pitchFamily="34" charset="-120"/>
              </a:rPr>
              <a:t>EJEMPLOS</a:t>
            </a:r>
            <a:endParaRPr lang="en-US" sz="900" dirty="0"/>
          </a:p>
        </p:txBody>
      </p:sp>
      <p:sp>
        <p:nvSpPr>
          <p:cNvPr id="18" name="Text 14"/>
          <p:cNvSpPr/>
          <p:nvPr/>
        </p:nvSpPr>
        <p:spPr>
          <a:xfrm>
            <a:off x="9006840" y="4297680"/>
            <a:ext cx="2468880" cy="1828800"/>
          </a:xfrm>
          <a:prstGeom prst="rect">
            <a:avLst/>
          </a:prstGeom>
          <a:noFill/>
          <a:ln/>
        </p:spPr>
        <p:txBody>
          <a:bodyPr wrap="square" lIns="0" tIns="0" rIns="0" bIns="0" rtlCol="0" anchor="t"/>
          <a:lstStyle/>
          <a:p>
            <a:pPr marL="0" indent="0">
              <a:spcAft>
                <a:spcPts val="800"/>
              </a:spcAft>
              <a:buNone/>
            </a:pPr>
            <a:r>
              <a:rPr lang="en-US" sz="2200" b="1" dirty="0">
                <a:solidFill>
                  <a:srgbClr val="1E1E2A"/>
                </a:solidFill>
                <a:latin typeface="Malgun Gothic" pitchFamily="34" charset="0"/>
                <a:ea typeface="Malgun Gothic" pitchFamily="34" charset="-122"/>
                <a:cs typeface="Malgun Gothic" pitchFamily="34" charset="-120"/>
              </a:rPr>
              <a:t>요리</a:t>
            </a:r>
            <a:r>
              <a:rPr lang="en-US" sz="1300" i="1" dirty="0">
                <a:solidFill>
                  <a:srgbClr val="4A4A55"/>
                </a:solidFill>
              </a:rPr>
              <a:t>   cocina</a:t>
            </a:r>
            <a:endParaRPr lang="en-US" sz="2200" dirty="0"/>
          </a:p>
          <a:p>
            <a:pPr marL="0" indent="0">
              <a:spcAft>
                <a:spcPts val="800"/>
              </a:spcAft>
              <a:buNone/>
            </a:pPr>
            <a:r>
              <a:rPr lang="en-US" sz="2200" b="1" dirty="0">
                <a:solidFill>
                  <a:srgbClr val="1E1E2A"/>
                </a:solidFill>
                <a:latin typeface="Malgun Gothic" pitchFamily="34" charset="0"/>
                <a:ea typeface="Malgun Gothic" pitchFamily="34" charset="-122"/>
                <a:cs typeface="Malgun Gothic" pitchFamily="34" charset="-120"/>
              </a:rPr>
              <a:t>교실</a:t>
            </a:r>
            <a:r>
              <a:rPr lang="en-US" sz="1300" i="1" dirty="0">
                <a:solidFill>
                  <a:srgbClr val="4A4A55"/>
                </a:solidFill>
              </a:rPr>
              <a:t>   aula</a:t>
            </a:r>
            <a:endParaRPr lang="en-US" sz="2200" dirty="0"/>
          </a:p>
        </p:txBody>
      </p:sp>
      <p:sp>
        <p:nvSpPr>
          <p:cNvPr id="20" name="Text 15"/>
          <p:cNvSpPr/>
          <p:nvPr/>
        </p:nvSpPr>
        <p:spPr>
          <a:xfrm>
            <a:off x="365760" y="6446520"/>
            <a:ext cx="5486400" cy="228600"/>
          </a:xfrm>
          <a:prstGeom prst="rect">
            <a:avLst/>
          </a:prstGeom>
          <a:noFill/>
          <a:ln/>
        </p:spPr>
        <p:txBody>
          <a:bodyPr wrap="square" lIns="0" tIns="0" rIns="0" bIns="0" rtlCol="0" anchor="ctr"/>
          <a:lstStyle/>
          <a:p>
            <a:pPr marL="0" indent="0">
              <a:buNone/>
            </a:pPr>
            <a:r>
              <a:rPr lang="en-US" sz="800" kern="0" spc="300" dirty="0">
                <a:solidFill>
                  <a:srgbClr val="4A4A55"/>
                </a:solidFill>
                <a:latin typeface="Calibri" pitchFamily="34" charset="0"/>
                <a:ea typeface="Calibri" pitchFamily="34" charset="-122"/>
                <a:cs typeface="Calibri" pitchFamily="34" charset="-120"/>
              </a:rPr>
              <a:t>ACADEMIA SEÚL  ·  METHOD CHINGU™</a:t>
            </a:r>
            <a:endParaRPr lang="en-US" sz="800" dirty="0"/>
          </a:p>
        </p:txBody>
      </p:sp>
      <p:sp>
        <p:nvSpPr>
          <p:cNvPr id="21" name="Text 16"/>
          <p:cNvSpPr/>
          <p:nvPr/>
        </p:nvSpPr>
        <p:spPr>
          <a:xfrm>
            <a:off x="11277295" y="6446520"/>
            <a:ext cx="548640" cy="228600"/>
          </a:xfrm>
          <a:prstGeom prst="rect">
            <a:avLst/>
          </a:prstGeom>
          <a:noFill/>
          <a:ln/>
        </p:spPr>
        <p:txBody>
          <a:bodyPr wrap="square" lIns="0" tIns="0" rIns="0" bIns="0" rtlCol="0" anchor="ctr"/>
          <a:lstStyle/>
          <a:p>
            <a:pPr marL="0" indent="0" algn="r">
              <a:buNone/>
            </a:pPr>
            <a:r>
              <a:rPr lang="en-US" sz="800" dirty="0">
                <a:solidFill>
                  <a:srgbClr val="4A4A55"/>
                </a:solidFill>
                <a:latin typeface="Calibri" pitchFamily="34" charset="0"/>
                <a:ea typeface="Calibri" pitchFamily="34" charset="-122"/>
                <a:cs typeface="Calibri" pitchFamily="34" charset="-120"/>
              </a:rPr>
              <a:t>21</a:t>
            </a:r>
            <a:endParaRPr lang="en-US" sz="800" dirty="0"/>
          </a:p>
        </p:txBody>
      </p:sp>
      <p:pic>
        <p:nvPicPr>
          <p:cNvPr id="22" name="Image 0" descr="/sessions/sleepy-zen-cray/mnt/outputs/deck_assets/logo_var2_azul.png">
            <a:extLst>
              <a:ext uri="{FF2B5EF4-FFF2-40B4-BE49-F238E27FC236}">
                <a16:creationId xmlns:a16="http://schemas.microsoft.com/office/drawing/2014/main" id="{CBA7BA12-8160-9814-F3B1-CC9C7D0F71A5}"/>
              </a:ext>
            </a:extLst>
          </p:cNvPr>
          <p:cNvPicPr>
            <a:picLocks noChangeAspect="1"/>
          </p:cNvPicPr>
          <p:nvPr/>
        </p:nvPicPr>
        <p:blipFill>
          <a:blip r:embed="rId5"/>
          <a:stretch>
            <a:fillRect/>
          </a:stretch>
        </p:blipFill>
        <p:spPr>
          <a:xfrm>
            <a:off x="9778365" y="-760095"/>
            <a:ext cx="2571750" cy="2571750"/>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57200" y="411480"/>
            <a:ext cx="10972800" cy="274320"/>
          </a:xfrm>
          <a:prstGeom prst="rect">
            <a:avLst/>
          </a:prstGeom>
          <a:noFill/>
          <a:ln/>
        </p:spPr>
        <p:txBody>
          <a:bodyPr wrap="square" lIns="0" tIns="0" rIns="0" bIns="0" rtlCol="0" anchor="ctr"/>
          <a:lstStyle/>
          <a:p>
            <a:pPr marL="0" indent="0">
              <a:buNone/>
            </a:pPr>
            <a:r>
              <a:rPr lang="en-US" sz="1100" b="1" kern="0" spc="500" dirty="0">
                <a:solidFill>
                  <a:srgbClr val="FE6768"/>
                </a:solidFill>
                <a:latin typeface="Calibri" pitchFamily="34" charset="0"/>
                <a:ea typeface="Calibri" pitchFamily="34" charset="-122"/>
                <a:cs typeface="Calibri" pitchFamily="34" charset="-120"/>
              </a:rPr>
              <a:t>§1.12 · VOCAL</a:t>
            </a:r>
            <a:endParaRPr lang="en-US" sz="1100" dirty="0"/>
          </a:p>
        </p:txBody>
      </p:sp>
      <p:sp>
        <p:nvSpPr>
          <p:cNvPr id="3" name="Text 1"/>
          <p:cNvSpPr/>
          <p:nvPr/>
        </p:nvSpPr>
        <p:spPr>
          <a:xfrm>
            <a:off x="457200" y="777240"/>
            <a:ext cx="10972800" cy="822960"/>
          </a:xfrm>
          <a:prstGeom prst="rect">
            <a:avLst/>
          </a:prstGeom>
          <a:noFill/>
          <a:ln/>
        </p:spPr>
        <p:txBody>
          <a:bodyPr wrap="square" lIns="0" tIns="0" rIns="0" bIns="0" rtlCol="0" anchor="ctr"/>
          <a:lstStyle/>
          <a:p>
            <a:pPr marL="0" indent="0">
              <a:buNone/>
            </a:pPr>
            <a:r>
              <a:rPr lang="en-US" sz="4000" b="1" dirty="0">
                <a:solidFill>
                  <a:srgbClr val="4036ED"/>
                </a:solidFill>
                <a:latin typeface="Calibri" pitchFamily="34" charset="0"/>
                <a:ea typeface="Calibri" pitchFamily="34" charset="-122"/>
                <a:cs typeface="Calibri" pitchFamily="34" charset="-120"/>
              </a:rPr>
              <a:t>Vocal · ㅠ</a:t>
            </a:r>
            <a:endParaRPr lang="en-US" sz="4000" dirty="0"/>
          </a:p>
        </p:txBody>
      </p:sp>
      <p:sp>
        <p:nvSpPr>
          <p:cNvPr id="4" name="Text 2"/>
          <p:cNvSpPr/>
          <p:nvPr/>
        </p:nvSpPr>
        <p:spPr>
          <a:xfrm>
            <a:off x="457200" y="1691640"/>
            <a:ext cx="10972800" cy="457200"/>
          </a:xfrm>
          <a:prstGeom prst="rect">
            <a:avLst/>
          </a:prstGeom>
          <a:noFill/>
          <a:ln/>
        </p:spPr>
        <p:txBody>
          <a:bodyPr wrap="square" lIns="0" tIns="0" rIns="0" bIns="0" rtlCol="0" anchor="ctr"/>
          <a:lstStyle/>
          <a:p>
            <a:pPr marL="0" indent="0">
              <a:buNone/>
            </a:pPr>
            <a:r>
              <a:rPr lang="en-US" sz="1400" i="1" dirty="0">
                <a:solidFill>
                  <a:srgbClr val="4A4A55"/>
                </a:solidFill>
                <a:latin typeface="Calibri" pitchFamily="34" charset="0"/>
                <a:ea typeface="Calibri" pitchFamily="34" charset="-122"/>
                <a:cs typeface="Calibri" pitchFamily="34" charset="-120"/>
              </a:rPr>
              <a:t>sonido similar a [yu] de "yuca"</a:t>
            </a:r>
            <a:endParaRPr lang="en-US" sz="1400" dirty="0"/>
          </a:p>
        </p:txBody>
      </p:sp>
      <p:pic>
        <p:nvPicPr>
          <p:cNvPr id="5" name="Image 0" descr="preencoded.png"/>
          <p:cNvPicPr>
            <a:picLocks noChangeAspect="1"/>
          </p:cNvPicPr>
          <p:nvPr/>
        </p:nvPicPr>
        <p:blipFill>
          <a:blip r:embed="rId3"/>
          <a:stretch>
            <a:fillRect/>
          </a:stretch>
        </p:blipFill>
        <p:spPr>
          <a:xfrm>
            <a:off x="11231575" y="1078992"/>
            <a:ext cx="502920" cy="502920"/>
          </a:xfrm>
          <a:prstGeom prst="rect">
            <a:avLst/>
          </a:prstGeom>
        </p:spPr>
      </p:pic>
      <p:sp>
        <p:nvSpPr>
          <p:cNvPr id="6" name="Text 3"/>
          <p:cNvSpPr/>
          <p:nvPr/>
        </p:nvSpPr>
        <p:spPr>
          <a:xfrm>
            <a:off x="9768535" y="1143000"/>
            <a:ext cx="1417320" cy="365760"/>
          </a:xfrm>
          <a:prstGeom prst="rect">
            <a:avLst/>
          </a:prstGeom>
          <a:noFill/>
          <a:ln/>
        </p:spPr>
        <p:txBody>
          <a:bodyPr wrap="square" lIns="0" tIns="0" rIns="0" bIns="0" rtlCol="0" anchor="ctr"/>
          <a:lstStyle/>
          <a:p>
            <a:pPr marL="0" indent="0" algn="r">
              <a:buNone/>
            </a:pPr>
            <a:r>
              <a:rPr lang="en-US" sz="1100" b="1" kern="0" spc="300" dirty="0">
                <a:solidFill>
                  <a:srgbClr val="4036ED"/>
                </a:solidFill>
                <a:latin typeface="Calibri" pitchFamily="34" charset="0"/>
                <a:ea typeface="Calibri" pitchFamily="34" charset="-122"/>
                <a:cs typeface="Calibri" pitchFamily="34" charset="-120"/>
              </a:rPr>
              <a:t>밤 · NOCHE</a:t>
            </a:r>
            <a:endParaRPr lang="en-US" sz="1100" dirty="0"/>
          </a:p>
        </p:txBody>
      </p:sp>
      <p:sp>
        <p:nvSpPr>
          <p:cNvPr id="7" name="Shape 4"/>
          <p:cNvSpPr/>
          <p:nvPr/>
        </p:nvSpPr>
        <p:spPr>
          <a:xfrm>
            <a:off x="640080" y="2606040"/>
            <a:ext cx="5120640" cy="3657600"/>
          </a:xfrm>
          <a:prstGeom prst="roundRect">
            <a:avLst>
              <a:gd name="adj" fmla="val 7500"/>
            </a:avLst>
          </a:prstGeom>
          <a:solidFill>
            <a:srgbClr val="4036ED"/>
          </a:solidFill>
          <a:ln w="12700">
            <a:solidFill>
              <a:srgbClr val="4036ED"/>
            </a:solidFill>
            <a:prstDash val="solid"/>
          </a:ln>
        </p:spPr>
      </p:sp>
      <p:sp>
        <p:nvSpPr>
          <p:cNvPr id="8" name="Text 5"/>
          <p:cNvSpPr/>
          <p:nvPr/>
        </p:nvSpPr>
        <p:spPr>
          <a:xfrm>
            <a:off x="640080" y="2606040"/>
            <a:ext cx="5120640" cy="3657600"/>
          </a:xfrm>
          <a:prstGeom prst="rect">
            <a:avLst/>
          </a:prstGeom>
          <a:noFill/>
          <a:ln/>
        </p:spPr>
        <p:txBody>
          <a:bodyPr wrap="square" lIns="0" tIns="0" rIns="0" bIns="0" rtlCol="0" anchor="ctr"/>
          <a:lstStyle/>
          <a:p>
            <a:pPr marL="0" indent="0" algn="ctr">
              <a:buNone/>
            </a:pPr>
            <a:r>
              <a:rPr lang="en-US" sz="24000" b="1" dirty="0">
                <a:solidFill>
                  <a:srgbClr val="F6F6F6"/>
                </a:solidFill>
                <a:latin typeface="Malgun Gothic" pitchFamily="34" charset="0"/>
                <a:ea typeface="Malgun Gothic" pitchFamily="34" charset="-122"/>
                <a:cs typeface="Malgun Gothic" pitchFamily="34" charset="-120"/>
              </a:rPr>
              <a:t>ㅠ</a:t>
            </a:r>
            <a:endParaRPr lang="en-US" sz="24000" dirty="0"/>
          </a:p>
        </p:txBody>
      </p:sp>
      <p:sp>
        <p:nvSpPr>
          <p:cNvPr id="9" name="Shape 6"/>
          <p:cNvSpPr/>
          <p:nvPr/>
        </p:nvSpPr>
        <p:spPr>
          <a:xfrm>
            <a:off x="6126480" y="2606040"/>
            <a:ext cx="5486400" cy="1097280"/>
          </a:xfrm>
          <a:prstGeom prst="roundRect">
            <a:avLst>
              <a:gd name="adj" fmla="val 12500"/>
            </a:avLst>
          </a:prstGeom>
          <a:solidFill>
            <a:srgbClr val="EDE8FF"/>
          </a:solidFill>
          <a:ln w="19050">
            <a:solidFill>
              <a:srgbClr val="4036ED"/>
            </a:solidFill>
            <a:prstDash val="solid"/>
          </a:ln>
        </p:spPr>
      </p:sp>
      <p:sp>
        <p:nvSpPr>
          <p:cNvPr id="10" name="Text 7"/>
          <p:cNvSpPr/>
          <p:nvPr/>
        </p:nvSpPr>
        <p:spPr>
          <a:xfrm>
            <a:off x="6309360" y="2697480"/>
            <a:ext cx="5120640" cy="274320"/>
          </a:xfrm>
          <a:prstGeom prst="rect">
            <a:avLst/>
          </a:prstGeom>
          <a:noFill/>
          <a:ln/>
        </p:spPr>
        <p:txBody>
          <a:bodyPr wrap="square" lIns="0" tIns="0" rIns="0" bIns="0" rtlCol="0" anchor="ctr"/>
          <a:lstStyle/>
          <a:p>
            <a:pPr marL="0" indent="0">
              <a:buNone/>
            </a:pPr>
            <a:r>
              <a:rPr lang="en-US" sz="900" b="1" kern="0" spc="400" dirty="0">
                <a:solidFill>
                  <a:srgbClr val="4036ED"/>
                </a:solidFill>
                <a:latin typeface="Calibri" pitchFamily="34" charset="0"/>
                <a:ea typeface="Calibri" pitchFamily="34" charset="-122"/>
                <a:cs typeface="Calibri" pitchFamily="34" charset="-120"/>
              </a:rPr>
              <a:t>PRONUNCIACIÓN</a:t>
            </a:r>
            <a:endParaRPr lang="en-US" sz="900" dirty="0"/>
          </a:p>
        </p:txBody>
      </p:sp>
      <p:sp>
        <p:nvSpPr>
          <p:cNvPr id="11" name="Text 8"/>
          <p:cNvSpPr/>
          <p:nvPr/>
        </p:nvSpPr>
        <p:spPr>
          <a:xfrm>
            <a:off x="6309360" y="2971800"/>
            <a:ext cx="5120640" cy="640080"/>
          </a:xfrm>
          <a:prstGeom prst="rect">
            <a:avLst/>
          </a:prstGeom>
          <a:noFill/>
          <a:ln/>
        </p:spPr>
        <p:txBody>
          <a:bodyPr wrap="square" lIns="0" tIns="0" rIns="0" bIns="0" rtlCol="0" anchor="ctr"/>
          <a:lstStyle/>
          <a:p>
            <a:pPr marL="0" indent="0">
              <a:buNone/>
            </a:pPr>
            <a:r>
              <a:rPr lang="en-US" sz="3800" b="1" i="1" dirty="0">
                <a:solidFill>
                  <a:srgbClr val="1E1E2A"/>
                </a:solidFill>
                <a:latin typeface="Calibri" pitchFamily="34" charset="0"/>
                <a:ea typeface="Calibri" pitchFamily="34" charset="-122"/>
                <a:cs typeface="Calibri" pitchFamily="34" charset="-120"/>
              </a:rPr>
              <a:t>"yu"</a:t>
            </a:r>
            <a:endParaRPr lang="en-US" sz="3800" dirty="0"/>
          </a:p>
        </p:txBody>
      </p:sp>
      <p:sp>
        <p:nvSpPr>
          <p:cNvPr id="12" name="Shape 9"/>
          <p:cNvSpPr/>
          <p:nvPr/>
        </p:nvSpPr>
        <p:spPr>
          <a:xfrm>
            <a:off x="6126480" y="3840480"/>
            <a:ext cx="2560320" cy="2423160"/>
          </a:xfrm>
          <a:prstGeom prst="roundRect">
            <a:avLst>
              <a:gd name="adj" fmla="val 5660"/>
            </a:avLst>
          </a:prstGeom>
          <a:solidFill>
            <a:srgbClr val="F6F6F6"/>
          </a:solidFill>
          <a:ln w="19050">
            <a:solidFill>
              <a:srgbClr val="4036ED"/>
            </a:solidFill>
            <a:prstDash val="solid"/>
          </a:ln>
        </p:spPr>
      </p:sp>
      <p:sp>
        <p:nvSpPr>
          <p:cNvPr id="13" name="Text 10"/>
          <p:cNvSpPr/>
          <p:nvPr/>
        </p:nvSpPr>
        <p:spPr>
          <a:xfrm>
            <a:off x="6126480" y="3931920"/>
            <a:ext cx="2560320" cy="274320"/>
          </a:xfrm>
          <a:prstGeom prst="rect">
            <a:avLst/>
          </a:prstGeom>
          <a:noFill/>
          <a:ln/>
        </p:spPr>
        <p:txBody>
          <a:bodyPr wrap="square" lIns="0" tIns="0" rIns="0" bIns="0" rtlCol="0" anchor="ctr"/>
          <a:lstStyle/>
          <a:p>
            <a:pPr marL="0" indent="0" algn="ctr">
              <a:buNone/>
            </a:pPr>
            <a:r>
              <a:rPr lang="en-US" sz="900" b="1" kern="0" spc="300" dirty="0">
                <a:solidFill>
                  <a:srgbClr val="4036ED"/>
                </a:solidFill>
                <a:latin typeface="Calibri" pitchFamily="34" charset="0"/>
                <a:ea typeface="Calibri" pitchFamily="34" charset="-122"/>
                <a:cs typeface="Calibri" pitchFamily="34" charset="-120"/>
              </a:rPr>
              <a:t>ORDEN DE TRAZO</a:t>
            </a:r>
            <a:endParaRPr lang="en-US" sz="900" dirty="0"/>
          </a:p>
        </p:txBody>
      </p:sp>
      <p:pic>
        <p:nvPicPr>
          <p:cNvPr id="14" name="Image 1" descr="preencoded.png"/>
          <p:cNvPicPr>
            <a:picLocks noChangeAspect="1"/>
          </p:cNvPicPr>
          <p:nvPr/>
        </p:nvPicPr>
        <p:blipFill>
          <a:blip r:embed="rId4"/>
          <a:stretch>
            <a:fillRect/>
          </a:stretch>
        </p:blipFill>
        <p:spPr>
          <a:xfrm>
            <a:off x="6606540" y="4251960"/>
            <a:ext cx="1600200" cy="1600200"/>
          </a:xfrm>
          <a:prstGeom prst="rect">
            <a:avLst/>
          </a:prstGeom>
        </p:spPr>
      </p:pic>
      <p:sp>
        <p:nvSpPr>
          <p:cNvPr id="15" name="Text 11"/>
          <p:cNvSpPr/>
          <p:nvPr/>
        </p:nvSpPr>
        <p:spPr>
          <a:xfrm>
            <a:off x="6126480" y="5897880"/>
            <a:ext cx="2560320" cy="292608"/>
          </a:xfrm>
          <a:prstGeom prst="rect">
            <a:avLst/>
          </a:prstGeom>
          <a:noFill/>
          <a:ln/>
        </p:spPr>
        <p:txBody>
          <a:bodyPr wrap="square" lIns="0" tIns="0" rIns="0" bIns="0" rtlCol="0" anchor="ctr"/>
          <a:lstStyle/>
          <a:p>
            <a:pPr marL="0" indent="0" algn="ctr">
              <a:buNone/>
            </a:pPr>
            <a:r>
              <a:rPr lang="en-US" sz="1200" i="1" dirty="0">
                <a:solidFill>
                  <a:srgbClr val="4A4A55"/>
                </a:solidFill>
                <a:latin typeface="Calibri" pitchFamily="34" charset="0"/>
                <a:ea typeface="Calibri" pitchFamily="34" charset="-122"/>
                <a:cs typeface="Calibri" pitchFamily="34" charset="-120"/>
              </a:rPr>
              <a:t>3 trazos</a:t>
            </a:r>
            <a:endParaRPr lang="en-US" sz="1200" dirty="0"/>
          </a:p>
        </p:txBody>
      </p:sp>
      <p:sp>
        <p:nvSpPr>
          <p:cNvPr id="16" name="Shape 12"/>
          <p:cNvSpPr/>
          <p:nvPr/>
        </p:nvSpPr>
        <p:spPr>
          <a:xfrm>
            <a:off x="8869680" y="3840480"/>
            <a:ext cx="2743200" cy="2423160"/>
          </a:xfrm>
          <a:prstGeom prst="roundRect">
            <a:avLst>
              <a:gd name="adj" fmla="val 5660"/>
            </a:avLst>
          </a:prstGeom>
          <a:solidFill>
            <a:srgbClr val="EDE8FF"/>
          </a:solidFill>
          <a:ln w="19050">
            <a:solidFill>
              <a:srgbClr val="4036ED"/>
            </a:solidFill>
            <a:prstDash val="solid"/>
          </a:ln>
        </p:spPr>
      </p:sp>
      <p:sp>
        <p:nvSpPr>
          <p:cNvPr id="17" name="Text 13"/>
          <p:cNvSpPr/>
          <p:nvPr/>
        </p:nvSpPr>
        <p:spPr>
          <a:xfrm>
            <a:off x="9006840" y="3931920"/>
            <a:ext cx="2468880" cy="274320"/>
          </a:xfrm>
          <a:prstGeom prst="rect">
            <a:avLst/>
          </a:prstGeom>
          <a:noFill/>
          <a:ln/>
        </p:spPr>
        <p:txBody>
          <a:bodyPr wrap="square" lIns="0" tIns="0" rIns="0" bIns="0" rtlCol="0" anchor="ctr"/>
          <a:lstStyle/>
          <a:p>
            <a:pPr marL="0" indent="0">
              <a:buNone/>
            </a:pPr>
            <a:r>
              <a:rPr lang="en-US" sz="900" b="1" kern="0" spc="300" dirty="0">
                <a:solidFill>
                  <a:srgbClr val="4036ED"/>
                </a:solidFill>
                <a:latin typeface="Calibri" pitchFamily="34" charset="0"/>
                <a:ea typeface="Calibri" pitchFamily="34" charset="-122"/>
                <a:cs typeface="Calibri" pitchFamily="34" charset="-120"/>
              </a:rPr>
              <a:t>EJEMPLOS</a:t>
            </a:r>
            <a:endParaRPr lang="en-US" sz="900" dirty="0"/>
          </a:p>
        </p:txBody>
      </p:sp>
      <p:sp>
        <p:nvSpPr>
          <p:cNvPr id="18" name="Text 14"/>
          <p:cNvSpPr/>
          <p:nvPr/>
        </p:nvSpPr>
        <p:spPr>
          <a:xfrm>
            <a:off x="9006840" y="4297680"/>
            <a:ext cx="2468880" cy="1828800"/>
          </a:xfrm>
          <a:prstGeom prst="rect">
            <a:avLst/>
          </a:prstGeom>
          <a:noFill/>
          <a:ln/>
        </p:spPr>
        <p:txBody>
          <a:bodyPr wrap="square" lIns="0" tIns="0" rIns="0" bIns="0" rtlCol="0" anchor="t"/>
          <a:lstStyle/>
          <a:p>
            <a:pPr marL="0" indent="0">
              <a:spcAft>
                <a:spcPts val="800"/>
              </a:spcAft>
              <a:buNone/>
            </a:pPr>
            <a:r>
              <a:rPr lang="en-US" sz="2200" b="1" dirty="0">
                <a:solidFill>
                  <a:srgbClr val="1E1E2A"/>
                </a:solidFill>
                <a:latin typeface="Malgun Gothic" pitchFamily="34" charset="0"/>
                <a:ea typeface="Malgun Gothic" pitchFamily="34" charset="-122"/>
                <a:cs typeface="Malgun Gothic" pitchFamily="34" charset="-120"/>
              </a:rPr>
              <a:t>우유</a:t>
            </a:r>
            <a:r>
              <a:rPr lang="en-US" sz="1300" i="1" dirty="0">
                <a:solidFill>
                  <a:srgbClr val="4A4A55"/>
                </a:solidFill>
              </a:rPr>
              <a:t>   leche</a:t>
            </a:r>
            <a:endParaRPr lang="en-US" sz="2200" dirty="0"/>
          </a:p>
          <a:p>
            <a:pPr marL="0" indent="0">
              <a:spcAft>
                <a:spcPts val="800"/>
              </a:spcAft>
              <a:buNone/>
            </a:pPr>
            <a:r>
              <a:rPr lang="en-US" sz="2200" b="1" dirty="0">
                <a:solidFill>
                  <a:srgbClr val="1E1E2A"/>
                </a:solidFill>
                <a:latin typeface="Malgun Gothic" pitchFamily="34" charset="0"/>
                <a:ea typeface="Malgun Gothic" pitchFamily="34" charset="-122"/>
                <a:cs typeface="Malgun Gothic" pitchFamily="34" charset="-120"/>
              </a:rPr>
              <a:t>유리</a:t>
            </a:r>
            <a:r>
              <a:rPr lang="en-US" sz="1300" i="1" dirty="0">
                <a:solidFill>
                  <a:srgbClr val="4A4A55"/>
                </a:solidFill>
              </a:rPr>
              <a:t>   vidrio</a:t>
            </a:r>
            <a:endParaRPr lang="en-US" sz="2200" dirty="0"/>
          </a:p>
        </p:txBody>
      </p:sp>
      <p:sp>
        <p:nvSpPr>
          <p:cNvPr id="20" name="Text 15"/>
          <p:cNvSpPr/>
          <p:nvPr/>
        </p:nvSpPr>
        <p:spPr>
          <a:xfrm>
            <a:off x="365760" y="6446520"/>
            <a:ext cx="5486400" cy="228600"/>
          </a:xfrm>
          <a:prstGeom prst="rect">
            <a:avLst/>
          </a:prstGeom>
          <a:noFill/>
          <a:ln/>
        </p:spPr>
        <p:txBody>
          <a:bodyPr wrap="square" lIns="0" tIns="0" rIns="0" bIns="0" rtlCol="0" anchor="ctr"/>
          <a:lstStyle/>
          <a:p>
            <a:pPr marL="0" indent="0">
              <a:buNone/>
            </a:pPr>
            <a:r>
              <a:rPr lang="en-US" sz="800" kern="0" spc="300" dirty="0">
                <a:solidFill>
                  <a:srgbClr val="4A4A55"/>
                </a:solidFill>
                <a:latin typeface="Calibri" pitchFamily="34" charset="0"/>
                <a:ea typeface="Calibri" pitchFamily="34" charset="-122"/>
                <a:cs typeface="Calibri" pitchFamily="34" charset="-120"/>
              </a:rPr>
              <a:t>ACADEMIA SEÚL  ·  METHOD CHINGU™</a:t>
            </a:r>
            <a:endParaRPr lang="en-US" sz="800" dirty="0"/>
          </a:p>
        </p:txBody>
      </p:sp>
      <p:sp>
        <p:nvSpPr>
          <p:cNvPr id="21" name="Text 16"/>
          <p:cNvSpPr/>
          <p:nvPr/>
        </p:nvSpPr>
        <p:spPr>
          <a:xfrm>
            <a:off x="11277295" y="6446520"/>
            <a:ext cx="548640" cy="228600"/>
          </a:xfrm>
          <a:prstGeom prst="rect">
            <a:avLst/>
          </a:prstGeom>
          <a:noFill/>
          <a:ln/>
        </p:spPr>
        <p:txBody>
          <a:bodyPr wrap="square" lIns="0" tIns="0" rIns="0" bIns="0" rtlCol="0" anchor="ctr"/>
          <a:lstStyle/>
          <a:p>
            <a:pPr marL="0" indent="0" algn="r">
              <a:buNone/>
            </a:pPr>
            <a:r>
              <a:rPr lang="en-US" sz="800" dirty="0">
                <a:solidFill>
                  <a:srgbClr val="4A4A55"/>
                </a:solidFill>
                <a:latin typeface="Calibri" pitchFamily="34" charset="0"/>
                <a:ea typeface="Calibri" pitchFamily="34" charset="-122"/>
                <a:cs typeface="Calibri" pitchFamily="34" charset="-120"/>
              </a:rPr>
              <a:t>22</a:t>
            </a:r>
            <a:endParaRPr lang="en-US" sz="800" dirty="0"/>
          </a:p>
        </p:txBody>
      </p:sp>
      <p:pic>
        <p:nvPicPr>
          <p:cNvPr id="22" name="Image 0" descr="/sessions/sleepy-zen-cray/mnt/outputs/deck_assets/logo_var2_azul.png">
            <a:extLst>
              <a:ext uri="{FF2B5EF4-FFF2-40B4-BE49-F238E27FC236}">
                <a16:creationId xmlns:a16="http://schemas.microsoft.com/office/drawing/2014/main" id="{B93FC020-B300-B10E-2B9D-0CF6278605E9}"/>
              </a:ext>
            </a:extLst>
          </p:cNvPr>
          <p:cNvPicPr>
            <a:picLocks noChangeAspect="1"/>
          </p:cNvPicPr>
          <p:nvPr/>
        </p:nvPicPr>
        <p:blipFill>
          <a:blip r:embed="rId5"/>
          <a:stretch>
            <a:fillRect/>
          </a:stretch>
        </p:blipFill>
        <p:spPr>
          <a:xfrm>
            <a:off x="9778365" y="-760095"/>
            <a:ext cx="2571750" cy="2571750"/>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57200" y="411480"/>
            <a:ext cx="10972800" cy="274320"/>
          </a:xfrm>
          <a:prstGeom prst="rect">
            <a:avLst/>
          </a:prstGeom>
          <a:noFill/>
          <a:ln/>
        </p:spPr>
        <p:txBody>
          <a:bodyPr wrap="square" lIns="0" tIns="0" rIns="0" bIns="0" rtlCol="0" anchor="ctr"/>
          <a:lstStyle/>
          <a:p>
            <a:pPr marL="0" indent="0">
              <a:buNone/>
            </a:pPr>
            <a:r>
              <a:rPr lang="en-US" sz="1100" b="1" kern="0" spc="500" dirty="0">
                <a:solidFill>
                  <a:srgbClr val="FE6768"/>
                </a:solidFill>
                <a:latin typeface="Calibri" pitchFamily="34" charset="0"/>
                <a:ea typeface="Calibri" pitchFamily="34" charset="-122"/>
                <a:cs typeface="Calibri" pitchFamily="34" charset="-120"/>
              </a:rPr>
              <a:t>§1.12 · VOCAL</a:t>
            </a:r>
            <a:endParaRPr lang="en-US" sz="1100" dirty="0"/>
          </a:p>
        </p:txBody>
      </p:sp>
      <p:sp>
        <p:nvSpPr>
          <p:cNvPr id="3" name="Text 1"/>
          <p:cNvSpPr/>
          <p:nvPr/>
        </p:nvSpPr>
        <p:spPr>
          <a:xfrm>
            <a:off x="457200" y="777240"/>
            <a:ext cx="10972800" cy="822960"/>
          </a:xfrm>
          <a:prstGeom prst="rect">
            <a:avLst/>
          </a:prstGeom>
          <a:noFill/>
          <a:ln/>
        </p:spPr>
        <p:txBody>
          <a:bodyPr wrap="square" lIns="0" tIns="0" rIns="0" bIns="0" rtlCol="0" anchor="ctr"/>
          <a:lstStyle/>
          <a:p>
            <a:pPr marL="0" indent="0">
              <a:buNone/>
            </a:pPr>
            <a:r>
              <a:rPr lang="en-US" sz="4000" b="1" dirty="0">
                <a:solidFill>
                  <a:srgbClr val="4036ED"/>
                </a:solidFill>
                <a:latin typeface="Calibri" pitchFamily="34" charset="0"/>
                <a:ea typeface="Calibri" pitchFamily="34" charset="-122"/>
                <a:cs typeface="Calibri" pitchFamily="34" charset="-120"/>
              </a:rPr>
              <a:t>Vocal · ㅑ</a:t>
            </a:r>
            <a:endParaRPr lang="en-US" sz="4000" dirty="0"/>
          </a:p>
        </p:txBody>
      </p:sp>
      <p:sp>
        <p:nvSpPr>
          <p:cNvPr id="4" name="Text 2"/>
          <p:cNvSpPr/>
          <p:nvPr/>
        </p:nvSpPr>
        <p:spPr>
          <a:xfrm>
            <a:off x="457200" y="1691640"/>
            <a:ext cx="10972800" cy="457200"/>
          </a:xfrm>
          <a:prstGeom prst="rect">
            <a:avLst/>
          </a:prstGeom>
          <a:noFill/>
          <a:ln/>
        </p:spPr>
        <p:txBody>
          <a:bodyPr wrap="square" lIns="0" tIns="0" rIns="0" bIns="0" rtlCol="0" anchor="ctr"/>
          <a:lstStyle/>
          <a:p>
            <a:pPr marL="0" indent="0">
              <a:buNone/>
            </a:pPr>
            <a:r>
              <a:rPr lang="en-US" sz="1400" i="1" dirty="0">
                <a:solidFill>
                  <a:srgbClr val="4A4A55"/>
                </a:solidFill>
                <a:latin typeface="Calibri" pitchFamily="34" charset="0"/>
                <a:ea typeface="Calibri" pitchFamily="34" charset="-122"/>
                <a:cs typeface="Calibri" pitchFamily="34" charset="-120"/>
              </a:rPr>
              <a:t>sonido similar a [ya] de "ya"</a:t>
            </a:r>
            <a:endParaRPr lang="en-US" sz="1400" dirty="0"/>
          </a:p>
        </p:txBody>
      </p:sp>
      <p:pic>
        <p:nvPicPr>
          <p:cNvPr id="5" name="Image 0" descr="preencoded.png"/>
          <p:cNvPicPr>
            <a:picLocks noChangeAspect="1"/>
          </p:cNvPicPr>
          <p:nvPr/>
        </p:nvPicPr>
        <p:blipFill>
          <a:blip r:embed="rId3"/>
          <a:stretch>
            <a:fillRect/>
          </a:stretch>
        </p:blipFill>
        <p:spPr>
          <a:xfrm>
            <a:off x="11231575" y="1056132"/>
            <a:ext cx="502920" cy="502920"/>
          </a:xfrm>
          <a:prstGeom prst="rect">
            <a:avLst/>
          </a:prstGeom>
        </p:spPr>
      </p:pic>
      <p:sp>
        <p:nvSpPr>
          <p:cNvPr id="6" name="Text 3"/>
          <p:cNvSpPr/>
          <p:nvPr/>
        </p:nvSpPr>
        <p:spPr>
          <a:xfrm>
            <a:off x="9768535" y="1120140"/>
            <a:ext cx="1417320" cy="365760"/>
          </a:xfrm>
          <a:prstGeom prst="rect">
            <a:avLst/>
          </a:prstGeom>
          <a:noFill/>
          <a:ln/>
        </p:spPr>
        <p:txBody>
          <a:bodyPr wrap="square" lIns="0" tIns="0" rIns="0" bIns="0" rtlCol="0" anchor="ctr"/>
          <a:lstStyle/>
          <a:p>
            <a:pPr marL="0" indent="0" algn="r">
              <a:buNone/>
            </a:pPr>
            <a:r>
              <a:rPr lang="en-US" sz="1100" b="1" kern="0" spc="300" dirty="0">
                <a:solidFill>
                  <a:srgbClr val="FE6768"/>
                </a:solidFill>
                <a:latin typeface="Calibri" pitchFamily="34" charset="0"/>
                <a:ea typeface="Calibri" pitchFamily="34" charset="-122"/>
                <a:cs typeface="Calibri" pitchFamily="34" charset="-120"/>
              </a:rPr>
              <a:t>낮 · DÍA</a:t>
            </a:r>
            <a:endParaRPr lang="en-US" sz="1100" dirty="0"/>
          </a:p>
        </p:txBody>
      </p:sp>
      <p:sp>
        <p:nvSpPr>
          <p:cNvPr id="7" name="Shape 4"/>
          <p:cNvSpPr/>
          <p:nvPr/>
        </p:nvSpPr>
        <p:spPr>
          <a:xfrm>
            <a:off x="640080" y="2606040"/>
            <a:ext cx="5120640" cy="3657600"/>
          </a:xfrm>
          <a:prstGeom prst="roundRect">
            <a:avLst>
              <a:gd name="adj" fmla="val 7500"/>
            </a:avLst>
          </a:prstGeom>
          <a:solidFill>
            <a:srgbClr val="FE6768"/>
          </a:solidFill>
          <a:ln w="12700">
            <a:solidFill>
              <a:srgbClr val="FE6768"/>
            </a:solidFill>
            <a:prstDash val="solid"/>
          </a:ln>
        </p:spPr>
      </p:sp>
      <p:sp>
        <p:nvSpPr>
          <p:cNvPr id="8" name="Text 5"/>
          <p:cNvSpPr/>
          <p:nvPr/>
        </p:nvSpPr>
        <p:spPr>
          <a:xfrm>
            <a:off x="640080" y="2606040"/>
            <a:ext cx="5120640" cy="3657600"/>
          </a:xfrm>
          <a:prstGeom prst="rect">
            <a:avLst/>
          </a:prstGeom>
          <a:noFill/>
          <a:ln/>
        </p:spPr>
        <p:txBody>
          <a:bodyPr wrap="square" lIns="0" tIns="0" rIns="0" bIns="0" rtlCol="0" anchor="ctr"/>
          <a:lstStyle/>
          <a:p>
            <a:pPr marL="0" indent="0" algn="ctr">
              <a:buNone/>
            </a:pPr>
            <a:r>
              <a:rPr lang="en-US" sz="24000" b="1" dirty="0">
                <a:solidFill>
                  <a:srgbClr val="F6F6F6"/>
                </a:solidFill>
                <a:latin typeface="Malgun Gothic" pitchFamily="34" charset="0"/>
                <a:ea typeface="Malgun Gothic" pitchFamily="34" charset="-122"/>
                <a:cs typeface="Malgun Gothic" pitchFamily="34" charset="-120"/>
              </a:rPr>
              <a:t>ㅑ</a:t>
            </a:r>
            <a:endParaRPr lang="en-US" sz="24000" dirty="0"/>
          </a:p>
        </p:txBody>
      </p:sp>
      <p:sp>
        <p:nvSpPr>
          <p:cNvPr id="9" name="Shape 6"/>
          <p:cNvSpPr/>
          <p:nvPr/>
        </p:nvSpPr>
        <p:spPr>
          <a:xfrm>
            <a:off x="6126480" y="2606040"/>
            <a:ext cx="5486400" cy="1097280"/>
          </a:xfrm>
          <a:prstGeom prst="roundRect">
            <a:avLst>
              <a:gd name="adj" fmla="val 12500"/>
            </a:avLst>
          </a:prstGeom>
          <a:solidFill>
            <a:srgbClr val="FFE0E0"/>
          </a:solidFill>
          <a:ln w="19050">
            <a:solidFill>
              <a:srgbClr val="FE6768"/>
            </a:solidFill>
            <a:prstDash val="solid"/>
          </a:ln>
        </p:spPr>
      </p:sp>
      <p:sp>
        <p:nvSpPr>
          <p:cNvPr id="10" name="Text 7"/>
          <p:cNvSpPr/>
          <p:nvPr/>
        </p:nvSpPr>
        <p:spPr>
          <a:xfrm>
            <a:off x="6309360" y="2697480"/>
            <a:ext cx="5120640" cy="274320"/>
          </a:xfrm>
          <a:prstGeom prst="rect">
            <a:avLst/>
          </a:prstGeom>
          <a:noFill/>
          <a:ln/>
        </p:spPr>
        <p:txBody>
          <a:bodyPr wrap="square" lIns="0" tIns="0" rIns="0" bIns="0" rtlCol="0" anchor="ctr"/>
          <a:lstStyle/>
          <a:p>
            <a:pPr marL="0" indent="0">
              <a:buNone/>
            </a:pPr>
            <a:r>
              <a:rPr lang="en-US" sz="900" b="1" kern="0" spc="400" dirty="0">
                <a:solidFill>
                  <a:srgbClr val="FE6768"/>
                </a:solidFill>
                <a:latin typeface="Calibri" pitchFamily="34" charset="0"/>
                <a:ea typeface="Calibri" pitchFamily="34" charset="-122"/>
                <a:cs typeface="Calibri" pitchFamily="34" charset="-120"/>
              </a:rPr>
              <a:t>PRONUNCIACIÓN</a:t>
            </a:r>
            <a:endParaRPr lang="en-US" sz="900" dirty="0"/>
          </a:p>
        </p:txBody>
      </p:sp>
      <p:sp>
        <p:nvSpPr>
          <p:cNvPr id="11" name="Text 8"/>
          <p:cNvSpPr/>
          <p:nvPr/>
        </p:nvSpPr>
        <p:spPr>
          <a:xfrm>
            <a:off x="6309360" y="2971800"/>
            <a:ext cx="5120640" cy="640080"/>
          </a:xfrm>
          <a:prstGeom prst="rect">
            <a:avLst/>
          </a:prstGeom>
          <a:noFill/>
          <a:ln/>
        </p:spPr>
        <p:txBody>
          <a:bodyPr wrap="square" lIns="0" tIns="0" rIns="0" bIns="0" rtlCol="0" anchor="ctr"/>
          <a:lstStyle/>
          <a:p>
            <a:pPr marL="0" indent="0">
              <a:buNone/>
            </a:pPr>
            <a:r>
              <a:rPr lang="en-US" sz="3800" b="1" i="1" dirty="0">
                <a:solidFill>
                  <a:srgbClr val="1E1E2A"/>
                </a:solidFill>
                <a:latin typeface="Calibri" pitchFamily="34" charset="0"/>
                <a:ea typeface="Calibri" pitchFamily="34" charset="-122"/>
                <a:cs typeface="Calibri" pitchFamily="34" charset="-120"/>
              </a:rPr>
              <a:t>"ya"</a:t>
            </a:r>
            <a:endParaRPr lang="en-US" sz="3800" dirty="0"/>
          </a:p>
        </p:txBody>
      </p:sp>
      <p:sp>
        <p:nvSpPr>
          <p:cNvPr id="12" name="Shape 9"/>
          <p:cNvSpPr/>
          <p:nvPr/>
        </p:nvSpPr>
        <p:spPr>
          <a:xfrm>
            <a:off x="6126480" y="3840480"/>
            <a:ext cx="2560320" cy="2423160"/>
          </a:xfrm>
          <a:prstGeom prst="roundRect">
            <a:avLst>
              <a:gd name="adj" fmla="val 5660"/>
            </a:avLst>
          </a:prstGeom>
          <a:solidFill>
            <a:srgbClr val="F6F6F6"/>
          </a:solidFill>
          <a:ln w="19050">
            <a:solidFill>
              <a:srgbClr val="FE6768"/>
            </a:solidFill>
            <a:prstDash val="solid"/>
          </a:ln>
        </p:spPr>
      </p:sp>
      <p:sp>
        <p:nvSpPr>
          <p:cNvPr id="13" name="Text 10"/>
          <p:cNvSpPr/>
          <p:nvPr/>
        </p:nvSpPr>
        <p:spPr>
          <a:xfrm>
            <a:off x="6126480" y="3931920"/>
            <a:ext cx="2560320" cy="274320"/>
          </a:xfrm>
          <a:prstGeom prst="rect">
            <a:avLst/>
          </a:prstGeom>
          <a:noFill/>
          <a:ln/>
        </p:spPr>
        <p:txBody>
          <a:bodyPr wrap="square" lIns="0" tIns="0" rIns="0" bIns="0" rtlCol="0" anchor="ctr"/>
          <a:lstStyle/>
          <a:p>
            <a:pPr marL="0" indent="0" algn="ctr">
              <a:buNone/>
            </a:pPr>
            <a:r>
              <a:rPr lang="en-US" sz="900" b="1" kern="0" spc="300" dirty="0">
                <a:solidFill>
                  <a:srgbClr val="FE6768"/>
                </a:solidFill>
                <a:latin typeface="Calibri" pitchFamily="34" charset="0"/>
                <a:ea typeface="Calibri" pitchFamily="34" charset="-122"/>
                <a:cs typeface="Calibri" pitchFamily="34" charset="-120"/>
              </a:rPr>
              <a:t>ORDEN DE TRAZO</a:t>
            </a:r>
            <a:endParaRPr lang="en-US" sz="900" dirty="0"/>
          </a:p>
        </p:txBody>
      </p:sp>
      <p:pic>
        <p:nvPicPr>
          <p:cNvPr id="14" name="Image 1" descr="preencoded.png"/>
          <p:cNvPicPr>
            <a:picLocks noChangeAspect="1"/>
          </p:cNvPicPr>
          <p:nvPr/>
        </p:nvPicPr>
        <p:blipFill>
          <a:blip r:embed="rId4"/>
          <a:stretch>
            <a:fillRect/>
          </a:stretch>
        </p:blipFill>
        <p:spPr>
          <a:xfrm>
            <a:off x="6606540" y="4251960"/>
            <a:ext cx="1600200" cy="1600200"/>
          </a:xfrm>
          <a:prstGeom prst="rect">
            <a:avLst/>
          </a:prstGeom>
        </p:spPr>
      </p:pic>
      <p:sp>
        <p:nvSpPr>
          <p:cNvPr id="15" name="Text 11"/>
          <p:cNvSpPr/>
          <p:nvPr/>
        </p:nvSpPr>
        <p:spPr>
          <a:xfrm>
            <a:off x="6126480" y="5897880"/>
            <a:ext cx="2560320" cy="292608"/>
          </a:xfrm>
          <a:prstGeom prst="rect">
            <a:avLst/>
          </a:prstGeom>
          <a:noFill/>
          <a:ln/>
        </p:spPr>
        <p:txBody>
          <a:bodyPr wrap="square" lIns="0" tIns="0" rIns="0" bIns="0" rtlCol="0" anchor="ctr"/>
          <a:lstStyle/>
          <a:p>
            <a:pPr marL="0" indent="0" algn="ctr">
              <a:buNone/>
            </a:pPr>
            <a:r>
              <a:rPr lang="en-US" sz="1200" i="1" dirty="0">
                <a:solidFill>
                  <a:srgbClr val="4A4A55"/>
                </a:solidFill>
                <a:latin typeface="Calibri" pitchFamily="34" charset="0"/>
                <a:ea typeface="Calibri" pitchFamily="34" charset="-122"/>
                <a:cs typeface="Calibri" pitchFamily="34" charset="-120"/>
              </a:rPr>
              <a:t>3 trazos</a:t>
            </a:r>
            <a:endParaRPr lang="en-US" sz="1200" dirty="0"/>
          </a:p>
        </p:txBody>
      </p:sp>
      <p:sp>
        <p:nvSpPr>
          <p:cNvPr id="16" name="Shape 12"/>
          <p:cNvSpPr/>
          <p:nvPr/>
        </p:nvSpPr>
        <p:spPr>
          <a:xfrm>
            <a:off x="8869680" y="3840480"/>
            <a:ext cx="2743200" cy="2423160"/>
          </a:xfrm>
          <a:prstGeom prst="roundRect">
            <a:avLst>
              <a:gd name="adj" fmla="val 5660"/>
            </a:avLst>
          </a:prstGeom>
          <a:solidFill>
            <a:srgbClr val="FFE0E0"/>
          </a:solidFill>
          <a:ln w="19050">
            <a:solidFill>
              <a:srgbClr val="FE6768"/>
            </a:solidFill>
            <a:prstDash val="solid"/>
          </a:ln>
        </p:spPr>
      </p:sp>
      <p:sp>
        <p:nvSpPr>
          <p:cNvPr id="17" name="Text 13"/>
          <p:cNvSpPr/>
          <p:nvPr/>
        </p:nvSpPr>
        <p:spPr>
          <a:xfrm>
            <a:off x="9006840" y="3931920"/>
            <a:ext cx="2468880" cy="274320"/>
          </a:xfrm>
          <a:prstGeom prst="rect">
            <a:avLst/>
          </a:prstGeom>
          <a:noFill/>
          <a:ln/>
        </p:spPr>
        <p:txBody>
          <a:bodyPr wrap="square" lIns="0" tIns="0" rIns="0" bIns="0" rtlCol="0" anchor="ctr"/>
          <a:lstStyle/>
          <a:p>
            <a:pPr marL="0" indent="0">
              <a:buNone/>
            </a:pPr>
            <a:r>
              <a:rPr lang="en-US" sz="900" b="1" kern="0" spc="300" dirty="0">
                <a:solidFill>
                  <a:srgbClr val="FE6768"/>
                </a:solidFill>
                <a:latin typeface="Calibri" pitchFamily="34" charset="0"/>
                <a:ea typeface="Calibri" pitchFamily="34" charset="-122"/>
                <a:cs typeface="Calibri" pitchFamily="34" charset="-120"/>
              </a:rPr>
              <a:t>EJEMPLOS</a:t>
            </a:r>
            <a:endParaRPr lang="en-US" sz="900" dirty="0"/>
          </a:p>
        </p:txBody>
      </p:sp>
      <p:sp>
        <p:nvSpPr>
          <p:cNvPr id="18" name="Text 14"/>
          <p:cNvSpPr/>
          <p:nvPr/>
        </p:nvSpPr>
        <p:spPr>
          <a:xfrm>
            <a:off x="9006840" y="4297680"/>
            <a:ext cx="2468880" cy="1828800"/>
          </a:xfrm>
          <a:prstGeom prst="rect">
            <a:avLst/>
          </a:prstGeom>
          <a:noFill/>
          <a:ln/>
        </p:spPr>
        <p:txBody>
          <a:bodyPr wrap="square" lIns="0" tIns="0" rIns="0" bIns="0" rtlCol="0" anchor="t"/>
          <a:lstStyle/>
          <a:p>
            <a:pPr marL="0" indent="0">
              <a:spcAft>
                <a:spcPts val="800"/>
              </a:spcAft>
              <a:buNone/>
            </a:pPr>
            <a:r>
              <a:rPr lang="en-US" sz="2200" b="1" dirty="0">
                <a:solidFill>
                  <a:srgbClr val="1E1E2A"/>
                </a:solidFill>
                <a:latin typeface="Malgun Gothic" pitchFamily="34" charset="0"/>
                <a:ea typeface="Malgun Gothic" pitchFamily="34" charset="-122"/>
                <a:cs typeface="Malgun Gothic" pitchFamily="34" charset="-120"/>
              </a:rPr>
              <a:t>야구</a:t>
            </a:r>
            <a:r>
              <a:rPr lang="en-US" sz="1300" i="1" dirty="0">
                <a:solidFill>
                  <a:srgbClr val="4A4A55"/>
                </a:solidFill>
              </a:rPr>
              <a:t>   béisbol</a:t>
            </a:r>
            <a:endParaRPr lang="en-US" sz="2200" dirty="0"/>
          </a:p>
          <a:p>
            <a:pPr marL="0" indent="0">
              <a:spcAft>
                <a:spcPts val="800"/>
              </a:spcAft>
              <a:buNone/>
            </a:pPr>
            <a:r>
              <a:rPr lang="en-US" sz="2200" b="1" dirty="0">
                <a:solidFill>
                  <a:srgbClr val="1E1E2A"/>
                </a:solidFill>
                <a:latin typeface="Malgun Gothic" pitchFamily="34" charset="0"/>
                <a:ea typeface="Malgun Gothic" pitchFamily="34" charset="-122"/>
                <a:cs typeface="Malgun Gothic" pitchFamily="34" charset="-120"/>
              </a:rPr>
              <a:t>이야기</a:t>
            </a:r>
            <a:r>
              <a:rPr lang="en-US" sz="1300" i="1" dirty="0">
                <a:solidFill>
                  <a:srgbClr val="4A4A55"/>
                </a:solidFill>
              </a:rPr>
              <a:t>   historia</a:t>
            </a:r>
            <a:endParaRPr lang="en-US" sz="2200" dirty="0"/>
          </a:p>
        </p:txBody>
      </p:sp>
      <p:sp>
        <p:nvSpPr>
          <p:cNvPr id="20" name="Text 15"/>
          <p:cNvSpPr/>
          <p:nvPr/>
        </p:nvSpPr>
        <p:spPr>
          <a:xfrm>
            <a:off x="365760" y="6446520"/>
            <a:ext cx="5486400" cy="228600"/>
          </a:xfrm>
          <a:prstGeom prst="rect">
            <a:avLst/>
          </a:prstGeom>
          <a:noFill/>
          <a:ln/>
        </p:spPr>
        <p:txBody>
          <a:bodyPr wrap="square" lIns="0" tIns="0" rIns="0" bIns="0" rtlCol="0" anchor="ctr"/>
          <a:lstStyle/>
          <a:p>
            <a:pPr marL="0" indent="0">
              <a:buNone/>
            </a:pPr>
            <a:r>
              <a:rPr lang="en-US" sz="800" kern="0" spc="300" dirty="0">
                <a:solidFill>
                  <a:srgbClr val="4A4A55"/>
                </a:solidFill>
                <a:latin typeface="Calibri" pitchFamily="34" charset="0"/>
                <a:ea typeface="Calibri" pitchFamily="34" charset="-122"/>
                <a:cs typeface="Calibri" pitchFamily="34" charset="-120"/>
              </a:rPr>
              <a:t>ACADEMIA SEÚL  ·  METHOD CHINGU™</a:t>
            </a:r>
            <a:endParaRPr lang="en-US" sz="800" dirty="0"/>
          </a:p>
        </p:txBody>
      </p:sp>
      <p:sp>
        <p:nvSpPr>
          <p:cNvPr id="21" name="Text 16"/>
          <p:cNvSpPr/>
          <p:nvPr/>
        </p:nvSpPr>
        <p:spPr>
          <a:xfrm>
            <a:off x="11277295" y="6446520"/>
            <a:ext cx="548640" cy="228600"/>
          </a:xfrm>
          <a:prstGeom prst="rect">
            <a:avLst/>
          </a:prstGeom>
          <a:noFill/>
          <a:ln/>
        </p:spPr>
        <p:txBody>
          <a:bodyPr wrap="square" lIns="0" tIns="0" rIns="0" bIns="0" rtlCol="0" anchor="ctr"/>
          <a:lstStyle/>
          <a:p>
            <a:pPr marL="0" indent="0" algn="r">
              <a:buNone/>
            </a:pPr>
            <a:r>
              <a:rPr lang="en-US" sz="800" dirty="0">
                <a:solidFill>
                  <a:srgbClr val="4A4A55"/>
                </a:solidFill>
                <a:latin typeface="Calibri" pitchFamily="34" charset="0"/>
                <a:ea typeface="Calibri" pitchFamily="34" charset="-122"/>
                <a:cs typeface="Calibri" pitchFamily="34" charset="-120"/>
              </a:rPr>
              <a:t>23</a:t>
            </a:r>
            <a:endParaRPr lang="en-US" sz="800" dirty="0"/>
          </a:p>
        </p:txBody>
      </p:sp>
      <p:pic>
        <p:nvPicPr>
          <p:cNvPr id="22" name="Image 0" descr="/sessions/sleepy-zen-cray/mnt/outputs/deck_assets/logo_var2_azul.png">
            <a:extLst>
              <a:ext uri="{FF2B5EF4-FFF2-40B4-BE49-F238E27FC236}">
                <a16:creationId xmlns:a16="http://schemas.microsoft.com/office/drawing/2014/main" id="{7DA65387-C70B-0C43-00BD-9C2752E3E8D5}"/>
              </a:ext>
            </a:extLst>
          </p:cNvPr>
          <p:cNvPicPr>
            <a:picLocks noChangeAspect="1"/>
          </p:cNvPicPr>
          <p:nvPr/>
        </p:nvPicPr>
        <p:blipFill>
          <a:blip r:embed="rId5"/>
          <a:stretch>
            <a:fillRect/>
          </a:stretch>
        </p:blipFill>
        <p:spPr>
          <a:xfrm>
            <a:off x="9778365" y="-760095"/>
            <a:ext cx="2571750" cy="2571750"/>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57200" y="411480"/>
            <a:ext cx="10972800" cy="274320"/>
          </a:xfrm>
          <a:prstGeom prst="rect">
            <a:avLst/>
          </a:prstGeom>
          <a:noFill/>
          <a:ln/>
        </p:spPr>
        <p:txBody>
          <a:bodyPr wrap="square" lIns="0" tIns="0" rIns="0" bIns="0" rtlCol="0" anchor="ctr"/>
          <a:lstStyle/>
          <a:p>
            <a:pPr marL="0" indent="0">
              <a:buNone/>
            </a:pPr>
            <a:r>
              <a:rPr lang="en-US" sz="1100" b="1" kern="0" spc="500" dirty="0">
                <a:solidFill>
                  <a:srgbClr val="FE6768"/>
                </a:solidFill>
                <a:latin typeface="Calibri" pitchFamily="34" charset="0"/>
                <a:ea typeface="Calibri" pitchFamily="34" charset="-122"/>
                <a:cs typeface="Calibri" pitchFamily="34" charset="-120"/>
              </a:rPr>
              <a:t>§1.12 · VOCAL</a:t>
            </a:r>
            <a:endParaRPr lang="en-US" sz="1100" dirty="0"/>
          </a:p>
        </p:txBody>
      </p:sp>
      <p:sp>
        <p:nvSpPr>
          <p:cNvPr id="3" name="Text 1"/>
          <p:cNvSpPr/>
          <p:nvPr/>
        </p:nvSpPr>
        <p:spPr>
          <a:xfrm>
            <a:off x="457200" y="777240"/>
            <a:ext cx="10972800" cy="822960"/>
          </a:xfrm>
          <a:prstGeom prst="rect">
            <a:avLst/>
          </a:prstGeom>
          <a:noFill/>
          <a:ln/>
        </p:spPr>
        <p:txBody>
          <a:bodyPr wrap="square" lIns="0" tIns="0" rIns="0" bIns="0" rtlCol="0" anchor="ctr"/>
          <a:lstStyle/>
          <a:p>
            <a:pPr marL="0" indent="0">
              <a:buNone/>
            </a:pPr>
            <a:r>
              <a:rPr lang="en-US" sz="4000" b="1" dirty="0">
                <a:solidFill>
                  <a:srgbClr val="4036ED"/>
                </a:solidFill>
                <a:latin typeface="Calibri" pitchFamily="34" charset="0"/>
                <a:ea typeface="Calibri" pitchFamily="34" charset="-122"/>
                <a:cs typeface="Calibri" pitchFamily="34" charset="-120"/>
              </a:rPr>
              <a:t>Vocal · ㅕ</a:t>
            </a:r>
            <a:endParaRPr lang="en-US" sz="4000" dirty="0"/>
          </a:p>
        </p:txBody>
      </p:sp>
      <p:sp>
        <p:nvSpPr>
          <p:cNvPr id="4" name="Text 2"/>
          <p:cNvSpPr/>
          <p:nvPr/>
        </p:nvSpPr>
        <p:spPr>
          <a:xfrm>
            <a:off x="457200" y="1691640"/>
            <a:ext cx="10972800" cy="457200"/>
          </a:xfrm>
          <a:prstGeom prst="rect">
            <a:avLst/>
          </a:prstGeom>
          <a:noFill/>
          <a:ln/>
        </p:spPr>
        <p:txBody>
          <a:bodyPr wrap="square" lIns="0" tIns="0" rIns="0" bIns="0" rtlCol="0" anchor="ctr"/>
          <a:lstStyle/>
          <a:p>
            <a:pPr marL="0" indent="0">
              <a:buNone/>
            </a:pPr>
            <a:r>
              <a:rPr lang="en-US" sz="1400" i="1" dirty="0">
                <a:solidFill>
                  <a:srgbClr val="4A4A55"/>
                </a:solidFill>
                <a:latin typeface="Calibri" pitchFamily="34" charset="0"/>
                <a:ea typeface="Calibri" pitchFamily="34" charset="-122"/>
                <a:cs typeface="Calibri" pitchFamily="34" charset="-120"/>
              </a:rPr>
              <a:t>piensa en una "y" seguida de ㅓ</a:t>
            </a:r>
            <a:endParaRPr lang="en-US" sz="1400" dirty="0"/>
          </a:p>
        </p:txBody>
      </p:sp>
      <p:pic>
        <p:nvPicPr>
          <p:cNvPr id="5" name="Image 0" descr="preencoded.png"/>
          <p:cNvPicPr>
            <a:picLocks noChangeAspect="1"/>
          </p:cNvPicPr>
          <p:nvPr/>
        </p:nvPicPr>
        <p:blipFill>
          <a:blip r:embed="rId3"/>
          <a:stretch>
            <a:fillRect/>
          </a:stretch>
        </p:blipFill>
        <p:spPr>
          <a:xfrm>
            <a:off x="11231575" y="822960"/>
            <a:ext cx="502920" cy="502920"/>
          </a:xfrm>
          <a:prstGeom prst="rect">
            <a:avLst/>
          </a:prstGeom>
        </p:spPr>
      </p:pic>
      <p:sp>
        <p:nvSpPr>
          <p:cNvPr id="6" name="Text 3"/>
          <p:cNvSpPr/>
          <p:nvPr/>
        </p:nvSpPr>
        <p:spPr>
          <a:xfrm>
            <a:off x="9768535" y="886968"/>
            <a:ext cx="1417320" cy="365760"/>
          </a:xfrm>
          <a:prstGeom prst="rect">
            <a:avLst/>
          </a:prstGeom>
          <a:noFill/>
          <a:ln/>
        </p:spPr>
        <p:txBody>
          <a:bodyPr wrap="square" lIns="0" tIns="0" rIns="0" bIns="0" rtlCol="0" anchor="ctr"/>
          <a:lstStyle/>
          <a:p>
            <a:pPr marL="0" indent="0" algn="r">
              <a:buNone/>
            </a:pPr>
            <a:r>
              <a:rPr lang="en-US" sz="1100" b="1" kern="0" spc="300" dirty="0">
                <a:solidFill>
                  <a:srgbClr val="4036ED"/>
                </a:solidFill>
                <a:latin typeface="Calibri" pitchFamily="34" charset="0"/>
                <a:ea typeface="Calibri" pitchFamily="34" charset="-122"/>
                <a:cs typeface="Calibri" pitchFamily="34" charset="-120"/>
              </a:rPr>
              <a:t>밤 · NOCHE</a:t>
            </a:r>
            <a:endParaRPr lang="en-US" sz="1100" dirty="0"/>
          </a:p>
        </p:txBody>
      </p:sp>
      <p:sp>
        <p:nvSpPr>
          <p:cNvPr id="7" name="Shape 4"/>
          <p:cNvSpPr/>
          <p:nvPr/>
        </p:nvSpPr>
        <p:spPr>
          <a:xfrm>
            <a:off x="640080" y="2606040"/>
            <a:ext cx="5120640" cy="3657600"/>
          </a:xfrm>
          <a:prstGeom prst="roundRect">
            <a:avLst>
              <a:gd name="adj" fmla="val 7500"/>
            </a:avLst>
          </a:prstGeom>
          <a:solidFill>
            <a:srgbClr val="4036ED"/>
          </a:solidFill>
          <a:ln w="12700">
            <a:solidFill>
              <a:srgbClr val="4036ED"/>
            </a:solidFill>
            <a:prstDash val="solid"/>
          </a:ln>
        </p:spPr>
      </p:sp>
      <p:sp>
        <p:nvSpPr>
          <p:cNvPr id="8" name="Text 5"/>
          <p:cNvSpPr/>
          <p:nvPr/>
        </p:nvSpPr>
        <p:spPr>
          <a:xfrm>
            <a:off x="640080" y="2606040"/>
            <a:ext cx="5120640" cy="3657600"/>
          </a:xfrm>
          <a:prstGeom prst="rect">
            <a:avLst/>
          </a:prstGeom>
          <a:noFill/>
          <a:ln/>
        </p:spPr>
        <p:txBody>
          <a:bodyPr wrap="square" lIns="0" tIns="0" rIns="0" bIns="0" rtlCol="0" anchor="ctr"/>
          <a:lstStyle/>
          <a:p>
            <a:pPr marL="0" indent="0" algn="ctr">
              <a:buNone/>
            </a:pPr>
            <a:r>
              <a:rPr lang="en-US" sz="24000" b="1" dirty="0">
                <a:solidFill>
                  <a:srgbClr val="F6F6F6"/>
                </a:solidFill>
                <a:latin typeface="Malgun Gothic" pitchFamily="34" charset="0"/>
                <a:ea typeface="Malgun Gothic" pitchFamily="34" charset="-122"/>
                <a:cs typeface="Malgun Gothic" pitchFamily="34" charset="-120"/>
              </a:rPr>
              <a:t>ㅕ</a:t>
            </a:r>
            <a:endParaRPr lang="en-US" sz="24000" dirty="0"/>
          </a:p>
        </p:txBody>
      </p:sp>
      <p:sp>
        <p:nvSpPr>
          <p:cNvPr id="9" name="Shape 6"/>
          <p:cNvSpPr/>
          <p:nvPr/>
        </p:nvSpPr>
        <p:spPr>
          <a:xfrm>
            <a:off x="6126480" y="2606040"/>
            <a:ext cx="5486400" cy="1097280"/>
          </a:xfrm>
          <a:prstGeom prst="roundRect">
            <a:avLst>
              <a:gd name="adj" fmla="val 12500"/>
            </a:avLst>
          </a:prstGeom>
          <a:solidFill>
            <a:srgbClr val="EDE8FF"/>
          </a:solidFill>
          <a:ln w="19050">
            <a:solidFill>
              <a:srgbClr val="4036ED"/>
            </a:solidFill>
            <a:prstDash val="solid"/>
          </a:ln>
        </p:spPr>
      </p:sp>
      <p:sp>
        <p:nvSpPr>
          <p:cNvPr id="10" name="Text 7"/>
          <p:cNvSpPr/>
          <p:nvPr/>
        </p:nvSpPr>
        <p:spPr>
          <a:xfrm>
            <a:off x="6309360" y="2697480"/>
            <a:ext cx="5120640" cy="274320"/>
          </a:xfrm>
          <a:prstGeom prst="rect">
            <a:avLst/>
          </a:prstGeom>
          <a:noFill/>
          <a:ln/>
        </p:spPr>
        <p:txBody>
          <a:bodyPr wrap="square" lIns="0" tIns="0" rIns="0" bIns="0" rtlCol="0" anchor="ctr"/>
          <a:lstStyle/>
          <a:p>
            <a:pPr marL="0" indent="0">
              <a:buNone/>
            </a:pPr>
            <a:r>
              <a:rPr lang="en-US" sz="900" b="1" kern="0" spc="400" dirty="0">
                <a:solidFill>
                  <a:srgbClr val="4036ED"/>
                </a:solidFill>
                <a:latin typeface="Calibri" pitchFamily="34" charset="0"/>
                <a:ea typeface="Calibri" pitchFamily="34" charset="-122"/>
                <a:cs typeface="Calibri" pitchFamily="34" charset="-120"/>
              </a:rPr>
              <a:t>PRONUNCIACIÓN</a:t>
            </a:r>
            <a:endParaRPr lang="en-US" sz="900" dirty="0"/>
          </a:p>
        </p:txBody>
      </p:sp>
      <p:sp>
        <p:nvSpPr>
          <p:cNvPr id="11" name="Text 8"/>
          <p:cNvSpPr/>
          <p:nvPr/>
        </p:nvSpPr>
        <p:spPr>
          <a:xfrm>
            <a:off x="6309360" y="2971800"/>
            <a:ext cx="5120640" cy="640080"/>
          </a:xfrm>
          <a:prstGeom prst="rect">
            <a:avLst/>
          </a:prstGeom>
          <a:noFill/>
          <a:ln/>
        </p:spPr>
        <p:txBody>
          <a:bodyPr wrap="square" lIns="0" tIns="0" rIns="0" bIns="0" rtlCol="0" anchor="ctr"/>
          <a:lstStyle/>
          <a:p>
            <a:pPr marL="0" indent="0">
              <a:buNone/>
            </a:pPr>
            <a:r>
              <a:rPr lang="en-US" sz="3800" b="1" i="1" dirty="0">
                <a:solidFill>
                  <a:srgbClr val="1E1E2A"/>
                </a:solidFill>
                <a:latin typeface="Calibri" pitchFamily="34" charset="0"/>
                <a:ea typeface="Calibri" pitchFamily="34" charset="-122"/>
                <a:cs typeface="Calibri" pitchFamily="34" charset="-120"/>
              </a:rPr>
              <a:t>"yeo"</a:t>
            </a:r>
            <a:endParaRPr lang="en-US" sz="3800" dirty="0"/>
          </a:p>
        </p:txBody>
      </p:sp>
      <p:sp>
        <p:nvSpPr>
          <p:cNvPr id="12" name="Shape 9"/>
          <p:cNvSpPr/>
          <p:nvPr/>
        </p:nvSpPr>
        <p:spPr>
          <a:xfrm>
            <a:off x="6126480" y="3840480"/>
            <a:ext cx="2560320" cy="2423160"/>
          </a:xfrm>
          <a:prstGeom prst="roundRect">
            <a:avLst>
              <a:gd name="adj" fmla="val 5660"/>
            </a:avLst>
          </a:prstGeom>
          <a:solidFill>
            <a:srgbClr val="F6F6F6"/>
          </a:solidFill>
          <a:ln w="19050">
            <a:solidFill>
              <a:srgbClr val="4036ED"/>
            </a:solidFill>
            <a:prstDash val="solid"/>
          </a:ln>
        </p:spPr>
      </p:sp>
      <p:sp>
        <p:nvSpPr>
          <p:cNvPr id="13" name="Text 10"/>
          <p:cNvSpPr/>
          <p:nvPr/>
        </p:nvSpPr>
        <p:spPr>
          <a:xfrm>
            <a:off x="6126480" y="3931920"/>
            <a:ext cx="2560320" cy="274320"/>
          </a:xfrm>
          <a:prstGeom prst="rect">
            <a:avLst/>
          </a:prstGeom>
          <a:noFill/>
          <a:ln/>
        </p:spPr>
        <p:txBody>
          <a:bodyPr wrap="square" lIns="0" tIns="0" rIns="0" bIns="0" rtlCol="0" anchor="ctr"/>
          <a:lstStyle/>
          <a:p>
            <a:pPr marL="0" indent="0" algn="ctr">
              <a:buNone/>
            </a:pPr>
            <a:r>
              <a:rPr lang="en-US" sz="900" b="1" kern="0" spc="300" dirty="0">
                <a:solidFill>
                  <a:srgbClr val="4036ED"/>
                </a:solidFill>
                <a:latin typeface="Calibri" pitchFamily="34" charset="0"/>
                <a:ea typeface="Calibri" pitchFamily="34" charset="-122"/>
                <a:cs typeface="Calibri" pitchFamily="34" charset="-120"/>
              </a:rPr>
              <a:t>ORDEN DE TRAZO</a:t>
            </a:r>
            <a:endParaRPr lang="en-US" sz="900" dirty="0"/>
          </a:p>
        </p:txBody>
      </p:sp>
      <p:pic>
        <p:nvPicPr>
          <p:cNvPr id="14" name="Image 1" descr="preencoded.png"/>
          <p:cNvPicPr>
            <a:picLocks noChangeAspect="1"/>
          </p:cNvPicPr>
          <p:nvPr/>
        </p:nvPicPr>
        <p:blipFill>
          <a:blip r:embed="rId4"/>
          <a:stretch>
            <a:fillRect/>
          </a:stretch>
        </p:blipFill>
        <p:spPr>
          <a:xfrm>
            <a:off x="6606540" y="4251960"/>
            <a:ext cx="1600200" cy="1600200"/>
          </a:xfrm>
          <a:prstGeom prst="rect">
            <a:avLst/>
          </a:prstGeom>
        </p:spPr>
      </p:pic>
      <p:sp>
        <p:nvSpPr>
          <p:cNvPr id="15" name="Text 11"/>
          <p:cNvSpPr/>
          <p:nvPr/>
        </p:nvSpPr>
        <p:spPr>
          <a:xfrm>
            <a:off x="6126480" y="5897880"/>
            <a:ext cx="2560320" cy="292608"/>
          </a:xfrm>
          <a:prstGeom prst="rect">
            <a:avLst/>
          </a:prstGeom>
          <a:noFill/>
          <a:ln/>
        </p:spPr>
        <p:txBody>
          <a:bodyPr wrap="square" lIns="0" tIns="0" rIns="0" bIns="0" rtlCol="0" anchor="ctr"/>
          <a:lstStyle/>
          <a:p>
            <a:pPr marL="0" indent="0" algn="ctr">
              <a:buNone/>
            </a:pPr>
            <a:r>
              <a:rPr lang="en-US" sz="1200" i="1" dirty="0">
                <a:solidFill>
                  <a:srgbClr val="4A4A55"/>
                </a:solidFill>
                <a:latin typeface="Calibri" pitchFamily="34" charset="0"/>
                <a:ea typeface="Calibri" pitchFamily="34" charset="-122"/>
                <a:cs typeface="Calibri" pitchFamily="34" charset="-120"/>
              </a:rPr>
              <a:t>3 trazos</a:t>
            </a:r>
            <a:endParaRPr lang="en-US" sz="1200" dirty="0"/>
          </a:p>
        </p:txBody>
      </p:sp>
      <p:sp>
        <p:nvSpPr>
          <p:cNvPr id="16" name="Shape 12"/>
          <p:cNvSpPr/>
          <p:nvPr/>
        </p:nvSpPr>
        <p:spPr>
          <a:xfrm>
            <a:off x="8869680" y="3840480"/>
            <a:ext cx="2743200" cy="2423160"/>
          </a:xfrm>
          <a:prstGeom prst="roundRect">
            <a:avLst>
              <a:gd name="adj" fmla="val 5660"/>
            </a:avLst>
          </a:prstGeom>
          <a:solidFill>
            <a:srgbClr val="EDE8FF"/>
          </a:solidFill>
          <a:ln w="19050">
            <a:solidFill>
              <a:srgbClr val="4036ED"/>
            </a:solidFill>
            <a:prstDash val="solid"/>
          </a:ln>
        </p:spPr>
      </p:sp>
      <p:sp>
        <p:nvSpPr>
          <p:cNvPr id="17" name="Text 13"/>
          <p:cNvSpPr/>
          <p:nvPr/>
        </p:nvSpPr>
        <p:spPr>
          <a:xfrm>
            <a:off x="9006840" y="3931920"/>
            <a:ext cx="2468880" cy="274320"/>
          </a:xfrm>
          <a:prstGeom prst="rect">
            <a:avLst/>
          </a:prstGeom>
          <a:noFill/>
          <a:ln/>
        </p:spPr>
        <p:txBody>
          <a:bodyPr wrap="square" lIns="0" tIns="0" rIns="0" bIns="0" rtlCol="0" anchor="ctr"/>
          <a:lstStyle/>
          <a:p>
            <a:pPr marL="0" indent="0">
              <a:buNone/>
            </a:pPr>
            <a:r>
              <a:rPr lang="en-US" sz="900" b="1" kern="0" spc="300" dirty="0">
                <a:solidFill>
                  <a:srgbClr val="4036ED"/>
                </a:solidFill>
                <a:latin typeface="Calibri" pitchFamily="34" charset="0"/>
                <a:ea typeface="Calibri" pitchFamily="34" charset="-122"/>
                <a:cs typeface="Calibri" pitchFamily="34" charset="-120"/>
              </a:rPr>
              <a:t>EJEMPLOS</a:t>
            </a:r>
            <a:endParaRPr lang="en-US" sz="900" dirty="0"/>
          </a:p>
        </p:txBody>
      </p:sp>
      <p:sp>
        <p:nvSpPr>
          <p:cNvPr id="18" name="Text 14"/>
          <p:cNvSpPr/>
          <p:nvPr/>
        </p:nvSpPr>
        <p:spPr>
          <a:xfrm>
            <a:off x="9006840" y="4297680"/>
            <a:ext cx="2468880" cy="1828800"/>
          </a:xfrm>
          <a:prstGeom prst="rect">
            <a:avLst/>
          </a:prstGeom>
          <a:noFill/>
          <a:ln/>
        </p:spPr>
        <p:txBody>
          <a:bodyPr wrap="square" lIns="0" tIns="0" rIns="0" bIns="0" rtlCol="0" anchor="t"/>
          <a:lstStyle/>
          <a:p>
            <a:pPr marL="0" indent="0">
              <a:spcAft>
                <a:spcPts val="800"/>
              </a:spcAft>
              <a:buNone/>
            </a:pPr>
            <a:r>
              <a:rPr lang="en-US" sz="2200" b="1" dirty="0">
                <a:solidFill>
                  <a:srgbClr val="1E1E2A"/>
                </a:solidFill>
                <a:latin typeface="Malgun Gothic" pitchFamily="34" charset="0"/>
                <a:ea typeface="Malgun Gothic" pitchFamily="34" charset="-122"/>
                <a:cs typeface="Malgun Gothic" pitchFamily="34" charset="-120"/>
              </a:rPr>
              <a:t>여자</a:t>
            </a:r>
            <a:r>
              <a:rPr lang="en-US" sz="1300" i="1" dirty="0">
                <a:solidFill>
                  <a:srgbClr val="4A4A55"/>
                </a:solidFill>
              </a:rPr>
              <a:t>   mujer</a:t>
            </a:r>
            <a:endParaRPr lang="en-US" sz="2200" dirty="0"/>
          </a:p>
          <a:p>
            <a:pPr marL="0" indent="0">
              <a:spcAft>
                <a:spcPts val="800"/>
              </a:spcAft>
              <a:buNone/>
            </a:pPr>
            <a:r>
              <a:rPr lang="en-US" sz="2200" b="1" dirty="0">
                <a:solidFill>
                  <a:srgbClr val="1E1E2A"/>
                </a:solidFill>
                <a:latin typeface="Malgun Gothic" pitchFamily="34" charset="0"/>
                <a:ea typeface="Malgun Gothic" pitchFamily="34" charset="-122"/>
                <a:cs typeface="Malgun Gothic" pitchFamily="34" charset="-120"/>
              </a:rPr>
              <a:t>겨울</a:t>
            </a:r>
            <a:r>
              <a:rPr lang="en-US" sz="1300" i="1" dirty="0">
                <a:solidFill>
                  <a:srgbClr val="4A4A55"/>
                </a:solidFill>
              </a:rPr>
              <a:t>   invierno</a:t>
            </a:r>
            <a:endParaRPr lang="en-US" sz="2200" dirty="0"/>
          </a:p>
        </p:txBody>
      </p:sp>
      <p:pic>
        <p:nvPicPr>
          <p:cNvPr id="19" name="Image 2" descr="preencoded.png"/>
          <p:cNvPicPr>
            <a:picLocks noChangeAspect="1"/>
          </p:cNvPicPr>
          <p:nvPr/>
        </p:nvPicPr>
        <p:blipFill>
          <a:blip r:embed="rId5"/>
          <a:stretch>
            <a:fillRect/>
          </a:stretch>
        </p:blipFill>
        <p:spPr>
          <a:xfrm>
            <a:off x="11597335" y="182880"/>
            <a:ext cx="292608" cy="292608"/>
          </a:xfrm>
          <a:prstGeom prst="rect">
            <a:avLst/>
          </a:prstGeom>
        </p:spPr>
      </p:pic>
      <p:sp>
        <p:nvSpPr>
          <p:cNvPr id="20" name="Text 15"/>
          <p:cNvSpPr/>
          <p:nvPr/>
        </p:nvSpPr>
        <p:spPr>
          <a:xfrm>
            <a:off x="365760" y="6446520"/>
            <a:ext cx="5486400" cy="228600"/>
          </a:xfrm>
          <a:prstGeom prst="rect">
            <a:avLst/>
          </a:prstGeom>
          <a:noFill/>
          <a:ln/>
        </p:spPr>
        <p:txBody>
          <a:bodyPr wrap="square" lIns="0" tIns="0" rIns="0" bIns="0" rtlCol="0" anchor="ctr"/>
          <a:lstStyle/>
          <a:p>
            <a:pPr marL="0" indent="0">
              <a:buNone/>
            </a:pPr>
            <a:r>
              <a:rPr lang="en-US" sz="800" kern="0" spc="300" dirty="0">
                <a:solidFill>
                  <a:srgbClr val="4A4A55"/>
                </a:solidFill>
                <a:latin typeface="Calibri" pitchFamily="34" charset="0"/>
                <a:ea typeface="Calibri" pitchFamily="34" charset="-122"/>
                <a:cs typeface="Calibri" pitchFamily="34" charset="-120"/>
              </a:rPr>
              <a:t>ACADEMIA SEÚL  ·  METHOD CHINGU™</a:t>
            </a:r>
            <a:endParaRPr lang="en-US" sz="800" dirty="0"/>
          </a:p>
        </p:txBody>
      </p:sp>
      <p:sp>
        <p:nvSpPr>
          <p:cNvPr id="21" name="Text 16"/>
          <p:cNvSpPr/>
          <p:nvPr/>
        </p:nvSpPr>
        <p:spPr>
          <a:xfrm>
            <a:off x="11277295" y="6446520"/>
            <a:ext cx="548640" cy="228600"/>
          </a:xfrm>
          <a:prstGeom prst="rect">
            <a:avLst/>
          </a:prstGeom>
          <a:noFill/>
          <a:ln/>
        </p:spPr>
        <p:txBody>
          <a:bodyPr wrap="square" lIns="0" tIns="0" rIns="0" bIns="0" rtlCol="0" anchor="ctr"/>
          <a:lstStyle/>
          <a:p>
            <a:pPr marL="0" indent="0" algn="r">
              <a:buNone/>
            </a:pPr>
            <a:r>
              <a:rPr lang="en-US" sz="800" dirty="0">
                <a:solidFill>
                  <a:srgbClr val="4A4A55"/>
                </a:solidFill>
                <a:latin typeface="Calibri" pitchFamily="34" charset="0"/>
                <a:ea typeface="Calibri" pitchFamily="34" charset="-122"/>
                <a:cs typeface="Calibri" pitchFamily="34" charset="-120"/>
              </a:rPr>
              <a:t>24</a:t>
            </a:r>
            <a:endParaRPr lang="en-US" sz="8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57200" y="411480"/>
            <a:ext cx="10972800" cy="274320"/>
          </a:xfrm>
          <a:prstGeom prst="rect">
            <a:avLst/>
          </a:prstGeom>
          <a:noFill/>
          <a:ln/>
        </p:spPr>
        <p:txBody>
          <a:bodyPr wrap="square" lIns="0" tIns="0" rIns="0" bIns="0" rtlCol="0" anchor="ctr"/>
          <a:lstStyle/>
          <a:p>
            <a:pPr marL="0" indent="0">
              <a:buNone/>
            </a:pPr>
            <a:r>
              <a:rPr lang="en-US" sz="1100" b="1" kern="0" spc="500" dirty="0">
                <a:solidFill>
                  <a:srgbClr val="FE6768"/>
                </a:solidFill>
                <a:latin typeface="Calibri" pitchFamily="34" charset="0"/>
                <a:ea typeface="Calibri" pitchFamily="34" charset="-122"/>
                <a:cs typeface="Calibri" pitchFamily="34" charset="-120"/>
              </a:rPr>
              <a:t>§1.13</a:t>
            </a:r>
            <a:endParaRPr lang="en-US" sz="1100" dirty="0"/>
          </a:p>
        </p:txBody>
      </p:sp>
      <p:sp>
        <p:nvSpPr>
          <p:cNvPr id="3" name="Text 1"/>
          <p:cNvSpPr/>
          <p:nvPr/>
        </p:nvSpPr>
        <p:spPr>
          <a:xfrm>
            <a:off x="457200" y="777240"/>
            <a:ext cx="10972800" cy="822960"/>
          </a:xfrm>
          <a:prstGeom prst="rect">
            <a:avLst/>
          </a:prstGeom>
          <a:noFill/>
          <a:ln/>
        </p:spPr>
        <p:txBody>
          <a:bodyPr wrap="square" lIns="0" tIns="0" rIns="0" bIns="0" rtlCol="0" anchor="ctr"/>
          <a:lstStyle/>
          <a:p>
            <a:pPr marL="0" indent="0">
              <a:buNone/>
            </a:pPr>
            <a:r>
              <a:rPr lang="en-US" sz="4000" b="1" dirty="0">
                <a:solidFill>
                  <a:srgbClr val="4036ED"/>
                </a:solidFill>
                <a:latin typeface="Calibri" pitchFamily="34" charset="0"/>
                <a:ea typeface="Calibri" pitchFamily="34" charset="-122"/>
                <a:cs typeface="Calibri" pitchFamily="34" charset="-120"/>
              </a:rPr>
              <a:t>Las 11 vocales fundamentales</a:t>
            </a:r>
            <a:endParaRPr lang="en-US" sz="4000" dirty="0"/>
          </a:p>
        </p:txBody>
      </p:sp>
      <p:sp>
        <p:nvSpPr>
          <p:cNvPr id="4" name="Text 2"/>
          <p:cNvSpPr/>
          <p:nvPr/>
        </p:nvSpPr>
        <p:spPr>
          <a:xfrm>
            <a:off x="457200" y="1691640"/>
            <a:ext cx="10972800" cy="457200"/>
          </a:xfrm>
          <a:prstGeom prst="rect">
            <a:avLst/>
          </a:prstGeom>
          <a:noFill/>
          <a:ln/>
        </p:spPr>
        <p:txBody>
          <a:bodyPr wrap="square" lIns="0" tIns="0" rIns="0" bIns="0" rtlCol="0" anchor="ctr"/>
          <a:lstStyle/>
          <a:p>
            <a:pPr marL="0" indent="0">
              <a:buNone/>
            </a:pPr>
            <a:r>
              <a:rPr lang="en-US" sz="1400" i="1" dirty="0">
                <a:solidFill>
                  <a:srgbClr val="4A4A55"/>
                </a:solidFill>
                <a:latin typeface="Calibri" pitchFamily="34" charset="0"/>
                <a:ea typeface="Calibri" pitchFamily="34" charset="-122"/>
                <a:cs typeface="Calibri" pitchFamily="34" charset="-120"/>
              </a:rPr>
              <a:t>Cinco vocales día (낮)  ·  cinco vocales noche (밤)  ·  una vocal de equilibrio.</a:t>
            </a:r>
            <a:endParaRPr lang="en-US" sz="1400" dirty="0"/>
          </a:p>
        </p:txBody>
      </p:sp>
      <p:sp>
        <p:nvSpPr>
          <p:cNvPr id="5" name="Shape 3"/>
          <p:cNvSpPr/>
          <p:nvPr/>
        </p:nvSpPr>
        <p:spPr>
          <a:xfrm>
            <a:off x="640080" y="2468880"/>
            <a:ext cx="4572000" cy="3840480"/>
          </a:xfrm>
          <a:prstGeom prst="roundRect">
            <a:avLst>
              <a:gd name="adj" fmla="val 4762"/>
            </a:avLst>
          </a:prstGeom>
          <a:solidFill>
            <a:srgbClr val="FE6768"/>
          </a:solidFill>
          <a:ln w="12700">
            <a:solidFill>
              <a:srgbClr val="FE6768"/>
            </a:solidFill>
            <a:prstDash val="solid"/>
          </a:ln>
        </p:spPr>
      </p:sp>
      <p:pic>
        <p:nvPicPr>
          <p:cNvPr id="6" name="Image 0" descr="preencoded.png"/>
          <p:cNvPicPr>
            <a:picLocks noChangeAspect="1"/>
          </p:cNvPicPr>
          <p:nvPr/>
        </p:nvPicPr>
        <p:blipFill>
          <a:blip r:embed="rId3"/>
          <a:stretch>
            <a:fillRect/>
          </a:stretch>
        </p:blipFill>
        <p:spPr>
          <a:xfrm>
            <a:off x="914400" y="2606040"/>
            <a:ext cx="502920" cy="502920"/>
          </a:xfrm>
          <a:prstGeom prst="rect">
            <a:avLst/>
          </a:prstGeom>
        </p:spPr>
      </p:pic>
      <p:sp>
        <p:nvSpPr>
          <p:cNvPr id="7" name="Text 4"/>
          <p:cNvSpPr/>
          <p:nvPr/>
        </p:nvSpPr>
        <p:spPr>
          <a:xfrm>
            <a:off x="1508760" y="2651760"/>
            <a:ext cx="3657600" cy="411480"/>
          </a:xfrm>
          <a:prstGeom prst="rect">
            <a:avLst/>
          </a:prstGeom>
          <a:noFill/>
          <a:ln/>
        </p:spPr>
        <p:txBody>
          <a:bodyPr wrap="square" lIns="0" tIns="0" rIns="0" bIns="0" rtlCol="0" anchor="ctr"/>
          <a:lstStyle/>
          <a:p>
            <a:pPr marL="0" indent="0">
              <a:buNone/>
            </a:pPr>
            <a:r>
              <a:rPr lang="en-US" sz="1800" b="1" kern="0" spc="500" dirty="0">
                <a:solidFill>
                  <a:srgbClr val="F6F6F6"/>
                </a:solidFill>
                <a:latin typeface="Calibri" pitchFamily="34" charset="0"/>
                <a:ea typeface="Calibri" pitchFamily="34" charset="-122"/>
                <a:cs typeface="Calibri" pitchFamily="34" charset="-120"/>
              </a:rPr>
              <a:t>낮 · DÍA</a:t>
            </a:r>
            <a:endParaRPr lang="en-US" sz="1800" dirty="0"/>
          </a:p>
        </p:txBody>
      </p:sp>
      <p:sp>
        <p:nvSpPr>
          <p:cNvPr id="8" name="Text 5"/>
          <p:cNvSpPr/>
          <p:nvPr/>
        </p:nvSpPr>
        <p:spPr>
          <a:xfrm>
            <a:off x="822960" y="3383280"/>
            <a:ext cx="841248" cy="1463040"/>
          </a:xfrm>
          <a:prstGeom prst="rect">
            <a:avLst/>
          </a:prstGeom>
          <a:noFill/>
          <a:ln/>
        </p:spPr>
        <p:txBody>
          <a:bodyPr wrap="square" lIns="0" tIns="0" rIns="0" bIns="0" rtlCol="0" anchor="ctr"/>
          <a:lstStyle/>
          <a:p>
            <a:pPr marL="0" indent="0" algn="ctr">
              <a:buNone/>
            </a:pPr>
            <a:r>
              <a:rPr lang="en-US" sz="6400" b="1" dirty="0">
                <a:solidFill>
                  <a:srgbClr val="F6F6F6"/>
                </a:solidFill>
                <a:latin typeface="Malgun Gothic" pitchFamily="34" charset="0"/>
                <a:ea typeface="Malgun Gothic" pitchFamily="34" charset="-122"/>
                <a:cs typeface="Malgun Gothic" pitchFamily="34" charset="-120"/>
              </a:rPr>
              <a:t>·</a:t>
            </a:r>
            <a:endParaRPr lang="en-US" sz="6400" dirty="0"/>
          </a:p>
        </p:txBody>
      </p:sp>
      <p:sp>
        <p:nvSpPr>
          <p:cNvPr id="9" name="Text 6"/>
          <p:cNvSpPr/>
          <p:nvPr/>
        </p:nvSpPr>
        <p:spPr>
          <a:xfrm>
            <a:off x="1664208" y="3383280"/>
            <a:ext cx="841248" cy="1463040"/>
          </a:xfrm>
          <a:prstGeom prst="rect">
            <a:avLst/>
          </a:prstGeom>
          <a:noFill/>
          <a:ln/>
        </p:spPr>
        <p:txBody>
          <a:bodyPr wrap="square" lIns="0" tIns="0" rIns="0" bIns="0" rtlCol="0" anchor="ctr"/>
          <a:lstStyle/>
          <a:p>
            <a:pPr marL="0" indent="0" algn="ctr">
              <a:buNone/>
            </a:pPr>
            <a:r>
              <a:rPr lang="en-US" sz="6400" b="1" dirty="0">
                <a:solidFill>
                  <a:srgbClr val="F6F6F6"/>
                </a:solidFill>
                <a:latin typeface="Malgun Gothic" pitchFamily="34" charset="0"/>
                <a:ea typeface="Malgun Gothic" pitchFamily="34" charset="-122"/>
                <a:cs typeface="Malgun Gothic" pitchFamily="34" charset="-120"/>
              </a:rPr>
              <a:t>ㅗ</a:t>
            </a:r>
            <a:endParaRPr lang="en-US" sz="6400" dirty="0"/>
          </a:p>
        </p:txBody>
      </p:sp>
      <p:sp>
        <p:nvSpPr>
          <p:cNvPr id="10" name="Text 7"/>
          <p:cNvSpPr/>
          <p:nvPr/>
        </p:nvSpPr>
        <p:spPr>
          <a:xfrm>
            <a:off x="2505456" y="3383280"/>
            <a:ext cx="841248" cy="1463040"/>
          </a:xfrm>
          <a:prstGeom prst="rect">
            <a:avLst/>
          </a:prstGeom>
          <a:noFill/>
          <a:ln/>
        </p:spPr>
        <p:txBody>
          <a:bodyPr wrap="square" lIns="0" tIns="0" rIns="0" bIns="0" rtlCol="0" anchor="ctr"/>
          <a:lstStyle/>
          <a:p>
            <a:pPr marL="0" indent="0" algn="ctr">
              <a:buNone/>
            </a:pPr>
            <a:r>
              <a:rPr lang="en-US" sz="6400" b="1" dirty="0">
                <a:solidFill>
                  <a:srgbClr val="F6F6F6"/>
                </a:solidFill>
                <a:latin typeface="Malgun Gothic" pitchFamily="34" charset="0"/>
                <a:ea typeface="Malgun Gothic" pitchFamily="34" charset="-122"/>
                <a:cs typeface="Malgun Gothic" pitchFamily="34" charset="-120"/>
              </a:rPr>
              <a:t>ㅏ</a:t>
            </a:r>
            <a:endParaRPr lang="en-US" sz="6400" dirty="0"/>
          </a:p>
        </p:txBody>
      </p:sp>
      <p:sp>
        <p:nvSpPr>
          <p:cNvPr id="11" name="Text 8"/>
          <p:cNvSpPr/>
          <p:nvPr/>
        </p:nvSpPr>
        <p:spPr>
          <a:xfrm>
            <a:off x="3346704" y="3383280"/>
            <a:ext cx="841248" cy="1463040"/>
          </a:xfrm>
          <a:prstGeom prst="rect">
            <a:avLst/>
          </a:prstGeom>
          <a:noFill/>
          <a:ln/>
        </p:spPr>
        <p:txBody>
          <a:bodyPr wrap="square" lIns="0" tIns="0" rIns="0" bIns="0" rtlCol="0" anchor="ctr"/>
          <a:lstStyle/>
          <a:p>
            <a:pPr marL="0" indent="0" algn="ctr">
              <a:buNone/>
            </a:pPr>
            <a:r>
              <a:rPr lang="en-US" sz="6400" b="1" dirty="0">
                <a:solidFill>
                  <a:srgbClr val="F6F6F6"/>
                </a:solidFill>
                <a:latin typeface="Malgun Gothic" pitchFamily="34" charset="0"/>
                <a:ea typeface="Malgun Gothic" pitchFamily="34" charset="-122"/>
                <a:cs typeface="Malgun Gothic" pitchFamily="34" charset="-120"/>
              </a:rPr>
              <a:t>ㅛ</a:t>
            </a:r>
            <a:endParaRPr lang="en-US" sz="6400" dirty="0"/>
          </a:p>
        </p:txBody>
      </p:sp>
      <p:sp>
        <p:nvSpPr>
          <p:cNvPr id="12" name="Text 9"/>
          <p:cNvSpPr/>
          <p:nvPr/>
        </p:nvSpPr>
        <p:spPr>
          <a:xfrm>
            <a:off x="4187952" y="3383280"/>
            <a:ext cx="841248" cy="1463040"/>
          </a:xfrm>
          <a:prstGeom prst="rect">
            <a:avLst/>
          </a:prstGeom>
          <a:noFill/>
          <a:ln/>
        </p:spPr>
        <p:txBody>
          <a:bodyPr wrap="square" lIns="0" tIns="0" rIns="0" bIns="0" rtlCol="0" anchor="ctr"/>
          <a:lstStyle/>
          <a:p>
            <a:pPr marL="0" indent="0" algn="ctr">
              <a:buNone/>
            </a:pPr>
            <a:r>
              <a:rPr lang="en-US" sz="6400" b="1" dirty="0">
                <a:solidFill>
                  <a:srgbClr val="F6F6F6"/>
                </a:solidFill>
                <a:latin typeface="Malgun Gothic" pitchFamily="34" charset="0"/>
                <a:ea typeface="Malgun Gothic" pitchFamily="34" charset="-122"/>
                <a:cs typeface="Malgun Gothic" pitchFamily="34" charset="-120"/>
              </a:rPr>
              <a:t>ㅑ</a:t>
            </a:r>
            <a:endParaRPr lang="en-US" sz="6400" dirty="0"/>
          </a:p>
        </p:txBody>
      </p:sp>
      <p:sp>
        <p:nvSpPr>
          <p:cNvPr id="13" name="Text 10"/>
          <p:cNvSpPr/>
          <p:nvPr/>
        </p:nvSpPr>
        <p:spPr>
          <a:xfrm>
            <a:off x="640080" y="5029200"/>
            <a:ext cx="4572000" cy="365760"/>
          </a:xfrm>
          <a:prstGeom prst="rect">
            <a:avLst/>
          </a:prstGeom>
          <a:noFill/>
          <a:ln/>
        </p:spPr>
        <p:txBody>
          <a:bodyPr wrap="square" lIns="0" tIns="0" rIns="0" bIns="0" rtlCol="0" anchor="ctr"/>
          <a:lstStyle/>
          <a:p>
            <a:pPr marL="0" indent="0" algn="ctr">
              <a:buNone/>
            </a:pPr>
            <a:r>
              <a:rPr lang="en-US" sz="1200" i="1" dirty="0">
                <a:solidFill>
                  <a:srgbClr val="FFC8C8"/>
                </a:solidFill>
                <a:latin typeface="Calibri" pitchFamily="34" charset="0"/>
                <a:ea typeface="Calibri" pitchFamily="34" charset="-122"/>
                <a:cs typeface="Calibri" pitchFamily="34" charset="-120"/>
              </a:rPr>
              <a:t>Lengua hacia adentro</a:t>
            </a:r>
            <a:endParaRPr lang="en-US" sz="1200" dirty="0"/>
          </a:p>
        </p:txBody>
      </p:sp>
      <p:sp>
        <p:nvSpPr>
          <p:cNvPr id="14" name="Text 11"/>
          <p:cNvSpPr/>
          <p:nvPr/>
        </p:nvSpPr>
        <p:spPr>
          <a:xfrm>
            <a:off x="640080" y="5394960"/>
            <a:ext cx="4572000" cy="365760"/>
          </a:xfrm>
          <a:prstGeom prst="rect">
            <a:avLst/>
          </a:prstGeom>
          <a:noFill/>
          <a:ln/>
        </p:spPr>
        <p:txBody>
          <a:bodyPr wrap="square" lIns="0" tIns="0" rIns="0" bIns="0" rtlCol="0" anchor="ctr"/>
          <a:lstStyle/>
          <a:p>
            <a:pPr marL="0" indent="0" algn="ctr">
              <a:buNone/>
            </a:pPr>
            <a:r>
              <a:rPr lang="en-US" sz="1100" i="1" dirty="0">
                <a:solidFill>
                  <a:srgbClr val="FFC8C8"/>
                </a:solidFill>
                <a:latin typeface="Calibri" pitchFamily="34" charset="0"/>
                <a:ea typeface="Calibri" pitchFamily="34" charset="-122"/>
                <a:cs typeface="Calibri" pitchFamily="34" charset="-120"/>
              </a:rPr>
              <a:t>punto (·) brillante</a:t>
            </a:r>
            <a:endParaRPr lang="en-US" sz="1100" dirty="0"/>
          </a:p>
        </p:txBody>
      </p:sp>
      <p:sp>
        <p:nvSpPr>
          <p:cNvPr id="15" name="Shape 12"/>
          <p:cNvSpPr/>
          <p:nvPr/>
        </p:nvSpPr>
        <p:spPr>
          <a:xfrm>
            <a:off x="6995160" y="2468880"/>
            <a:ext cx="4572000" cy="3840480"/>
          </a:xfrm>
          <a:prstGeom prst="roundRect">
            <a:avLst>
              <a:gd name="adj" fmla="val 4762"/>
            </a:avLst>
          </a:prstGeom>
          <a:solidFill>
            <a:srgbClr val="4036ED"/>
          </a:solidFill>
          <a:ln w="12700">
            <a:solidFill>
              <a:srgbClr val="4036ED"/>
            </a:solidFill>
            <a:prstDash val="solid"/>
          </a:ln>
        </p:spPr>
      </p:sp>
      <p:pic>
        <p:nvPicPr>
          <p:cNvPr id="16" name="Image 1" descr="preencoded.png"/>
          <p:cNvPicPr>
            <a:picLocks noChangeAspect="1"/>
          </p:cNvPicPr>
          <p:nvPr/>
        </p:nvPicPr>
        <p:blipFill>
          <a:blip r:embed="rId4"/>
          <a:stretch>
            <a:fillRect/>
          </a:stretch>
        </p:blipFill>
        <p:spPr>
          <a:xfrm>
            <a:off x="7269480" y="2606040"/>
            <a:ext cx="502920" cy="502920"/>
          </a:xfrm>
          <a:prstGeom prst="rect">
            <a:avLst/>
          </a:prstGeom>
        </p:spPr>
      </p:pic>
      <p:sp>
        <p:nvSpPr>
          <p:cNvPr id="17" name="Text 13"/>
          <p:cNvSpPr/>
          <p:nvPr/>
        </p:nvSpPr>
        <p:spPr>
          <a:xfrm>
            <a:off x="7863840" y="2651760"/>
            <a:ext cx="3657600" cy="411480"/>
          </a:xfrm>
          <a:prstGeom prst="rect">
            <a:avLst/>
          </a:prstGeom>
          <a:noFill/>
          <a:ln/>
        </p:spPr>
        <p:txBody>
          <a:bodyPr wrap="square" lIns="0" tIns="0" rIns="0" bIns="0" rtlCol="0" anchor="ctr"/>
          <a:lstStyle/>
          <a:p>
            <a:pPr marL="0" indent="0">
              <a:buNone/>
            </a:pPr>
            <a:r>
              <a:rPr lang="en-US" sz="1800" b="1" kern="0" spc="500" dirty="0">
                <a:solidFill>
                  <a:srgbClr val="F6F6F6"/>
                </a:solidFill>
                <a:latin typeface="Calibri" pitchFamily="34" charset="0"/>
                <a:ea typeface="Calibri" pitchFamily="34" charset="-122"/>
                <a:cs typeface="Calibri" pitchFamily="34" charset="-120"/>
              </a:rPr>
              <a:t>밤 · NOCHE</a:t>
            </a:r>
            <a:endParaRPr lang="en-US" sz="1800" dirty="0"/>
          </a:p>
        </p:txBody>
      </p:sp>
      <p:sp>
        <p:nvSpPr>
          <p:cNvPr id="18" name="Text 14"/>
          <p:cNvSpPr/>
          <p:nvPr/>
        </p:nvSpPr>
        <p:spPr>
          <a:xfrm>
            <a:off x="7178040" y="3383280"/>
            <a:ext cx="841248" cy="1463040"/>
          </a:xfrm>
          <a:prstGeom prst="rect">
            <a:avLst/>
          </a:prstGeom>
          <a:noFill/>
          <a:ln/>
        </p:spPr>
        <p:txBody>
          <a:bodyPr wrap="square" lIns="0" tIns="0" rIns="0" bIns="0" rtlCol="0" anchor="ctr"/>
          <a:lstStyle/>
          <a:p>
            <a:pPr marL="0" indent="0" algn="ctr">
              <a:buNone/>
            </a:pPr>
            <a:r>
              <a:rPr lang="en-US" sz="6400" b="1" dirty="0">
                <a:solidFill>
                  <a:srgbClr val="F6F6F6"/>
                </a:solidFill>
                <a:latin typeface="Malgun Gothic" pitchFamily="34" charset="0"/>
                <a:ea typeface="Malgun Gothic" pitchFamily="34" charset="-122"/>
                <a:cs typeface="Malgun Gothic" pitchFamily="34" charset="-120"/>
              </a:rPr>
              <a:t>ㅡ</a:t>
            </a:r>
            <a:endParaRPr lang="en-US" sz="6400" dirty="0"/>
          </a:p>
        </p:txBody>
      </p:sp>
      <p:sp>
        <p:nvSpPr>
          <p:cNvPr id="19" name="Text 15"/>
          <p:cNvSpPr/>
          <p:nvPr/>
        </p:nvSpPr>
        <p:spPr>
          <a:xfrm>
            <a:off x="8019288" y="3383280"/>
            <a:ext cx="841248" cy="1463040"/>
          </a:xfrm>
          <a:prstGeom prst="rect">
            <a:avLst/>
          </a:prstGeom>
          <a:noFill/>
          <a:ln/>
        </p:spPr>
        <p:txBody>
          <a:bodyPr wrap="square" lIns="0" tIns="0" rIns="0" bIns="0" rtlCol="0" anchor="ctr"/>
          <a:lstStyle/>
          <a:p>
            <a:pPr marL="0" indent="0" algn="ctr">
              <a:buNone/>
            </a:pPr>
            <a:r>
              <a:rPr lang="en-US" sz="6400" b="1" dirty="0">
                <a:solidFill>
                  <a:srgbClr val="F6F6F6"/>
                </a:solidFill>
                <a:latin typeface="Malgun Gothic" pitchFamily="34" charset="0"/>
                <a:ea typeface="Malgun Gothic" pitchFamily="34" charset="-122"/>
                <a:cs typeface="Malgun Gothic" pitchFamily="34" charset="-120"/>
              </a:rPr>
              <a:t>ㅜ</a:t>
            </a:r>
            <a:endParaRPr lang="en-US" sz="6400" dirty="0"/>
          </a:p>
        </p:txBody>
      </p:sp>
      <p:sp>
        <p:nvSpPr>
          <p:cNvPr id="20" name="Text 16"/>
          <p:cNvSpPr/>
          <p:nvPr/>
        </p:nvSpPr>
        <p:spPr>
          <a:xfrm>
            <a:off x="8860536" y="3383280"/>
            <a:ext cx="841248" cy="1463040"/>
          </a:xfrm>
          <a:prstGeom prst="rect">
            <a:avLst/>
          </a:prstGeom>
          <a:noFill/>
          <a:ln/>
        </p:spPr>
        <p:txBody>
          <a:bodyPr wrap="square" lIns="0" tIns="0" rIns="0" bIns="0" rtlCol="0" anchor="ctr"/>
          <a:lstStyle/>
          <a:p>
            <a:pPr marL="0" indent="0" algn="ctr">
              <a:buNone/>
            </a:pPr>
            <a:r>
              <a:rPr lang="en-US" sz="6400" b="1" dirty="0">
                <a:solidFill>
                  <a:srgbClr val="F6F6F6"/>
                </a:solidFill>
                <a:latin typeface="Malgun Gothic" pitchFamily="34" charset="0"/>
                <a:ea typeface="Malgun Gothic" pitchFamily="34" charset="-122"/>
                <a:cs typeface="Malgun Gothic" pitchFamily="34" charset="-120"/>
              </a:rPr>
              <a:t>ㅓ</a:t>
            </a:r>
            <a:endParaRPr lang="en-US" sz="6400" dirty="0"/>
          </a:p>
        </p:txBody>
      </p:sp>
      <p:sp>
        <p:nvSpPr>
          <p:cNvPr id="21" name="Text 17"/>
          <p:cNvSpPr/>
          <p:nvPr/>
        </p:nvSpPr>
        <p:spPr>
          <a:xfrm>
            <a:off x="9701784" y="3383280"/>
            <a:ext cx="841248" cy="1463040"/>
          </a:xfrm>
          <a:prstGeom prst="rect">
            <a:avLst/>
          </a:prstGeom>
          <a:noFill/>
          <a:ln/>
        </p:spPr>
        <p:txBody>
          <a:bodyPr wrap="square" lIns="0" tIns="0" rIns="0" bIns="0" rtlCol="0" anchor="ctr"/>
          <a:lstStyle/>
          <a:p>
            <a:pPr marL="0" indent="0" algn="ctr">
              <a:buNone/>
            </a:pPr>
            <a:r>
              <a:rPr lang="en-US" sz="6400" b="1" dirty="0">
                <a:solidFill>
                  <a:srgbClr val="F6F6F6"/>
                </a:solidFill>
                <a:latin typeface="Malgun Gothic" pitchFamily="34" charset="0"/>
                <a:ea typeface="Malgun Gothic" pitchFamily="34" charset="-122"/>
                <a:cs typeface="Malgun Gothic" pitchFamily="34" charset="-120"/>
              </a:rPr>
              <a:t>ㅠ</a:t>
            </a:r>
            <a:endParaRPr lang="en-US" sz="6400" dirty="0"/>
          </a:p>
        </p:txBody>
      </p:sp>
      <p:sp>
        <p:nvSpPr>
          <p:cNvPr id="22" name="Text 18"/>
          <p:cNvSpPr/>
          <p:nvPr/>
        </p:nvSpPr>
        <p:spPr>
          <a:xfrm>
            <a:off x="10543032" y="3383280"/>
            <a:ext cx="841248" cy="1463040"/>
          </a:xfrm>
          <a:prstGeom prst="rect">
            <a:avLst/>
          </a:prstGeom>
          <a:noFill/>
          <a:ln/>
        </p:spPr>
        <p:txBody>
          <a:bodyPr wrap="square" lIns="0" tIns="0" rIns="0" bIns="0" rtlCol="0" anchor="ctr"/>
          <a:lstStyle/>
          <a:p>
            <a:pPr marL="0" indent="0" algn="ctr">
              <a:buNone/>
            </a:pPr>
            <a:r>
              <a:rPr lang="en-US" sz="6400" b="1" dirty="0">
                <a:solidFill>
                  <a:srgbClr val="F6F6F6"/>
                </a:solidFill>
                <a:latin typeface="Malgun Gothic" pitchFamily="34" charset="0"/>
                <a:ea typeface="Malgun Gothic" pitchFamily="34" charset="-122"/>
                <a:cs typeface="Malgun Gothic" pitchFamily="34" charset="-120"/>
              </a:rPr>
              <a:t>ㅕ</a:t>
            </a:r>
            <a:endParaRPr lang="en-US" sz="6400" dirty="0"/>
          </a:p>
        </p:txBody>
      </p:sp>
      <p:sp>
        <p:nvSpPr>
          <p:cNvPr id="23" name="Text 19"/>
          <p:cNvSpPr/>
          <p:nvPr/>
        </p:nvSpPr>
        <p:spPr>
          <a:xfrm>
            <a:off x="6995160" y="5029200"/>
            <a:ext cx="4572000" cy="365760"/>
          </a:xfrm>
          <a:prstGeom prst="rect">
            <a:avLst/>
          </a:prstGeom>
          <a:noFill/>
          <a:ln/>
        </p:spPr>
        <p:txBody>
          <a:bodyPr wrap="square" lIns="0" tIns="0" rIns="0" bIns="0" rtlCol="0" anchor="ctr"/>
          <a:lstStyle/>
          <a:p>
            <a:pPr marL="0" indent="0" algn="ctr">
              <a:buNone/>
            </a:pPr>
            <a:r>
              <a:rPr lang="en-US" sz="1200" i="1" dirty="0">
                <a:solidFill>
                  <a:srgbClr val="A79BFF"/>
                </a:solidFill>
                <a:latin typeface="Calibri" pitchFamily="34" charset="0"/>
                <a:ea typeface="Calibri" pitchFamily="34" charset="-122"/>
                <a:cs typeface="Calibri" pitchFamily="34" charset="-120"/>
              </a:rPr>
              <a:t>Lengua en posición central</a:t>
            </a:r>
            <a:endParaRPr lang="en-US" sz="1200" dirty="0"/>
          </a:p>
        </p:txBody>
      </p:sp>
      <p:sp>
        <p:nvSpPr>
          <p:cNvPr id="24" name="Text 20"/>
          <p:cNvSpPr/>
          <p:nvPr/>
        </p:nvSpPr>
        <p:spPr>
          <a:xfrm>
            <a:off x="6995160" y="5394960"/>
            <a:ext cx="4572000" cy="365760"/>
          </a:xfrm>
          <a:prstGeom prst="rect">
            <a:avLst/>
          </a:prstGeom>
          <a:noFill/>
          <a:ln/>
        </p:spPr>
        <p:txBody>
          <a:bodyPr wrap="square" lIns="0" tIns="0" rIns="0" bIns="0" rtlCol="0" anchor="ctr"/>
          <a:lstStyle/>
          <a:p>
            <a:pPr marL="0" indent="0" algn="ctr">
              <a:buNone/>
            </a:pPr>
            <a:r>
              <a:rPr lang="en-US" sz="1100" i="1" dirty="0">
                <a:solidFill>
                  <a:srgbClr val="A79BFF"/>
                </a:solidFill>
                <a:latin typeface="Calibri" pitchFamily="34" charset="0"/>
                <a:ea typeface="Calibri" pitchFamily="34" charset="-122"/>
                <a:cs typeface="Calibri" pitchFamily="34" charset="-120"/>
              </a:rPr>
              <a:t>línea (ㅡ) profunda</a:t>
            </a:r>
            <a:endParaRPr lang="en-US" sz="1100" dirty="0"/>
          </a:p>
        </p:txBody>
      </p:sp>
      <p:sp>
        <p:nvSpPr>
          <p:cNvPr id="25" name="Shape 21"/>
          <p:cNvSpPr/>
          <p:nvPr/>
        </p:nvSpPr>
        <p:spPr>
          <a:xfrm>
            <a:off x="5349240" y="2468880"/>
            <a:ext cx="1508760" cy="3840480"/>
          </a:xfrm>
          <a:prstGeom prst="roundRect">
            <a:avLst>
              <a:gd name="adj" fmla="val 12121"/>
            </a:avLst>
          </a:prstGeom>
          <a:solidFill>
            <a:srgbClr val="A79BFF"/>
          </a:solidFill>
          <a:ln w="12700">
            <a:solidFill>
              <a:srgbClr val="A79BFF"/>
            </a:solidFill>
            <a:prstDash val="solid"/>
          </a:ln>
        </p:spPr>
      </p:sp>
      <p:pic>
        <p:nvPicPr>
          <p:cNvPr id="26" name="Image 2" descr="preencoded.png"/>
          <p:cNvPicPr>
            <a:picLocks noChangeAspect="1"/>
          </p:cNvPicPr>
          <p:nvPr/>
        </p:nvPicPr>
        <p:blipFill>
          <a:blip r:embed="rId5"/>
          <a:stretch>
            <a:fillRect/>
          </a:stretch>
        </p:blipFill>
        <p:spPr>
          <a:xfrm>
            <a:off x="5806440" y="2651760"/>
            <a:ext cx="594360" cy="594360"/>
          </a:xfrm>
          <a:prstGeom prst="rect">
            <a:avLst/>
          </a:prstGeom>
        </p:spPr>
      </p:pic>
      <p:sp>
        <p:nvSpPr>
          <p:cNvPr id="27" name="Text 22"/>
          <p:cNvSpPr/>
          <p:nvPr/>
        </p:nvSpPr>
        <p:spPr>
          <a:xfrm>
            <a:off x="5349240" y="3291840"/>
            <a:ext cx="1508760" cy="2194560"/>
          </a:xfrm>
          <a:prstGeom prst="rect">
            <a:avLst/>
          </a:prstGeom>
          <a:noFill/>
          <a:ln/>
        </p:spPr>
        <p:txBody>
          <a:bodyPr wrap="square" lIns="0" tIns="0" rIns="0" bIns="0" rtlCol="0" anchor="ctr"/>
          <a:lstStyle/>
          <a:p>
            <a:pPr marL="0" indent="0" algn="ctr">
              <a:buNone/>
            </a:pPr>
            <a:r>
              <a:rPr lang="en-US" sz="13000" b="1" dirty="0">
                <a:solidFill>
                  <a:srgbClr val="F6F6F6"/>
                </a:solidFill>
                <a:latin typeface="Malgun Gothic" pitchFamily="34" charset="0"/>
                <a:ea typeface="Malgun Gothic" pitchFamily="34" charset="-122"/>
                <a:cs typeface="Malgun Gothic" pitchFamily="34" charset="-120"/>
              </a:rPr>
              <a:t>ㅣ</a:t>
            </a:r>
            <a:endParaRPr lang="en-US" sz="13000" dirty="0"/>
          </a:p>
        </p:txBody>
      </p:sp>
      <p:sp>
        <p:nvSpPr>
          <p:cNvPr id="28" name="Text 23"/>
          <p:cNvSpPr/>
          <p:nvPr/>
        </p:nvSpPr>
        <p:spPr>
          <a:xfrm>
            <a:off x="5349240" y="5532120"/>
            <a:ext cx="1508760" cy="320040"/>
          </a:xfrm>
          <a:prstGeom prst="rect">
            <a:avLst/>
          </a:prstGeom>
          <a:noFill/>
          <a:ln/>
        </p:spPr>
        <p:txBody>
          <a:bodyPr wrap="square" lIns="0" tIns="0" rIns="0" bIns="0" rtlCol="0" anchor="ctr"/>
          <a:lstStyle/>
          <a:p>
            <a:pPr marL="0" indent="0" algn="ctr">
              <a:buNone/>
            </a:pPr>
            <a:r>
              <a:rPr lang="en-US" sz="900" b="1" kern="0" spc="300" dirty="0">
                <a:solidFill>
                  <a:srgbClr val="F6F6F6"/>
                </a:solidFill>
                <a:latin typeface="Calibri" pitchFamily="34" charset="0"/>
                <a:ea typeface="Calibri" pitchFamily="34" charset="-122"/>
                <a:cs typeface="Calibri" pitchFamily="34" charset="-120"/>
              </a:rPr>
              <a:t>EQUILIBRIO</a:t>
            </a:r>
            <a:endParaRPr lang="en-US" sz="900" dirty="0"/>
          </a:p>
        </p:txBody>
      </p:sp>
      <p:sp>
        <p:nvSpPr>
          <p:cNvPr id="29" name="Text 24"/>
          <p:cNvSpPr/>
          <p:nvPr/>
        </p:nvSpPr>
        <p:spPr>
          <a:xfrm>
            <a:off x="5349240" y="5852160"/>
            <a:ext cx="1508760" cy="274320"/>
          </a:xfrm>
          <a:prstGeom prst="rect">
            <a:avLst/>
          </a:prstGeom>
          <a:noFill/>
          <a:ln/>
        </p:spPr>
        <p:txBody>
          <a:bodyPr wrap="square" lIns="0" tIns="0" rIns="0" bIns="0" rtlCol="0" anchor="ctr"/>
          <a:lstStyle/>
          <a:p>
            <a:pPr marL="0" indent="0" algn="ctr">
              <a:buNone/>
            </a:pPr>
            <a:r>
              <a:rPr lang="en-US" sz="900" i="1" dirty="0">
                <a:solidFill>
                  <a:srgbClr val="F6F6F6"/>
                </a:solidFill>
                <a:latin typeface="Calibri" pitchFamily="34" charset="0"/>
                <a:ea typeface="Calibri" pitchFamily="34" charset="-122"/>
                <a:cs typeface="Calibri" pitchFamily="34" charset="-120"/>
              </a:rPr>
              <a:t>humano · 사람</a:t>
            </a:r>
            <a:endParaRPr lang="en-US" sz="900" dirty="0"/>
          </a:p>
        </p:txBody>
      </p:sp>
      <p:sp>
        <p:nvSpPr>
          <p:cNvPr id="31" name="Text 25"/>
          <p:cNvSpPr/>
          <p:nvPr/>
        </p:nvSpPr>
        <p:spPr>
          <a:xfrm>
            <a:off x="365760" y="6446520"/>
            <a:ext cx="5486400" cy="228600"/>
          </a:xfrm>
          <a:prstGeom prst="rect">
            <a:avLst/>
          </a:prstGeom>
          <a:noFill/>
          <a:ln/>
        </p:spPr>
        <p:txBody>
          <a:bodyPr wrap="square" lIns="0" tIns="0" rIns="0" bIns="0" rtlCol="0" anchor="ctr"/>
          <a:lstStyle/>
          <a:p>
            <a:pPr marL="0" indent="0">
              <a:buNone/>
            </a:pPr>
            <a:r>
              <a:rPr lang="en-US" sz="800" kern="0" spc="300" dirty="0">
                <a:solidFill>
                  <a:srgbClr val="4A4A55"/>
                </a:solidFill>
                <a:latin typeface="Calibri" pitchFamily="34" charset="0"/>
                <a:ea typeface="Calibri" pitchFamily="34" charset="-122"/>
                <a:cs typeface="Calibri" pitchFamily="34" charset="-120"/>
              </a:rPr>
              <a:t>ACADEMIA SEÚL  ·  METHOD CHINGU™</a:t>
            </a:r>
            <a:endParaRPr lang="en-US" sz="800" dirty="0"/>
          </a:p>
        </p:txBody>
      </p:sp>
      <p:sp>
        <p:nvSpPr>
          <p:cNvPr id="32" name="Text 26"/>
          <p:cNvSpPr/>
          <p:nvPr/>
        </p:nvSpPr>
        <p:spPr>
          <a:xfrm>
            <a:off x="11277295" y="6446520"/>
            <a:ext cx="548640" cy="228600"/>
          </a:xfrm>
          <a:prstGeom prst="rect">
            <a:avLst/>
          </a:prstGeom>
          <a:noFill/>
          <a:ln/>
        </p:spPr>
        <p:txBody>
          <a:bodyPr wrap="square" lIns="0" tIns="0" rIns="0" bIns="0" rtlCol="0" anchor="ctr"/>
          <a:lstStyle/>
          <a:p>
            <a:pPr marL="0" indent="0" algn="r">
              <a:buNone/>
            </a:pPr>
            <a:r>
              <a:rPr lang="en-US" sz="800" dirty="0">
                <a:solidFill>
                  <a:srgbClr val="4A4A55"/>
                </a:solidFill>
                <a:latin typeface="Calibri" pitchFamily="34" charset="0"/>
                <a:ea typeface="Calibri" pitchFamily="34" charset="-122"/>
                <a:cs typeface="Calibri" pitchFamily="34" charset="-120"/>
              </a:rPr>
              <a:t>25</a:t>
            </a:r>
            <a:endParaRPr lang="en-US" sz="800" dirty="0"/>
          </a:p>
        </p:txBody>
      </p:sp>
      <p:pic>
        <p:nvPicPr>
          <p:cNvPr id="33" name="Image 0" descr="/sessions/sleepy-zen-cray/mnt/outputs/deck_assets/logo_var2_azul.png">
            <a:extLst>
              <a:ext uri="{FF2B5EF4-FFF2-40B4-BE49-F238E27FC236}">
                <a16:creationId xmlns:a16="http://schemas.microsoft.com/office/drawing/2014/main" id="{1DF75538-AAC6-6D7A-DA6A-31C5FBE3060B}"/>
              </a:ext>
            </a:extLst>
          </p:cNvPr>
          <p:cNvPicPr>
            <a:picLocks noChangeAspect="1"/>
          </p:cNvPicPr>
          <p:nvPr/>
        </p:nvPicPr>
        <p:blipFill>
          <a:blip r:embed="rId6"/>
          <a:stretch>
            <a:fillRect/>
          </a:stretch>
        </p:blipFill>
        <p:spPr>
          <a:xfrm>
            <a:off x="9778365" y="-760095"/>
            <a:ext cx="2571750" cy="2571750"/>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marL="0" indent="0">
              <a:buNone/>
            </a:pPr>
            <a:r>
              <a:rPr lang="en-US" sz="900" b="1" kern="0" spc="600" dirty="0">
                <a:solidFill>
                  <a:srgbClr val="FF5C5C"/>
                </a:solidFill>
                <a:latin typeface="Calibri" pitchFamily="34" charset="0"/>
                <a:ea typeface="Calibri" pitchFamily="34" charset="-122"/>
                <a:cs typeface="Calibri" pitchFamily="34" charset="-120"/>
              </a:rPr>
              <a:t>§4.4 · QUIZ</a:t>
            </a:r>
            <a:endParaRPr lang="en-US" sz="900" dirty="0"/>
          </a:p>
        </p:txBody>
      </p:sp>
      <p:sp>
        <p:nvSpPr>
          <p:cNvPr id="3" name="Text 1"/>
          <p:cNvSpPr/>
          <p:nvPr/>
        </p:nvSpPr>
        <p:spPr>
          <a:xfrm>
            <a:off x="548640" y="822960"/>
            <a:ext cx="10515600" cy="640080"/>
          </a:xfrm>
          <a:prstGeom prst="rect">
            <a:avLst/>
          </a:prstGeom>
          <a:noFill/>
          <a:ln/>
        </p:spPr>
        <p:txBody>
          <a:bodyPr wrap="square" rtlCol="0" anchor="ctr"/>
          <a:lstStyle/>
          <a:p>
            <a:pPr marL="0" indent="0">
              <a:buNone/>
            </a:pPr>
            <a:r>
              <a:rPr lang="en-US" sz="2600" b="1" dirty="0">
                <a:solidFill>
                  <a:srgbClr val="1A1A2E"/>
                </a:solidFill>
                <a:latin typeface="Calibri" pitchFamily="34" charset="0"/>
                <a:ea typeface="Calibri" pitchFamily="34" charset="-122"/>
                <a:cs typeface="Calibri" pitchFamily="34" charset="-120"/>
              </a:rPr>
              <a:t>Mini-quiz de vocales</a:t>
            </a:r>
            <a:endParaRPr lang="en-US" sz="2600" dirty="0"/>
          </a:p>
        </p:txBody>
      </p:sp>
      <p:sp>
        <p:nvSpPr>
          <p:cNvPr id="4" name="Text 2"/>
          <p:cNvSpPr/>
          <p:nvPr/>
        </p:nvSpPr>
        <p:spPr>
          <a:xfrm>
            <a:off x="548640" y="1554480"/>
            <a:ext cx="10972800" cy="365760"/>
          </a:xfrm>
          <a:prstGeom prst="rect">
            <a:avLst/>
          </a:prstGeom>
          <a:noFill/>
          <a:ln/>
        </p:spPr>
        <p:txBody>
          <a:bodyPr wrap="square" rtlCol="0" anchor="ctr"/>
          <a:lstStyle/>
          <a:p>
            <a:pPr marL="0" indent="0">
              <a:buNone/>
            </a:pPr>
            <a:r>
              <a:rPr lang="en-US" sz="1300" i="1" dirty="0">
                <a:solidFill>
                  <a:srgbClr val="6B6B7C"/>
                </a:solidFill>
                <a:latin typeface="Calibri" pitchFamily="34" charset="0"/>
                <a:ea typeface="Calibri" pitchFamily="34" charset="-122"/>
                <a:cs typeface="Calibri" pitchFamily="34" charset="-120"/>
              </a:rPr>
              <a:t>Yo señalo, escribís la respuesta en el chat</a:t>
            </a:r>
            <a:endParaRPr lang="en-US" sz="1300" dirty="0"/>
          </a:p>
        </p:txBody>
      </p:sp>
      <p:sp>
        <p:nvSpPr>
          <p:cNvPr id="5" name="Shape 3"/>
          <p:cNvSpPr/>
          <p:nvPr/>
        </p:nvSpPr>
        <p:spPr>
          <a:xfrm>
            <a:off x="548640" y="2194560"/>
            <a:ext cx="5486400" cy="1524000"/>
          </a:xfrm>
          <a:prstGeom prst="roundRect">
            <a:avLst>
              <a:gd name="adj" fmla="val 6000"/>
            </a:avLst>
          </a:prstGeom>
          <a:solidFill>
            <a:srgbClr val="3D2EE8"/>
          </a:solidFill>
          <a:ln w="12700">
            <a:solidFill>
              <a:srgbClr val="3D2EE8"/>
            </a:solidFill>
            <a:prstDash val="solid"/>
          </a:ln>
        </p:spPr>
      </p:sp>
      <p:sp>
        <p:nvSpPr>
          <p:cNvPr id="6" name="Text 4"/>
          <p:cNvSpPr/>
          <p:nvPr/>
        </p:nvSpPr>
        <p:spPr>
          <a:xfrm>
            <a:off x="548640" y="2304288"/>
            <a:ext cx="5486400" cy="838200"/>
          </a:xfrm>
          <a:prstGeom prst="rect">
            <a:avLst/>
          </a:prstGeom>
          <a:noFill/>
          <a:ln/>
        </p:spPr>
        <p:txBody>
          <a:bodyPr wrap="square" rtlCol="0" anchor="ctr"/>
          <a:lstStyle/>
          <a:p>
            <a:pPr marL="0" indent="0" algn="ctr">
              <a:buNone/>
            </a:pPr>
            <a:r>
              <a:rPr lang="en-US" sz="3200" b="1" dirty="0">
                <a:solidFill>
                  <a:srgbClr val="FFFFFF"/>
                </a:solidFill>
                <a:latin typeface="Malgun Gothic" pitchFamily="34" charset="0"/>
                <a:ea typeface="Malgun Gothic" pitchFamily="34" charset="-122"/>
                <a:cs typeface="Malgun Gothic" pitchFamily="34" charset="-120"/>
              </a:rPr>
              <a:t>ㅏ</a:t>
            </a:r>
            <a:endParaRPr lang="en-US" sz="3200" dirty="0"/>
          </a:p>
        </p:txBody>
      </p:sp>
      <p:sp>
        <p:nvSpPr>
          <p:cNvPr id="7" name="Text 5"/>
          <p:cNvSpPr/>
          <p:nvPr/>
        </p:nvSpPr>
        <p:spPr>
          <a:xfrm>
            <a:off x="548640" y="3185160"/>
            <a:ext cx="5486400" cy="533400"/>
          </a:xfrm>
          <a:prstGeom prst="rect">
            <a:avLst/>
          </a:prstGeom>
          <a:noFill/>
          <a:ln/>
        </p:spPr>
        <p:txBody>
          <a:bodyPr wrap="square" rtlCol="0" anchor="t"/>
          <a:lstStyle/>
          <a:p>
            <a:pPr marL="0" indent="0" algn="ctr">
              <a:buNone/>
            </a:pPr>
            <a:r>
              <a:rPr lang="en-US" sz="1400" i="1" dirty="0">
                <a:solidFill>
                  <a:srgbClr val="FFFFFF"/>
                </a:solidFill>
                <a:latin typeface="Calibri" pitchFamily="34" charset="0"/>
                <a:ea typeface="Calibri" pitchFamily="34" charset="-122"/>
                <a:cs typeface="Calibri" pitchFamily="34" charset="-120"/>
              </a:rPr>
              <a:t>respuesta: a</a:t>
            </a:r>
            <a:endParaRPr lang="en-US" sz="1400" dirty="0"/>
          </a:p>
        </p:txBody>
      </p:sp>
      <p:sp>
        <p:nvSpPr>
          <p:cNvPr id="8" name="Shape 6"/>
          <p:cNvSpPr/>
          <p:nvPr/>
        </p:nvSpPr>
        <p:spPr>
          <a:xfrm>
            <a:off x="6153912" y="2194560"/>
            <a:ext cx="5486400" cy="1524000"/>
          </a:xfrm>
          <a:prstGeom prst="roundRect">
            <a:avLst>
              <a:gd name="adj" fmla="val 6000"/>
            </a:avLst>
          </a:prstGeom>
          <a:solidFill>
            <a:srgbClr val="FF5C5C"/>
          </a:solidFill>
          <a:ln w="12700">
            <a:solidFill>
              <a:srgbClr val="FF5C5C"/>
            </a:solidFill>
            <a:prstDash val="solid"/>
          </a:ln>
        </p:spPr>
      </p:sp>
      <p:sp>
        <p:nvSpPr>
          <p:cNvPr id="9" name="Text 7"/>
          <p:cNvSpPr/>
          <p:nvPr/>
        </p:nvSpPr>
        <p:spPr>
          <a:xfrm>
            <a:off x="6153912" y="2304288"/>
            <a:ext cx="5486400" cy="838200"/>
          </a:xfrm>
          <a:prstGeom prst="rect">
            <a:avLst/>
          </a:prstGeom>
          <a:noFill/>
          <a:ln/>
        </p:spPr>
        <p:txBody>
          <a:bodyPr wrap="square" rtlCol="0" anchor="ctr"/>
          <a:lstStyle/>
          <a:p>
            <a:pPr marL="0" indent="0" algn="ctr">
              <a:buNone/>
            </a:pPr>
            <a:r>
              <a:rPr lang="en-US" sz="3200" b="1" dirty="0">
                <a:solidFill>
                  <a:srgbClr val="FFFFFF"/>
                </a:solidFill>
                <a:latin typeface="Malgun Gothic" pitchFamily="34" charset="0"/>
                <a:ea typeface="Malgun Gothic" pitchFamily="34" charset="-122"/>
                <a:cs typeface="Malgun Gothic" pitchFamily="34" charset="-120"/>
              </a:rPr>
              <a:t>ㅓ</a:t>
            </a:r>
            <a:endParaRPr lang="en-US" sz="3200" dirty="0"/>
          </a:p>
        </p:txBody>
      </p:sp>
      <p:sp>
        <p:nvSpPr>
          <p:cNvPr id="10" name="Text 8"/>
          <p:cNvSpPr/>
          <p:nvPr/>
        </p:nvSpPr>
        <p:spPr>
          <a:xfrm>
            <a:off x="6153912" y="3185160"/>
            <a:ext cx="5486400" cy="533400"/>
          </a:xfrm>
          <a:prstGeom prst="rect">
            <a:avLst/>
          </a:prstGeom>
          <a:noFill/>
          <a:ln/>
        </p:spPr>
        <p:txBody>
          <a:bodyPr wrap="square" rtlCol="0" anchor="t"/>
          <a:lstStyle/>
          <a:p>
            <a:pPr marL="0" indent="0" algn="ctr">
              <a:buNone/>
            </a:pPr>
            <a:r>
              <a:rPr lang="en-US" sz="1400" i="1" dirty="0">
                <a:solidFill>
                  <a:srgbClr val="FFFFFF"/>
                </a:solidFill>
                <a:latin typeface="Calibri" pitchFamily="34" charset="0"/>
                <a:ea typeface="Calibri" pitchFamily="34" charset="-122"/>
                <a:cs typeface="Calibri" pitchFamily="34" charset="-120"/>
              </a:rPr>
              <a:t>respuesta: eo</a:t>
            </a:r>
            <a:endParaRPr lang="en-US" sz="1400" dirty="0"/>
          </a:p>
        </p:txBody>
      </p:sp>
      <p:sp>
        <p:nvSpPr>
          <p:cNvPr id="11" name="Shape 9"/>
          <p:cNvSpPr/>
          <p:nvPr/>
        </p:nvSpPr>
        <p:spPr>
          <a:xfrm>
            <a:off x="548640" y="3837432"/>
            <a:ext cx="5486400" cy="1524000"/>
          </a:xfrm>
          <a:prstGeom prst="roundRect">
            <a:avLst>
              <a:gd name="adj" fmla="val 6000"/>
            </a:avLst>
          </a:prstGeom>
          <a:solidFill>
            <a:srgbClr val="3D2EE8"/>
          </a:solidFill>
          <a:ln w="12700">
            <a:solidFill>
              <a:srgbClr val="3D2EE8"/>
            </a:solidFill>
            <a:prstDash val="solid"/>
          </a:ln>
        </p:spPr>
      </p:sp>
      <p:sp>
        <p:nvSpPr>
          <p:cNvPr id="12" name="Text 10"/>
          <p:cNvSpPr/>
          <p:nvPr/>
        </p:nvSpPr>
        <p:spPr>
          <a:xfrm>
            <a:off x="548640" y="3947160"/>
            <a:ext cx="5486400" cy="838200"/>
          </a:xfrm>
          <a:prstGeom prst="rect">
            <a:avLst/>
          </a:prstGeom>
          <a:noFill/>
          <a:ln/>
        </p:spPr>
        <p:txBody>
          <a:bodyPr wrap="square" rtlCol="0" anchor="ctr"/>
          <a:lstStyle/>
          <a:p>
            <a:pPr marL="0" indent="0" algn="ctr">
              <a:buNone/>
            </a:pPr>
            <a:r>
              <a:rPr lang="en-US" sz="3200" b="1" dirty="0">
                <a:solidFill>
                  <a:srgbClr val="FFFFFF"/>
                </a:solidFill>
                <a:latin typeface="Malgun Gothic" pitchFamily="34" charset="0"/>
                <a:ea typeface="Malgun Gothic" pitchFamily="34" charset="-122"/>
                <a:cs typeface="Malgun Gothic" pitchFamily="34" charset="-120"/>
              </a:rPr>
              <a:t>ㅗ</a:t>
            </a:r>
            <a:endParaRPr lang="en-US" sz="3200" dirty="0"/>
          </a:p>
        </p:txBody>
      </p:sp>
      <p:sp>
        <p:nvSpPr>
          <p:cNvPr id="13" name="Text 11"/>
          <p:cNvSpPr/>
          <p:nvPr/>
        </p:nvSpPr>
        <p:spPr>
          <a:xfrm>
            <a:off x="548640" y="4828032"/>
            <a:ext cx="5486400" cy="533400"/>
          </a:xfrm>
          <a:prstGeom prst="rect">
            <a:avLst/>
          </a:prstGeom>
          <a:noFill/>
          <a:ln/>
        </p:spPr>
        <p:txBody>
          <a:bodyPr wrap="square" rtlCol="0" anchor="t"/>
          <a:lstStyle/>
          <a:p>
            <a:pPr marL="0" indent="0" algn="ctr">
              <a:buNone/>
            </a:pPr>
            <a:r>
              <a:rPr lang="en-US" sz="1400" i="1" dirty="0">
                <a:solidFill>
                  <a:srgbClr val="FFFFFF"/>
                </a:solidFill>
                <a:latin typeface="Calibri" pitchFamily="34" charset="0"/>
                <a:ea typeface="Calibri" pitchFamily="34" charset="-122"/>
                <a:cs typeface="Calibri" pitchFamily="34" charset="-120"/>
              </a:rPr>
              <a:t>respuesta: o</a:t>
            </a:r>
            <a:endParaRPr lang="en-US" sz="1400" dirty="0"/>
          </a:p>
        </p:txBody>
      </p:sp>
      <p:sp>
        <p:nvSpPr>
          <p:cNvPr id="14" name="Shape 12"/>
          <p:cNvSpPr/>
          <p:nvPr/>
        </p:nvSpPr>
        <p:spPr>
          <a:xfrm>
            <a:off x="6153912" y="3837432"/>
            <a:ext cx="5486400" cy="1524000"/>
          </a:xfrm>
          <a:prstGeom prst="roundRect">
            <a:avLst>
              <a:gd name="adj" fmla="val 6000"/>
            </a:avLst>
          </a:prstGeom>
          <a:solidFill>
            <a:srgbClr val="FF5C5C"/>
          </a:solidFill>
          <a:ln w="12700">
            <a:solidFill>
              <a:srgbClr val="FF5C5C"/>
            </a:solidFill>
            <a:prstDash val="solid"/>
          </a:ln>
        </p:spPr>
      </p:sp>
      <p:sp>
        <p:nvSpPr>
          <p:cNvPr id="15" name="Text 13"/>
          <p:cNvSpPr/>
          <p:nvPr/>
        </p:nvSpPr>
        <p:spPr>
          <a:xfrm>
            <a:off x="6153912" y="3947160"/>
            <a:ext cx="5486400" cy="838200"/>
          </a:xfrm>
          <a:prstGeom prst="rect">
            <a:avLst/>
          </a:prstGeom>
          <a:noFill/>
          <a:ln/>
        </p:spPr>
        <p:txBody>
          <a:bodyPr wrap="square" rtlCol="0" anchor="ctr"/>
          <a:lstStyle/>
          <a:p>
            <a:pPr marL="0" indent="0" algn="ctr">
              <a:buNone/>
            </a:pPr>
            <a:r>
              <a:rPr lang="en-US" sz="3200" b="1" dirty="0">
                <a:solidFill>
                  <a:srgbClr val="FFFFFF"/>
                </a:solidFill>
                <a:latin typeface="Malgun Gothic" pitchFamily="34" charset="0"/>
                <a:ea typeface="Malgun Gothic" pitchFamily="34" charset="-122"/>
                <a:cs typeface="Malgun Gothic" pitchFamily="34" charset="-120"/>
              </a:rPr>
              <a:t>ㅜ</a:t>
            </a:r>
            <a:endParaRPr lang="en-US" sz="3200" dirty="0"/>
          </a:p>
        </p:txBody>
      </p:sp>
      <p:sp>
        <p:nvSpPr>
          <p:cNvPr id="16" name="Text 14"/>
          <p:cNvSpPr/>
          <p:nvPr/>
        </p:nvSpPr>
        <p:spPr>
          <a:xfrm>
            <a:off x="6153912" y="4828032"/>
            <a:ext cx="5486400" cy="533400"/>
          </a:xfrm>
          <a:prstGeom prst="rect">
            <a:avLst/>
          </a:prstGeom>
          <a:noFill/>
          <a:ln/>
        </p:spPr>
        <p:txBody>
          <a:bodyPr wrap="square" rtlCol="0" anchor="t"/>
          <a:lstStyle/>
          <a:p>
            <a:pPr marL="0" indent="0" algn="ctr">
              <a:buNone/>
            </a:pPr>
            <a:r>
              <a:rPr lang="en-US" sz="1400" i="1" dirty="0">
                <a:solidFill>
                  <a:srgbClr val="FFFFFF"/>
                </a:solidFill>
                <a:latin typeface="Calibri" pitchFamily="34" charset="0"/>
                <a:ea typeface="Calibri" pitchFamily="34" charset="-122"/>
                <a:cs typeface="Calibri" pitchFamily="34" charset="-120"/>
              </a:rPr>
              <a:t>respuesta: u</a:t>
            </a:r>
            <a:endParaRPr lang="en-US" sz="1400" dirty="0"/>
          </a:p>
        </p:txBody>
      </p:sp>
      <p:sp>
        <p:nvSpPr>
          <p:cNvPr id="17" name="Shape 15"/>
          <p:cNvSpPr/>
          <p:nvPr/>
        </p:nvSpPr>
        <p:spPr>
          <a:xfrm>
            <a:off x="548640" y="5480304"/>
            <a:ext cx="5486400" cy="1524000"/>
          </a:xfrm>
          <a:prstGeom prst="roundRect">
            <a:avLst>
              <a:gd name="adj" fmla="val 6000"/>
            </a:avLst>
          </a:prstGeom>
          <a:solidFill>
            <a:srgbClr val="3D2EE8"/>
          </a:solidFill>
          <a:ln w="12700">
            <a:solidFill>
              <a:srgbClr val="3D2EE8"/>
            </a:solidFill>
            <a:prstDash val="solid"/>
          </a:ln>
        </p:spPr>
      </p:sp>
      <p:sp>
        <p:nvSpPr>
          <p:cNvPr id="18" name="Text 16"/>
          <p:cNvSpPr/>
          <p:nvPr/>
        </p:nvSpPr>
        <p:spPr>
          <a:xfrm>
            <a:off x="548640" y="5590032"/>
            <a:ext cx="5486400" cy="838200"/>
          </a:xfrm>
          <a:prstGeom prst="rect">
            <a:avLst/>
          </a:prstGeom>
          <a:noFill/>
          <a:ln/>
        </p:spPr>
        <p:txBody>
          <a:bodyPr wrap="square" rtlCol="0" anchor="ctr"/>
          <a:lstStyle/>
          <a:p>
            <a:pPr marL="0" indent="0" algn="ctr">
              <a:buNone/>
            </a:pPr>
            <a:r>
              <a:rPr lang="en-US" sz="3200" b="1" dirty="0">
                <a:solidFill>
                  <a:srgbClr val="FFFFFF"/>
                </a:solidFill>
                <a:latin typeface="Malgun Gothic" pitchFamily="34" charset="0"/>
                <a:ea typeface="Malgun Gothic" pitchFamily="34" charset="-122"/>
                <a:cs typeface="Malgun Gothic" pitchFamily="34" charset="-120"/>
              </a:rPr>
              <a:t>ㅡ</a:t>
            </a:r>
            <a:endParaRPr lang="en-US" sz="3200" dirty="0"/>
          </a:p>
        </p:txBody>
      </p:sp>
      <p:sp>
        <p:nvSpPr>
          <p:cNvPr id="19" name="Text 17"/>
          <p:cNvSpPr/>
          <p:nvPr/>
        </p:nvSpPr>
        <p:spPr>
          <a:xfrm>
            <a:off x="548640" y="6470904"/>
            <a:ext cx="5486400" cy="533400"/>
          </a:xfrm>
          <a:prstGeom prst="rect">
            <a:avLst/>
          </a:prstGeom>
          <a:noFill/>
          <a:ln/>
        </p:spPr>
        <p:txBody>
          <a:bodyPr wrap="square" rtlCol="0" anchor="t"/>
          <a:lstStyle/>
          <a:p>
            <a:pPr marL="0" indent="0" algn="ctr">
              <a:buNone/>
            </a:pPr>
            <a:r>
              <a:rPr lang="en-US" sz="1400" i="1" dirty="0">
                <a:solidFill>
                  <a:srgbClr val="FFFFFF"/>
                </a:solidFill>
                <a:latin typeface="Calibri" pitchFamily="34" charset="0"/>
                <a:ea typeface="Calibri" pitchFamily="34" charset="-122"/>
                <a:cs typeface="Calibri" pitchFamily="34" charset="-120"/>
              </a:rPr>
              <a:t>respuesta: eu</a:t>
            </a:r>
            <a:endParaRPr lang="en-US" sz="1400" dirty="0"/>
          </a:p>
        </p:txBody>
      </p:sp>
      <p:sp>
        <p:nvSpPr>
          <p:cNvPr id="20" name="Shape 18"/>
          <p:cNvSpPr/>
          <p:nvPr/>
        </p:nvSpPr>
        <p:spPr>
          <a:xfrm>
            <a:off x="6153912" y="5480304"/>
            <a:ext cx="5486400" cy="1524000"/>
          </a:xfrm>
          <a:prstGeom prst="roundRect">
            <a:avLst>
              <a:gd name="adj" fmla="val 6000"/>
            </a:avLst>
          </a:prstGeom>
          <a:solidFill>
            <a:srgbClr val="FF5C5C"/>
          </a:solidFill>
          <a:ln w="12700">
            <a:solidFill>
              <a:srgbClr val="FF5C5C"/>
            </a:solidFill>
            <a:prstDash val="solid"/>
          </a:ln>
        </p:spPr>
      </p:sp>
      <p:sp>
        <p:nvSpPr>
          <p:cNvPr id="21" name="Text 19"/>
          <p:cNvSpPr/>
          <p:nvPr/>
        </p:nvSpPr>
        <p:spPr>
          <a:xfrm>
            <a:off x="6153912" y="5590032"/>
            <a:ext cx="5486400" cy="838200"/>
          </a:xfrm>
          <a:prstGeom prst="rect">
            <a:avLst/>
          </a:prstGeom>
          <a:noFill/>
          <a:ln/>
        </p:spPr>
        <p:txBody>
          <a:bodyPr wrap="square" rtlCol="0" anchor="ctr"/>
          <a:lstStyle/>
          <a:p>
            <a:pPr marL="0" indent="0" algn="ctr">
              <a:buNone/>
            </a:pPr>
            <a:r>
              <a:rPr lang="en-US" sz="3200" b="1" dirty="0">
                <a:solidFill>
                  <a:srgbClr val="FFFFFF"/>
                </a:solidFill>
                <a:latin typeface="Malgun Gothic" pitchFamily="34" charset="0"/>
                <a:ea typeface="Malgun Gothic" pitchFamily="34" charset="-122"/>
                <a:cs typeface="Malgun Gothic" pitchFamily="34" charset="-120"/>
              </a:rPr>
              <a:t>ㅣ</a:t>
            </a:r>
            <a:endParaRPr lang="en-US" sz="3200" dirty="0"/>
          </a:p>
        </p:txBody>
      </p:sp>
      <p:sp>
        <p:nvSpPr>
          <p:cNvPr id="22" name="Text 20"/>
          <p:cNvSpPr/>
          <p:nvPr/>
        </p:nvSpPr>
        <p:spPr>
          <a:xfrm>
            <a:off x="6153912" y="6470904"/>
            <a:ext cx="5486400" cy="533400"/>
          </a:xfrm>
          <a:prstGeom prst="rect">
            <a:avLst/>
          </a:prstGeom>
          <a:noFill/>
          <a:ln/>
        </p:spPr>
        <p:txBody>
          <a:bodyPr wrap="square" rtlCol="0" anchor="t"/>
          <a:lstStyle/>
          <a:p>
            <a:pPr marL="0" indent="0" algn="ctr">
              <a:buNone/>
            </a:pPr>
            <a:r>
              <a:rPr lang="en-US" sz="1400" i="1" dirty="0">
                <a:solidFill>
                  <a:srgbClr val="FFFFFF"/>
                </a:solidFill>
                <a:latin typeface="Calibri" pitchFamily="34" charset="0"/>
                <a:ea typeface="Calibri" pitchFamily="34" charset="-122"/>
                <a:cs typeface="Calibri" pitchFamily="34" charset="-120"/>
              </a:rPr>
              <a:t>respuesta: i</a:t>
            </a:r>
            <a:endParaRPr lang="en-US" sz="1400" dirty="0"/>
          </a:p>
        </p:txBody>
      </p:sp>
      <p:pic>
        <p:nvPicPr>
          <p:cNvPr id="24" name="Image 1" descr="/sessions/sleepy-zen-cray/mnt/outputs/deck_assets/sello_linea_v1_01.png"/>
          <p:cNvPicPr>
            <a:picLocks noChangeAspect="1"/>
          </p:cNvPicPr>
          <p:nvPr/>
        </p:nvPicPr>
        <p:blipFill>
          <a:blip r:embed="rId3"/>
          <a:stretch>
            <a:fillRect/>
          </a:stretch>
        </p:blipFill>
        <p:spPr>
          <a:xfrm>
            <a:off x="365760" y="6355080"/>
            <a:ext cx="411480" cy="411480"/>
          </a:xfrm>
          <a:prstGeom prst="rect">
            <a:avLst/>
          </a:prstGeom>
        </p:spPr>
      </p:pic>
      <p:sp>
        <p:nvSpPr>
          <p:cNvPr id="25" name="Text 21"/>
          <p:cNvSpPr/>
          <p:nvPr/>
        </p:nvSpPr>
        <p:spPr>
          <a:xfrm>
            <a:off x="914400" y="6492240"/>
            <a:ext cx="4572000" cy="228600"/>
          </a:xfrm>
          <a:prstGeom prst="rect">
            <a:avLst/>
          </a:prstGeom>
          <a:noFill/>
          <a:ln/>
        </p:spPr>
        <p:txBody>
          <a:bodyPr wrap="square" rtlCol="0" anchor="ctr"/>
          <a:lstStyle/>
          <a:p>
            <a:pPr marL="0" indent="0">
              <a:buNone/>
            </a:pPr>
            <a:r>
              <a:rPr lang="en-US" sz="800" b="1" dirty="0">
                <a:solidFill>
                  <a:srgbClr val="6B6B7C"/>
                </a:solidFill>
                <a:latin typeface="Calibri" pitchFamily="34" charset="0"/>
                <a:ea typeface="Calibri" pitchFamily="34" charset="-122"/>
                <a:cs typeface="Calibri" pitchFamily="34" charset="-120"/>
              </a:rPr>
              <a:t>ACADEMIA SEÚL  ·  MÉTODO CHINGU™</a:t>
            </a:r>
            <a:endParaRPr lang="en-US" sz="800" dirty="0"/>
          </a:p>
        </p:txBody>
      </p:sp>
      <p:sp>
        <p:nvSpPr>
          <p:cNvPr id="26" name="Text 22"/>
          <p:cNvSpPr/>
          <p:nvPr/>
        </p:nvSpPr>
        <p:spPr>
          <a:xfrm>
            <a:off x="7315200" y="6492240"/>
            <a:ext cx="4572000" cy="228600"/>
          </a:xfrm>
          <a:prstGeom prst="rect">
            <a:avLst/>
          </a:prstGeom>
          <a:noFill/>
          <a:ln/>
        </p:spPr>
        <p:txBody>
          <a:bodyPr wrap="square" rtlCol="0" anchor="ctr"/>
          <a:lstStyle/>
          <a:p>
            <a:pPr marL="0" indent="0" algn="r">
              <a:buNone/>
            </a:pPr>
            <a:r>
              <a:rPr lang="en-US" sz="800" b="1" dirty="0">
                <a:solidFill>
                  <a:srgbClr val="6B6B7C"/>
                </a:solidFill>
                <a:latin typeface="Calibri" pitchFamily="34" charset="0"/>
                <a:ea typeface="Calibri" pitchFamily="34" charset="-122"/>
                <a:cs typeface="Calibri" pitchFamily="34" charset="-120"/>
              </a:rPr>
              <a:t>SES 11  ·  TALLER</a:t>
            </a:r>
            <a:endParaRPr lang="en-US" sz="800" dirty="0"/>
          </a:p>
        </p:txBody>
      </p:sp>
      <p:pic>
        <p:nvPicPr>
          <p:cNvPr id="27" name="Image 0" descr="/sessions/sleepy-zen-cray/mnt/outputs/deck_assets/logo_var2_azul.png">
            <a:extLst>
              <a:ext uri="{FF2B5EF4-FFF2-40B4-BE49-F238E27FC236}">
                <a16:creationId xmlns:a16="http://schemas.microsoft.com/office/drawing/2014/main" id="{35491CC6-47E4-3958-4BA6-0E77D01A381B}"/>
              </a:ext>
            </a:extLst>
          </p:cNvPr>
          <p:cNvPicPr>
            <a:picLocks noChangeAspect="1"/>
          </p:cNvPicPr>
          <p:nvPr/>
        </p:nvPicPr>
        <p:blipFill>
          <a:blip r:embed="rId4"/>
          <a:stretch>
            <a:fillRect/>
          </a:stretch>
        </p:blipFill>
        <p:spPr>
          <a:xfrm>
            <a:off x="9778365" y="-760095"/>
            <a:ext cx="2571750" cy="2571750"/>
          </a:xfrm>
          <a:prstGeom prst="rect">
            <a:avLst/>
          </a:prstGeom>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86E340-E3AA-ABCA-43AC-58FF5F658963}"/>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5839E1C2-B632-D132-1052-E154AB7263CC}"/>
              </a:ext>
            </a:extLst>
          </p:cNvPr>
          <p:cNvSpPr/>
          <p:nvPr/>
        </p:nvSpPr>
        <p:spPr>
          <a:xfrm>
            <a:off x="457200" y="411480"/>
            <a:ext cx="10972800" cy="274320"/>
          </a:xfrm>
          <a:prstGeom prst="rect">
            <a:avLst/>
          </a:prstGeom>
          <a:noFill/>
          <a:ln/>
        </p:spPr>
        <p:txBody>
          <a:bodyPr wrap="square" lIns="0" tIns="0" rIns="0" bIns="0" rtlCol="0" anchor="ctr"/>
          <a:lstStyle/>
          <a:p>
            <a:pPr marL="0" indent="0">
              <a:buNone/>
            </a:pPr>
            <a:r>
              <a:rPr lang="en-US" sz="1100" b="1" kern="0" spc="500" dirty="0">
                <a:solidFill>
                  <a:srgbClr val="FE6768"/>
                </a:solidFill>
                <a:latin typeface="Calibri" pitchFamily="34" charset="0"/>
                <a:ea typeface="Calibri" pitchFamily="34" charset="-122"/>
                <a:cs typeface="Calibri" pitchFamily="34" charset="-120"/>
              </a:rPr>
              <a:t>§4.28 · REPASO</a:t>
            </a:r>
            <a:endParaRPr lang="en-US" sz="1100" dirty="0"/>
          </a:p>
        </p:txBody>
      </p:sp>
      <p:sp>
        <p:nvSpPr>
          <p:cNvPr id="3" name="Text 1">
            <a:extLst>
              <a:ext uri="{FF2B5EF4-FFF2-40B4-BE49-F238E27FC236}">
                <a16:creationId xmlns:a16="http://schemas.microsoft.com/office/drawing/2014/main" id="{40524EF0-EFE5-4C72-8F69-DCAD5D17497C}"/>
              </a:ext>
            </a:extLst>
          </p:cNvPr>
          <p:cNvSpPr/>
          <p:nvPr/>
        </p:nvSpPr>
        <p:spPr>
          <a:xfrm>
            <a:off x="457200" y="777240"/>
            <a:ext cx="10972800" cy="822960"/>
          </a:xfrm>
          <a:prstGeom prst="rect">
            <a:avLst/>
          </a:prstGeom>
          <a:noFill/>
          <a:ln/>
        </p:spPr>
        <p:txBody>
          <a:bodyPr wrap="square" lIns="0" tIns="0" rIns="0" bIns="0" rtlCol="0" anchor="ctr"/>
          <a:lstStyle/>
          <a:p>
            <a:pPr marL="0" indent="0">
              <a:buNone/>
            </a:pPr>
            <a:r>
              <a:rPr lang="en-US" sz="4000" b="1" dirty="0">
                <a:solidFill>
                  <a:srgbClr val="4036ED"/>
                </a:solidFill>
                <a:latin typeface="Calibri" pitchFamily="34" charset="0"/>
                <a:ea typeface="Calibri" pitchFamily="34" charset="-122"/>
                <a:cs typeface="Calibri" pitchFamily="34" charset="-120"/>
              </a:rPr>
              <a:t>Las 21 vocales</a:t>
            </a:r>
            <a:endParaRPr lang="en-US" sz="4000" dirty="0"/>
          </a:p>
        </p:txBody>
      </p:sp>
      <p:sp>
        <p:nvSpPr>
          <p:cNvPr id="4" name="Text 2">
            <a:extLst>
              <a:ext uri="{FF2B5EF4-FFF2-40B4-BE49-F238E27FC236}">
                <a16:creationId xmlns:a16="http://schemas.microsoft.com/office/drawing/2014/main" id="{8E9DF5A2-6B2C-44C4-56D9-E12EEF41963B}"/>
              </a:ext>
            </a:extLst>
          </p:cNvPr>
          <p:cNvSpPr/>
          <p:nvPr/>
        </p:nvSpPr>
        <p:spPr>
          <a:xfrm>
            <a:off x="457200" y="1691640"/>
            <a:ext cx="10972800" cy="457200"/>
          </a:xfrm>
          <a:prstGeom prst="rect">
            <a:avLst/>
          </a:prstGeom>
          <a:noFill/>
          <a:ln/>
        </p:spPr>
        <p:txBody>
          <a:bodyPr wrap="square" lIns="0" tIns="0" rIns="0" bIns="0" rtlCol="0" anchor="ctr"/>
          <a:lstStyle/>
          <a:p>
            <a:pPr marL="0" indent="0">
              <a:buNone/>
            </a:pPr>
            <a:r>
              <a:rPr lang="en-US" sz="1400" i="1" dirty="0">
                <a:solidFill>
                  <a:srgbClr val="4A4A55"/>
                </a:solidFill>
                <a:latin typeface="Calibri" pitchFamily="34" charset="0"/>
                <a:ea typeface="Calibri" pitchFamily="34" charset="-122"/>
                <a:cs typeface="Calibri" pitchFamily="34" charset="-120"/>
              </a:rPr>
              <a:t>Todo lo que aprendiste en el capítulo 1, en una sola página.</a:t>
            </a:r>
            <a:endParaRPr lang="en-US" sz="1400" dirty="0"/>
          </a:p>
        </p:txBody>
      </p:sp>
      <p:sp>
        <p:nvSpPr>
          <p:cNvPr id="5" name="Shape 3">
            <a:extLst>
              <a:ext uri="{FF2B5EF4-FFF2-40B4-BE49-F238E27FC236}">
                <a16:creationId xmlns:a16="http://schemas.microsoft.com/office/drawing/2014/main" id="{8E94598C-A78D-F570-1638-0E2D59404B00}"/>
              </a:ext>
            </a:extLst>
          </p:cNvPr>
          <p:cNvSpPr/>
          <p:nvPr/>
        </p:nvSpPr>
        <p:spPr>
          <a:xfrm>
            <a:off x="685800" y="2441448"/>
            <a:ext cx="10911535" cy="960120"/>
          </a:xfrm>
          <a:prstGeom prst="roundRect">
            <a:avLst>
              <a:gd name="adj" fmla="val 14286"/>
            </a:avLst>
          </a:prstGeom>
          <a:solidFill>
            <a:srgbClr val="FFE0E0"/>
          </a:solidFill>
          <a:ln w="15240">
            <a:solidFill>
              <a:srgbClr val="FE6768"/>
            </a:solidFill>
            <a:prstDash val="solid"/>
          </a:ln>
        </p:spPr>
      </p:sp>
      <p:sp>
        <p:nvSpPr>
          <p:cNvPr id="6" name="Text 4">
            <a:extLst>
              <a:ext uri="{FF2B5EF4-FFF2-40B4-BE49-F238E27FC236}">
                <a16:creationId xmlns:a16="http://schemas.microsoft.com/office/drawing/2014/main" id="{7661767F-9B94-4FAB-6DB3-3334BB9DBF45}"/>
              </a:ext>
            </a:extLst>
          </p:cNvPr>
          <p:cNvSpPr/>
          <p:nvPr/>
        </p:nvSpPr>
        <p:spPr>
          <a:xfrm>
            <a:off x="777240" y="2468880"/>
            <a:ext cx="2926080" cy="960120"/>
          </a:xfrm>
          <a:prstGeom prst="rect">
            <a:avLst/>
          </a:prstGeom>
          <a:noFill/>
          <a:ln/>
        </p:spPr>
        <p:txBody>
          <a:bodyPr wrap="square" lIns="0" tIns="0" rIns="0" bIns="0" rtlCol="0" anchor="ctr"/>
          <a:lstStyle/>
          <a:p>
            <a:pPr marL="0" indent="0">
              <a:buNone/>
            </a:pPr>
            <a:r>
              <a:rPr lang="en-US" sz="1100" b="1" kern="0" spc="300" dirty="0">
                <a:solidFill>
                  <a:srgbClr val="FE6768"/>
                </a:solidFill>
                <a:latin typeface="Calibri" pitchFamily="34" charset="0"/>
                <a:ea typeface="Calibri" pitchFamily="34" charset="-122"/>
                <a:cs typeface="Calibri" pitchFamily="34" charset="-120"/>
              </a:rPr>
              <a:t>FUNDAMENTALES (11)</a:t>
            </a:r>
            <a:endParaRPr lang="en-US" sz="1100" dirty="0"/>
          </a:p>
        </p:txBody>
      </p:sp>
      <p:sp>
        <p:nvSpPr>
          <p:cNvPr id="7" name="Text 5">
            <a:extLst>
              <a:ext uri="{FF2B5EF4-FFF2-40B4-BE49-F238E27FC236}">
                <a16:creationId xmlns:a16="http://schemas.microsoft.com/office/drawing/2014/main" id="{9C594F2B-0B19-E285-7C78-95F48F515702}"/>
              </a:ext>
            </a:extLst>
          </p:cNvPr>
          <p:cNvSpPr/>
          <p:nvPr/>
        </p:nvSpPr>
        <p:spPr>
          <a:xfrm>
            <a:off x="3566160" y="2468880"/>
            <a:ext cx="725950" cy="960120"/>
          </a:xfrm>
          <a:prstGeom prst="rect">
            <a:avLst/>
          </a:prstGeom>
          <a:noFill/>
          <a:ln/>
        </p:spPr>
        <p:txBody>
          <a:bodyPr wrap="square" lIns="0" tIns="0" rIns="0" bIns="0" rtlCol="0" anchor="ctr"/>
          <a:lstStyle/>
          <a:p>
            <a:pPr marL="0" indent="0" algn="ctr">
              <a:buNone/>
            </a:pPr>
            <a:r>
              <a:rPr lang="en-US" sz="2800" b="1" dirty="0">
                <a:solidFill>
                  <a:srgbClr val="FE6768"/>
                </a:solidFill>
                <a:latin typeface="Malgun Gothic" pitchFamily="34" charset="0"/>
                <a:ea typeface="Malgun Gothic" pitchFamily="34" charset="-122"/>
                <a:cs typeface="Malgun Gothic" pitchFamily="34" charset="-120"/>
              </a:rPr>
              <a:t>ㅏ</a:t>
            </a:r>
            <a:endParaRPr lang="en-US" sz="2800" dirty="0"/>
          </a:p>
        </p:txBody>
      </p:sp>
      <p:sp>
        <p:nvSpPr>
          <p:cNvPr id="8" name="Text 6">
            <a:extLst>
              <a:ext uri="{FF2B5EF4-FFF2-40B4-BE49-F238E27FC236}">
                <a16:creationId xmlns:a16="http://schemas.microsoft.com/office/drawing/2014/main" id="{E224941D-677A-1A24-26EB-CA0E2C5577FA}"/>
              </a:ext>
            </a:extLst>
          </p:cNvPr>
          <p:cNvSpPr/>
          <p:nvPr/>
        </p:nvSpPr>
        <p:spPr>
          <a:xfrm>
            <a:off x="4292110" y="2468880"/>
            <a:ext cx="725950" cy="960120"/>
          </a:xfrm>
          <a:prstGeom prst="rect">
            <a:avLst/>
          </a:prstGeom>
          <a:noFill/>
          <a:ln/>
        </p:spPr>
        <p:txBody>
          <a:bodyPr wrap="square" lIns="0" tIns="0" rIns="0" bIns="0" rtlCol="0" anchor="ctr"/>
          <a:lstStyle/>
          <a:p>
            <a:pPr marL="0" indent="0" algn="ctr">
              <a:buNone/>
            </a:pPr>
            <a:r>
              <a:rPr lang="en-US" sz="2800" b="1" dirty="0">
                <a:solidFill>
                  <a:srgbClr val="FE6768"/>
                </a:solidFill>
                <a:latin typeface="Malgun Gothic" pitchFamily="34" charset="0"/>
                <a:ea typeface="Malgun Gothic" pitchFamily="34" charset="-122"/>
                <a:cs typeface="Malgun Gothic" pitchFamily="34" charset="-120"/>
              </a:rPr>
              <a:t>ㅑ</a:t>
            </a:r>
            <a:endParaRPr lang="en-US" sz="2800" dirty="0"/>
          </a:p>
        </p:txBody>
      </p:sp>
      <p:sp>
        <p:nvSpPr>
          <p:cNvPr id="9" name="Text 7">
            <a:extLst>
              <a:ext uri="{FF2B5EF4-FFF2-40B4-BE49-F238E27FC236}">
                <a16:creationId xmlns:a16="http://schemas.microsoft.com/office/drawing/2014/main" id="{8AD2424B-F40D-B46C-87B5-E9DFD158D66A}"/>
              </a:ext>
            </a:extLst>
          </p:cNvPr>
          <p:cNvSpPr/>
          <p:nvPr/>
        </p:nvSpPr>
        <p:spPr>
          <a:xfrm>
            <a:off x="5018061" y="2468880"/>
            <a:ext cx="725950" cy="960120"/>
          </a:xfrm>
          <a:prstGeom prst="rect">
            <a:avLst/>
          </a:prstGeom>
          <a:noFill/>
          <a:ln/>
        </p:spPr>
        <p:txBody>
          <a:bodyPr wrap="square" lIns="0" tIns="0" rIns="0" bIns="0" rtlCol="0" anchor="ctr"/>
          <a:lstStyle/>
          <a:p>
            <a:pPr marL="0" indent="0" algn="ctr">
              <a:buNone/>
            </a:pPr>
            <a:r>
              <a:rPr lang="en-US" sz="2800" b="1" dirty="0">
                <a:solidFill>
                  <a:srgbClr val="FE6768"/>
                </a:solidFill>
                <a:latin typeface="Malgun Gothic" pitchFamily="34" charset="0"/>
                <a:ea typeface="Malgun Gothic" pitchFamily="34" charset="-122"/>
                <a:cs typeface="Malgun Gothic" pitchFamily="34" charset="-120"/>
              </a:rPr>
              <a:t>ㅓ</a:t>
            </a:r>
            <a:endParaRPr lang="en-US" sz="2800" dirty="0"/>
          </a:p>
        </p:txBody>
      </p:sp>
      <p:sp>
        <p:nvSpPr>
          <p:cNvPr id="10" name="Text 8">
            <a:extLst>
              <a:ext uri="{FF2B5EF4-FFF2-40B4-BE49-F238E27FC236}">
                <a16:creationId xmlns:a16="http://schemas.microsoft.com/office/drawing/2014/main" id="{FD957A6C-58D1-B645-F952-B8209F94B9AB}"/>
              </a:ext>
            </a:extLst>
          </p:cNvPr>
          <p:cNvSpPr/>
          <p:nvPr/>
        </p:nvSpPr>
        <p:spPr>
          <a:xfrm>
            <a:off x="5744011" y="2468880"/>
            <a:ext cx="725950" cy="960120"/>
          </a:xfrm>
          <a:prstGeom prst="rect">
            <a:avLst/>
          </a:prstGeom>
          <a:noFill/>
          <a:ln/>
        </p:spPr>
        <p:txBody>
          <a:bodyPr wrap="square" lIns="0" tIns="0" rIns="0" bIns="0" rtlCol="0" anchor="ctr"/>
          <a:lstStyle/>
          <a:p>
            <a:pPr marL="0" indent="0" algn="ctr">
              <a:buNone/>
            </a:pPr>
            <a:r>
              <a:rPr lang="en-US" sz="2800" b="1" dirty="0">
                <a:solidFill>
                  <a:srgbClr val="FE6768"/>
                </a:solidFill>
                <a:latin typeface="Malgun Gothic" pitchFamily="34" charset="0"/>
                <a:ea typeface="Malgun Gothic" pitchFamily="34" charset="-122"/>
                <a:cs typeface="Malgun Gothic" pitchFamily="34" charset="-120"/>
              </a:rPr>
              <a:t>ㅕ</a:t>
            </a:r>
            <a:endParaRPr lang="en-US" sz="2800" dirty="0"/>
          </a:p>
        </p:txBody>
      </p:sp>
      <p:sp>
        <p:nvSpPr>
          <p:cNvPr id="11" name="Text 9">
            <a:extLst>
              <a:ext uri="{FF2B5EF4-FFF2-40B4-BE49-F238E27FC236}">
                <a16:creationId xmlns:a16="http://schemas.microsoft.com/office/drawing/2014/main" id="{1B579E27-C75C-FB15-823F-50BE4E49B8E3}"/>
              </a:ext>
            </a:extLst>
          </p:cNvPr>
          <p:cNvSpPr/>
          <p:nvPr/>
        </p:nvSpPr>
        <p:spPr>
          <a:xfrm>
            <a:off x="6469962" y="2468880"/>
            <a:ext cx="725950" cy="960120"/>
          </a:xfrm>
          <a:prstGeom prst="rect">
            <a:avLst/>
          </a:prstGeom>
          <a:noFill/>
          <a:ln/>
        </p:spPr>
        <p:txBody>
          <a:bodyPr wrap="square" lIns="0" tIns="0" rIns="0" bIns="0" rtlCol="0" anchor="ctr"/>
          <a:lstStyle/>
          <a:p>
            <a:pPr marL="0" indent="0" algn="ctr">
              <a:buNone/>
            </a:pPr>
            <a:r>
              <a:rPr lang="en-US" sz="2800" b="1" dirty="0">
                <a:solidFill>
                  <a:srgbClr val="FE6768"/>
                </a:solidFill>
                <a:latin typeface="Malgun Gothic" pitchFamily="34" charset="0"/>
                <a:ea typeface="Malgun Gothic" pitchFamily="34" charset="-122"/>
                <a:cs typeface="Malgun Gothic" pitchFamily="34" charset="-120"/>
              </a:rPr>
              <a:t>ㅗ</a:t>
            </a:r>
            <a:endParaRPr lang="en-US" sz="2800" dirty="0"/>
          </a:p>
        </p:txBody>
      </p:sp>
      <p:sp>
        <p:nvSpPr>
          <p:cNvPr id="12" name="Text 10">
            <a:extLst>
              <a:ext uri="{FF2B5EF4-FFF2-40B4-BE49-F238E27FC236}">
                <a16:creationId xmlns:a16="http://schemas.microsoft.com/office/drawing/2014/main" id="{B7CF437A-C9A3-35CE-B11C-0971CBF33E77}"/>
              </a:ext>
            </a:extLst>
          </p:cNvPr>
          <p:cNvSpPr/>
          <p:nvPr/>
        </p:nvSpPr>
        <p:spPr>
          <a:xfrm>
            <a:off x="7195912" y="2468880"/>
            <a:ext cx="725950" cy="960120"/>
          </a:xfrm>
          <a:prstGeom prst="rect">
            <a:avLst/>
          </a:prstGeom>
          <a:noFill/>
          <a:ln/>
        </p:spPr>
        <p:txBody>
          <a:bodyPr wrap="square" lIns="0" tIns="0" rIns="0" bIns="0" rtlCol="0" anchor="ctr"/>
          <a:lstStyle/>
          <a:p>
            <a:pPr marL="0" indent="0" algn="ctr">
              <a:buNone/>
            </a:pPr>
            <a:r>
              <a:rPr lang="en-US" sz="2800" b="1" dirty="0">
                <a:solidFill>
                  <a:srgbClr val="FE6768"/>
                </a:solidFill>
                <a:latin typeface="Malgun Gothic" pitchFamily="34" charset="0"/>
                <a:ea typeface="Malgun Gothic" pitchFamily="34" charset="-122"/>
                <a:cs typeface="Malgun Gothic" pitchFamily="34" charset="-120"/>
              </a:rPr>
              <a:t>ㅛ</a:t>
            </a:r>
            <a:endParaRPr lang="en-US" sz="2800" dirty="0"/>
          </a:p>
        </p:txBody>
      </p:sp>
      <p:sp>
        <p:nvSpPr>
          <p:cNvPr id="13" name="Text 11">
            <a:extLst>
              <a:ext uri="{FF2B5EF4-FFF2-40B4-BE49-F238E27FC236}">
                <a16:creationId xmlns:a16="http://schemas.microsoft.com/office/drawing/2014/main" id="{973AB8C8-BED4-88AC-D149-C526D57F6788}"/>
              </a:ext>
            </a:extLst>
          </p:cNvPr>
          <p:cNvSpPr/>
          <p:nvPr/>
        </p:nvSpPr>
        <p:spPr>
          <a:xfrm>
            <a:off x="7921863" y="2468880"/>
            <a:ext cx="725950" cy="960120"/>
          </a:xfrm>
          <a:prstGeom prst="rect">
            <a:avLst/>
          </a:prstGeom>
          <a:noFill/>
          <a:ln/>
        </p:spPr>
        <p:txBody>
          <a:bodyPr wrap="square" lIns="0" tIns="0" rIns="0" bIns="0" rtlCol="0" anchor="ctr"/>
          <a:lstStyle/>
          <a:p>
            <a:pPr marL="0" indent="0" algn="ctr">
              <a:buNone/>
            </a:pPr>
            <a:r>
              <a:rPr lang="en-US" sz="2800" b="1" dirty="0">
                <a:solidFill>
                  <a:srgbClr val="FE6768"/>
                </a:solidFill>
                <a:latin typeface="Malgun Gothic" pitchFamily="34" charset="0"/>
                <a:ea typeface="Malgun Gothic" pitchFamily="34" charset="-122"/>
                <a:cs typeface="Malgun Gothic" pitchFamily="34" charset="-120"/>
              </a:rPr>
              <a:t>ㅜ</a:t>
            </a:r>
            <a:endParaRPr lang="en-US" sz="2800" dirty="0"/>
          </a:p>
        </p:txBody>
      </p:sp>
      <p:sp>
        <p:nvSpPr>
          <p:cNvPr id="14" name="Text 12">
            <a:extLst>
              <a:ext uri="{FF2B5EF4-FFF2-40B4-BE49-F238E27FC236}">
                <a16:creationId xmlns:a16="http://schemas.microsoft.com/office/drawing/2014/main" id="{E51AFA15-84A7-AD91-B76D-52BF89D988DF}"/>
              </a:ext>
            </a:extLst>
          </p:cNvPr>
          <p:cNvSpPr/>
          <p:nvPr/>
        </p:nvSpPr>
        <p:spPr>
          <a:xfrm>
            <a:off x="8647813" y="2468880"/>
            <a:ext cx="725950" cy="960120"/>
          </a:xfrm>
          <a:prstGeom prst="rect">
            <a:avLst/>
          </a:prstGeom>
          <a:noFill/>
          <a:ln/>
        </p:spPr>
        <p:txBody>
          <a:bodyPr wrap="square" lIns="0" tIns="0" rIns="0" bIns="0" rtlCol="0" anchor="ctr"/>
          <a:lstStyle/>
          <a:p>
            <a:pPr marL="0" indent="0" algn="ctr">
              <a:buNone/>
            </a:pPr>
            <a:r>
              <a:rPr lang="en-US" sz="2800" b="1" dirty="0">
                <a:solidFill>
                  <a:srgbClr val="FE6768"/>
                </a:solidFill>
                <a:latin typeface="Malgun Gothic" pitchFamily="34" charset="0"/>
                <a:ea typeface="Malgun Gothic" pitchFamily="34" charset="-122"/>
                <a:cs typeface="Malgun Gothic" pitchFamily="34" charset="-120"/>
              </a:rPr>
              <a:t>ㅠ</a:t>
            </a:r>
            <a:endParaRPr lang="en-US" sz="2800" dirty="0"/>
          </a:p>
        </p:txBody>
      </p:sp>
      <p:sp>
        <p:nvSpPr>
          <p:cNvPr id="15" name="Text 13">
            <a:extLst>
              <a:ext uri="{FF2B5EF4-FFF2-40B4-BE49-F238E27FC236}">
                <a16:creationId xmlns:a16="http://schemas.microsoft.com/office/drawing/2014/main" id="{87C65A44-1B73-DCE5-5593-0260DE5D451F}"/>
              </a:ext>
            </a:extLst>
          </p:cNvPr>
          <p:cNvSpPr/>
          <p:nvPr/>
        </p:nvSpPr>
        <p:spPr>
          <a:xfrm>
            <a:off x="9373764" y="2468880"/>
            <a:ext cx="725950" cy="960120"/>
          </a:xfrm>
          <a:prstGeom prst="rect">
            <a:avLst/>
          </a:prstGeom>
          <a:noFill/>
          <a:ln/>
        </p:spPr>
        <p:txBody>
          <a:bodyPr wrap="square" lIns="0" tIns="0" rIns="0" bIns="0" rtlCol="0" anchor="ctr"/>
          <a:lstStyle/>
          <a:p>
            <a:pPr marL="0" indent="0" algn="ctr">
              <a:buNone/>
            </a:pPr>
            <a:r>
              <a:rPr lang="en-US" sz="2800" b="1" dirty="0">
                <a:solidFill>
                  <a:srgbClr val="FE6768"/>
                </a:solidFill>
                <a:latin typeface="Malgun Gothic" pitchFamily="34" charset="0"/>
                <a:ea typeface="Malgun Gothic" pitchFamily="34" charset="-122"/>
                <a:cs typeface="Malgun Gothic" pitchFamily="34" charset="-120"/>
              </a:rPr>
              <a:t>ㅡ</a:t>
            </a:r>
            <a:endParaRPr lang="en-US" sz="2800" dirty="0"/>
          </a:p>
        </p:txBody>
      </p:sp>
      <p:sp>
        <p:nvSpPr>
          <p:cNvPr id="16" name="Text 14">
            <a:extLst>
              <a:ext uri="{FF2B5EF4-FFF2-40B4-BE49-F238E27FC236}">
                <a16:creationId xmlns:a16="http://schemas.microsoft.com/office/drawing/2014/main" id="{DF2D4520-AD69-32C4-E5C0-506743F19349}"/>
              </a:ext>
            </a:extLst>
          </p:cNvPr>
          <p:cNvSpPr/>
          <p:nvPr/>
        </p:nvSpPr>
        <p:spPr>
          <a:xfrm>
            <a:off x="10099714" y="2468880"/>
            <a:ext cx="725950" cy="960120"/>
          </a:xfrm>
          <a:prstGeom prst="rect">
            <a:avLst/>
          </a:prstGeom>
          <a:noFill/>
          <a:ln/>
        </p:spPr>
        <p:txBody>
          <a:bodyPr wrap="square" lIns="0" tIns="0" rIns="0" bIns="0" rtlCol="0" anchor="ctr"/>
          <a:lstStyle/>
          <a:p>
            <a:pPr marL="0" indent="0" algn="ctr">
              <a:buNone/>
            </a:pPr>
            <a:r>
              <a:rPr lang="en-US" sz="2800" b="1" dirty="0">
                <a:solidFill>
                  <a:srgbClr val="FE6768"/>
                </a:solidFill>
                <a:latin typeface="Malgun Gothic" pitchFamily="34" charset="0"/>
                <a:ea typeface="Malgun Gothic" pitchFamily="34" charset="-122"/>
                <a:cs typeface="Malgun Gothic" pitchFamily="34" charset="-120"/>
              </a:rPr>
              <a:t>ㅣ</a:t>
            </a:r>
            <a:endParaRPr lang="en-US" sz="2800" dirty="0"/>
          </a:p>
        </p:txBody>
      </p:sp>
      <p:sp>
        <p:nvSpPr>
          <p:cNvPr id="17" name="Text 15">
            <a:extLst>
              <a:ext uri="{FF2B5EF4-FFF2-40B4-BE49-F238E27FC236}">
                <a16:creationId xmlns:a16="http://schemas.microsoft.com/office/drawing/2014/main" id="{5A57DADC-F5FD-7A4C-57B8-FE8858B73E5A}"/>
              </a:ext>
            </a:extLst>
          </p:cNvPr>
          <p:cNvSpPr/>
          <p:nvPr/>
        </p:nvSpPr>
        <p:spPr>
          <a:xfrm>
            <a:off x="10825665" y="2468880"/>
            <a:ext cx="725950" cy="960120"/>
          </a:xfrm>
          <a:prstGeom prst="rect">
            <a:avLst/>
          </a:prstGeom>
          <a:noFill/>
          <a:ln/>
        </p:spPr>
        <p:txBody>
          <a:bodyPr wrap="square" lIns="0" tIns="0" rIns="0" bIns="0" rtlCol="0" anchor="ctr"/>
          <a:lstStyle/>
          <a:p>
            <a:pPr marL="0" indent="0" algn="ctr">
              <a:buNone/>
            </a:pPr>
            <a:r>
              <a:rPr lang="en-US" sz="2800" b="1" dirty="0">
                <a:solidFill>
                  <a:srgbClr val="FE6768"/>
                </a:solidFill>
                <a:latin typeface="Malgun Gothic" pitchFamily="34" charset="0"/>
                <a:ea typeface="Malgun Gothic" pitchFamily="34" charset="-122"/>
                <a:cs typeface="Malgun Gothic" pitchFamily="34" charset="-120"/>
              </a:rPr>
              <a:t>·</a:t>
            </a:r>
            <a:endParaRPr lang="en-US" sz="2800" dirty="0"/>
          </a:p>
        </p:txBody>
      </p:sp>
      <p:sp>
        <p:nvSpPr>
          <p:cNvPr id="18" name="Shape 16">
            <a:extLst>
              <a:ext uri="{FF2B5EF4-FFF2-40B4-BE49-F238E27FC236}">
                <a16:creationId xmlns:a16="http://schemas.microsoft.com/office/drawing/2014/main" id="{CE8114AE-7551-4140-53D8-79D8F5A98B8D}"/>
              </a:ext>
            </a:extLst>
          </p:cNvPr>
          <p:cNvSpPr/>
          <p:nvPr/>
        </p:nvSpPr>
        <p:spPr>
          <a:xfrm>
            <a:off x="640080" y="3520440"/>
            <a:ext cx="10911535" cy="960120"/>
          </a:xfrm>
          <a:prstGeom prst="roundRect">
            <a:avLst>
              <a:gd name="adj" fmla="val 14286"/>
            </a:avLst>
          </a:prstGeom>
          <a:solidFill>
            <a:srgbClr val="EDE8FF"/>
          </a:solidFill>
          <a:ln w="15240">
            <a:solidFill>
              <a:srgbClr val="A79BFF"/>
            </a:solidFill>
            <a:prstDash val="solid"/>
          </a:ln>
        </p:spPr>
      </p:sp>
      <p:sp>
        <p:nvSpPr>
          <p:cNvPr id="19" name="Text 17">
            <a:extLst>
              <a:ext uri="{FF2B5EF4-FFF2-40B4-BE49-F238E27FC236}">
                <a16:creationId xmlns:a16="http://schemas.microsoft.com/office/drawing/2014/main" id="{7D4F5629-B71A-C6A1-7C8F-08BB10ED5B1A}"/>
              </a:ext>
            </a:extLst>
          </p:cNvPr>
          <p:cNvSpPr/>
          <p:nvPr/>
        </p:nvSpPr>
        <p:spPr>
          <a:xfrm>
            <a:off x="777240" y="3520440"/>
            <a:ext cx="2926080" cy="960120"/>
          </a:xfrm>
          <a:prstGeom prst="rect">
            <a:avLst/>
          </a:prstGeom>
          <a:noFill/>
          <a:ln/>
        </p:spPr>
        <p:txBody>
          <a:bodyPr wrap="square" lIns="0" tIns="0" rIns="0" bIns="0" rtlCol="0" anchor="ctr"/>
          <a:lstStyle/>
          <a:p>
            <a:pPr marL="0" indent="0">
              <a:buNone/>
            </a:pPr>
            <a:r>
              <a:rPr lang="en-US" sz="1100" b="1" kern="0" spc="300" dirty="0">
                <a:solidFill>
                  <a:srgbClr val="A79BFF"/>
                </a:solidFill>
                <a:latin typeface="Calibri" pitchFamily="34" charset="0"/>
                <a:ea typeface="Calibri" pitchFamily="34" charset="-122"/>
                <a:cs typeface="Calibri" pitchFamily="34" charset="-120"/>
              </a:rPr>
              <a:t>COMBINADAS (10)</a:t>
            </a:r>
            <a:endParaRPr lang="en-US" sz="1100" dirty="0"/>
          </a:p>
        </p:txBody>
      </p:sp>
      <p:sp>
        <p:nvSpPr>
          <p:cNvPr id="20" name="Text 18">
            <a:extLst>
              <a:ext uri="{FF2B5EF4-FFF2-40B4-BE49-F238E27FC236}">
                <a16:creationId xmlns:a16="http://schemas.microsoft.com/office/drawing/2014/main" id="{C7026E9F-A4F1-5FF0-E39E-A4F3F3AB6A7A}"/>
              </a:ext>
            </a:extLst>
          </p:cNvPr>
          <p:cNvSpPr/>
          <p:nvPr/>
        </p:nvSpPr>
        <p:spPr>
          <a:xfrm>
            <a:off x="3566160" y="3520440"/>
            <a:ext cx="1140779" cy="960120"/>
          </a:xfrm>
          <a:prstGeom prst="rect">
            <a:avLst/>
          </a:prstGeom>
          <a:noFill/>
          <a:ln/>
        </p:spPr>
        <p:txBody>
          <a:bodyPr wrap="square" lIns="0" tIns="0" rIns="0" bIns="0" rtlCol="0" anchor="ctr"/>
          <a:lstStyle/>
          <a:p>
            <a:pPr marL="0" indent="0" algn="ctr">
              <a:buNone/>
            </a:pPr>
            <a:r>
              <a:rPr lang="en-US" sz="2800" b="1" dirty="0">
                <a:solidFill>
                  <a:srgbClr val="A79BFF"/>
                </a:solidFill>
                <a:latin typeface="Malgun Gothic" pitchFamily="34" charset="0"/>
                <a:ea typeface="Malgun Gothic" pitchFamily="34" charset="-122"/>
                <a:cs typeface="Malgun Gothic" pitchFamily="34" charset="-120"/>
              </a:rPr>
              <a:t>ㅐ</a:t>
            </a:r>
            <a:endParaRPr lang="en-US" sz="2800" dirty="0"/>
          </a:p>
        </p:txBody>
      </p:sp>
      <p:sp>
        <p:nvSpPr>
          <p:cNvPr id="21" name="Text 19">
            <a:extLst>
              <a:ext uri="{FF2B5EF4-FFF2-40B4-BE49-F238E27FC236}">
                <a16:creationId xmlns:a16="http://schemas.microsoft.com/office/drawing/2014/main" id="{768340F7-378C-0F7A-0B03-78FF387BA417}"/>
              </a:ext>
            </a:extLst>
          </p:cNvPr>
          <p:cNvSpPr/>
          <p:nvPr/>
        </p:nvSpPr>
        <p:spPr>
          <a:xfrm>
            <a:off x="4706939" y="3520440"/>
            <a:ext cx="1140779" cy="960120"/>
          </a:xfrm>
          <a:prstGeom prst="rect">
            <a:avLst/>
          </a:prstGeom>
          <a:noFill/>
          <a:ln/>
        </p:spPr>
        <p:txBody>
          <a:bodyPr wrap="square" lIns="0" tIns="0" rIns="0" bIns="0" rtlCol="0" anchor="ctr"/>
          <a:lstStyle/>
          <a:p>
            <a:pPr marL="0" indent="0" algn="ctr">
              <a:buNone/>
            </a:pPr>
            <a:r>
              <a:rPr lang="en-US" sz="2800" b="1" dirty="0">
                <a:solidFill>
                  <a:srgbClr val="A79BFF"/>
                </a:solidFill>
                <a:latin typeface="Malgun Gothic" pitchFamily="34" charset="0"/>
                <a:ea typeface="Malgun Gothic" pitchFamily="34" charset="-122"/>
                <a:cs typeface="Malgun Gothic" pitchFamily="34" charset="-120"/>
              </a:rPr>
              <a:t>ㅒ</a:t>
            </a:r>
            <a:endParaRPr lang="en-US" sz="2800" dirty="0"/>
          </a:p>
        </p:txBody>
      </p:sp>
      <p:sp>
        <p:nvSpPr>
          <p:cNvPr id="22" name="Text 20">
            <a:extLst>
              <a:ext uri="{FF2B5EF4-FFF2-40B4-BE49-F238E27FC236}">
                <a16:creationId xmlns:a16="http://schemas.microsoft.com/office/drawing/2014/main" id="{61C7DA97-8386-564B-DD09-904B5FC15DF6}"/>
              </a:ext>
            </a:extLst>
          </p:cNvPr>
          <p:cNvSpPr/>
          <p:nvPr/>
        </p:nvSpPr>
        <p:spPr>
          <a:xfrm>
            <a:off x="5847719" y="3520440"/>
            <a:ext cx="1140779" cy="960120"/>
          </a:xfrm>
          <a:prstGeom prst="rect">
            <a:avLst/>
          </a:prstGeom>
          <a:noFill/>
          <a:ln/>
        </p:spPr>
        <p:txBody>
          <a:bodyPr wrap="square" lIns="0" tIns="0" rIns="0" bIns="0" rtlCol="0" anchor="ctr"/>
          <a:lstStyle/>
          <a:p>
            <a:pPr marL="0" indent="0" algn="ctr">
              <a:buNone/>
            </a:pPr>
            <a:r>
              <a:rPr lang="en-US" sz="2800" b="1" dirty="0">
                <a:solidFill>
                  <a:srgbClr val="A79BFF"/>
                </a:solidFill>
                <a:latin typeface="Malgun Gothic" pitchFamily="34" charset="0"/>
                <a:ea typeface="Malgun Gothic" pitchFamily="34" charset="-122"/>
                <a:cs typeface="Malgun Gothic" pitchFamily="34" charset="-120"/>
              </a:rPr>
              <a:t>ㅔ</a:t>
            </a:r>
            <a:endParaRPr lang="en-US" sz="2800" dirty="0"/>
          </a:p>
        </p:txBody>
      </p:sp>
      <p:sp>
        <p:nvSpPr>
          <p:cNvPr id="23" name="Text 21">
            <a:extLst>
              <a:ext uri="{FF2B5EF4-FFF2-40B4-BE49-F238E27FC236}">
                <a16:creationId xmlns:a16="http://schemas.microsoft.com/office/drawing/2014/main" id="{DD00C788-3D19-7C01-6F83-12AE9A55CA8F}"/>
              </a:ext>
            </a:extLst>
          </p:cNvPr>
          <p:cNvSpPr/>
          <p:nvPr/>
        </p:nvSpPr>
        <p:spPr>
          <a:xfrm>
            <a:off x="6988498" y="3520440"/>
            <a:ext cx="1140779" cy="960120"/>
          </a:xfrm>
          <a:prstGeom prst="rect">
            <a:avLst/>
          </a:prstGeom>
          <a:noFill/>
          <a:ln/>
        </p:spPr>
        <p:txBody>
          <a:bodyPr wrap="square" lIns="0" tIns="0" rIns="0" bIns="0" rtlCol="0" anchor="ctr"/>
          <a:lstStyle/>
          <a:p>
            <a:pPr marL="0" indent="0" algn="ctr">
              <a:buNone/>
            </a:pPr>
            <a:r>
              <a:rPr lang="en-US" sz="2800" b="1" dirty="0">
                <a:solidFill>
                  <a:srgbClr val="A79BFF"/>
                </a:solidFill>
                <a:latin typeface="Malgun Gothic" pitchFamily="34" charset="0"/>
                <a:ea typeface="Malgun Gothic" pitchFamily="34" charset="-122"/>
                <a:cs typeface="Malgun Gothic" pitchFamily="34" charset="-120"/>
              </a:rPr>
              <a:t>ㅖ</a:t>
            </a:r>
            <a:endParaRPr lang="en-US" sz="2800" dirty="0"/>
          </a:p>
        </p:txBody>
      </p:sp>
      <p:sp>
        <p:nvSpPr>
          <p:cNvPr id="24" name="Text 22">
            <a:extLst>
              <a:ext uri="{FF2B5EF4-FFF2-40B4-BE49-F238E27FC236}">
                <a16:creationId xmlns:a16="http://schemas.microsoft.com/office/drawing/2014/main" id="{75FEC520-0E96-C1C5-3EB6-821F6BDD2BF2}"/>
              </a:ext>
            </a:extLst>
          </p:cNvPr>
          <p:cNvSpPr/>
          <p:nvPr/>
        </p:nvSpPr>
        <p:spPr>
          <a:xfrm>
            <a:off x="8129277" y="3520440"/>
            <a:ext cx="1140779" cy="960120"/>
          </a:xfrm>
          <a:prstGeom prst="rect">
            <a:avLst/>
          </a:prstGeom>
          <a:noFill/>
          <a:ln/>
        </p:spPr>
        <p:txBody>
          <a:bodyPr wrap="square" lIns="0" tIns="0" rIns="0" bIns="0" rtlCol="0" anchor="ctr"/>
          <a:lstStyle/>
          <a:p>
            <a:pPr marL="0" indent="0" algn="ctr">
              <a:buNone/>
            </a:pPr>
            <a:r>
              <a:rPr lang="en-US" sz="2800" b="1" dirty="0">
                <a:solidFill>
                  <a:srgbClr val="A79BFF"/>
                </a:solidFill>
                <a:latin typeface="Malgun Gothic" pitchFamily="34" charset="0"/>
                <a:ea typeface="Malgun Gothic" pitchFamily="34" charset="-122"/>
                <a:cs typeface="Malgun Gothic" pitchFamily="34" charset="-120"/>
              </a:rPr>
              <a:t>ㅚ</a:t>
            </a:r>
            <a:endParaRPr lang="en-US" sz="2800" dirty="0"/>
          </a:p>
        </p:txBody>
      </p:sp>
      <p:sp>
        <p:nvSpPr>
          <p:cNvPr id="25" name="Text 23">
            <a:extLst>
              <a:ext uri="{FF2B5EF4-FFF2-40B4-BE49-F238E27FC236}">
                <a16:creationId xmlns:a16="http://schemas.microsoft.com/office/drawing/2014/main" id="{FEF11570-E585-F5B0-6603-0E2AD4A7208C}"/>
              </a:ext>
            </a:extLst>
          </p:cNvPr>
          <p:cNvSpPr/>
          <p:nvPr/>
        </p:nvSpPr>
        <p:spPr>
          <a:xfrm>
            <a:off x="9270057" y="3520440"/>
            <a:ext cx="1140779" cy="960120"/>
          </a:xfrm>
          <a:prstGeom prst="rect">
            <a:avLst/>
          </a:prstGeom>
          <a:noFill/>
          <a:ln/>
        </p:spPr>
        <p:txBody>
          <a:bodyPr wrap="square" lIns="0" tIns="0" rIns="0" bIns="0" rtlCol="0" anchor="ctr"/>
          <a:lstStyle/>
          <a:p>
            <a:pPr marL="0" indent="0" algn="ctr">
              <a:buNone/>
            </a:pPr>
            <a:r>
              <a:rPr lang="en-US" sz="2800" b="1" dirty="0">
                <a:solidFill>
                  <a:srgbClr val="A79BFF"/>
                </a:solidFill>
                <a:latin typeface="Malgun Gothic" pitchFamily="34" charset="0"/>
                <a:ea typeface="Malgun Gothic" pitchFamily="34" charset="-122"/>
                <a:cs typeface="Malgun Gothic" pitchFamily="34" charset="-120"/>
              </a:rPr>
              <a:t>ㅟ</a:t>
            </a:r>
            <a:endParaRPr lang="en-US" sz="2800" dirty="0"/>
          </a:p>
        </p:txBody>
      </p:sp>
      <p:sp>
        <p:nvSpPr>
          <p:cNvPr id="26" name="Text 24">
            <a:extLst>
              <a:ext uri="{FF2B5EF4-FFF2-40B4-BE49-F238E27FC236}">
                <a16:creationId xmlns:a16="http://schemas.microsoft.com/office/drawing/2014/main" id="{D4A86513-27C3-BD81-CA30-CEF02090E97A}"/>
              </a:ext>
            </a:extLst>
          </p:cNvPr>
          <p:cNvSpPr/>
          <p:nvPr/>
        </p:nvSpPr>
        <p:spPr>
          <a:xfrm>
            <a:off x="10410836" y="3520440"/>
            <a:ext cx="1140779" cy="960120"/>
          </a:xfrm>
          <a:prstGeom prst="rect">
            <a:avLst/>
          </a:prstGeom>
          <a:noFill/>
          <a:ln/>
        </p:spPr>
        <p:txBody>
          <a:bodyPr wrap="square" lIns="0" tIns="0" rIns="0" bIns="0" rtlCol="0" anchor="ctr"/>
          <a:lstStyle/>
          <a:p>
            <a:pPr marL="0" indent="0" algn="ctr">
              <a:buNone/>
            </a:pPr>
            <a:r>
              <a:rPr lang="en-US" sz="2800" b="1" dirty="0">
                <a:solidFill>
                  <a:srgbClr val="A79BFF"/>
                </a:solidFill>
                <a:latin typeface="Malgun Gothic" pitchFamily="34" charset="0"/>
                <a:ea typeface="Malgun Gothic" pitchFamily="34" charset="-122"/>
                <a:cs typeface="Malgun Gothic" pitchFamily="34" charset="-120"/>
              </a:rPr>
              <a:t>ㅢ</a:t>
            </a:r>
            <a:endParaRPr lang="en-US" sz="2800" dirty="0"/>
          </a:p>
        </p:txBody>
      </p:sp>
      <p:sp>
        <p:nvSpPr>
          <p:cNvPr id="27" name="Shape 25">
            <a:extLst>
              <a:ext uri="{FF2B5EF4-FFF2-40B4-BE49-F238E27FC236}">
                <a16:creationId xmlns:a16="http://schemas.microsoft.com/office/drawing/2014/main" id="{305FD977-5E9B-7379-7B10-402AF47B3D5D}"/>
              </a:ext>
            </a:extLst>
          </p:cNvPr>
          <p:cNvSpPr/>
          <p:nvPr/>
        </p:nvSpPr>
        <p:spPr>
          <a:xfrm>
            <a:off x="640080" y="4572000"/>
            <a:ext cx="10911535" cy="960120"/>
          </a:xfrm>
          <a:prstGeom prst="roundRect">
            <a:avLst>
              <a:gd name="adj" fmla="val 14286"/>
            </a:avLst>
          </a:prstGeom>
          <a:solidFill>
            <a:srgbClr val="FFE0E0"/>
          </a:solidFill>
          <a:ln w="15240">
            <a:solidFill>
              <a:srgbClr val="FE6768"/>
            </a:solidFill>
            <a:prstDash val="solid"/>
          </a:ln>
        </p:spPr>
      </p:sp>
      <p:sp>
        <p:nvSpPr>
          <p:cNvPr id="28" name="Text 26">
            <a:extLst>
              <a:ext uri="{FF2B5EF4-FFF2-40B4-BE49-F238E27FC236}">
                <a16:creationId xmlns:a16="http://schemas.microsoft.com/office/drawing/2014/main" id="{B1FA4C90-8971-62B7-B527-BEB5DCD3B4EA}"/>
              </a:ext>
            </a:extLst>
          </p:cNvPr>
          <p:cNvSpPr/>
          <p:nvPr/>
        </p:nvSpPr>
        <p:spPr>
          <a:xfrm>
            <a:off x="777240" y="4572000"/>
            <a:ext cx="2926080" cy="960120"/>
          </a:xfrm>
          <a:prstGeom prst="rect">
            <a:avLst/>
          </a:prstGeom>
          <a:noFill/>
          <a:ln/>
        </p:spPr>
        <p:txBody>
          <a:bodyPr wrap="square" lIns="0" tIns="0" rIns="0" bIns="0" rtlCol="0" anchor="ctr"/>
          <a:lstStyle/>
          <a:p>
            <a:pPr marL="0" indent="0">
              <a:buNone/>
            </a:pPr>
            <a:r>
              <a:rPr lang="en-US" sz="1100" b="1" kern="0" spc="300" dirty="0">
                <a:solidFill>
                  <a:srgbClr val="FE6768"/>
                </a:solidFill>
                <a:latin typeface="Calibri" pitchFamily="34" charset="0"/>
                <a:ea typeface="Calibri" pitchFamily="34" charset="-122"/>
                <a:cs typeface="Calibri" pitchFamily="34" charset="-120"/>
              </a:rPr>
              <a:t>COMPUESTAS (4)</a:t>
            </a:r>
            <a:endParaRPr lang="en-US" sz="1100" dirty="0"/>
          </a:p>
        </p:txBody>
      </p:sp>
      <p:sp>
        <p:nvSpPr>
          <p:cNvPr id="29" name="Text 27">
            <a:extLst>
              <a:ext uri="{FF2B5EF4-FFF2-40B4-BE49-F238E27FC236}">
                <a16:creationId xmlns:a16="http://schemas.microsoft.com/office/drawing/2014/main" id="{218B6D68-C38F-9626-B580-6432A7C0760D}"/>
              </a:ext>
            </a:extLst>
          </p:cNvPr>
          <p:cNvSpPr/>
          <p:nvPr/>
        </p:nvSpPr>
        <p:spPr>
          <a:xfrm>
            <a:off x="3566160" y="4572000"/>
            <a:ext cx="1996364" cy="960120"/>
          </a:xfrm>
          <a:prstGeom prst="rect">
            <a:avLst/>
          </a:prstGeom>
          <a:noFill/>
          <a:ln/>
        </p:spPr>
        <p:txBody>
          <a:bodyPr wrap="square" lIns="0" tIns="0" rIns="0" bIns="0" rtlCol="0" anchor="ctr"/>
          <a:lstStyle/>
          <a:p>
            <a:pPr marL="0" indent="0" algn="ctr">
              <a:buNone/>
            </a:pPr>
            <a:r>
              <a:rPr lang="en-US" sz="2800" b="1" dirty="0">
                <a:solidFill>
                  <a:srgbClr val="FE6768"/>
                </a:solidFill>
                <a:latin typeface="Malgun Gothic" pitchFamily="34" charset="0"/>
                <a:ea typeface="Malgun Gothic" pitchFamily="34" charset="-122"/>
                <a:cs typeface="Malgun Gothic" pitchFamily="34" charset="-120"/>
              </a:rPr>
              <a:t>ㅘ</a:t>
            </a:r>
            <a:endParaRPr lang="en-US" sz="2800" dirty="0"/>
          </a:p>
        </p:txBody>
      </p:sp>
      <p:sp>
        <p:nvSpPr>
          <p:cNvPr id="30" name="Text 28">
            <a:extLst>
              <a:ext uri="{FF2B5EF4-FFF2-40B4-BE49-F238E27FC236}">
                <a16:creationId xmlns:a16="http://schemas.microsoft.com/office/drawing/2014/main" id="{565D7991-7F0E-E459-1343-D4F870C057E7}"/>
              </a:ext>
            </a:extLst>
          </p:cNvPr>
          <p:cNvSpPr/>
          <p:nvPr/>
        </p:nvSpPr>
        <p:spPr>
          <a:xfrm>
            <a:off x="5562524" y="4572000"/>
            <a:ext cx="1996364" cy="960120"/>
          </a:xfrm>
          <a:prstGeom prst="rect">
            <a:avLst/>
          </a:prstGeom>
          <a:noFill/>
          <a:ln/>
        </p:spPr>
        <p:txBody>
          <a:bodyPr wrap="square" lIns="0" tIns="0" rIns="0" bIns="0" rtlCol="0" anchor="ctr"/>
          <a:lstStyle/>
          <a:p>
            <a:pPr marL="0" indent="0" algn="ctr">
              <a:buNone/>
            </a:pPr>
            <a:r>
              <a:rPr lang="en-US" sz="2800" b="1" dirty="0">
                <a:solidFill>
                  <a:srgbClr val="FE6768"/>
                </a:solidFill>
                <a:latin typeface="Malgun Gothic" pitchFamily="34" charset="0"/>
                <a:ea typeface="Malgun Gothic" pitchFamily="34" charset="-122"/>
                <a:cs typeface="Malgun Gothic" pitchFamily="34" charset="-120"/>
              </a:rPr>
              <a:t>ㅝ</a:t>
            </a:r>
            <a:endParaRPr lang="en-US" sz="2800" dirty="0"/>
          </a:p>
        </p:txBody>
      </p:sp>
      <p:sp>
        <p:nvSpPr>
          <p:cNvPr id="31" name="Text 29">
            <a:extLst>
              <a:ext uri="{FF2B5EF4-FFF2-40B4-BE49-F238E27FC236}">
                <a16:creationId xmlns:a16="http://schemas.microsoft.com/office/drawing/2014/main" id="{BE86D63C-EC72-8AFF-1E0E-6AFF0653012F}"/>
              </a:ext>
            </a:extLst>
          </p:cNvPr>
          <p:cNvSpPr/>
          <p:nvPr/>
        </p:nvSpPr>
        <p:spPr>
          <a:xfrm>
            <a:off x="7558888" y="4572000"/>
            <a:ext cx="1996364" cy="960120"/>
          </a:xfrm>
          <a:prstGeom prst="rect">
            <a:avLst/>
          </a:prstGeom>
          <a:noFill/>
          <a:ln/>
        </p:spPr>
        <p:txBody>
          <a:bodyPr wrap="square" lIns="0" tIns="0" rIns="0" bIns="0" rtlCol="0" anchor="ctr"/>
          <a:lstStyle/>
          <a:p>
            <a:pPr marL="0" indent="0" algn="ctr">
              <a:buNone/>
            </a:pPr>
            <a:r>
              <a:rPr lang="en-US" sz="2800" b="1" dirty="0">
                <a:solidFill>
                  <a:srgbClr val="FE6768"/>
                </a:solidFill>
                <a:latin typeface="Malgun Gothic" pitchFamily="34" charset="0"/>
                <a:ea typeface="Malgun Gothic" pitchFamily="34" charset="-122"/>
                <a:cs typeface="Malgun Gothic" pitchFamily="34" charset="-120"/>
              </a:rPr>
              <a:t>ㅙ</a:t>
            </a:r>
            <a:endParaRPr lang="en-US" sz="2800" dirty="0"/>
          </a:p>
        </p:txBody>
      </p:sp>
      <p:sp>
        <p:nvSpPr>
          <p:cNvPr id="32" name="Text 30">
            <a:extLst>
              <a:ext uri="{FF2B5EF4-FFF2-40B4-BE49-F238E27FC236}">
                <a16:creationId xmlns:a16="http://schemas.microsoft.com/office/drawing/2014/main" id="{68EDEA95-5E8E-6CB2-0EB8-7D4832C99F47}"/>
              </a:ext>
            </a:extLst>
          </p:cNvPr>
          <p:cNvSpPr/>
          <p:nvPr/>
        </p:nvSpPr>
        <p:spPr>
          <a:xfrm>
            <a:off x="9555251" y="4572000"/>
            <a:ext cx="1996364" cy="960120"/>
          </a:xfrm>
          <a:prstGeom prst="rect">
            <a:avLst/>
          </a:prstGeom>
          <a:noFill/>
          <a:ln/>
        </p:spPr>
        <p:txBody>
          <a:bodyPr wrap="square" lIns="0" tIns="0" rIns="0" bIns="0" rtlCol="0" anchor="ctr"/>
          <a:lstStyle/>
          <a:p>
            <a:pPr marL="0" indent="0" algn="ctr">
              <a:buNone/>
            </a:pPr>
            <a:r>
              <a:rPr lang="en-US" sz="2800" b="1" dirty="0">
                <a:solidFill>
                  <a:srgbClr val="FE6768"/>
                </a:solidFill>
                <a:latin typeface="Malgun Gothic" pitchFamily="34" charset="0"/>
                <a:ea typeface="Malgun Gothic" pitchFamily="34" charset="-122"/>
                <a:cs typeface="Malgun Gothic" pitchFamily="34" charset="-120"/>
              </a:rPr>
              <a:t>ㅞ</a:t>
            </a:r>
            <a:endParaRPr lang="en-US" sz="2800" dirty="0"/>
          </a:p>
        </p:txBody>
      </p:sp>
      <p:sp>
        <p:nvSpPr>
          <p:cNvPr id="33" name="Text 31">
            <a:extLst>
              <a:ext uri="{FF2B5EF4-FFF2-40B4-BE49-F238E27FC236}">
                <a16:creationId xmlns:a16="http://schemas.microsoft.com/office/drawing/2014/main" id="{4E3669BA-CA64-6300-3372-F4B57C7DDBE2}"/>
              </a:ext>
            </a:extLst>
          </p:cNvPr>
          <p:cNvSpPr/>
          <p:nvPr/>
        </p:nvSpPr>
        <p:spPr>
          <a:xfrm>
            <a:off x="640080" y="5760720"/>
            <a:ext cx="10911535" cy="365760"/>
          </a:xfrm>
          <a:prstGeom prst="rect">
            <a:avLst/>
          </a:prstGeom>
          <a:noFill/>
          <a:ln/>
        </p:spPr>
        <p:txBody>
          <a:bodyPr wrap="square" lIns="0" tIns="0" rIns="0" bIns="0" rtlCol="0" anchor="ctr"/>
          <a:lstStyle/>
          <a:p>
            <a:pPr marL="0" indent="0" algn="ctr">
              <a:buNone/>
            </a:pPr>
            <a:r>
              <a:rPr lang="en-US" sz="1300" b="1" i="1" dirty="0">
                <a:solidFill>
                  <a:srgbClr val="4036ED"/>
                </a:solidFill>
                <a:latin typeface="Calibri" pitchFamily="34" charset="0"/>
                <a:ea typeface="Calibri" pitchFamily="34" charset="-122"/>
                <a:cs typeface="Calibri" pitchFamily="34" charset="-120"/>
              </a:rPr>
              <a:t>Total: 21 vocales coreanas — todas derivadas de · ㅡ ㅣ.</a:t>
            </a:r>
            <a:endParaRPr lang="en-US" sz="1300" dirty="0"/>
          </a:p>
        </p:txBody>
      </p:sp>
      <p:sp>
        <p:nvSpPr>
          <p:cNvPr id="35" name="Text 32">
            <a:extLst>
              <a:ext uri="{FF2B5EF4-FFF2-40B4-BE49-F238E27FC236}">
                <a16:creationId xmlns:a16="http://schemas.microsoft.com/office/drawing/2014/main" id="{02E1A177-A86E-2CD8-FCE8-615EBCA6527A}"/>
              </a:ext>
            </a:extLst>
          </p:cNvPr>
          <p:cNvSpPr/>
          <p:nvPr/>
        </p:nvSpPr>
        <p:spPr>
          <a:xfrm>
            <a:off x="365760" y="6446520"/>
            <a:ext cx="5486400" cy="228600"/>
          </a:xfrm>
          <a:prstGeom prst="rect">
            <a:avLst/>
          </a:prstGeom>
          <a:noFill/>
          <a:ln/>
        </p:spPr>
        <p:txBody>
          <a:bodyPr wrap="square" lIns="0" tIns="0" rIns="0" bIns="0" rtlCol="0" anchor="ctr"/>
          <a:lstStyle/>
          <a:p>
            <a:pPr marL="0" indent="0">
              <a:buNone/>
            </a:pPr>
            <a:r>
              <a:rPr lang="en-US" sz="800" kern="0" spc="300" dirty="0">
                <a:solidFill>
                  <a:srgbClr val="4A4A55"/>
                </a:solidFill>
                <a:latin typeface="Calibri" pitchFamily="34" charset="0"/>
                <a:ea typeface="Calibri" pitchFamily="34" charset="-122"/>
                <a:cs typeface="Calibri" pitchFamily="34" charset="-120"/>
              </a:rPr>
              <a:t>ACADEMIA SEÚL  ·  METHOD CHINGU™</a:t>
            </a:r>
            <a:endParaRPr lang="en-US" sz="800" dirty="0"/>
          </a:p>
        </p:txBody>
      </p:sp>
      <p:sp>
        <p:nvSpPr>
          <p:cNvPr id="36" name="Text 33">
            <a:extLst>
              <a:ext uri="{FF2B5EF4-FFF2-40B4-BE49-F238E27FC236}">
                <a16:creationId xmlns:a16="http://schemas.microsoft.com/office/drawing/2014/main" id="{802D41F0-6F2F-5C53-1135-188374C8C261}"/>
              </a:ext>
            </a:extLst>
          </p:cNvPr>
          <p:cNvSpPr/>
          <p:nvPr/>
        </p:nvSpPr>
        <p:spPr>
          <a:xfrm>
            <a:off x="11277295" y="6446520"/>
            <a:ext cx="548640" cy="228600"/>
          </a:xfrm>
          <a:prstGeom prst="rect">
            <a:avLst/>
          </a:prstGeom>
          <a:noFill/>
          <a:ln/>
        </p:spPr>
        <p:txBody>
          <a:bodyPr wrap="square" lIns="0" tIns="0" rIns="0" bIns="0" rtlCol="0" anchor="ctr"/>
          <a:lstStyle/>
          <a:p>
            <a:pPr marL="0" indent="0" algn="r">
              <a:buNone/>
            </a:pPr>
            <a:r>
              <a:rPr lang="en-US" sz="800" dirty="0">
                <a:solidFill>
                  <a:srgbClr val="4A4A55"/>
                </a:solidFill>
                <a:latin typeface="Calibri" pitchFamily="34" charset="0"/>
                <a:ea typeface="Calibri" pitchFamily="34" charset="-122"/>
                <a:cs typeface="Calibri" pitchFamily="34" charset="-120"/>
              </a:rPr>
              <a:t>120</a:t>
            </a:r>
            <a:endParaRPr lang="en-US" sz="800" dirty="0"/>
          </a:p>
        </p:txBody>
      </p:sp>
      <p:sp>
        <p:nvSpPr>
          <p:cNvPr id="37" name="TextBox 36">
            <a:extLst>
              <a:ext uri="{FF2B5EF4-FFF2-40B4-BE49-F238E27FC236}">
                <a16:creationId xmlns:a16="http://schemas.microsoft.com/office/drawing/2014/main" id="{85A63612-1C1A-DACF-10AE-F437740C114A}"/>
              </a:ext>
            </a:extLst>
          </p:cNvPr>
          <p:cNvSpPr txBox="1"/>
          <p:nvPr/>
        </p:nvSpPr>
        <p:spPr>
          <a:xfrm>
            <a:off x="3822803" y="3073660"/>
            <a:ext cx="295274" cy="369332"/>
          </a:xfrm>
          <a:prstGeom prst="rect">
            <a:avLst/>
          </a:prstGeom>
          <a:noFill/>
        </p:spPr>
        <p:txBody>
          <a:bodyPr wrap="none" rtlCol="0">
            <a:spAutoFit/>
          </a:bodyPr>
          <a:lstStyle/>
          <a:p>
            <a:r>
              <a:rPr lang="es-CL" dirty="0"/>
              <a:t>a</a:t>
            </a:r>
          </a:p>
        </p:txBody>
      </p:sp>
      <p:sp>
        <p:nvSpPr>
          <p:cNvPr id="38" name="TextBox 37">
            <a:extLst>
              <a:ext uri="{FF2B5EF4-FFF2-40B4-BE49-F238E27FC236}">
                <a16:creationId xmlns:a16="http://schemas.microsoft.com/office/drawing/2014/main" id="{E0AD0C07-5CFA-E6FD-6D12-90B8AD2019BE}"/>
              </a:ext>
            </a:extLst>
          </p:cNvPr>
          <p:cNvSpPr txBox="1"/>
          <p:nvPr/>
        </p:nvSpPr>
        <p:spPr>
          <a:xfrm>
            <a:off x="4518662" y="3080847"/>
            <a:ext cx="348172" cy="369332"/>
          </a:xfrm>
          <a:prstGeom prst="rect">
            <a:avLst/>
          </a:prstGeom>
          <a:noFill/>
        </p:spPr>
        <p:txBody>
          <a:bodyPr wrap="none" rtlCol="0">
            <a:spAutoFit/>
          </a:bodyPr>
          <a:lstStyle/>
          <a:p>
            <a:r>
              <a:rPr lang="es-CL" dirty="0" err="1"/>
              <a:t>ia</a:t>
            </a:r>
            <a:endParaRPr lang="es-CL" dirty="0"/>
          </a:p>
        </p:txBody>
      </p:sp>
      <p:sp>
        <p:nvSpPr>
          <p:cNvPr id="39" name="TextBox 38">
            <a:extLst>
              <a:ext uri="{FF2B5EF4-FFF2-40B4-BE49-F238E27FC236}">
                <a16:creationId xmlns:a16="http://schemas.microsoft.com/office/drawing/2014/main" id="{BA18A64A-1582-A3ED-9165-AA2805AE497F}"/>
              </a:ext>
            </a:extLst>
          </p:cNvPr>
          <p:cNvSpPr txBox="1"/>
          <p:nvPr/>
        </p:nvSpPr>
        <p:spPr>
          <a:xfrm>
            <a:off x="5206949" y="3057882"/>
            <a:ext cx="421910" cy="369332"/>
          </a:xfrm>
          <a:prstGeom prst="rect">
            <a:avLst/>
          </a:prstGeom>
          <a:noFill/>
        </p:spPr>
        <p:txBody>
          <a:bodyPr wrap="none" rtlCol="0">
            <a:spAutoFit/>
          </a:bodyPr>
          <a:lstStyle/>
          <a:p>
            <a:r>
              <a:rPr lang="es-CL" dirty="0" err="1"/>
              <a:t>eo</a:t>
            </a:r>
            <a:endParaRPr lang="es-CL" dirty="0"/>
          </a:p>
        </p:txBody>
      </p:sp>
      <p:sp>
        <p:nvSpPr>
          <p:cNvPr id="40" name="TextBox 39">
            <a:extLst>
              <a:ext uri="{FF2B5EF4-FFF2-40B4-BE49-F238E27FC236}">
                <a16:creationId xmlns:a16="http://schemas.microsoft.com/office/drawing/2014/main" id="{5926684A-7570-372E-685C-2ADFC7BBBD55}"/>
              </a:ext>
            </a:extLst>
          </p:cNvPr>
          <p:cNvSpPr txBox="1"/>
          <p:nvPr/>
        </p:nvSpPr>
        <p:spPr>
          <a:xfrm>
            <a:off x="5943298" y="3051354"/>
            <a:ext cx="474810" cy="369332"/>
          </a:xfrm>
          <a:prstGeom prst="rect">
            <a:avLst/>
          </a:prstGeom>
          <a:noFill/>
        </p:spPr>
        <p:txBody>
          <a:bodyPr wrap="none" rtlCol="0">
            <a:spAutoFit/>
          </a:bodyPr>
          <a:lstStyle/>
          <a:p>
            <a:r>
              <a:rPr lang="es-CL" dirty="0" err="1"/>
              <a:t>ieo</a:t>
            </a:r>
            <a:endParaRPr lang="es-CL" dirty="0"/>
          </a:p>
        </p:txBody>
      </p:sp>
      <p:sp>
        <p:nvSpPr>
          <p:cNvPr id="41" name="TextBox 40">
            <a:extLst>
              <a:ext uri="{FF2B5EF4-FFF2-40B4-BE49-F238E27FC236}">
                <a16:creationId xmlns:a16="http://schemas.microsoft.com/office/drawing/2014/main" id="{5BE6F6FF-7F19-459E-E9AC-E6AB98A614FE}"/>
              </a:ext>
            </a:extLst>
          </p:cNvPr>
          <p:cNvSpPr txBox="1"/>
          <p:nvPr/>
        </p:nvSpPr>
        <p:spPr>
          <a:xfrm>
            <a:off x="6702764" y="3006327"/>
            <a:ext cx="306494" cy="369332"/>
          </a:xfrm>
          <a:prstGeom prst="rect">
            <a:avLst/>
          </a:prstGeom>
          <a:noFill/>
        </p:spPr>
        <p:txBody>
          <a:bodyPr wrap="none" rtlCol="0">
            <a:spAutoFit/>
          </a:bodyPr>
          <a:lstStyle/>
          <a:p>
            <a:r>
              <a:rPr lang="es-CL" dirty="0"/>
              <a:t>o</a:t>
            </a:r>
          </a:p>
        </p:txBody>
      </p:sp>
      <p:sp>
        <p:nvSpPr>
          <p:cNvPr id="42" name="TextBox 41">
            <a:extLst>
              <a:ext uri="{FF2B5EF4-FFF2-40B4-BE49-F238E27FC236}">
                <a16:creationId xmlns:a16="http://schemas.microsoft.com/office/drawing/2014/main" id="{1F68AC85-4D01-4E95-7D49-27B78BAA005E}"/>
              </a:ext>
            </a:extLst>
          </p:cNvPr>
          <p:cNvSpPr txBox="1"/>
          <p:nvPr/>
        </p:nvSpPr>
        <p:spPr>
          <a:xfrm>
            <a:off x="7354889" y="3015734"/>
            <a:ext cx="407997" cy="369332"/>
          </a:xfrm>
          <a:prstGeom prst="rect">
            <a:avLst/>
          </a:prstGeom>
          <a:noFill/>
        </p:spPr>
        <p:txBody>
          <a:bodyPr wrap="none" rtlCol="0">
            <a:spAutoFit/>
          </a:bodyPr>
          <a:lstStyle/>
          <a:p>
            <a:r>
              <a:rPr lang="es-CL" dirty="0"/>
              <a:t>yo</a:t>
            </a:r>
          </a:p>
        </p:txBody>
      </p:sp>
      <p:sp>
        <p:nvSpPr>
          <p:cNvPr id="43" name="TextBox 42">
            <a:extLst>
              <a:ext uri="{FF2B5EF4-FFF2-40B4-BE49-F238E27FC236}">
                <a16:creationId xmlns:a16="http://schemas.microsoft.com/office/drawing/2014/main" id="{1DEDB9F1-0633-9C27-1558-3D4ECA85DAD1}"/>
              </a:ext>
            </a:extLst>
          </p:cNvPr>
          <p:cNvSpPr txBox="1"/>
          <p:nvPr/>
        </p:nvSpPr>
        <p:spPr>
          <a:xfrm>
            <a:off x="8149073" y="3045059"/>
            <a:ext cx="306494" cy="369332"/>
          </a:xfrm>
          <a:prstGeom prst="rect">
            <a:avLst/>
          </a:prstGeom>
          <a:noFill/>
        </p:spPr>
        <p:txBody>
          <a:bodyPr wrap="none" rtlCol="0">
            <a:spAutoFit/>
          </a:bodyPr>
          <a:lstStyle/>
          <a:p>
            <a:r>
              <a:rPr lang="es-CL" dirty="0"/>
              <a:t>u</a:t>
            </a:r>
          </a:p>
        </p:txBody>
      </p:sp>
      <p:sp>
        <p:nvSpPr>
          <p:cNvPr id="44" name="TextBox 43">
            <a:extLst>
              <a:ext uri="{FF2B5EF4-FFF2-40B4-BE49-F238E27FC236}">
                <a16:creationId xmlns:a16="http://schemas.microsoft.com/office/drawing/2014/main" id="{66A634B9-D451-8554-C919-C804DEEEEA33}"/>
              </a:ext>
            </a:extLst>
          </p:cNvPr>
          <p:cNvSpPr txBox="1"/>
          <p:nvPr/>
        </p:nvSpPr>
        <p:spPr>
          <a:xfrm>
            <a:off x="8840059" y="3036808"/>
            <a:ext cx="359394" cy="369332"/>
          </a:xfrm>
          <a:prstGeom prst="rect">
            <a:avLst/>
          </a:prstGeom>
          <a:noFill/>
        </p:spPr>
        <p:txBody>
          <a:bodyPr wrap="none" rtlCol="0">
            <a:spAutoFit/>
          </a:bodyPr>
          <a:lstStyle/>
          <a:p>
            <a:r>
              <a:rPr lang="es-CL" dirty="0" err="1"/>
              <a:t>iu</a:t>
            </a:r>
            <a:endParaRPr lang="es-CL" dirty="0"/>
          </a:p>
        </p:txBody>
      </p:sp>
      <p:sp>
        <p:nvSpPr>
          <p:cNvPr id="45" name="TextBox 44">
            <a:extLst>
              <a:ext uri="{FF2B5EF4-FFF2-40B4-BE49-F238E27FC236}">
                <a16:creationId xmlns:a16="http://schemas.microsoft.com/office/drawing/2014/main" id="{3062CC77-C878-656F-B25B-A816AA33CAAE}"/>
              </a:ext>
            </a:extLst>
          </p:cNvPr>
          <p:cNvSpPr txBox="1"/>
          <p:nvPr/>
        </p:nvSpPr>
        <p:spPr>
          <a:xfrm>
            <a:off x="9525784" y="3027557"/>
            <a:ext cx="421910" cy="369332"/>
          </a:xfrm>
          <a:prstGeom prst="rect">
            <a:avLst/>
          </a:prstGeom>
          <a:noFill/>
        </p:spPr>
        <p:txBody>
          <a:bodyPr wrap="none" rtlCol="0">
            <a:spAutoFit/>
          </a:bodyPr>
          <a:lstStyle/>
          <a:p>
            <a:r>
              <a:rPr lang="es-CL" dirty="0" err="1"/>
              <a:t>eu</a:t>
            </a:r>
            <a:endParaRPr lang="es-CL" dirty="0"/>
          </a:p>
        </p:txBody>
      </p:sp>
      <p:sp>
        <p:nvSpPr>
          <p:cNvPr id="46" name="TextBox 45">
            <a:extLst>
              <a:ext uri="{FF2B5EF4-FFF2-40B4-BE49-F238E27FC236}">
                <a16:creationId xmlns:a16="http://schemas.microsoft.com/office/drawing/2014/main" id="{73C5050E-4C90-05E6-FFB8-9DAABC10F9A6}"/>
              </a:ext>
            </a:extLst>
          </p:cNvPr>
          <p:cNvSpPr txBox="1"/>
          <p:nvPr/>
        </p:nvSpPr>
        <p:spPr>
          <a:xfrm>
            <a:off x="10343906" y="3059668"/>
            <a:ext cx="237566" cy="369332"/>
          </a:xfrm>
          <a:prstGeom prst="rect">
            <a:avLst/>
          </a:prstGeom>
          <a:noFill/>
        </p:spPr>
        <p:txBody>
          <a:bodyPr wrap="none" rtlCol="0">
            <a:spAutoFit/>
          </a:bodyPr>
          <a:lstStyle/>
          <a:p>
            <a:r>
              <a:rPr lang="es-CL" dirty="0"/>
              <a:t>i</a:t>
            </a:r>
          </a:p>
        </p:txBody>
      </p:sp>
      <p:sp>
        <p:nvSpPr>
          <p:cNvPr id="47" name="TextBox 46">
            <a:extLst>
              <a:ext uri="{FF2B5EF4-FFF2-40B4-BE49-F238E27FC236}">
                <a16:creationId xmlns:a16="http://schemas.microsoft.com/office/drawing/2014/main" id="{2FE1D9A9-5A8D-C17C-3BE3-3998920753ED}"/>
              </a:ext>
            </a:extLst>
          </p:cNvPr>
          <p:cNvSpPr txBox="1"/>
          <p:nvPr/>
        </p:nvSpPr>
        <p:spPr>
          <a:xfrm>
            <a:off x="4017766" y="4086582"/>
            <a:ext cx="300082" cy="369332"/>
          </a:xfrm>
          <a:prstGeom prst="rect">
            <a:avLst/>
          </a:prstGeom>
          <a:noFill/>
        </p:spPr>
        <p:txBody>
          <a:bodyPr wrap="none" rtlCol="0">
            <a:spAutoFit/>
          </a:bodyPr>
          <a:lstStyle/>
          <a:p>
            <a:r>
              <a:rPr lang="es-CL" dirty="0"/>
              <a:t>e</a:t>
            </a:r>
          </a:p>
        </p:txBody>
      </p:sp>
      <p:sp>
        <p:nvSpPr>
          <p:cNvPr id="48" name="TextBox 47">
            <a:extLst>
              <a:ext uri="{FF2B5EF4-FFF2-40B4-BE49-F238E27FC236}">
                <a16:creationId xmlns:a16="http://schemas.microsoft.com/office/drawing/2014/main" id="{48F51F26-D68C-A029-8FDF-AC40D96CD8AE}"/>
              </a:ext>
            </a:extLst>
          </p:cNvPr>
          <p:cNvSpPr txBox="1"/>
          <p:nvPr/>
        </p:nvSpPr>
        <p:spPr>
          <a:xfrm>
            <a:off x="5171426" y="4131302"/>
            <a:ext cx="401457" cy="369332"/>
          </a:xfrm>
          <a:prstGeom prst="rect">
            <a:avLst/>
          </a:prstGeom>
          <a:noFill/>
        </p:spPr>
        <p:txBody>
          <a:bodyPr wrap="none" rtlCol="0">
            <a:spAutoFit/>
          </a:bodyPr>
          <a:lstStyle/>
          <a:p>
            <a:r>
              <a:rPr lang="es-CL" dirty="0"/>
              <a:t>ye</a:t>
            </a:r>
          </a:p>
        </p:txBody>
      </p:sp>
      <p:sp>
        <p:nvSpPr>
          <p:cNvPr id="49" name="TextBox 48">
            <a:extLst>
              <a:ext uri="{FF2B5EF4-FFF2-40B4-BE49-F238E27FC236}">
                <a16:creationId xmlns:a16="http://schemas.microsoft.com/office/drawing/2014/main" id="{8ECC3CAC-C48D-2194-CD6A-F907FDB7FF66}"/>
              </a:ext>
            </a:extLst>
          </p:cNvPr>
          <p:cNvSpPr txBox="1"/>
          <p:nvPr/>
        </p:nvSpPr>
        <p:spPr>
          <a:xfrm>
            <a:off x="7404305" y="4086582"/>
            <a:ext cx="401457" cy="369332"/>
          </a:xfrm>
          <a:prstGeom prst="rect">
            <a:avLst/>
          </a:prstGeom>
          <a:noFill/>
        </p:spPr>
        <p:txBody>
          <a:bodyPr wrap="none" rtlCol="0">
            <a:spAutoFit/>
          </a:bodyPr>
          <a:lstStyle/>
          <a:p>
            <a:r>
              <a:rPr lang="es-CL" dirty="0"/>
              <a:t>ye</a:t>
            </a:r>
          </a:p>
        </p:txBody>
      </p:sp>
      <p:sp>
        <p:nvSpPr>
          <p:cNvPr id="50" name="TextBox 49">
            <a:extLst>
              <a:ext uri="{FF2B5EF4-FFF2-40B4-BE49-F238E27FC236}">
                <a16:creationId xmlns:a16="http://schemas.microsoft.com/office/drawing/2014/main" id="{5244AC1B-DF65-D003-BC79-A69486E8420E}"/>
              </a:ext>
            </a:extLst>
          </p:cNvPr>
          <p:cNvSpPr txBox="1"/>
          <p:nvPr/>
        </p:nvSpPr>
        <p:spPr>
          <a:xfrm>
            <a:off x="6286701" y="4111228"/>
            <a:ext cx="300082" cy="369332"/>
          </a:xfrm>
          <a:prstGeom prst="rect">
            <a:avLst/>
          </a:prstGeom>
          <a:noFill/>
        </p:spPr>
        <p:txBody>
          <a:bodyPr wrap="none" rtlCol="0">
            <a:spAutoFit/>
          </a:bodyPr>
          <a:lstStyle/>
          <a:p>
            <a:r>
              <a:rPr lang="es-CL" dirty="0"/>
              <a:t>e</a:t>
            </a:r>
          </a:p>
        </p:txBody>
      </p:sp>
      <p:sp>
        <p:nvSpPr>
          <p:cNvPr id="51" name="TextBox 50">
            <a:extLst>
              <a:ext uri="{FF2B5EF4-FFF2-40B4-BE49-F238E27FC236}">
                <a16:creationId xmlns:a16="http://schemas.microsoft.com/office/drawing/2014/main" id="{35DE9E7F-24D5-78C7-1416-0972AF0CB299}"/>
              </a:ext>
            </a:extLst>
          </p:cNvPr>
          <p:cNvSpPr txBox="1"/>
          <p:nvPr/>
        </p:nvSpPr>
        <p:spPr>
          <a:xfrm>
            <a:off x="8434852" y="4111228"/>
            <a:ext cx="584904" cy="369332"/>
          </a:xfrm>
          <a:prstGeom prst="rect">
            <a:avLst/>
          </a:prstGeom>
          <a:noFill/>
        </p:spPr>
        <p:txBody>
          <a:bodyPr wrap="none" rtlCol="0">
            <a:spAutoFit/>
          </a:bodyPr>
          <a:lstStyle/>
          <a:p>
            <a:r>
              <a:rPr lang="es-CL" u="sng" dirty="0" err="1"/>
              <a:t>woe</a:t>
            </a:r>
            <a:endParaRPr lang="es-CL" u="sng" dirty="0"/>
          </a:p>
        </p:txBody>
      </p:sp>
      <p:sp>
        <p:nvSpPr>
          <p:cNvPr id="52" name="TextBox 51">
            <a:extLst>
              <a:ext uri="{FF2B5EF4-FFF2-40B4-BE49-F238E27FC236}">
                <a16:creationId xmlns:a16="http://schemas.microsoft.com/office/drawing/2014/main" id="{D136F41B-C9EE-1236-3042-542B51081CA7}"/>
              </a:ext>
            </a:extLst>
          </p:cNvPr>
          <p:cNvSpPr txBox="1"/>
          <p:nvPr/>
        </p:nvSpPr>
        <p:spPr>
          <a:xfrm>
            <a:off x="9593571" y="4139092"/>
            <a:ext cx="524503" cy="369332"/>
          </a:xfrm>
          <a:prstGeom prst="rect">
            <a:avLst/>
          </a:prstGeom>
          <a:noFill/>
        </p:spPr>
        <p:txBody>
          <a:bodyPr wrap="none" rtlCol="0">
            <a:spAutoFit/>
          </a:bodyPr>
          <a:lstStyle/>
          <a:p>
            <a:r>
              <a:rPr lang="es-CL" u="sng" dirty="0" err="1"/>
              <a:t>wui</a:t>
            </a:r>
            <a:endParaRPr lang="es-CL" u="sng" dirty="0"/>
          </a:p>
        </p:txBody>
      </p:sp>
      <p:sp>
        <p:nvSpPr>
          <p:cNvPr id="53" name="TextBox 52">
            <a:extLst>
              <a:ext uri="{FF2B5EF4-FFF2-40B4-BE49-F238E27FC236}">
                <a16:creationId xmlns:a16="http://schemas.microsoft.com/office/drawing/2014/main" id="{25A8704C-858F-3970-BD63-F9CB2486FBFB}"/>
              </a:ext>
            </a:extLst>
          </p:cNvPr>
          <p:cNvSpPr txBox="1"/>
          <p:nvPr/>
        </p:nvSpPr>
        <p:spPr>
          <a:xfrm>
            <a:off x="10758156" y="4086582"/>
            <a:ext cx="474810" cy="369332"/>
          </a:xfrm>
          <a:prstGeom prst="rect">
            <a:avLst/>
          </a:prstGeom>
          <a:noFill/>
        </p:spPr>
        <p:txBody>
          <a:bodyPr wrap="none" rtlCol="0">
            <a:spAutoFit/>
          </a:bodyPr>
          <a:lstStyle/>
          <a:p>
            <a:r>
              <a:rPr lang="es-CL" u="sng" dirty="0" err="1"/>
              <a:t>eui</a:t>
            </a:r>
            <a:endParaRPr lang="es-CL" u="sng" dirty="0"/>
          </a:p>
        </p:txBody>
      </p:sp>
      <p:sp>
        <p:nvSpPr>
          <p:cNvPr id="54" name="TextBox 53">
            <a:extLst>
              <a:ext uri="{FF2B5EF4-FFF2-40B4-BE49-F238E27FC236}">
                <a16:creationId xmlns:a16="http://schemas.microsoft.com/office/drawing/2014/main" id="{0470042E-C6CD-95FA-61A2-150812F5B8B4}"/>
              </a:ext>
            </a:extLst>
          </p:cNvPr>
          <p:cNvSpPr txBox="1"/>
          <p:nvPr/>
        </p:nvSpPr>
        <p:spPr>
          <a:xfrm>
            <a:off x="4317848" y="5182862"/>
            <a:ext cx="580095" cy="369332"/>
          </a:xfrm>
          <a:prstGeom prst="rect">
            <a:avLst/>
          </a:prstGeom>
          <a:noFill/>
        </p:spPr>
        <p:txBody>
          <a:bodyPr wrap="none" rtlCol="0">
            <a:spAutoFit/>
          </a:bodyPr>
          <a:lstStyle/>
          <a:p>
            <a:r>
              <a:rPr lang="es-CL" u="sng" dirty="0" err="1"/>
              <a:t>woa</a:t>
            </a:r>
            <a:endParaRPr lang="es-CL" u="sng" dirty="0"/>
          </a:p>
        </p:txBody>
      </p:sp>
      <p:sp>
        <p:nvSpPr>
          <p:cNvPr id="55" name="TextBox 54">
            <a:extLst>
              <a:ext uri="{FF2B5EF4-FFF2-40B4-BE49-F238E27FC236}">
                <a16:creationId xmlns:a16="http://schemas.microsoft.com/office/drawing/2014/main" id="{090BA9D2-CB21-C3B3-9F5B-04A066FA2CBE}"/>
              </a:ext>
            </a:extLst>
          </p:cNvPr>
          <p:cNvSpPr txBox="1"/>
          <p:nvPr/>
        </p:nvSpPr>
        <p:spPr>
          <a:xfrm>
            <a:off x="6290067" y="5157216"/>
            <a:ext cx="593432" cy="369332"/>
          </a:xfrm>
          <a:prstGeom prst="rect">
            <a:avLst/>
          </a:prstGeom>
          <a:noFill/>
        </p:spPr>
        <p:txBody>
          <a:bodyPr wrap="square" rtlCol="0">
            <a:spAutoFit/>
          </a:bodyPr>
          <a:lstStyle/>
          <a:p>
            <a:r>
              <a:rPr lang="es-CL" u="sng" dirty="0" err="1"/>
              <a:t>wuo</a:t>
            </a:r>
            <a:endParaRPr lang="es-CL" u="sng" dirty="0"/>
          </a:p>
        </p:txBody>
      </p:sp>
      <p:sp>
        <p:nvSpPr>
          <p:cNvPr id="56" name="TextBox 55">
            <a:extLst>
              <a:ext uri="{FF2B5EF4-FFF2-40B4-BE49-F238E27FC236}">
                <a16:creationId xmlns:a16="http://schemas.microsoft.com/office/drawing/2014/main" id="{FC1930EA-9F6E-FCFD-683C-08BFADF27D6E}"/>
              </a:ext>
            </a:extLst>
          </p:cNvPr>
          <p:cNvSpPr txBox="1"/>
          <p:nvPr/>
        </p:nvSpPr>
        <p:spPr>
          <a:xfrm>
            <a:off x="8327409" y="5172333"/>
            <a:ext cx="593432" cy="369332"/>
          </a:xfrm>
          <a:prstGeom prst="rect">
            <a:avLst/>
          </a:prstGeom>
          <a:noFill/>
        </p:spPr>
        <p:txBody>
          <a:bodyPr wrap="square" rtlCol="0">
            <a:spAutoFit/>
          </a:bodyPr>
          <a:lstStyle/>
          <a:p>
            <a:r>
              <a:rPr lang="es-CL" u="sng" dirty="0" err="1"/>
              <a:t>woe</a:t>
            </a:r>
            <a:endParaRPr lang="es-CL" u="sng" dirty="0"/>
          </a:p>
        </p:txBody>
      </p:sp>
      <p:sp>
        <p:nvSpPr>
          <p:cNvPr id="57" name="TextBox 56">
            <a:extLst>
              <a:ext uri="{FF2B5EF4-FFF2-40B4-BE49-F238E27FC236}">
                <a16:creationId xmlns:a16="http://schemas.microsoft.com/office/drawing/2014/main" id="{F2402F50-3314-8989-1801-2DE6B3A0231C}"/>
              </a:ext>
            </a:extLst>
          </p:cNvPr>
          <p:cNvSpPr txBox="1"/>
          <p:nvPr/>
        </p:nvSpPr>
        <p:spPr>
          <a:xfrm>
            <a:off x="10342258" y="5132231"/>
            <a:ext cx="593432" cy="369332"/>
          </a:xfrm>
          <a:prstGeom prst="rect">
            <a:avLst/>
          </a:prstGeom>
          <a:noFill/>
        </p:spPr>
        <p:txBody>
          <a:bodyPr wrap="square" rtlCol="0">
            <a:spAutoFit/>
          </a:bodyPr>
          <a:lstStyle/>
          <a:p>
            <a:r>
              <a:rPr lang="es-CL" u="sng" dirty="0" err="1"/>
              <a:t>wue</a:t>
            </a:r>
            <a:endParaRPr lang="es-CL" u="sng" dirty="0"/>
          </a:p>
        </p:txBody>
      </p:sp>
      <p:pic>
        <p:nvPicPr>
          <p:cNvPr id="58" name="Image 0" descr="/sessions/sleepy-zen-cray/mnt/outputs/deck_assets/logo_var2_azul.png">
            <a:extLst>
              <a:ext uri="{FF2B5EF4-FFF2-40B4-BE49-F238E27FC236}">
                <a16:creationId xmlns:a16="http://schemas.microsoft.com/office/drawing/2014/main" id="{0377AB7D-1804-5FFC-AB34-1FD56A757E8A}"/>
              </a:ext>
            </a:extLst>
          </p:cNvPr>
          <p:cNvPicPr>
            <a:picLocks noChangeAspect="1"/>
          </p:cNvPicPr>
          <p:nvPr/>
        </p:nvPicPr>
        <p:blipFill>
          <a:blip r:embed="rId3"/>
          <a:stretch>
            <a:fillRect/>
          </a:stretch>
        </p:blipFill>
        <p:spPr>
          <a:xfrm>
            <a:off x="9778365" y="-760095"/>
            <a:ext cx="2571750" cy="2571750"/>
          </a:xfrm>
          <a:prstGeom prst="rect">
            <a:avLst/>
          </a:prstGeom>
        </p:spPr>
      </p:pic>
    </p:spTree>
    <p:extLst>
      <p:ext uri="{BB962C8B-B14F-4D97-AF65-F5344CB8AC3E}">
        <p14:creationId xmlns:p14="http://schemas.microsoft.com/office/powerpoint/2010/main" val="249477617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57200" y="411480"/>
            <a:ext cx="10972800" cy="274320"/>
          </a:xfrm>
          <a:prstGeom prst="rect">
            <a:avLst/>
          </a:prstGeom>
          <a:noFill/>
          <a:ln/>
        </p:spPr>
        <p:txBody>
          <a:bodyPr wrap="square" lIns="0" tIns="0" rIns="0" bIns="0" rtlCol="0" anchor="ctr"/>
          <a:lstStyle/>
          <a:p>
            <a:pPr marL="0" indent="0">
              <a:buNone/>
            </a:pPr>
            <a:r>
              <a:rPr lang="en-US" sz="1100" b="1" kern="0" spc="500" dirty="0">
                <a:solidFill>
                  <a:srgbClr val="FE6768"/>
                </a:solidFill>
                <a:latin typeface="Calibri" pitchFamily="34" charset="0"/>
                <a:ea typeface="Calibri" pitchFamily="34" charset="-122"/>
                <a:cs typeface="Calibri" pitchFamily="34" charset="-120"/>
              </a:rPr>
              <a:t>§2.8</a:t>
            </a:r>
            <a:endParaRPr lang="en-US" sz="1100" dirty="0"/>
          </a:p>
        </p:txBody>
      </p:sp>
      <p:sp>
        <p:nvSpPr>
          <p:cNvPr id="3" name="Text 1"/>
          <p:cNvSpPr/>
          <p:nvPr/>
        </p:nvSpPr>
        <p:spPr>
          <a:xfrm>
            <a:off x="457200" y="777240"/>
            <a:ext cx="10972800" cy="822960"/>
          </a:xfrm>
          <a:prstGeom prst="rect">
            <a:avLst/>
          </a:prstGeom>
          <a:noFill/>
          <a:ln/>
        </p:spPr>
        <p:txBody>
          <a:bodyPr wrap="square" lIns="0" tIns="0" rIns="0" bIns="0" rtlCol="0" anchor="ctr"/>
          <a:lstStyle/>
          <a:p>
            <a:pPr marL="0" indent="0">
              <a:buNone/>
            </a:pPr>
            <a:r>
              <a:rPr lang="en-US" sz="4000" b="1" dirty="0">
                <a:solidFill>
                  <a:srgbClr val="4036ED"/>
                </a:solidFill>
                <a:latin typeface="Calibri" pitchFamily="34" charset="0"/>
                <a:ea typeface="Calibri" pitchFamily="34" charset="-122"/>
                <a:cs typeface="Calibri" pitchFamily="34" charset="-120"/>
              </a:rPr>
              <a:t>Las 19 consonantes</a:t>
            </a:r>
            <a:endParaRPr lang="en-US" sz="4000" dirty="0"/>
          </a:p>
        </p:txBody>
      </p:sp>
      <p:sp>
        <p:nvSpPr>
          <p:cNvPr id="4" name="Text 2"/>
          <p:cNvSpPr/>
          <p:nvPr/>
        </p:nvSpPr>
        <p:spPr>
          <a:xfrm>
            <a:off x="457200" y="1691640"/>
            <a:ext cx="10972800" cy="457200"/>
          </a:xfrm>
          <a:prstGeom prst="rect">
            <a:avLst/>
          </a:prstGeom>
          <a:noFill/>
          <a:ln/>
        </p:spPr>
        <p:txBody>
          <a:bodyPr wrap="square" lIns="0" tIns="0" rIns="0" bIns="0" rtlCol="0" anchor="ctr"/>
          <a:lstStyle/>
          <a:p>
            <a:pPr marL="0" indent="0">
              <a:buNone/>
            </a:pPr>
            <a:r>
              <a:rPr lang="en-US" sz="1400" i="1" dirty="0">
                <a:solidFill>
                  <a:srgbClr val="4A4A55"/>
                </a:solidFill>
                <a:latin typeface="Calibri" pitchFamily="34" charset="0"/>
                <a:ea typeface="Calibri" pitchFamily="34" charset="-122"/>
                <a:cs typeface="Calibri" pitchFamily="34" charset="-120"/>
              </a:rPr>
              <a:t>14 básicas / aspiradas  +  5 dobles  =  el sistema completo.</a:t>
            </a:r>
            <a:endParaRPr lang="en-US" sz="1400" dirty="0"/>
          </a:p>
        </p:txBody>
      </p:sp>
      <p:sp>
        <p:nvSpPr>
          <p:cNvPr id="5" name="Shape 3"/>
          <p:cNvSpPr/>
          <p:nvPr/>
        </p:nvSpPr>
        <p:spPr>
          <a:xfrm>
            <a:off x="640080" y="2468880"/>
            <a:ext cx="10911535" cy="685800"/>
          </a:xfrm>
          <a:prstGeom prst="roundRect">
            <a:avLst>
              <a:gd name="adj" fmla="val 16000"/>
            </a:avLst>
          </a:prstGeom>
          <a:solidFill>
            <a:srgbClr val="F6F6F6"/>
          </a:solidFill>
          <a:ln w="19050">
            <a:solidFill>
              <a:srgbClr val="4036ED"/>
            </a:solidFill>
            <a:prstDash val="solid"/>
          </a:ln>
        </p:spPr>
      </p:sp>
      <p:sp>
        <p:nvSpPr>
          <p:cNvPr id="6" name="Text 4"/>
          <p:cNvSpPr/>
          <p:nvPr/>
        </p:nvSpPr>
        <p:spPr>
          <a:xfrm>
            <a:off x="822960" y="2468880"/>
            <a:ext cx="2743200" cy="685800"/>
          </a:xfrm>
          <a:prstGeom prst="rect">
            <a:avLst/>
          </a:prstGeom>
          <a:noFill/>
          <a:ln/>
        </p:spPr>
        <p:txBody>
          <a:bodyPr wrap="square" lIns="0" tIns="0" rIns="0" bIns="0" rtlCol="0" anchor="ctr"/>
          <a:lstStyle/>
          <a:p>
            <a:pPr marL="0" indent="0">
              <a:buNone/>
            </a:pPr>
            <a:r>
              <a:rPr lang="en-US" sz="1200" b="1" kern="0" spc="300" dirty="0">
                <a:solidFill>
                  <a:srgbClr val="4036ED"/>
                </a:solidFill>
                <a:latin typeface="Calibri" pitchFamily="34" charset="0"/>
                <a:ea typeface="Calibri" pitchFamily="34" charset="-122"/>
                <a:cs typeface="Calibri" pitchFamily="34" charset="-120"/>
              </a:rPr>
              <a:t>아음 · paladar</a:t>
            </a:r>
            <a:endParaRPr lang="en-US" sz="1200" dirty="0"/>
          </a:p>
        </p:txBody>
      </p:sp>
      <p:sp>
        <p:nvSpPr>
          <p:cNvPr id="7" name="Text 5"/>
          <p:cNvSpPr/>
          <p:nvPr/>
        </p:nvSpPr>
        <p:spPr>
          <a:xfrm>
            <a:off x="3566160" y="2468880"/>
            <a:ext cx="2661818" cy="685800"/>
          </a:xfrm>
          <a:prstGeom prst="rect">
            <a:avLst/>
          </a:prstGeom>
          <a:noFill/>
          <a:ln/>
        </p:spPr>
        <p:txBody>
          <a:bodyPr wrap="square" lIns="0" tIns="0" rIns="0" bIns="0" rtlCol="0" anchor="ctr"/>
          <a:lstStyle/>
          <a:p>
            <a:pPr marL="0" indent="0" algn="ctr">
              <a:buNone/>
            </a:pPr>
            <a:r>
              <a:rPr lang="en-US" sz="3200" b="1" dirty="0">
                <a:solidFill>
                  <a:srgbClr val="4036ED"/>
                </a:solidFill>
                <a:latin typeface="Malgun Gothic" pitchFamily="34" charset="0"/>
                <a:ea typeface="Malgun Gothic" pitchFamily="34" charset="-122"/>
                <a:cs typeface="Malgun Gothic" pitchFamily="34" charset="-120"/>
              </a:rPr>
              <a:t>ㄱ</a:t>
            </a:r>
            <a:endParaRPr lang="en-US" sz="3200" dirty="0"/>
          </a:p>
        </p:txBody>
      </p:sp>
      <p:sp>
        <p:nvSpPr>
          <p:cNvPr id="8" name="Text 6"/>
          <p:cNvSpPr/>
          <p:nvPr/>
        </p:nvSpPr>
        <p:spPr>
          <a:xfrm>
            <a:off x="6227978" y="2468880"/>
            <a:ext cx="2661818" cy="685800"/>
          </a:xfrm>
          <a:prstGeom prst="rect">
            <a:avLst/>
          </a:prstGeom>
          <a:noFill/>
          <a:ln/>
        </p:spPr>
        <p:txBody>
          <a:bodyPr wrap="square" lIns="0" tIns="0" rIns="0" bIns="0" rtlCol="0" anchor="ctr"/>
          <a:lstStyle/>
          <a:p>
            <a:pPr marL="0" indent="0" algn="ctr">
              <a:buNone/>
            </a:pPr>
            <a:r>
              <a:rPr lang="en-US" sz="3200" b="1" dirty="0">
                <a:solidFill>
                  <a:srgbClr val="4036ED"/>
                </a:solidFill>
                <a:latin typeface="Malgun Gothic" pitchFamily="34" charset="0"/>
                <a:ea typeface="Malgun Gothic" pitchFamily="34" charset="-122"/>
                <a:cs typeface="Malgun Gothic" pitchFamily="34" charset="-120"/>
              </a:rPr>
              <a:t>ㅋ</a:t>
            </a:r>
            <a:endParaRPr lang="en-US" sz="3200" dirty="0"/>
          </a:p>
        </p:txBody>
      </p:sp>
      <p:sp>
        <p:nvSpPr>
          <p:cNvPr id="9" name="Text 7"/>
          <p:cNvSpPr/>
          <p:nvPr/>
        </p:nvSpPr>
        <p:spPr>
          <a:xfrm>
            <a:off x="8889797" y="2468880"/>
            <a:ext cx="2661818" cy="685800"/>
          </a:xfrm>
          <a:prstGeom prst="rect">
            <a:avLst/>
          </a:prstGeom>
          <a:noFill/>
          <a:ln/>
        </p:spPr>
        <p:txBody>
          <a:bodyPr wrap="square" lIns="0" tIns="0" rIns="0" bIns="0" rtlCol="0" anchor="ctr"/>
          <a:lstStyle/>
          <a:p>
            <a:pPr marL="0" indent="0" algn="ctr">
              <a:buNone/>
            </a:pPr>
            <a:r>
              <a:rPr lang="en-US" sz="3200" b="1" dirty="0">
                <a:solidFill>
                  <a:srgbClr val="4036ED"/>
                </a:solidFill>
                <a:latin typeface="Malgun Gothic" pitchFamily="34" charset="0"/>
                <a:ea typeface="Malgun Gothic" pitchFamily="34" charset="-122"/>
                <a:cs typeface="Malgun Gothic" pitchFamily="34" charset="-120"/>
              </a:rPr>
              <a:t>ㄲ</a:t>
            </a:r>
            <a:endParaRPr lang="en-US" sz="3200" dirty="0"/>
          </a:p>
        </p:txBody>
      </p:sp>
      <p:sp>
        <p:nvSpPr>
          <p:cNvPr id="10" name="Shape 8"/>
          <p:cNvSpPr/>
          <p:nvPr/>
        </p:nvSpPr>
        <p:spPr>
          <a:xfrm>
            <a:off x="685800" y="3246120"/>
            <a:ext cx="10911535" cy="685800"/>
          </a:xfrm>
          <a:prstGeom prst="roundRect">
            <a:avLst>
              <a:gd name="adj" fmla="val 16000"/>
            </a:avLst>
          </a:prstGeom>
          <a:solidFill>
            <a:srgbClr val="F6F6F6"/>
          </a:solidFill>
          <a:ln w="19050">
            <a:solidFill>
              <a:srgbClr val="A79BFF"/>
            </a:solidFill>
            <a:prstDash val="solid"/>
          </a:ln>
        </p:spPr>
      </p:sp>
      <p:sp>
        <p:nvSpPr>
          <p:cNvPr id="11" name="Text 9"/>
          <p:cNvSpPr/>
          <p:nvPr/>
        </p:nvSpPr>
        <p:spPr>
          <a:xfrm>
            <a:off x="822960" y="3246120"/>
            <a:ext cx="2743200" cy="685800"/>
          </a:xfrm>
          <a:prstGeom prst="rect">
            <a:avLst/>
          </a:prstGeom>
          <a:noFill/>
          <a:ln/>
        </p:spPr>
        <p:txBody>
          <a:bodyPr wrap="square" lIns="0" tIns="0" rIns="0" bIns="0" rtlCol="0" anchor="ctr"/>
          <a:lstStyle/>
          <a:p>
            <a:pPr marL="0" indent="0">
              <a:buNone/>
            </a:pPr>
            <a:r>
              <a:rPr lang="en-US" sz="1200" b="1" kern="0" spc="300" dirty="0">
                <a:solidFill>
                  <a:srgbClr val="A79BFF"/>
                </a:solidFill>
                <a:latin typeface="Calibri" pitchFamily="34" charset="0"/>
                <a:ea typeface="Calibri" pitchFamily="34" charset="-122"/>
                <a:cs typeface="Calibri" pitchFamily="34" charset="-120"/>
              </a:rPr>
              <a:t>설음 · lengua</a:t>
            </a:r>
            <a:endParaRPr lang="en-US" sz="1200" dirty="0"/>
          </a:p>
        </p:txBody>
      </p:sp>
      <p:sp>
        <p:nvSpPr>
          <p:cNvPr id="12" name="Text 10"/>
          <p:cNvSpPr/>
          <p:nvPr/>
        </p:nvSpPr>
        <p:spPr>
          <a:xfrm>
            <a:off x="3566160" y="3246120"/>
            <a:ext cx="1597091" cy="685800"/>
          </a:xfrm>
          <a:prstGeom prst="rect">
            <a:avLst/>
          </a:prstGeom>
          <a:noFill/>
          <a:ln/>
        </p:spPr>
        <p:txBody>
          <a:bodyPr wrap="square" lIns="0" tIns="0" rIns="0" bIns="0" rtlCol="0" anchor="ctr"/>
          <a:lstStyle/>
          <a:p>
            <a:pPr marL="0" indent="0" algn="ctr">
              <a:buNone/>
            </a:pPr>
            <a:r>
              <a:rPr lang="en-US" sz="3200" b="1" dirty="0">
                <a:solidFill>
                  <a:srgbClr val="A79BFF"/>
                </a:solidFill>
                <a:latin typeface="Malgun Gothic" pitchFamily="34" charset="0"/>
                <a:ea typeface="Malgun Gothic" pitchFamily="34" charset="-122"/>
                <a:cs typeface="Malgun Gothic" pitchFamily="34" charset="-120"/>
              </a:rPr>
              <a:t>ㄴ</a:t>
            </a:r>
            <a:endParaRPr lang="en-US" sz="3200" dirty="0"/>
          </a:p>
        </p:txBody>
      </p:sp>
      <p:sp>
        <p:nvSpPr>
          <p:cNvPr id="13" name="Text 11"/>
          <p:cNvSpPr/>
          <p:nvPr/>
        </p:nvSpPr>
        <p:spPr>
          <a:xfrm>
            <a:off x="5163251" y="3246120"/>
            <a:ext cx="1597091" cy="685800"/>
          </a:xfrm>
          <a:prstGeom prst="rect">
            <a:avLst/>
          </a:prstGeom>
          <a:noFill/>
          <a:ln/>
        </p:spPr>
        <p:txBody>
          <a:bodyPr wrap="square" lIns="0" tIns="0" rIns="0" bIns="0" rtlCol="0" anchor="ctr"/>
          <a:lstStyle/>
          <a:p>
            <a:pPr marL="0" indent="0" algn="ctr">
              <a:buNone/>
            </a:pPr>
            <a:r>
              <a:rPr lang="en-US" sz="3200" b="1" dirty="0">
                <a:solidFill>
                  <a:srgbClr val="A79BFF"/>
                </a:solidFill>
                <a:latin typeface="Malgun Gothic" pitchFamily="34" charset="0"/>
                <a:ea typeface="Malgun Gothic" pitchFamily="34" charset="-122"/>
                <a:cs typeface="Malgun Gothic" pitchFamily="34" charset="-120"/>
              </a:rPr>
              <a:t>ㄷ</a:t>
            </a:r>
            <a:endParaRPr lang="en-US" sz="3200" dirty="0"/>
          </a:p>
        </p:txBody>
      </p:sp>
      <p:sp>
        <p:nvSpPr>
          <p:cNvPr id="14" name="Text 12"/>
          <p:cNvSpPr/>
          <p:nvPr/>
        </p:nvSpPr>
        <p:spPr>
          <a:xfrm>
            <a:off x="6760342" y="3246120"/>
            <a:ext cx="1597091" cy="685800"/>
          </a:xfrm>
          <a:prstGeom prst="rect">
            <a:avLst/>
          </a:prstGeom>
          <a:noFill/>
          <a:ln/>
        </p:spPr>
        <p:txBody>
          <a:bodyPr wrap="square" lIns="0" tIns="0" rIns="0" bIns="0" rtlCol="0" anchor="ctr"/>
          <a:lstStyle/>
          <a:p>
            <a:pPr marL="0" indent="0" algn="ctr">
              <a:buNone/>
            </a:pPr>
            <a:r>
              <a:rPr lang="en-US" sz="3200" b="1" dirty="0">
                <a:solidFill>
                  <a:srgbClr val="A79BFF"/>
                </a:solidFill>
                <a:latin typeface="Malgun Gothic" pitchFamily="34" charset="0"/>
                <a:ea typeface="Malgun Gothic" pitchFamily="34" charset="-122"/>
                <a:cs typeface="Malgun Gothic" pitchFamily="34" charset="-120"/>
              </a:rPr>
              <a:t>ㅌ</a:t>
            </a:r>
            <a:endParaRPr lang="en-US" sz="3200" dirty="0"/>
          </a:p>
        </p:txBody>
      </p:sp>
      <p:sp>
        <p:nvSpPr>
          <p:cNvPr id="15" name="Text 13"/>
          <p:cNvSpPr/>
          <p:nvPr/>
        </p:nvSpPr>
        <p:spPr>
          <a:xfrm>
            <a:off x="8357433" y="3246120"/>
            <a:ext cx="1597091" cy="685800"/>
          </a:xfrm>
          <a:prstGeom prst="rect">
            <a:avLst/>
          </a:prstGeom>
          <a:noFill/>
          <a:ln/>
        </p:spPr>
        <p:txBody>
          <a:bodyPr wrap="square" lIns="0" tIns="0" rIns="0" bIns="0" rtlCol="0" anchor="ctr"/>
          <a:lstStyle/>
          <a:p>
            <a:pPr marL="0" indent="0" algn="ctr">
              <a:buNone/>
            </a:pPr>
            <a:r>
              <a:rPr lang="en-US" sz="3200" b="1" dirty="0">
                <a:solidFill>
                  <a:srgbClr val="A79BFF"/>
                </a:solidFill>
                <a:latin typeface="Malgun Gothic" pitchFamily="34" charset="0"/>
                <a:ea typeface="Malgun Gothic" pitchFamily="34" charset="-122"/>
                <a:cs typeface="Malgun Gothic" pitchFamily="34" charset="-120"/>
              </a:rPr>
              <a:t>ㄸ</a:t>
            </a:r>
            <a:endParaRPr lang="en-US" sz="3200" dirty="0"/>
          </a:p>
        </p:txBody>
      </p:sp>
      <p:sp>
        <p:nvSpPr>
          <p:cNvPr id="16" name="Text 14"/>
          <p:cNvSpPr/>
          <p:nvPr/>
        </p:nvSpPr>
        <p:spPr>
          <a:xfrm>
            <a:off x="9954524" y="3246120"/>
            <a:ext cx="1597091" cy="685800"/>
          </a:xfrm>
          <a:prstGeom prst="rect">
            <a:avLst/>
          </a:prstGeom>
          <a:noFill/>
          <a:ln/>
        </p:spPr>
        <p:txBody>
          <a:bodyPr wrap="square" lIns="0" tIns="0" rIns="0" bIns="0" rtlCol="0" anchor="ctr"/>
          <a:lstStyle/>
          <a:p>
            <a:pPr marL="0" indent="0" algn="ctr">
              <a:buNone/>
            </a:pPr>
            <a:r>
              <a:rPr lang="en-US" sz="3200" b="1" dirty="0">
                <a:solidFill>
                  <a:srgbClr val="A79BFF"/>
                </a:solidFill>
                <a:latin typeface="Malgun Gothic" pitchFamily="34" charset="0"/>
                <a:ea typeface="Malgun Gothic" pitchFamily="34" charset="-122"/>
                <a:cs typeface="Malgun Gothic" pitchFamily="34" charset="-120"/>
              </a:rPr>
              <a:t>ㄹ</a:t>
            </a:r>
            <a:endParaRPr lang="en-US" sz="3200" dirty="0"/>
          </a:p>
        </p:txBody>
      </p:sp>
      <p:sp>
        <p:nvSpPr>
          <p:cNvPr id="17" name="Shape 15"/>
          <p:cNvSpPr/>
          <p:nvPr/>
        </p:nvSpPr>
        <p:spPr>
          <a:xfrm>
            <a:off x="626445" y="4023360"/>
            <a:ext cx="10911535" cy="685800"/>
          </a:xfrm>
          <a:prstGeom prst="roundRect">
            <a:avLst>
              <a:gd name="adj" fmla="val 16000"/>
            </a:avLst>
          </a:prstGeom>
          <a:solidFill>
            <a:srgbClr val="F6F6F6"/>
          </a:solidFill>
          <a:ln w="19050">
            <a:solidFill>
              <a:srgbClr val="FE6768"/>
            </a:solidFill>
            <a:prstDash val="solid"/>
          </a:ln>
        </p:spPr>
      </p:sp>
      <p:sp>
        <p:nvSpPr>
          <p:cNvPr id="18" name="Text 16"/>
          <p:cNvSpPr/>
          <p:nvPr/>
        </p:nvSpPr>
        <p:spPr>
          <a:xfrm>
            <a:off x="822960" y="4023360"/>
            <a:ext cx="2743200" cy="685800"/>
          </a:xfrm>
          <a:prstGeom prst="rect">
            <a:avLst/>
          </a:prstGeom>
          <a:noFill/>
          <a:ln/>
        </p:spPr>
        <p:txBody>
          <a:bodyPr wrap="square" lIns="0" tIns="0" rIns="0" bIns="0" rtlCol="0" anchor="ctr"/>
          <a:lstStyle/>
          <a:p>
            <a:pPr marL="0" indent="0">
              <a:buNone/>
            </a:pPr>
            <a:r>
              <a:rPr lang="en-US" sz="1200" b="1" kern="0" spc="300" dirty="0">
                <a:solidFill>
                  <a:srgbClr val="FE6768"/>
                </a:solidFill>
                <a:latin typeface="Calibri" pitchFamily="34" charset="0"/>
                <a:ea typeface="Calibri" pitchFamily="34" charset="-122"/>
                <a:cs typeface="Calibri" pitchFamily="34" charset="-120"/>
              </a:rPr>
              <a:t>순음 · labios</a:t>
            </a:r>
            <a:endParaRPr lang="en-US" sz="1200" dirty="0"/>
          </a:p>
        </p:txBody>
      </p:sp>
      <p:sp>
        <p:nvSpPr>
          <p:cNvPr id="19" name="Text 17"/>
          <p:cNvSpPr/>
          <p:nvPr/>
        </p:nvSpPr>
        <p:spPr>
          <a:xfrm>
            <a:off x="3566160" y="4023360"/>
            <a:ext cx="1996364" cy="685800"/>
          </a:xfrm>
          <a:prstGeom prst="rect">
            <a:avLst/>
          </a:prstGeom>
          <a:noFill/>
          <a:ln/>
        </p:spPr>
        <p:txBody>
          <a:bodyPr wrap="square" lIns="0" tIns="0" rIns="0" bIns="0" rtlCol="0" anchor="ctr"/>
          <a:lstStyle/>
          <a:p>
            <a:pPr marL="0" indent="0" algn="ctr">
              <a:buNone/>
            </a:pPr>
            <a:r>
              <a:rPr lang="en-US" sz="3200" b="1" dirty="0">
                <a:solidFill>
                  <a:srgbClr val="FE6768"/>
                </a:solidFill>
                <a:latin typeface="Malgun Gothic" pitchFamily="34" charset="0"/>
                <a:ea typeface="Malgun Gothic" pitchFamily="34" charset="-122"/>
                <a:cs typeface="Malgun Gothic" pitchFamily="34" charset="-120"/>
              </a:rPr>
              <a:t>ㅁ</a:t>
            </a:r>
            <a:endParaRPr lang="en-US" sz="3200" dirty="0"/>
          </a:p>
        </p:txBody>
      </p:sp>
      <p:sp>
        <p:nvSpPr>
          <p:cNvPr id="20" name="Text 18"/>
          <p:cNvSpPr/>
          <p:nvPr/>
        </p:nvSpPr>
        <p:spPr>
          <a:xfrm>
            <a:off x="5562524" y="4023360"/>
            <a:ext cx="1996364" cy="685800"/>
          </a:xfrm>
          <a:prstGeom prst="rect">
            <a:avLst/>
          </a:prstGeom>
          <a:noFill/>
          <a:ln/>
        </p:spPr>
        <p:txBody>
          <a:bodyPr wrap="square" lIns="0" tIns="0" rIns="0" bIns="0" rtlCol="0" anchor="ctr"/>
          <a:lstStyle/>
          <a:p>
            <a:pPr marL="0" indent="0" algn="ctr">
              <a:buNone/>
            </a:pPr>
            <a:r>
              <a:rPr lang="en-US" sz="3200" b="1" dirty="0">
                <a:solidFill>
                  <a:srgbClr val="FE6768"/>
                </a:solidFill>
                <a:latin typeface="Malgun Gothic" pitchFamily="34" charset="0"/>
                <a:ea typeface="Malgun Gothic" pitchFamily="34" charset="-122"/>
                <a:cs typeface="Malgun Gothic" pitchFamily="34" charset="-120"/>
              </a:rPr>
              <a:t>ㅂ</a:t>
            </a:r>
            <a:endParaRPr lang="en-US" sz="3200" dirty="0"/>
          </a:p>
        </p:txBody>
      </p:sp>
      <p:sp>
        <p:nvSpPr>
          <p:cNvPr id="21" name="Text 19"/>
          <p:cNvSpPr/>
          <p:nvPr/>
        </p:nvSpPr>
        <p:spPr>
          <a:xfrm>
            <a:off x="7558888" y="4023360"/>
            <a:ext cx="1996364" cy="685800"/>
          </a:xfrm>
          <a:prstGeom prst="rect">
            <a:avLst/>
          </a:prstGeom>
          <a:noFill/>
          <a:ln/>
        </p:spPr>
        <p:txBody>
          <a:bodyPr wrap="square" lIns="0" tIns="0" rIns="0" bIns="0" rtlCol="0" anchor="ctr"/>
          <a:lstStyle/>
          <a:p>
            <a:pPr marL="0" indent="0" algn="ctr">
              <a:buNone/>
            </a:pPr>
            <a:r>
              <a:rPr lang="en-US" sz="3200" b="1" dirty="0">
                <a:solidFill>
                  <a:srgbClr val="FE6768"/>
                </a:solidFill>
                <a:latin typeface="Malgun Gothic" pitchFamily="34" charset="0"/>
                <a:ea typeface="Malgun Gothic" pitchFamily="34" charset="-122"/>
                <a:cs typeface="Malgun Gothic" pitchFamily="34" charset="-120"/>
              </a:rPr>
              <a:t>ㅍ</a:t>
            </a:r>
            <a:endParaRPr lang="en-US" sz="3200" dirty="0"/>
          </a:p>
        </p:txBody>
      </p:sp>
      <p:sp>
        <p:nvSpPr>
          <p:cNvPr id="22" name="Text 20"/>
          <p:cNvSpPr/>
          <p:nvPr/>
        </p:nvSpPr>
        <p:spPr>
          <a:xfrm>
            <a:off x="9555251" y="4023360"/>
            <a:ext cx="1996364" cy="685800"/>
          </a:xfrm>
          <a:prstGeom prst="rect">
            <a:avLst/>
          </a:prstGeom>
          <a:noFill/>
          <a:ln/>
        </p:spPr>
        <p:txBody>
          <a:bodyPr wrap="square" lIns="0" tIns="0" rIns="0" bIns="0" rtlCol="0" anchor="ctr"/>
          <a:lstStyle/>
          <a:p>
            <a:pPr marL="0" indent="0" algn="ctr">
              <a:buNone/>
            </a:pPr>
            <a:r>
              <a:rPr lang="en-US" sz="3200" b="1" dirty="0">
                <a:solidFill>
                  <a:srgbClr val="FE6768"/>
                </a:solidFill>
                <a:latin typeface="Malgun Gothic" pitchFamily="34" charset="0"/>
                <a:ea typeface="Malgun Gothic" pitchFamily="34" charset="-122"/>
                <a:cs typeface="Malgun Gothic" pitchFamily="34" charset="-120"/>
              </a:rPr>
              <a:t>ㅃ</a:t>
            </a:r>
            <a:endParaRPr lang="en-US" sz="3200" dirty="0"/>
          </a:p>
        </p:txBody>
      </p:sp>
      <p:sp>
        <p:nvSpPr>
          <p:cNvPr id="23" name="Shape 21"/>
          <p:cNvSpPr/>
          <p:nvPr/>
        </p:nvSpPr>
        <p:spPr>
          <a:xfrm>
            <a:off x="640080" y="4800600"/>
            <a:ext cx="10911535" cy="685800"/>
          </a:xfrm>
          <a:prstGeom prst="roundRect">
            <a:avLst>
              <a:gd name="adj" fmla="val 16000"/>
            </a:avLst>
          </a:prstGeom>
          <a:solidFill>
            <a:srgbClr val="F6F6F6"/>
          </a:solidFill>
          <a:ln w="19050">
            <a:solidFill>
              <a:srgbClr val="FE6768"/>
            </a:solidFill>
            <a:prstDash val="solid"/>
          </a:ln>
        </p:spPr>
      </p:sp>
      <p:sp>
        <p:nvSpPr>
          <p:cNvPr id="24" name="Text 22"/>
          <p:cNvSpPr/>
          <p:nvPr/>
        </p:nvSpPr>
        <p:spPr>
          <a:xfrm>
            <a:off x="822960" y="4800600"/>
            <a:ext cx="2743200" cy="685800"/>
          </a:xfrm>
          <a:prstGeom prst="rect">
            <a:avLst/>
          </a:prstGeom>
          <a:noFill/>
          <a:ln/>
        </p:spPr>
        <p:txBody>
          <a:bodyPr wrap="square" lIns="0" tIns="0" rIns="0" bIns="0" rtlCol="0" anchor="ctr"/>
          <a:lstStyle/>
          <a:p>
            <a:pPr marL="0" indent="0">
              <a:buNone/>
            </a:pPr>
            <a:r>
              <a:rPr lang="en-US" sz="1200" b="1" kern="0" spc="300" dirty="0">
                <a:solidFill>
                  <a:srgbClr val="FE6768"/>
                </a:solidFill>
                <a:latin typeface="Calibri" pitchFamily="34" charset="0"/>
                <a:ea typeface="Calibri" pitchFamily="34" charset="-122"/>
                <a:cs typeface="Calibri" pitchFamily="34" charset="-120"/>
              </a:rPr>
              <a:t>치음 · dientes</a:t>
            </a:r>
            <a:endParaRPr lang="en-US" sz="1200" dirty="0"/>
          </a:p>
        </p:txBody>
      </p:sp>
      <p:sp>
        <p:nvSpPr>
          <p:cNvPr id="25" name="Text 23"/>
          <p:cNvSpPr/>
          <p:nvPr/>
        </p:nvSpPr>
        <p:spPr>
          <a:xfrm>
            <a:off x="3566160" y="4800600"/>
            <a:ext cx="1597091" cy="685800"/>
          </a:xfrm>
          <a:prstGeom prst="rect">
            <a:avLst/>
          </a:prstGeom>
          <a:noFill/>
          <a:ln/>
        </p:spPr>
        <p:txBody>
          <a:bodyPr wrap="square" lIns="0" tIns="0" rIns="0" bIns="0" rtlCol="0" anchor="ctr"/>
          <a:lstStyle/>
          <a:p>
            <a:pPr marL="0" indent="0" algn="ctr">
              <a:buNone/>
            </a:pPr>
            <a:r>
              <a:rPr lang="en-US" sz="3200" b="1" dirty="0">
                <a:solidFill>
                  <a:srgbClr val="FE6768"/>
                </a:solidFill>
                <a:latin typeface="Malgun Gothic" pitchFamily="34" charset="0"/>
                <a:ea typeface="Malgun Gothic" pitchFamily="34" charset="-122"/>
                <a:cs typeface="Malgun Gothic" pitchFamily="34" charset="-120"/>
              </a:rPr>
              <a:t>ㅅ</a:t>
            </a:r>
            <a:endParaRPr lang="en-US" sz="3200" dirty="0"/>
          </a:p>
        </p:txBody>
      </p:sp>
      <p:sp>
        <p:nvSpPr>
          <p:cNvPr id="26" name="Text 24"/>
          <p:cNvSpPr/>
          <p:nvPr/>
        </p:nvSpPr>
        <p:spPr>
          <a:xfrm>
            <a:off x="5163251" y="4800600"/>
            <a:ext cx="1597091" cy="685800"/>
          </a:xfrm>
          <a:prstGeom prst="rect">
            <a:avLst/>
          </a:prstGeom>
          <a:noFill/>
          <a:ln/>
        </p:spPr>
        <p:txBody>
          <a:bodyPr wrap="square" lIns="0" tIns="0" rIns="0" bIns="0" rtlCol="0" anchor="ctr"/>
          <a:lstStyle/>
          <a:p>
            <a:pPr marL="0" indent="0" algn="ctr">
              <a:buNone/>
            </a:pPr>
            <a:r>
              <a:rPr lang="en-US" sz="3200" b="1" dirty="0">
                <a:solidFill>
                  <a:srgbClr val="FE6768"/>
                </a:solidFill>
                <a:latin typeface="Malgun Gothic" pitchFamily="34" charset="0"/>
                <a:ea typeface="Malgun Gothic" pitchFamily="34" charset="-122"/>
                <a:cs typeface="Malgun Gothic" pitchFamily="34" charset="-120"/>
              </a:rPr>
              <a:t>ㅈ</a:t>
            </a:r>
            <a:endParaRPr lang="en-US" sz="3200" dirty="0"/>
          </a:p>
        </p:txBody>
      </p:sp>
      <p:sp>
        <p:nvSpPr>
          <p:cNvPr id="27" name="Text 25"/>
          <p:cNvSpPr/>
          <p:nvPr/>
        </p:nvSpPr>
        <p:spPr>
          <a:xfrm>
            <a:off x="6760342" y="4800600"/>
            <a:ext cx="1597091" cy="685800"/>
          </a:xfrm>
          <a:prstGeom prst="rect">
            <a:avLst/>
          </a:prstGeom>
          <a:noFill/>
          <a:ln/>
        </p:spPr>
        <p:txBody>
          <a:bodyPr wrap="square" lIns="0" tIns="0" rIns="0" bIns="0" rtlCol="0" anchor="ctr"/>
          <a:lstStyle/>
          <a:p>
            <a:pPr marL="0" indent="0" algn="ctr">
              <a:buNone/>
            </a:pPr>
            <a:r>
              <a:rPr lang="en-US" sz="3200" b="1" dirty="0">
                <a:solidFill>
                  <a:srgbClr val="FE6768"/>
                </a:solidFill>
                <a:latin typeface="Malgun Gothic" pitchFamily="34" charset="0"/>
                <a:ea typeface="Malgun Gothic" pitchFamily="34" charset="-122"/>
                <a:cs typeface="Malgun Gothic" pitchFamily="34" charset="-120"/>
              </a:rPr>
              <a:t>ㅊ</a:t>
            </a:r>
            <a:endParaRPr lang="en-US" sz="3200" dirty="0"/>
          </a:p>
        </p:txBody>
      </p:sp>
      <p:sp>
        <p:nvSpPr>
          <p:cNvPr id="28" name="Text 26"/>
          <p:cNvSpPr/>
          <p:nvPr/>
        </p:nvSpPr>
        <p:spPr>
          <a:xfrm>
            <a:off x="8357433" y="4800600"/>
            <a:ext cx="1597091" cy="685800"/>
          </a:xfrm>
          <a:prstGeom prst="rect">
            <a:avLst/>
          </a:prstGeom>
          <a:noFill/>
          <a:ln/>
        </p:spPr>
        <p:txBody>
          <a:bodyPr wrap="square" lIns="0" tIns="0" rIns="0" bIns="0" rtlCol="0" anchor="ctr"/>
          <a:lstStyle/>
          <a:p>
            <a:pPr marL="0" indent="0" algn="ctr">
              <a:buNone/>
            </a:pPr>
            <a:r>
              <a:rPr lang="en-US" sz="3200" b="1" dirty="0">
                <a:solidFill>
                  <a:srgbClr val="FE6768"/>
                </a:solidFill>
                <a:latin typeface="Malgun Gothic" pitchFamily="34" charset="0"/>
                <a:ea typeface="Malgun Gothic" pitchFamily="34" charset="-122"/>
                <a:cs typeface="Malgun Gothic" pitchFamily="34" charset="-120"/>
              </a:rPr>
              <a:t>ㅆ</a:t>
            </a:r>
            <a:endParaRPr lang="en-US" sz="3200" dirty="0"/>
          </a:p>
        </p:txBody>
      </p:sp>
      <p:sp>
        <p:nvSpPr>
          <p:cNvPr id="29" name="Text 27"/>
          <p:cNvSpPr/>
          <p:nvPr/>
        </p:nvSpPr>
        <p:spPr>
          <a:xfrm>
            <a:off x="9954524" y="4800600"/>
            <a:ext cx="1597091" cy="685800"/>
          </a:xfrm>
          <a:prstGeom prst="rect">
            <a:avLst/>
          </a:prstGeom>
          <a:noFill/>
          <a:ln/>
        </p:spPr>
        <p:txBody>
          <a:bodyPr wrap="square" lIns="0" tIns="0" rIns="0" bIns="0" rtlCol="0" anchor="ctr"/>
          <a:lstStyle/>
          <a:p>
            <a:pPr marL="0" indent="0" algn="ctr">
              <a:buNone/>
            </a:pPr>
            <a:r>
              <a:rPr lang="en-US" sz="3200" b="1" dirty="0">
                <a:solidFill>
                  <a:srgbClr val="FE6768"/>
                </a:solidFill>
                <a:latin typeface="Malgun Gothic" pitchFamily="34" charset="0"/>
                <a:ea typeface="Malgun Gothic" pitchFamily="34" charset="-122"/>
                <a:cs typeface="Malgun Gothic" pitchFamily="34" charset="-120"/>
              </a:rPr>
              <a:t>ㅉ</a:t>
            </a:r>
            <a:endParaRPr lang="en-US" sz="3200" dirty="0"/>
          </a:p>
        </p:txBody>
      </p:sp>
      <p:sp>
        <p:nvSpPr>
          <p:cNvPr id="30" name="Shape 28"/>
          <p:cNvSpPr/>
          <p:nvPr/>
        </p:nvSpPr>
        <p:spPr>
          <a:xfrm>
            <a:off x="640080" y="5577840"/>
            <a:ext cx="10911535" cy="685800"/>
          </a:xfrm>
          <a:prstGeom prst="roundRect">
            <a:avLst>
              <a:gd name="adj" fmla="val 16000"/>
            </a:avLst>
          </a:prstGeom>
          <a:solidFill>
            <a:srgbClr val="F6F6F6"/>
          </a:solidFill>
          <a:ln w="19050">
            <a:solidFill>
              <a:srgbClr val="4036ED"/>
            </a:solidFill>
            <a:prstDash val="solid"/>
          </a:ln>
        </p:spPr>
      </p:sp>
      <p:sp>
        <p:nvSpPr>
          <p:cNvPr id="31" name="Text 29"/>
          <p:cNvSpPr/>
          <p:nvPr/>
        </p:nvSpPr>
        <p:spPr>
          <a:xfrm>
            <a:off x="822960" y="5577840"/>
            <a:ext cx="2743200" cy="685800"/>
          </a:xfrm>
          <a:prstGeom prst="rect">
            <a:avLst/>
          </a:prstGeom>
          <a:noFill/>
          <a:ln/>
        </p:spPr>
        <p:txBody>
          <a:bodyPr wrap="square" lIns="0" tIns="0" rIns="0" bIns="0" rtlCol="0" anchor="ctr"/>
          <a:lstStyle/>
          <a:p>
            <a:pPr marL="0" indent="0">
              <a:buNone/>
            </a:pPr>
            <a:r>
              <a:rPr lang="en-US" sz="1200" b="1" kern="0" spc="300" dirty="0">
                <a:solidFill>
                  <a:srgbClr val="4036ED"/>
                </a:solidFill>
                <a:latin typeface="Calibri" pitchFamily="34" charset="0"/>
                <a:ea typeface="Calibri" pitchFamily="34" charset="-122"/>
                <a:cs typeface="Calibri" pitchFamily="34" charset="-120"/>
              </a:rPr>
              <a:t>후음 · garganta</a:t>
            </a:r>
            <a:endParaRPr lang="en-US" sz="1200" dirty="0"/>
          </a:p>
        </p:txBody>
      </p:sp>
      <p:sp>
        <p:nvSpPr>
          <p:cNvPr id="32" name="Text 30"/>
          <p:cNvSpPr/>
          <p:nvPr/>
        </p:nvSpPr>
        <p:spPr>
          <a:xfrm>
            <a:off x="3566160" y="5577840"/>
            <a:ext cx="3992728" cy="685800"/>
          </a:xfrm>
          <a:prstGeom prst="rect">
            <a:avLst/>
          </a:prstGeom>
          <a:noFill/>
          <a:ln/>
        </p:spPr>
        <p:txBody>
          <a:bodyPr wrap="square" lIns="0" tIns="0" rIns="0" bIns="0" rtlCol="0" anchor="ctr"/>
          <a:lstStyle/>
          <a:p>
            <a:pPr marL="0" indent="0" algn="ctr">
              <a:buNone/>
            </a:pPr>
            <a:r>
              <a:rPr lang="en-US" sz="3200" b="1" dirty="0">
                <a:solidFill>
                  <a:srgbClr val="4036ED"/>
                </a:solidFill>
                <a:latin typeface="Malgun Gothic" pitchFamily="34" charset="0"/>
                <a:ea typeface="Malgun Gothic" pitchFamily="34" charset="-122"/>
                <a:cs typeface="Malgun Gothic" pitchFamily="34" charset="-120"/>
              </a:rPr>
              <a:t>ㅇ</a:t>
            </a:r>
            <a:endParaRPr lang="en-US" sz="3200" dirty="0"/>
          </a:p>
        </p:txBody>
      </p:sp>
      <p:sp>
        <p:nvSpPr>
          <p:cNvPr id="33" name="Text 31"/>
          <p:cNvSpPr/>
          <p:nvPr/>
        </p:nvSpPr>
        <p:spPr>
          <a:xfrm>
            <a:off x="7558888" y="5577840"/>
            <a:ext cx="3992728" cy="685800"/>
          </a:xfrm>
          <a:prstGeom prst="rect">
            <a:avLst/>
          </a:prstGeom>
          <a:noFill/>
          <a:ln/>
        </p:spPr>
        <p:txBody>
          <a:bodyPr wrap="square" lIns="0" tIns="0" rIns="0" bIns="0" rtlCol="0" anchor="ctr"/>
          <a:lstStyle/>
          <a:p>
            <a:pPr marL="0" indent="0" algn="ctr">
              <a:buNone/>
            </a:pPr>
            <a:r>
              <a:rPr lang="en-US" sz="3200" b="1" dirty="0">
                <a:solidFill>
                  <a:srgbClr val="4036ED"/>
                </a:solidFill>
                <a:latin typeface="Malgun Gothic" pitchFamily="34" charset="0"/>
                <a:ea typeface="Malgun Gothic" pitchFamily="34" charset="-122"/>
                <a:cs typeface="Malgun Gothic" pitchFamily="34" charset="-120"/>
              </a:rPr>
              <a:t>ㅎ</a:t>
            </a:r>
            <a:endParaRPr lang="en-US" sz="3200" dirty="0"/>
          </a:p>
        </p:txBody>
      </p:sp>
      <p:sp>
        <p:nvSpPr>
          <p:cNvPr id="35" name="Text 32"/>
          <p:cNvSpPr/>
          <p:nvPr/>
        </p:nvSpPr>
        <p:spPr>
          <a:xfrm>
            <a:off x="365760" y="6446520"/>
            <a:ext cx="5486400" cy="228600"/>
          </a:xfrm>
          <a:prstGeom prst="rect">
            <a:avLst/>
          </a:prstGeom>
          <a:noFill/>
          <a:ln/>
        </p:spPr>
        <p:txBody>
          <a:bodyPr wrap="square" lIns="0" tIns="0" rIns="0" bIns="0" rtlCol="0" anchor="ctr"/>
          <a:lstStyle/>
          <a:p>
            <a:pPr marL="0" indent="0">
              <a:buNone/>
            </a:pPr>
            <a:r>
              <a:rPr lang="en-US" sz="800" kern="0" spc="300" dirty="0">
                <a:solidFill>
                  <a:srgbClr val="4A4A55"/>
                </a:solidFill>
                <a:latin typeface="Calibri" pitchFamily="34" charset="0"/>
                <a:ea typeface="Calibri" pitchFamily="34" charset="-122"/>
                <a:cs typeface="Calibri" pitchFamily="34" charset="-120"/>
              </a:rPr>
              <a:t>ACADEMIA SEÚL  ·  METHOD CHINGU™</a:t>
            </a:r>
            <a:endParaRPr lang="en-US" sz="800" dirty="0"/>
          </a:p>
        </p:txBody>
      </p:sp>
      <p:sp>
        <p:nvSpPr>
          <p:cNvPr id="36" name="Text 33"/>
          <p:cNvSpPr/>
          <p:nvPr/>
        </p:nvSpPr>
        <p:spPr>
          <a:xfrm>
            <a:off x="11277295" y="6446520"/>
            <a:ext cx="548640" cy="228600"/>
          </a:xfrm>
          <a:prstGeom prst="rect">
            <a:avLst/>
          </a:prstGeom>
          <a:noFill/>
          <a:ln/>
        </p:spPr>
        <p:txBody>
          <a:bodyPr wrap="square" lIns="0" tIns="0" rIns="0" bIns="0" rtlCol="0" anchor="ctr"/>
          <a:lstStyle/>
          <a:p>
            <a:pPr marL="0" indent="0" algn="r">
              <a:buNone/>
            </a:pPr>
            <a:r>
              <a:rPr lang="en-US" sz="800" dirty="0">
                <a:solidFill>
                  <a:srgbClr val="4A4A55"/>
                </a:solidFill>
                <a:latin typeface="Calibri" pitchFamily="34" charset="0"/>
                <a:ea typeface="Calibri" pitchFamily="34" charset="-122"/>
                <a:cs typeface="Calibri" pitchFamily="34" charset="-120"/>
              </a:rPr>
              <a:t>59</a:t>
            </a:r>
            <a:endParaRPr lang="en-US" sz="800" dirty="0"/>
          </a:p>
        </p:txBody>
      </p:sp>
      <p:sp>
        <p:nvSpPr>
          <p:cNvPr id="37" name="TextBox 36">
            <a:extLst>
              <a:ext uri="{FF2B5EF4-FFF2-40B4-BE49-F238E27FC236}">
                <a16:creationId xmlns:a16="http://schemas.microsoft.com/office/drawing/2014/main" id="{F564681D-E678-D435-0DC4-4178EEA99542}"/>
              </a:ext>
            </a:extLst>
          </p:cNvPr>
          <p:cNvSpPr txBox="1"/>
          <p:nvPr/>
        </p:nvSpPr>
        <p:spPr>
          <a:xfrm>
            <a:off x="4759594" y="2826912"/>
            <a:ext cx="293670" cy="369332"/>
          </a:xfrm>
          <a:prstGeom prst="rect">
            <a:avLst/>
          </a:prstGeom>
          <a:noFill/>
        </p:spPr>
        <p:txBody>
          <a:bodyPr wrap="none" rtlCol="0">
            <a:spAutoFit/>
          </a:bodyPr>
          <a:lstStyle/>
          <a:p>
            <a:r>
              <a:rPr lang="es-CL" dirty="0"/>
              <a:t>g</a:t>
            </a:r>
          </a:p>
        </p:txBody>
      </p:sp>
      <p:sp>
        <p:nvSpPr>
          <p:cNvPr id="38" name="TextBox 37">
            <a:extLst>
              <a:ext uri="{FF2B5EF4-FFF2-40B4-BE49-F238E27FC236}">
                <a16:creationId xmlns:a16="http://schemas.microsoft.com/office/drawing/2014/main" id="{79C45D79-8EE8-D8CC-B0A1-6748598BBDE6}"/>
              </a:ext>
            </a:extLst>
          </p:cNvPr>
          <p:cNvSpPr txBox="1"/>
          <p:nvPr/>
        </p:nvSpPr>
        <p:spPr>
          <a:xfrm>
            <a:off x="7421412" y="2835224"/>
            <a:ext cx="713657" cy="369332"/>
          </a:xfrm>
          <a:prstGeom prst="rect">
            <a:avLst/>
          </a:prstGeom>
          <a:noFill/>
        </p:spPr>
        <p:txBody>
          <a:bodyPr wrap="none" rtlCol="0">
            <a:spAutoFit/>
          </a:bodyPr>
          <a:lstStyle/>
          <a:p>
            <a:r>
              <a:rPr lang="es-CL" dirty="0"/>
              <a:t>k(</a:t>
            </a:r>
            <a:r>
              <a:rPr lang="es-CL" dirty="0" err="1"/>
              <a:t>ing</a:t>
            </a:r>
            <a:r>
              <a:rPr lang="es-CL" dirty="0"/>
              <a:t>)</a:t>
            </a:r>
          </a:p>
        </p:txBody>
      </p:sp>
      <p:sp>
        <p:nvSpPr>
          <p:cNvPr id="39" name="TextBox 38">
            <a:extLst>
              <a:ext uri="{FF2B5EF4-FFF2-40B4-BE49-F238E27FC236}">
                <a16:creationId xmlns:a16="http://schemas.microsoft.com/office/drawing/2014/main" id="{768B7034-1EBC-1641-DBD0-34BD2B24CA82}"/>
              </a:ext>
            </a:extLst>
          </p:cNvPr>
          <p:cNvSpPr txBox="1"/>
          <p:nvPr/>
        </p:nvSpPr>
        <p:spPr>
          <a:xfrm>
            <a:off x="9808580" y="2876788"/>
            <a:ext cx="944489" cy="369332"/>
          </a:xfrm>
          <a:prstGeom prst="rect">
            <a:avLst/>
          </a:prstGeom>
          <a:noFill/>
        </p:spPr>
        <p:txBody>
          <a:bodyPr wrap="none" rtlCol="0">
            <a:spAutoFit/>
          </a:bodyPr>
          <a:lstStyle/>
          <a:p>
            <a:r>
              <a:rPr lang="es-CL" dirty="0"/>
              <a:t>c/k(</a:t>
            </a:r>
            <a:r>
              <a:rPr lang="es-CL" dirty="0" err="1"/>
              <a:t>esp</a:t>
            </a:r>
            <a:r>
              <a:rPr lang="es-CL" dirty="0"/>
              <a:t>)</a:t>
            </a:r>
          </a:p>
        </p:txBody>
      </p:sp>
      <p:sp>
        <p:nvSpPr>
          <p:cNvPr id="40" name="TextBox 39">
            <a:extLst>
              <a:ext uri="{FF2B5EF4-FFF2-40B4-BE49-F238E27FC236}">
                <a16:creationId xmlns:a16="http://schemas.microsoft.com/office/drawing/2014/main" id="{6E7E8153-B4FE-2D49-51DF-9AD57CCC1B97}"/>
              </a:ext>
            </a:extLst>
          </p:cNvPr>
          <p:cNvSpPr txBox="1"/>
          <p:nvPr/>
        </p:nvSpPr>
        <p:spPr>
          <a:xfrm>
            <a:off x="4217870" y="3566391"/>
            <a:ext cx="306494" cy="369332"/>
          </a:xfrm>
          <a:prstGeom prst="rect">
            <a:avLst/>
          </a:prstGeom>
          <a:noFill/>
        </p:spPr>
        <p:txBody>
          <a:bodyPr wrap="none" rtlCol="0">
            <a:spAutoFit/>
          </a:bodyPr>
          <a:lstStyle/>
          <a:p>
            <a:r>
              <a:rPr lang="es-CL" dirty="0"/>
              <a:t>n</a:t>
            </a:r>
          </a:p>
        </p:txBody>
      </p:sp>
      <p:sp>
        <p:nvSpPr>
          <p:cNvPr id="41" name="TextBox 40">
            <a:extLst>
              <a:ext uri="{FF2B5EF4-FFF2-40B4-BE49-F238E27FC236}">
                <a16:creationId xmlns:a16="http://schemas.microsoft.com/office/drawing/2014/main" id="{EFFB2AD0-9901-92BA-50B4-7A7F41698120}"/>
              </a:ext>
            </a:extLst>
          </p:cNvPr>
          <p:cNvSpPr txBox="1"/>
          <p:nvPr/>
        </p:nvSpPr>
        <p:spPr>
          <a:xfrm>
            <a:off x="5808549" y="3604152"/>
            <a:ext cx="306494" cy="369332"/>
          </a:xfrm>
          <a:prstGeom prst="rect">
            <a:avLst/>
          </a:prstGeom>
          <a:noFill/>
        </p:spPr>
        <p:txBody>
          <a:bodyPr wrap="none" rtlCol="0">
            <a:spAutoFit/>
          </a:bodyPr>
          <a:lstStyle/>
          <a:p>
            <a:r>
              <a:rPr lang="es-CL" dirty="0"/>
              <a:t>d</a:t>
            </a:r>
          </a:p>
        </p:txBody>
      </p:sp>
      <p:sp>
        <p:nvSpPr>
          <p:cNvPr id="42" name="TextBox 41">
            <a:extLst>
              <a:ext uri="{FF2B5EF4-FFF2-40B4-BE49-F238E27FC236}">
                <a16:creationId xmlns:a16="http://schemas.microsoft.com/office/drawing/2014/main" id="{21F414FB-9177-96B4-9D22-09AFD347D26B}"/>
              </a:ext>
            </a:extLst>
          </p:cNvPr>
          <p:cNvSpPr txBox="1"/>
          <p:nvPr/>
        </p:nvSpPr>
        <p:spPr>
          <a:xfrm>
            <a:off x="7399228" y="3612464"/>
            <a:ext cx="686406" cy="369332"/>
          </a:xfrm>
          <a:prstGeom prst="rect">
            <a:avLst/>
          </a:prstGeom>
          <a:noFill/>
        </p:spPr>
        <p:txBody>
          <a:bodyPr wrap="none" rtlCol="0">
            <a:spAutoFit/>
          </a:bodyPr>
          <a:lstStyle/>
          <a:p>
            <a:r>
              <a:rPr lang="es-CL" dirty="0"/>
              <a:t>t(</a:t>
            </a:r>
            <a:r>
              <a:rPr lang="es-CL" dirty="0" err="1"/>
              <a:t>ing</a:t>
            </a:r>
            <a:r>
              <a:rPr lang="es-CL" dirty="0"/>
              <a:t>)</a:t>
            </a:r>
          </a:p>
        </p:txBody>
      </p:sp>
      <p:sp>
        <p:nvSpPr>
          <p:cNvPr id="43" name="TextBox 42">
            <a:extLst>
              <a:ext uri="{FF2B5EF4-FFF2-40B4-BE49-F238E27FC236}">
                <a16:creationId xmlns:a16="http://schemas.microsoft.com/office/drawing/2014/main" id="{7B42B800-C616-F57B-8527-686A929CCAA7}"/>
              </a:ext>
            </a:extLst>
          </p:cNvPr>
          <p:cNvSpPr txBox="1"/>
          <p:nvPr/>
        </p:nvSpPr>
        <p:spPr>
          <a:xfrm>
            <a:off x="8825565" y="3590066"/>
            <a:ext cx="729687" cy="369332"/>
          </a:xfrm>
          <a:prstGeom prst="rect">
            <a:avLst/>
          </a:prstGeom>
          <a:noFill/>
        </p:spPr>
        <p:txBody>
          <a:bodyPr wrap="none" rtlCol="0">
            <a:spAutoFit/>
          </a:bodyPr>
          <a:lstStyle/>
          <a:p>
            <a:r>
              <a:rPr lang="es-CL" dirty="0"/>
              <a:t>t(</a:t>
            </a:r>
            <a:r>
              <a:rPr lang="es-CL" dirty="0" err="1"/>
              <a:t>esp</a:t>
            </a:r>
            <a:r>
              <a:rPr lang="es-CL" dirty="0"/>
              <a:t>)</a:t>
            </a:r>
          </a:p>
        </p:txBody>
      </p:sp>
      <p:sp>
        <p:nvSpPr>
          <p:cNvPr id="44" name="TextBox 43">
            <a:extLst>
              <a:ext uri="{FF2B5EF4-FFF2-40B4-BE49-F238E27FC236}">
                <a16:creationId xmlns:a16="http://schemas.microsoft.com/office/drawing/2014/main" id="{4D56D902-1932-F7E8-36FB-C0E1A273FC61}"/>
              </a:ext>
            </a:extLst>
          </p:cNvPr>
          <p:cNvSpPr txBox="1"/>
          <p:nvPr/>
        </p:nvSpPr>
        <p:spPr>
          <a:xfrm>
            <a:off x="10620661" y="3629090"/>
            <a:ext cx="264816" cy="369332"/>
          </a:xfrm>
          <a:prstGeom prst="rect">
            <a:avLst/>
          </a:prstGeom>
          <a:noFill/>
        </p:spPr>
        <p:txBody>
          <a:bodyPr wrap="none" rtlCol="0">
            <a:spAutoFit/>
          </a:bodyPr>
          <a:lstStyle/>
          <a:p>
            <a:r>
              <a:rPr lang="es-CL" dirty="0"/>
              <a:t>r</a:t>
            </a:r>
          </a:p>
        </p:txBody>
      </p:sp>
      <p:sp>
        <p:nvSpPr>
          <p:cNvPr id="45" name="TextBox 44">
            <a:extLst>
              <a:ext uri="{FF2B5EF4-FFF2-40B4-BE49-F238E27FC236}">
                <a16:creationId xmlns:a16="http://schemas.microsoft.com/office/drawing/2014/main" id="{36D396FB-3013-9A8E-B071-4FF152723978}"/>
              </a:ext>
            </a:extLst>
          </p:cNvPr>
          <p:cNvSpPr txBox="1"/>
          <p:nvPr/>
        </p:nvSpPr>
        <p:spPr>
          <a:xfrm>
            <a:off x="4398364" y="4366260"/>
            <a:ext cx="369012" cy="369332"/>
          </a:xfrm>
          <a:prstGeom prst="rect">
            <a:avLst/>
          </a:prstGeom>
          <a:noFill/>
        </p:spPr>
        <p:txBody>
          <a:bodyPr wrap="none" rtlCol="0">
            <a:spAutoFit/>
          </a:bodyPr>
          <a:lstStyle/>
          <a:p>
            <a:r>
              <a:rPr lang="es-CL" dirty="0"/>
              <a:t>m</a:t>
            </a:r>
          </a:p>
        </p:txBody>
      </p:sp>
      <p:sp>
        <p:nvSpPr>
          <p:cNvPr id="46" name="TextBox 45">
            <a:extLst>
              <a:ext uri="{FF2B5EF4-FFF2-40B4-BE49-F238E27FC236}">
                <a16:creationId xmlns:a16="http://schemas.microsoft.com/office/drawing/2014/main" id="{19CC4B61-1088-F5E0-A95A-B8B8E0AD1F13}"/>
              </a:ext>
            </a:extLst>
          </p:cNvPr>
          <p:cNvSpPr txBox="1"/>
          <p:nvPr/>
        </p:nvSpPr>
        <p:spPr>
          <a:xfrm>
            <a:off x="6407459" y="4389704"/>
            <a:ext cx="306494" cy="369332"/>
          </a:xfrm>
          <a:prstGeom prst="rect">
            <a:avLst/>
          </a:prstGeom>
          <a:noFill/>
        </p:spPr>
        <p:txBody>
          <a:bodyPr wrap="none" rtlCol="0">
            <a:spAutoFit/>
          </a:bodyPr>
          <a:lstStyle/>
          <a:p>
            <a:r>
              <a:rPr lang="es-CL" dirty="0"/>
              <a:t>b</a:t>
            </a:r>
          </a:p>
        </p:txBody>
      </p:sp>
      <p:sp>
        <p:nvSpPr>
          <p:cNvPr id="47" name="TextBox 46">
            <a:extLst>
              <a:ext uri="{FF2B5EF4-FFF2-40B4-BE49-F238E27FC236}">
                <a16:creationId xmlns:a16="http://schemas.microsoft.com/office/drawing/2014/main" id="{840427D0-E30F-ABD3-8FA7-FDC98040ACD5}"/>
              </a:ext>
            </a:extLst>
          </p:cNvPr>
          <p:cNvSpPr txBox="1"/>
          <p:nvPr/>
        </p:nvSpPr>
        <p:spPr>
          <a:xfrm>
            <a:off x="8198870" y="4366260"/>
            <a:ext cx="731290" cy="369332"/>
          </a:xfrm>
          <a:prstGeom prst="rect">
            <a:avLst/>
          </a:prstGeom>
          <a:noFill/>
        </p:spPr>
        <p:txBody>
          <a:bodyPr wrap="none" rtlCol="0">
            <a:spAutoFit/>
          </a:bodyPr>
          <a:lstStyle/>
          <a:p>
            <a:r>
              <a:rPr lang="es-CL" dirty="0"/>
              <a:t>p(</a:t>
            </a:r>
            <a:r>
              <a:rPr lang="es-CL" dirty="0" err="1"/>
              <a:t>ing</a:t>
            </a:r>
            <a:r>
              <a:rPr lang="es-CL" dirty="0"/>
              <a:t>)</a:t>
            </a:r>
          </a:p>
        </p:txBody>
      </p:sp>
      <p:sp>
        <p:nvSpPr>
          <p:cNvPr id="48" name="TextBox 47">
            <a:extLst>
              <a:ext uri="{FF2B5EF4-FFF2-40B4-BE49-F238E27FC236}">
                <a16:creationId xmlns:a16="http://schemas.microsoft.com/office/drawing/2014/main" id="{5B0F7D30-2721-97DF-4A4C-6CA7942A5F43}"/>
              </a:ext>
            </a:extLst>
          </p:cNvPr>
          <p:cNvSpPr txBox="1"/>
          <p:nvPr/>
        </p:nvSpPr>
        <p:spPr>
          <a:xfrm>
            <a:off x="10187788" y="4397325"/>
            <a:ext cx="774571" cy="369332"/>
          </a:xfrm>
          <a:prstGeom prst="rect">
            <a:avLst/>
          </a:prstGeom>
          <a:noFill/>
        </p:spPr>
        <p:txBody>
          <a:bodyPr wrap="none" rtlCol="0">
            <a:spAutoFit/>
          </a:bodyPr>
          <a:lstStyle/>
          <a:p>
            <a:r>
              <a:rPr lang="es-CL" dirty="0"/>
              <a:t>p(</a:t>
            </a:r>
            <a:r>
              <a:rPr lang="es-CL" dirty="0" err="1"/>
              <a:t>esp</a:t>
            </a:r>
            <a:r>
              <a:rPr lang="es-CL" dirty="0"/>
              <a:t>)</a:t>
            </a:r>
          </a:p>
        </p:txBody>
      </p:sp>
      <p:sp>
        <p:nvSpPr>
          <p:cNvPr id="49" name="TextBox 48">
            <a:extLst>
              <a:ext uri="{FF2B5EF4-FFF2-40B4-BE49-F238E27FC236}">
                <a16:creationId xmlns:a16="http://schemas.microsoft.com/office/drawing/2014/main" id="{3987922C-7396-0119-5C27-F5426DD23B07}"/>
              </a:ext>
            </a:extLst>
          </p:cNvPr>
          <p:cNvSpPr txBox="1"/>
          <p:nvPr/>
        </p:nvSpPr>
        <p:spPr>
          <a:xfrm>
            <a:off x="3999060" y="5158632"/>
            <a:ext cx="699230" cy="369332"/>
          </a:xfrm>
          <a:prstGeom prst="rect">
            <a:avLst/>
          </a:prstGeom>
          <a:noFill/>
        </p:spPr>
        <p:txBody>
          <a:bodyPr wrap="none" rtlCol="0">
            <a:spAutoFit/>
          </a:bodyPr>
          <a:lstStyle/>
          <a:p>
            <a:r>
              <a:rPr lang="es-CL" dirty="0"/>
              <a:t>s(</a:t>
            </a:r>
            <a:r>
              <a:rPr lang="es-CL" dirty="0" err="1"/>
              <a:t>ing</a:t>
            </a:r>
            <a:r>
              <a:rPr lang="es-CL" dirty="0"/>
              <a:t>)</a:t>
            </a:r>
          </a:p>
        </p:txBody>
      </p:sp>
      <p:sp>
        <p:nvSpPr>
          <p:cNvPr id="50" name="TextBox 49">
            <a:extLst>
              <a:ext uri="{FF2B5EF4-FFF2-40B4-BE49-F238E27FC236}">
                <a16:creationId xmlns:a16="http://schemas.microsoft.com/office/drawing/2014/main" id="{110E09FC-91D7-179F-29D9-F533FF090549}"/>
              </a:ext>
            </a:extLst>
          </p:cNvPr>
          <p:cNvSpPr txBox="1"/>
          <p:nvPr/>
        </p:nvSpPr>
        <p:spPr>
          <a:xfrm>
            <a:off x="5628212" y="5166944"/>
            <a:ext cx="663964" cy="369332"/>
          </a:xfrm>
          <a:prstGeom prst="rect">
            <a:avLst/>
          </a:prstGeom>
          <a:noFill/>
        </p:spPr>
        <p:txBody>
          <a:bodyPr wrap="none" rtlCol="0">
            <a:spAutoFit/>
          </a:bodyPr>
          <a:lstStyle/>
          <a:p>
            <a:r>
              <a:rPr lang="es-CL" dirty="0"/>
              <a:t>j(</a:t>
            </a:r>
            <a:r>
              <a:rPr lang="es-CL" dirty="0" err="1"/>
              <a:t>ing</a:t>
            </a:r>
            <a:r>
              <a:rPr lang="es-CL" dirty="0"/>
              <a:t>)</a:t>
            </a:r>
          </a:p>
        </p:txBody>
      </p:sp>
      <p:sp>
        <p:nvSpPr>
          <p:cNvPr id="51" name="TextBox 50">
            <a:extLst>
              <a:ext uri="{FF2B5EF4-FFF2-40B4-BE49-F238E27FC236}">
                <a16:creationId xmlns:a16="http://schemas.microsoft.com/office/drawing/2014/main" id="{E5BAE4C7-38E4-BE6D-2B99-A332F6644590}"/>
              </a:ext>
            </a:extLst>
          </p:cNvPr>
          <p:cNvSpPr txBox="1"/>
          <p:nvPr/>
        </p:nvSpPr>
        <p:spPr>
          <a:xfrm>
            <a:off x="7373962" y="5166360"/>
            <a:ext cx="404278" cy="369332"/>
          </a:xfrm>
          <a:prstGeom prst="rect">
            <a:avLst/>
          </a:prstGeom>
          <a:noFill/>
        </p:spPr>
        <p:txBody>
          <a:bodyPr wrap="none" rtlCol="0">
            <a:spAutoFit/>
          </a:bodyPr>
          <a:lstStyle/>
          <a:p>
            <a:r>
              <a:rPr lang="es-CL" dirty="0"/>
              <a:t>ch</a:t>
            </a:r>
          </a:p>
        </p:txBody>
      </p:sp>
      <p:sp>
        <p:nvSpPr>
          <p:cNvPr id="52" name="TextBox 51">
            <a:extLst>
              <a:ext uri="{FF2B5EF4-FFF2-40B4-BE49-F238E27FC236}">
                <a16:creationId xmlns:a16="http://schemas.microsoft.com/office/drawing/2014/main" id="{85CCFD9D-45C8-F21A-D786-18D9280BDEB4}"/>
              </a:ext>
            </a:extLst>
          </p:cNvPr>
          <p:cNvSpPr txBox="1"/>
          <p:nvPr/>
        </p:nvSpPr>
        <p:spPr>
          <a:xfrm>
            <a:off x="9033924" y="5182076"/>
            <a:ext cx="274434" cy="369332"/>
          </a:xfrm>
          <a:prstGeom prst="rect">
            <a:avLst/>
          </a:prstGeom>
          <a:noFill/>
        </p:spPr>
        <p:txBody>
          <a:bodyPr wrap="none" rtlCol="0">
            <a:spAutoFit/>
          </a:bodyPr>
          <a:lstStyle/>
          <a:p>
            <a:r>
              <a:rPr lang="es-CL" dirty="0"/>
              <a:t>s</a:t>
            </a:r>
          </a:p>
        </p:txBody>
      </p:sp>
      <p:sp>
        <p:nvSpPr>
          <p:cNvPr id="53" name="TextBox 52">
            <a:extLst>
              <a:ext uri="{FF2B5EF4-FFF2-40B4-BE49-F238E27FC236}">
                <a16:creationId xmlns:a16="http://schemas.microsoft.com/office/drawing/2014/main" id="{0826C248-7C4E-FCCD-182E-63E1D4973A95}"/>
              </a:ext>
            </a:extLst>
          </p:cNvPr>
          <p:cNvSpPr txBox="1"/>
          <p:nvPr/>
        </p:nvSpPr>
        <p:spPr>
          <a:xfrm>
            <a:off x="10280824" y="5208508"/>
            <a:ext cx="986424" cy="369332"/>
          </a:xfrm>
          <a:prstGeom prst="rect">
            <a:avLst/>
          </a:prstGeom>
          <a:noFill/>
        </p:spPr>
        <p:txBody>
          <a:bodyPr wrap="none" rtlCol="0">
            <a:spAutoFit/>
          </a:bodyPr>
          <a:lstStyle/>
          <a:p>
            <a:r>
              <a:rPr lang="es-CL" dirty="0"/>
              <a:t>Tcha/</a:t>
            </a:r>
            <a:r>
              <a:rPr lang="es-CL" dirty="0" err="1"/>
              <a:t>zza</a:t>
            </a:r>
            <a:endParaRPr lang="es-CL" dirty="0"/>
          </a:p>
        </p:txBody>
      </p:sp>
      <p:sp>
        <p:nvSpPr>
          <p:cNvPr id="54" name="TextBox 53">
            <a:extLst>
              <a:ext uri="{FF2B5EF4-FFF2-40B4-BE49-F238E27FC236}">
                <a16:creationId xmlns:a16="http://schemas.microsoft.com/office/drawing/2014/main" id="{3D225247-A127-628D-F0C8-0E86C7791BF3}"/>
              </a:ext>
            </a:extLst>
          </p:cNvPr>
          <p:cNvSpPr txBox="1"/>
          <p:nvPr/>
        </p:nvSpPr>
        <p:spPr>
          <a:xfrm>
            <a:off x="5098458" y="5962888"/>
            <a:ext cx="997389" cy="369332"/>
          </a:xfrm>
          <a:prstGeom prst="rect">
            <a:avLst/>
          </a:prstGeom>
          <a:noFill/>
        </p:spPr>
        <p:txBody>
          <a:bodyPr wrap="none" rtlCol="0">
            <a:spAutoFit/>
          </a:bodyPr>
          <a:lstStyle/>
          <a:p>
            <a:r>
              <a:rPr lang="es-CL" dirty="0"/>
              <a:t>h(mudo)</a:t>
            </a:r>
          </a:p>
        </p:txBody>
      </p:sp>
      <p:sp>
        <p:nvSpPr>
          <p:cNvPr id="55" name="TextBox 54">
            <a:extLst>
              <a:ext uri="{FF2B5EF4-FFF2-40B4-BE49-F238E27FC236}">
                <a16:creationId xmlns:a16="http://schemas.microsoft.com/office/drawing/2014/main" id="{F48FD68F-6705-D60D-0443-9886E2B6AAAD}"/>
              </a:ext>
            </a:extLst>
          </p:cNvPr>
          <p:cNvSpPr txBox="1"/>
          <p:nvPr/>
        </p:nvSpPr>
        <p:spPr>
          <a:xfrm>
            <a:off x="9435668" y="5945061"/>
            <a:ext cx="239168" cy="369332"/>
          </a:xfrm>
          <a:prstGeom prst="rect">
            <a:avLst/>
          </a:prstGeom>
          <a:noFill/>
        </p:spPr>
        <p:txBody>
          <a:bodyPr wrap="none" rtlCol="0">
            <a:spAutoFit/>
          </a:bodyPr>
          <a:lstStyle/>
          <a:p>
            <a:r>
              <a:rPr lang="es-CL" dirty="0"/>
              <a:t>j</a:t>
            </a:r>
          </a:p>
        </p:txBody>
      </p:sp>
      <p:pic>
        <p:nvPicPr>
          <p:cNvPr id="56" name="Image 0" descr="/sessions/sleepy-zen-cray/mnt/outputs/deck_assets/logo_var2_azul.png">
            <a:extLst>
              <a:ext uri="{FF2B5EF4-FFF2-40B4-BE49-F238E27FC236}">
                <a16:creationId xmlns:a16="http://schemas.microsoft.com/office/drawing/2014/main" id="{9E3A3D1E-1D1A-A938-1FCB-B1129689E684}"/>
              </a:ext>
            </a:extLst>
          </p:cNvPr>
          <p:cNvPicPr>
            <a:picLocks noChangeAspect="1"/>
          </p:cNvPicPr>
          <p:nvPr/>
        </p:nvPicPr>
        <p:blipFill>
          <a:blip r:embed="rId3"/>
          <a:stretch>
            <a:fillRect/>
          </a:stretch>
        </p:blipFill>
        <p:spPr>
          <a:xfrm>
            <a:off x="9778365" y="-760095"/>
            <a:ext cx="2571750" cy="2571750"/>
          </a:xfrm>
          <a:prstGeom prst="rect">
            <a:avLst/>
          </a:prstGeom>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57200" y="411480"/>
            <a:ext cx="10972800" cy="274320"/>
          </a:xfrm>
          <a:prstGeom prst="rect">
            <a:avLst/>
          </a:prstGeom>
          <a:noFill/>
          <a:ln/>
        </p:spPr>
        <p:txBody>
          <a:bodyPr wrap="square" lIns="0" tIns="0" rIns="0" bIns="0" rtlCol="0" anchor="ctr"/>
          <a:lstStyle/>
          <a:p>
            <a:pPr marL="0" indent="0">
              <a:buNone/>
            </a:pPr>
            <a:r>
              <a:rPr lang="en-US" sz="1100" b="1" kern="0" spc="500" dirty="0">
                <a:solidFill>
                  <a:srgbClr val="FE6768"/>
                </a:solidFill>
                <a:latin typeface="Calibri" pitchFamily="34" charset="0"/>
                <a:ea typeface="Calibri" pitchFamily="34" charset="-122"/>
                <a:cs typeface="Calibri" pitchFamily="34" charset="-120"/>
              </a:rPr>
              <a:t>§2.2</a:t>
            </a:r>
            <a:endParaRPr lang="en-US" sz="1100" dirty="0"/>
          </a:p>
        </p:txBody>
      </p:sp>
      <p:sp>
        <p:nvSpPr>
          <p:cNvPr id="3" name="Text 1"/>
          <p:cNvSpPr/>
          <p:nvPr/>
        </p:nvSpPr>
        <p:spPr>
          <a:xfrm>
            <a:off x="457200" y="777240"/>
            <a:ext cx="10972800" cy="822960"/>
          </a:xfrm>
          <a:prstGeom prst="rect">
            <a:avLst/>
          </a:prstGeom>
          <a:noFill/>
          <a:ln/>
        </p:spPr>
        <p:txBody>
          <a:bodyPr wrap="square" lIns="0" tIns="0" rIns="0" bIns="0" rtlCol="0" anchor="ctr"/>
          <a:lstStyle/>
          <a:p>
            <a:pPr marL="0" indent="0">
              <a:buNone/>
            </a:pPr>
            <a:r>
              <a:rPr lang="en-US" sz="4000" b="1" dirty="0">
                <a:solidFill>
                  <a:srgbClr val="4036ED"/>
                </a:solidFill>
                <a:latin typeface="Calibri" pitchFamily="34" charset="0"/>
                <a:ea typeface="Calibri" pitchFamily="34" charset="-122"/>
                <a:cs typeface="Calibri" pitchFamily="34" charset="-120"/>
              </a:rPr>
              <a:t>Los cinco lugares de articulación</a:t>
            </a:r>
            <a:endParaRPr lang="en-US" sz="4000" dirty="0"/>
          </a:p>
        </p:txBody>
      </p:sp>
      <p:sp>
        <p:nvSpPr>
          <p:cNvPr id="4" name="Text 2"/>
          <p:cNvSpPr/>
          <p:nvPr/>
        </p:nvSpPr>
        <p:spPr>
          <a:xfrm>
            <a:off x="457200" y="1691640"/>
            <a:ext cx="10972800" cy="457200"/>
          </a:xfrm>
          <a:prstGeom prst="rect">
            <a:avLst/>
          </a:prstGeom>
          <a:noFill/>
          <a:ln/>
        </p:spPr>
        <p:txBody>
          <a:bodyPr wrap="square" lIns="0" tIns="0" rIns="0" bIns="0" rtlCol="0" anchor="ctr"/>
          <a:lstStyle/>
          <a:p>
            <a:pPr marL="0" indent="0">
              <a:buNone/>
            </a:pPr>
            <a:r>
              <a:rPr lang="en-US" sz="1400" i="1" dirty="0">
                <a:solidFill>
                  <a:srgbClr val="4A4A55"/>
                </a:solidFill>
                <a:latin typeface="Calibri" pitchFamily="34" charset="0"/>
                <a:ea typeface="Calibri" pitchFamily="34" charset="-122"/>
                <a:cs typeface="Calibri" pitchFamily="34" charset="-120"/>
              </a:rPr>
              <a:t>De la garganta hasta los labios — un mapa de cinco zonas en tu boca.</a:t>
            </a:r>
            <a:endParaRPr lang="en-US" sz="1400" dirty="0"/>
          </a:p>
        </p:txBody>
      </p:sp>
      <p:sp>
        <p:nvSpPr>
          <p:cNvPr id="5" name="Shape 3"/>
          <p:cNvSpPr/>
          <p:nvPr/>
        </p:nvSpPr>
        <p:spPr>
          <a:xfrm>
            <a:off x="220828" y="2606040"/>
            <a:ext cx="2240280" cy="3657600"/>
          </a:xfrm>
          <a:prstGeom prst="roundRect">
            <a:avLst>
              <a:gd name="adj" fmla="val 7347"/>
            </a:avLst>
          </a:prstGeom>
          <a:solidFill>
            <a:srgbClr val="4036ED"/>
          </a:solidFill>
          <a:ln w="12700">
            <a:solidFill>
              <a:srgbClr val="4036ED"/>
            </a:solidFill>
            <a:prstDash val="solid"/>
          </a:ln>
        </p:spPr>
      </p:sp>
      <p:sp>
        <p:nvSpPr>
          <p:cNvPr id="6" name="Text 4"/>
          <p:cNvSpPr/>
          <p:nvPr/>
        </p:nvSpPr>
        <p:spPr>
          <a:xfrm>
            <a:off x="220828" y="2880360"/>
            <a:ext cx="2240280" cy="914400"/>
          </a:xfrm>
          <a:prstGeom prst="rect">
            <a:avLst/>
          </a:prstGeom>
          <a:noFill/>
          <a:ln/>
        </p:spPr>
        <p:txBody>
          <a:bodyPr wrap="square" lIns="0" tIns="0" rIns="0" bIns="0" rtlCol="0" anchor="ctr"/>
          <a:lstStyle/>
          <a:p>
            <a:pPr marL="0" indent="0" algn="ctr">
              <a:buNone/>
            </a:pPr>
            <a:r>
              <a:rPr lang="en-US" sz="5000" b="1" dirty="0">
                <a:solidFill>
                  <a:srgbClr val="F6F6F6"/>
                </a:solidFill>
                <a:latin typeface="Malgun Gothic" pitchFamily="34" charset="0"/>
                <a:ea typeface="Malgun Gothic" pitchFamily="34" charset="-122"/>
                <a:cs typeface="Malgun Gothic" pitchFamily="34" charset="-120"/>
              </a:rPr>
              <a:t>후음</a:t>
            </a:r>
            <a:endParaRPr lang="en-US" sz="5000" dirty="0"/>
          </a:p>
        </p:txBody>
      </p:sp>
      <p:sp>
        <p:nvSpPr>
          <p:cNvPr id="7" name="Text 5"/>
          <p:cNvSpPr/>
          <p:nvPr/>
        </p:nvSpPr>
        <p:spPr>
          <a:xfrm>
            <a:off x="220828" y="3977640"/>
            <a:ext cx="2240280" cy="365760"/>
          </a:xfrm>
          <a:prstGeom prst="rect">
            <a:avLst/>
          </a:prstGeom>
          <a:noFill/>
          <a:ln/>
        </p:spPr>
        <p:txBody>
          <a:bodyPr wrap="square" lIns="0" tIns="0" rIns="0" bIns="0" rtlCol="0" anchor="ctr"/>
          <a:lstStyle/>
          <a:p>
            <a:pPr marL="0" indent="0" algn="ctr">
              <a:buNone/>
            </a:pPr>
            <a:r>
              <a:rPr lang="en-US" sz="1300" b="1" kern="0" spc="500" dirty="0">
                <a:solidFill>
                  <a:srgbClr val="F6F6F6"/>
                </a:solidFill>
                <a:latin typeface="Calibri" pitchFamily="34" charset="0"/>
                <a:ea typeface="Calibri" pitchFamily="34" charset="-122"/>
                <a:cs typeface="Calibri" pitchFamily="34" charset="-120"/>
              </a:rPr>
              <a:t>GARGANTA</a:t>
            </a:r>
            <a:endParaRPr lang="en-US" sz="1300" dirty="0"/>
          </a:p>
        </p:txBody>
      </p:sp>
      <p:sp>
        <p:nvSpPr>
          <p:cNvPr id="8" name="Text 6"/>
          <p:cNvSpPr/>
          <p:nvPr/>
        </p:nvSpPr>
        <p:spPr>
          <a:xfrm>
            <a:off x="220828" y="4389120"/>
            <a:ext cx="2240280" cy="320040"/>
          </a:xfrm>
          <a:prstGeom prst="rect">
            <a:avLst/>
          </a:prstGeom>
          <a:noFill/>
          <a:ln/>
        </p:spPr>
        <p:txBody>
          <a:bodyPr wrap="square" lIns="0" tIns="0" rIns="0" bIns="0" rtlCol="0" anchor="ctr"/>
          <a:lstStyle/>
          <a:p>
            <a:pPr marL="0" indent="0" algn="ctr">
              <a:buNone/>
            </a:pPr>
            <a:r>
              <a:rPr lang="en-US" sz="1000" i="1" dirty="0">
                <a:solidFill>
                  <a:srgbClr val="F6F6F6"/>
                </a:solidFill>
                <a:latin typeface="Calibri" pitchFamily="34" charset="0"/>
                <a:ea typeface="Calibri" pitchFamily="34" charset="-122"/>
                <a:cs typeface="Calibri" pitchFamily="34" charset="-120"/>
              </a:rPr>
              <a:t>(glotis)</a:t>
            </a:r>
            <a:endParaRPr lang="en-US" sz="1000" dirty="0"/>
          </a:p>
        </p:txBody>
      </p:sp>
      <p:sp>
        <p:nvSpPr>
          <p:cNvPr id="9" name="Text 7"/>
          <p:cNvSpPr/>
          <p:nvPr/>
        </p:nvSpPr>
        <p:spPr>
          <a:xfrm>
            <a:off x="220828" y="4937760"/>
            <a:ext cx="2240280" cy="914400"/>
          </a:xfrm>
          <a:prstGeom prst="rect">
            <a:avLst/>
          </a:prstGeom>
          <a:noFill/>
          <a:ln/>
        </p:spPr>
        <p:txBody>
          <a:bodyPr wrap="square" lIns="0" tIns="0" rIns="0" bIns="0" rtlCol="0" anchor="ctr"/>
          <a:lstStyle/>
          <a:p>
            <a:pPr marL="0" indent="0" algn="ctr">
              <a:buNone/>
            </a:pPr>
            <a:r>
              <a:rPr lang="en-US" sz="2800" b="1" dirty="0">
                <a:solidFill>
                  <a:srgbClr val="F6F6F6"/>
                </a:solidFill>
                <a:latin typeface="Malgun Gothic" pitchFamily="34" charset="0"/>
                <a:ea typeface="Malgun Gothic" pitchFamily="34" charset="-122"/>
                <a:cs typeface="Malgun Gothic" pitchFamily="34" charset="-120"/>
              </a:rPr>
              <a:t>ㅇ ㅎ</a:t>
            </a:r>
            <a:endParaRPr lang="en-US" sz="2800" dirty="0"/>
          </a:p>
        </p:txBody>
      </p:sp>
      <p:sp>
        <p:nvSpPr>
          <p:cNvPr id="10" name="Shape 8"/>
          <p:cNvSpPr/>
          <p:nvPr/>
        </p:nvSpPr>
        <p:spPr>
          <a:xfrm>
            <a:off x="2598268" y="2606040"/>
            <a:ext cx="2240280" cy="3657600"/>
          </a:xfrm>
          <a:prstGeom prst="roundRect">
            <a:avLst>
              <a:gd name="adj" fmla="val 7347"/>
            </a:avLst>
          </a:prstGeom>
          <a:solidFill>
            <a:srgbClr val="A79BFF"/>
          </a:solidFill>
          <a:ln w="12700">
            <a:solidFill>
              <a:srgbClr val="A79BFF"/>
            </a:solidFill>
            <a:prstDash val="solid"/>
          </a:ln>
        </p:spPr>
      </p:sp>
      <p:sp>
        <p:nvSpPr>
          <p:cNvPr id="11" name="Text 9"/>
          <p:cNvSpPr/>
          <p:nvPr/>
        </p:nvSpPr>
        <p:spPr>
          <a:xfrm>
            <a:off x="2598268" y="2880360"/>
            <a:ext cx="2240280" cy="914400"/>
          </a:xfrm>
          <a:prstGeom prst="rect">
            <a:avLst/>
          </a:prstGeom>
          <a:noFill/>
          <a:ln/>
        </p:spPr>
        <p:txBody>
          <a:bodyPr wrap="square" lIns="0" tIns="0" rIns="0" bIns="0" rtlCol="0" anchor="ctr"/>
          <a:lstStyle/>
          <a:p>
            <a:pPr marL="0" indent="0" algn="ctr">
              <a:buNone/>
            </a:pPr>
            <a:r>
              <a:rPr lang="en-US" sz="5000" b="1" dirty="0">
                <a:solidFill>
                  <a:srgbClr val="F6F6F6"/>
                </a:solidFill>
                <a:latin typeface="Malgun Gothic" pitchFamily="34" charset="0"/>
                <a:ea typeface="Malgun Gothic" pitchFamily="34" charset="-122"/>
                <a:cs typeface="Malgun Gothic" pitchFamily="34" charset="-120"/>
              </a:rPr>
              <a:t>아음</a:t>
            </a:r>
            <a:endParaRPr lang="en-US" sz="5000" dirty="0"/>
          </a:p>
        </p:txBody>
      </p:sp>
      <p:sp>
        <p:nvSpPr>
          <p:cNvPr id="12" name="Text 10"/>
          <p:cNvSpPr/>
          <p:nvPr/>
        </p:nvSpPr>
        <p:spPr>
          <a:xfrm>
            <a:off x="2598268" y="3977640"/>
            <a:ext cx="2240280" cy="365760"/>
          </a:xfrm>
          <a:prstGeom prst="rect">
            <a:avLst/>
          </a:prstGeom>
          <a:noFill/>
          <a:ln/>
        </p:spPr>
        <p:txBody>
          <a:bodyPr wrap="square" lIns="0" tIns="0" rIns="0" bIns="0" rtlCol="0" anchor="ctr"/>
          <a:lstStyle/>
          <a:p>
            <a:pPr marL="0" indent="0" algn="ctr">
              <a:buNone/>
            </a:pPr>
            <a:r>
              <a:rPr lang="en-US" sz="1300" b="1" kern="0" spc="500" dirty="0">
                <a:solidFill>
                  <a:srgbClr val="F6F6F6"/>
                </a:solidFill>
                <a:latin typeface="Calibri" pitchFamily="34" charset="0"/>
                <a:ea typeface="Calibri" pitchFamily="34" charset="-122"/>
                <a:cs typeface="Calibri" pitchFamily="34" charset="-120"/>
              </a:rPr>
              <a:t>PALADAR</a:t>
            </a:r>
            <a:endParaRPr lang="en-US" sz="1300" dirty="0"/>
          </a:p>
        </p:txBody>
      </p:sp>
      <p:sp>
        <p:nvSpPr>
          <p:cNvPr id="13" name="Text 11"/>
          <p:cNvSpPr/>
          <p:nvPr/>
        </p:nvSpPr>
        <p:spPr>
          <a:xfrm>
            <a:off x="2598268" y="4389120"/>
            <a:ext cx="2240280" cy="320040"/>
          </a:xfrm>
          <a:prstGeom prst="rect">
            <a:avLst/>
          </a:prstGeom>
          <a:noFill/>
          <a:ln/>
        </p:spPr>
        <p:txBody>
          <a:bodyPr wrap="square" lIns="0" tIns="0" rIns="0" bIns="0" rtlCol="0" anchor="ctr"/>
          <a:lstStyle/>
          <a:p>
            <a:pPr marL="0" indent="0" algn="ctr">
              <a:buNone/>
            </a:pPr>
            <a:r>
              <a:rPr lang="en-US" sz="1000" i="1" dirty="0">
                <a:solidFill>
                  <a:srgbClr val="F6F6F6"/>
                </a:solidFill>
                <a:latin typeface="Calibri" pitchFamily="34" charset="0"/>
                <a:ea typeface="Calibri" pitchFamily="34" charset="-122"/>
                <a:cs typeface="Calibri" pitchFamily="34" charset="-120"/>
              </a:rPr>
              <a:t>(velo)</a:t>
            </a:r>
            <a:endParaRPr lang="en-US" sz="1000" dirty="0"/>
          </a:p>
        </p:txBody>
      </p:sp>
      <p:sp>
        <p:nvSpPr>
          <p:cNvPr id="14" name="Text 12"/>
          <p:cNvSpPr/>
          <p:nvPr/>
        </p:nvSpPr>
        <p:spPr>
          <a:xfrm>
            <a:off x="2598268" y="4937760"/>
            <a:ext cx="2240280" cy="914400"/>
          </a:xfrm>
          <a:prstGeom prst="rect">
            <a:avLst/>
          </a:prstGeom>
          <a:noFill/>
          <a:ln/>
        </p:spPr>
        <p:txBody>
          <a:bodyPr wrap="square" lIns="0" tIns="0" rIns="0" bIns="0" rtlCol="0" anchor="ctr"/>
          <a:lstStyle/>
          <a:p>
            <a:pPr marL="0" indent="0" algn="ctr">
              <a:buNone/>
            </a:pPr>
            <a:r>
              <a:rPr lang="en-US" sz="2800" b="1" dirty="0">
                <a:solidFill>
                  <a:srgbClr val="F6F6F6"/>
                </a:solidFill>
                <a:latin typeface="Malgun Gothic" pitchFamily="34" charset="0"/>
                <a:ea typeface="Malgun Gothic" pitchFamily="34" charset="-122"/>
                <a:cs typeface="Malgun Gothic" pitchFamily="34" charset="-120"/>
              </a:rPr>
              <a:t>ㄱ ㅋ ㄲ</a:t>
            </a:r>
            <a:endParaRPr lang="en-US" sz="2800" dirty="0"/>
          </a:p>
        </p:txBody>
      </p:sp>
      <p:sp>
        <p:nvSpPr>
          <p:cNvPr id="15" name="Shape 13"/>
          <p:cNvSpPr/>
          <p:nvPr/>
        </p:nvSpPr>
        <p:spPr>
          <a:xfrm>
            <a:off x="4975708" y="2606040"/>
            <a:ext cx="2240280" cy="3657600"/>
          </a:xfrm>
          <a:prstGeom prst="roundRect">
            <a:avLst>
              <a:gd name="adj" fmla="val 7347"/>
            </a:avLst>
          </a:prstGeom>
          <a:solidFill>
            <a:srgbClr val="A79BFF"/>
          </a:solidFill>
          <a:ln w="12700">
            <a:solidFill>
              <a:srgbClr val="A79BFF"/>
            </a:solidFill>
            <a:prstDash val="solid"/>
          </a:ln>
        </p:spPr>
      </p:sp>
      <p:sp>
        <p:nvSpPr>
          <p:cNvPr id="16" name="Text 14"/>
          <p:cNvSpPr/>
          <p:nvPr/>
        </p:nvSpPr>
        <p:spPr>
          <a:xfrm>
            <a:off x="4975708" y="2880360"/>
            <a:ext cx="2240280" cy="914400"/>
          </a:xfrm>
          <a:prstGeom prst="rect">
            <a:avLst/>
          </a:prstGeom>
          <a:noFill/>
          <a:ln/>
        </p:spPr>
        <p:txBody>
          <a:bodyPr wrap="square" lIns="0" tIns="0" rIns="0" bIns="0" rtlCol="0" anchor="ctr"/>
          <a:lstStyle/>
          <a:p>
            <a:pPr marL="0" indent="0" algn="ctr">
              <a:buNone/>
            </a:pPr>
            <a:r>
              <a:rPr lang="en-US" sz="5000" b="1" dirty="0">
                <a:solidFill>
                  <a:srgbClr val="F6F6F6"/>
                </a:solidFill>
                <a:latin typeface="Malgun Gothic" pitchFamily="34" charset="0"/>
                <a:ea typeface="Malgun Gothic" pitchFamily="34" charset="-122"/>
                <a:cs typeface="Malgun Gothic" pitchFamily="34" charset="-120"/>
              </a:rPr>
              <a:t>설음</a:t>
            </a:r>
            <a:endParaRPr lang="en-US" sz="5000" dirty="0"/>
          </a:p>
        </p:txBody>
      </p:sp>
      <p:sp>
        <p:nvSpPr>
          <p:cNvPr id="17" name="Text 15"/>
          <p:cNvSpPr/>
          <p:nvPr/>
        </p:nvSpPr>
        <p:spPr>
          <a:xfrm>
            <a:off x="4975708" y="3977640"/>
            <a:ext cx="2240280" cy="365760"/>
          </a:xfrm>
          <a:prstGeom prst="rect">
            <a:avLst/>
          </a:prstGeom>
          <a:noFill/>
          <a:ln/>
        </p:spPr>
        <p:txBody>
          <a:bodyPr wrap="square" lIns="0" tIns="0" rIns="0" bIns="0" rtlCol="0" anchor="ctr"/>
          <a:lstStyle/>
          <a:p>
            <a:pPr marL="0" indent="0" algn="ctr">
              <a:buNone/>
            </a:pPr>
            <a:r>
              <a:rPr lang="en-US" sz="1300" b="1" kern="0" spc="500" dirty="0">
                <a:solidFill>
                  <a:srgbClr val="F6F6F6"/>
                </a:solidFill>
                <a:latin typeface="Calibri" pitchFamily="34" charset="0"/>
                <a:ea typeface="Calibri" pitchFamily="34" charset="-122"/>
                <a:cs typeface="Calibri" pitchFamily="34" charset="-120"/>
              </a:rPr>
              <a:t>LENGUA</a:t>
            </a:r>
            <a:endParaRPr lang="en-US" sz="1300" dirty="0"/>
          </a:p>
        </p:txBody>
      </p:sp>
      <p:sp>
        <p:nvSpPr>
          <p:cNvPr id="18" name="Text 16"/>
          <p:cNvSpPr/>
          <p:nvPr/>
        </p:nvSpPr>
        <p:spPr>
          <a:xfrm>
            <a:off x="4975708" y="4389120"/>
            <a:ext cx="2240280" cy="320040"/>
          </a:xfrm>
          <a:prstGeom prst="rect">
            <a:avLst/>
          </a:prstGeom>
          <a:noFill/>
          <a:ln/>
        </p:spPr>
        <p:txBody>
          <a:bodyPr wrap="square" lIns="0" tIns="0" rIns="0" bIns="0" rtlCol="0" anchor="ctr"/>
          <a:lstStyle/>
          <a:p>
            <a:pPr marL="0" indent="0" algn="ctr">
              <a:buNone/>
            </a:pPr>
            <a:r>
              <a:rPr lang="en-US" sz="1000" i="1" dirty="0">
                <a:solidFill>
                  <a:srgbClr val="F6F6F6"/>
                </a:solidFill>
                <a:latin typeface="Calibri" pitchFamily="34" charset="0"/>
                <a:ea typeface="Calibri" pitchFamily="34" charset="-122"/>
                <a:cs typeface="Calibri" pitchFamily="34" charset="-120"/>
              </a:rPr>
              <a:t>(alveolo)</a:t>
            </a:r>
            <a:endParaRPr lang="en-US" sz="1000" dirty="0"/>
          </a:p>
        </p:txBody>
      </p:sp>
      <p:sp>
        <p:nvSpPr>
          <p:cNvPr id="19" name="Text 17"/>
          <p:cNvSpPr/>
          <p:nvPr/>
        </p:nvSpPr>
        <p:spPr>
          <a:xfrm>
            <a:off x="4975708" y="4937760"/>
            <a:ext cx="2240280" cy="914400"/>
          </a:xfrm>
          <a:prstGeom prst="rect">
            <a:avLst/>
          </a:prstGeom>
          <a:noFill/>
          <a:ln/>
        </p:spPr>
        <p:txBody>
          <a:bodyPr wrap="square" lIns="0" tIns="0" rIns="0" bIns="0" rtlCol="0" anchor="ctr"/>
          <a:lstStyle/>
          <a:p>
            <a:pPr marL="0" indent="0" algn="ctr">
              <a:buNone/>
            </a:pPr>
            <a:r>
              <a:rPr lang="en-US" sz="2800" b="1" dirty="0">
                <a:solidFill>
                  <a:srgbClr val="F6F6F6"/>
                </a:solidFill>
                <a:latin typeface="Malgun Gothic" pitchFamily="34" charset="0"/>
                <a:ea typeface="Malgun Gothic" pitchFamily="34" charset="-122"/>
                <a:cs typeface="Malgun Gothic" pitchFamily="34" charset="-120"/>
              </a:rPr>
              <a:t>ㄴ ㄷ ㅌ ㄸ ㄹ</a:t>
            </a:r>
            <a:endParaRPr lang="en-US" sz="2800" dirty="0"/>
          </a:p>
        </p:txBody>
      </p:sp>
      <p:sp>
        <p:nvSpPr>
          <p:cNvPr id="20" name="Shape 18"/>
          <p:cNvSpPr/>
          <p:nvPr/>
        </p:nvSpPr>
        <p:spPr>
          <a:xfrm>
            <a:off x="7353148" y="2606040"/>
            <a:ext cx="2240280" cy="3657600"/>
          </a:xfrm>
          <a:prstGeom prst="roundRect">
            <a:avLst>
              <a:gd name="adj" fmla="val 7347"/>
            </a:avLst>
          </a:prstGeom>
          <a:solidFill>
            <a:srgbClr val="FE6768"/>
          </a:solidFill>
          <a:ln w="12700">
            <a:solidFill>
              <a:srgbClr val="FE6768"/>
            </a:solidFill>
            <a:prstDash val="solid"/>
          </a:ln>
        </p:spPr>
      </p:sp>
      <p:sp>
        <p:nvSpPr>
          <p:cNvPr id="21" name="Text 19"/>
          <p:cNvSpPr/>
          <p:nvPr/>
        </p:nvSpPr>
        <p:spPr>
          <a:xfrm>
            <a:off x="7353148" y="2880360"/>
            <a:ext cx="2240280" cy="914400"/>
          </a:xfrm>
          <a:prstGeom prst="rect">
            <a:avLst/>
          </a:prstGeom>
          <a:noFill/>
          <a:ln/>
        </p:spPr>
        <p:txBody>
          <a:bodyPr wrap="square" lIns="0" tIns="0" rIns="0" bIns="0" rtlCol="0" anchor="ctr"/>
          <a:lstStyle/>
          <a:p>
            <a:pPr marL="0" indent="0" algn="ctr">
              <a:buNone/>
            </a:pPr>
            <a:r>
              <a:rPr lang="en-US" sz="5000" b="1" dirty="0">
                <a:solidFill>
                  <a:srgbClr val="F6F6F6"/>
                </a:solidFill>
                <a:latin typeface="Malgun Gothic" pitchFamily="34" charset="0"/>
                <a:ea typeface="Malgun Gothic" pitchFamily="34" charset="-122"/>
                <a:cs typeface="Malgun Gothic" pitchFamily="34" charset="-120"/>
              </a:rPr>
              <a:t>치음</a:t>
            </a:r>
            <a:endParaRPr lang="en-US" sz="5000" dirty="0"/>
          </a:p>
        </p:txBody>
      </p:sp>
      <p:sp>
        <p:nvSpPr>
          <p:cNvPr id="22" name="Text 20"/>
          <p:cNvSpPr/>
          <p:nvPr/>
        </p:nvSpPr>
        <p:spPr>
          <a:xfrm>
            <a:off x="7353148" y="3977640"/>
            <a:ext cx="2240280" cy="365760"/>
          </a:xfrm>
          <a:prstGeom prst="rect">
            <a:avLst/>
          </a:prstGeom>
          <a:noFill/>
          <a:ln/>
        </p:spPr>
        <p:txBody>
          <a:bodyPr wrap="square" lIns="0" tIns="0" rIns="0" bIns="0" rtlCol="0" anchor="ctr"/>
          <a:lstStyle/>
          <a:p>
            <a:pPr marL="0" indent="0" algn="ctr">
              <a:buNone/>
            </a:pPr>
            <a:r>
              <a:rPr lang="en-US" sz="1300" b="1" kern="0" spc="500" dirty="0">
                <a:solidFill>
                  <a:srgbClr val="F6F6F6"/>
                </a:solidFill>
                <a:latin typeface="Calibri" pitchFamily="34" charset="0"/>
                <a:ea typeface="Calibri" pitchFamily="34" charset="-122"/>
                <a:cs typeface="Calibri" pitchFamily="34" charset="-120"/>
              </a:rPr>
              <a:t>DIENTES</a:t>
            </a:r>
            <a:endParaRPr lang="en-US" sz="1300" dirty="0"/>
          </a:p>
        </p:txBody>
      </p:sp>
      <p:sp>
        <p:nvSpPr>
          <p:cNvPr id="23" name="Text 21"/>
          <p:cNvSpPr/>
          <p:nvPr/>
        </p:nvSpPr>
        <p:spPr>
          <a:xfrm>
            <a:off x="7353148" y="4389120"/>
            <a:ext cx="2240280" cy="320040"/>
          </a:xfrm>
          <a:prstGeom prst="rect">
            <a:avLst/>
          </a:prstGeom>
          <a:noFill/>
          <a:ln/>
        </p:spPr>
        <p:txBody>
          <a:bodyPr wrap="square" lIns="0" tIns="0" rIns="0" bIns="0" rtlCol="0" anchor="ctr"/>
          <a:lstStyle/>
          <a:p>
            <a:pPr marL="0" indent="0" algn="ctr">
              <a:buNone/>
            </a:pPr>
            <a:r>
              <a:rPr lang="en-US" sz="1000" i="1" dirty="0">
                <a:solidFill>
                  <a:srgbClr val="F6F6F6"/>
                </a:solidFill>
                <a:latin typeface="Calibri" pitchFamily="34" charset="0"/>
                <a:ea typeface="Calibri" pitchFamily="34" charset="-122"/>
                <a:cs typeface="Calibri" pitchFamily="34" charset="-120"/>
              </a:rPr>
              <a:t>(sibilantes)</a:t>
            </a:r>
            <a:endParaRPr lang="en-US" sz="1000" dirty="0"/>
          </a:p>
        </p:txBody>
      </p:sp>
      <p:sp>
        <p:nvSpPr>
          <p:cNvPr id="24" name="Text 22"/>
          <p:cNvSpPr/>
          <p:nvPr/>
        </p:nvSpPr>
        <p:spPr>
          <a:xfrm>
            <a:off x="7353148" y="4937760"/>
            <a:ext cx="2240280" cy="914400"/>
          </a:xfrm>
          <a:prstGeom prst="rect">
            <a:avLst/>
          </a:prstGeom>
          <a:noFill/>
          <a:ln/>
        </p:spPr>
        <p:txBody>
          <a:bodyPr wrap="square" lIns="0" tIns="0" rIns="0" bIns="0" rtlCol="0" anchor="ctr"/>
          <a:lstStyle/>
          <a:p>
            <a:pPr marL="0" indent="0" algn="ctr">
              <a:buNone/>
            </a:pPr>
            <a:r>
              <a:rPr lang="en-US" sz="2800" b="1" dirty="0">
                <a:solidFill>
                  <a:srgbClr val="F6F6F6"/>
                </a:solidFill>
                <a:latin typeface="Malgun Gothic" pitchFamily="34" charset="0"/>
                <a:ea typeface="Malgun Gothic" pitchFamily="34" charset="-122"/>
                <a:cs typeface="Malgun Gothic" pitchFamily="34" charset="-120"/>
              </a:rPr>
              <a:t>ㅅ ㅈ ㅊ ㅆ ㅉ</a:t>
            </a:r>
            <a:endParaRPr lang="en-US" sz="2800" dirty="0"/>
          </a:p>
        </p:txBody>
      </p:sp>
      <p:sp>
        <p:nvSpPr>
          <p:cNvPr id="25" name="Shape 23"/>
          <p:cNvSpPr/>
          <p:nvPr/>
        </p:nvSpPr>
        <p:spPr>
          <a:xfrm>
            <a:off x="9730588" y="2606040"/>
            <a:ext cx="2240280" cy="3657600"/>
          </a:xfrm>
          <a:prstGeom prst="roundRect">
            <a:avLst>
              <a:gd name="adj" fmla="val 7347"/>
            </a:avLst>
          </a:prstGeom>
          <a:solidFill>
            <a:srgbClr val="FE6768"/>
          </a:solidFill>
          <a:ln w="12700">
            <a:solidFill>
              <a:srgbClr val="FE6768"/>
            </a:solidFill>
            <a:prstDash val="solid"/>
          </a:ln>
        </p:spPr>
      </p:sp>
      <p:sp>
        <p:nvSpPr>
          <p:cNvPr id="26" name="Text 24"/>
          <p:cNvSpPr/>
          <p:nvPr/>
        </p:nvSpPr>
        <p:spPr>
          <a:xfrm>
            <a:off x="9730588" y="2880360"/>
            <a:ext cx="2240280" cy="914400"/>
          </a:xfrm>
          <a:prstGeom prst="rect">
            <a:avLst/>
          </a:prstGeom>
          <a:noFill/>
          <a:ln/>
        </p:spPr>
        <p:txBody>
          <a:bodyPr wrap="square" lIns="0" tIns="0" rIns="0" bIns="0" rtlCol="0" anchor="ctr"/>
          <a:lstStyle/>
          <a:p>
            <a:pPr marL="0" indent="0" algn="ctr">
              <a:buNone/>
            </a:pPr>
            <a:r>
              <a:rPr lang="en-US" sz="5000" b="1" dirty="0">
                <a:solidFill>
                  <a:srgbClr val="F6F6F6"/>
                </a:solidFill>
                <a:latin typeface="Malgun Gothic" pitchFamily="34" charset="0"/>
                <a:ea typeface="Malgun Gothic" pitchFamily="34" charset="-122"/>
                <a:cs typeface="Malgun Gothic" pitchFamily="34" charset="-120"/>
              </a:rPr>
              <a:t>순음</a:t>
            </a:r>
            <a:endParaRPr lang="en-US" sz="5000" dirty="0"/>
          </a:p>
        </p:txBody>
      </p:sp>
      <p:sp>
        <p:nvSpPr>
          <p:cNvPr id="27" name="Text 25"/>
          <p:cNvSpPr/>
          <p:nvPr/>
        </p:nvSpPr>
        <p:spPr>
          <a:xfrm>
            <a:off x="9730588" y="3977640"/>
            <a:ext cx="2240280" cy="365760"/>
          </a:xfrm>
          <a:prstGeom prst="rect">
            <a:avLst/>
          </a:prstGeom>
          <a:noFill/>
          <a:ln/>
        </p:spPr>
        <p:txBody>
          <a:bodyPr wrap="square" lIns="0" tIns="0" rIns="0" bIns="0" rtlCol="0" anchor="ctr"/>
          <a:lstStyle/>
          <a:p>
            <a:pPr marL="0" indent="0" algn="ctr">
              <a:buNone/>
            </a:pPr>
            <a:r>
              <a:rPr lang="en-US" sz="1300" b="1" kern="0" spc="500" dirty="0">
                <a:solidFill>
                  <a:srgbClr val="F6F6F6"/>
                </a:solidFill>
                <a:latin typeface="Calibri" pitchFamily="34" charset="0"/>
                <a:ea typeface="Calibri" pitchFamily="34" charset="-122"/>
                <a:cs typeface="Calibri" pitchFamily="34" charset="-120"/>
              </a:rPr>
              <a:t>LABIOS</a:t>
            </a:r>
            <a:endParaRPr lang="en-US" sz="1300" dirty="0"/>
          </a:p>
        </p:txBody>
      </p:sp>
      <p:sp>
        <p:nvSpPr>
          <p:cNvPr id="28" name="Text 26"/>
          <p:cNvSpPr/>
          <p:nvPr/>
        </p:nvSpPr>
        <p:spPr>
          <a:xfrm>
            <a:off x="9730588" y="4389120"/>
            <a:ext cx="2240280" cy="320040"/>
          </a:xfrm>
          <a:prstGeom prst="rect">
            <a:avLst/>
          </a:prstGeom>
          <a:noFill/>
          <a:ln/>
        </p:spPr>
        <p:txBody>
          <a:bodyPr wrap="square" lIns="0" tIns="0" rIns="0" bIns="0" rtlCol="0" anchor="ctr"/>
          <a:lstStyle/>
          <a:p>
            <a:pPr marL="0" indent="0" algn="ctr">
              <a:buNone/>
            </a:pPr>
            <a:r>
              <a:rPr lang="en-US" sz="1000" i="1" dirty="0">
                <a:solidFill>
                  <a:srgbClr val="F6F6F6"/>
                </a:solidFill>
                <a:latin typeface="Calibri" pitchFamily="34" charset="0"/>
                <a:ea typeface="Calibri" pitchFamily="34" charset="-122"/>
                <a:cs typeface="Calibri" pitchFamily="34" charset="-120"/>
              </a:rPr>
              <a:t>(bilabial)</a:t>
            </a:r>
            <a:endParaRPr lang="en-US" sz="1000" dirty="0"/>
          </a:p>
        </p:txBody>
      </p:sp>
      <p:sp>
        <p:nvSpPr>
          <p:cNvPr id="29" name="Text 27"/>
          <p:cNvSpPr/>
          <p:nvPr/>
        </p:nvSpPr>
        <p:spPr>
          <a:xfrm>
            <a:off x="9730588" y="4937760"/>
            <a:ext cx="2240280" cy="914400"/>
          </a:xfrm>
          <a:prstGeom prst="rect">
            <a:avLst/>
          </a:prstGeom>
          <a:noFill/>
          <a:ln/>
        </p:spPr>
        <p:txBody>
          <a:bodyPr wrap="square" lIns="0" tIns="0" rIns="0" bIns="0" rtlCol="0" anchor="ctr"/>
          <a:lstStyle/>
          <a:p>
            <a:pPr marL="0" indent="0" algn="ctr">
              <a:buNone/>
            </a:pPr>
            <a:r>
              <a:rPr lang="en-US" sz="2800" b="1" dirty="0">
                <a:solidFill>
                  <a:srgbClr val="F6F6F6"/>
                </a:solidFill>
                <a:latin typeface="Malgun Gothic" pitchFamily="34" charset="0"/>
                <a:ea typeface="Malgun Gothic" pitchFamily="34" charset="-122"/>
                <a:cs typeface="Malgun Gothic" pitchFamily="34" charset="-120"/>
              </a:rPr>
              <a:t>ㅁ ㅂ ㅍ ㅃ</a:t>
            </a:r>
            <a:endParaRPr lang="en-US" sz="2800" dirty="0"/>
          </a:p>
        </p:txBody>
      </p:sp>
      <p:sp>
        <p:nvSpPr>
          <p:cNvPr id="30" name="Text 28"/>
          <p:cNvSpPr/>
          <p:nvPr/>
        </p:nvSpPr>
        <p:spPr>
          <a:xfrm>
            <a:off x="914400" y="5989320"/>
            <a:ext cx="10362895" cy="365760"/>
          </a:xfrm>
          <a:prstGeom prst="rect">
            <a:avLst/>
          </a:prstGeom>
          <a:noFill/>
          <a:ln/>
        </p:spPr>
        <p:txBody>
          <a:bodyPr wrap="square" lIns="0" tIns="0" rIns="0" bIns="0" rtlCol="0" anchor="ctr"/>
          <a:lstStyle/>
          <a:p>
            <a:pPr marL="0" indent="0" algn="ctr">
              <a:buNone/>
            </a:pPr>
            <a:r>
              <a:rPr lang="en-US" sz="1100" i="1" dirty="0">
                <a:solidFill>
                  <a:srgbClr val="4036ED"/>
                </a:solidFill>
                <a:latin typeface="Calibri" pitchFamily="34" charset="0"/>
                <a:ea typeface="Calibri" pitchFamily="34" charset="-122"/>
                <a:cs typeface="Calibri" pitchFamily="34" charset="-120"/>
              </a:rPr>
              <a:t>De la profundidad (atrás) a la superficie (adelante) — cada zona tiene su grupo de letras.</a:t>
            </a:r>
            <a:endParaRPr lang="en-US" sz="1100" dirty="0"/>
          </a:p>
        </p:txBody>
      </p:sp>
      <p:sp>
        <p:nvSpPr>
          <p:cNvPr id="32" name="Text 29"/>
          <p:cNvSpPr/>
          <p:nvPr/>
        </p:nvSpPr>
        <p:spPr>
          <a:xfrm>
            <a:off x="365760" y="6446520"/>
            <a:ext cx="5486400" cy="228600"/>
          </a:xfrm>
          <a:prstGeom prst="rect">
            <a:avLst/>
          </a:prstGeom>
          <a:noFill/>
          <a:ln/>
        </p:spPr>
        <p:txBody>
          <a:bodyPr wrap="square" lIns="0" tIns="0" rIns="0" bIns="0" rtlCol="0" anchor="ctr"/>
          <a:lstStyle/>
          <a:p>
            <a:pPr marL="0" indent="0">
              <a:buNone/>
            </a:pPr>
            <a:r>
              <a:rPr lang="en-US" sz="800" kern="0" spc="300" dirty="0">
                <a:solidFill>
                  <a:srgbClr val="4A4A55"/>
                </a:solidFill>
                <a:latin typeface="Calibri" pitchFamily="34" charset="0"/>
                <a:ea typeface="Calibri" pitchFamily="34" charset="-122"/>
                <a:cs typeface="Calibri" pitchFamily="34" charset="-120"/>
              </a:rPr>
              <a:t>ACADEMIA SEÚL  ·  METHOD CHINGU™</a:t>
            </a:r>
            <a:endParaRPr lang="en-US" sz="800" dirty="0"/>
          </a:p>
        </p:txBody>
      </p:sp>
      <p:sp>
        <p:nvSpPr>
          <p:cNvPr id="33" name="Text 30"/>
          <p:cNvSpPr/>
          <p:nvPr/>
        </p:nvSpPr>
        <p:spPr>
          <a:xfrm>
            <a:off x="11277295" y="6446520"/>
            <a:ext cx="548640" cy="228600"/>
          </a:xfrm>
          <a:prstGeom prst="rect">
            <a:avLst/>
          </a:prstGeom>
          <a:noFill/>
          <a:ln/>
        </p:spPr>
        <p:txBody>
          <a:bodyPr wrap="square" lIns="0" tIns="0" rIns="0" bIns="0" rtlCol="0" anchor="ctr"/>
          <a:lstStyle/>
          <a:p>
            <a:pPr marL="0" indent="0" algn="r">
              <a:buNone/>
            </a:pPr>
            <a:r>
              <a:rPr lang="en-US" sz="800" dirty="0">
                <a:solidFill>
                  <a:srgbClr val="4A4A55"/>
                </a:solidFill>
                <a:latin typeface="Calibri" pitchFamily="34" charset="0"/>
                <a:ea typeface="Calibri" pitchFamily="34" charset="-122"/>
                <a:cs typeface="Calibri" pitchFamily="34" charset="-120"/>
              </a:rPr>
              <a:t>34</a:t>
            </a:r>
            <a:endParaRPr lang="en-US" sz="800" dirty="0"/>
          </a:p>
        </p:txBody>
      </p:sp>
      <p:pic>
        <p:nvPicPr>
          <p:cNvPr id="34" name="Image 0" descr="/sessions/sleepy-zen-cray/mnt/outputs/deck_assets/logo_var2_azul.png">
            <a:extLst>
              <a:ext uri="{FF2B5EF4-FFF2-40B4-BE49-F238E27FC236}">
                <a16:creationId xmlns:a16="http://schemas.microsoft.com/office/drawing/2014/main" id="{ED74D701-41B1-668F-E714-5352BD66E328}"/>
              </a:ext>
            </a:extLst>
          </p:cNvPr>
          <p:cNvPicPr>
            <a:picLocks noChangeAspect="1"/>
          </p:cNvPicPr>
          <p:nvPr/>
        </p:nvPicPr>
        <p:blipFill>
          <a:blip r:embed="rId3"/>
          <a:stretch>
            <a:fillRect/>
          </a:stretch>
        </p:blipFill>
        <p:spPr>
          <a:xfrm>
            <a:off x="9778365" y="-760095"/>
            <a:ext cx="2571750" cy="2571750"/>
          </a:xfrm>
          <a:prstGeom prst="rect">
            <a:avLst/>
          </a:prstGeom>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035B5B-ADAF-D0D6-5DC7-23ED8E53BB62}"/>
            </a:ext>
          </a:extLst>
        </p:cNvPr>
        <p:cNvGrpSpPr/>
        <p:nvPr/>
      </p:nvGrpSpPr>
      <p:grpSpPr>
        <a:xfrm>
          <a:off x="0" y="0"/>
          <a:ext cx="0" cy="0"/>
          <a:chOff x="0" y="0"/>
          <a:chExt cx="0" cy="0"/>
        </a:xfrm>
      </p:grpSpPr>
      <p:pic>
        <p:nvPicPr>
          <p:cNvPr id="2" name="img81">
            <a:extLst>
              <a:ext uri="{FF2B5EF4-FFF2-40B4-BE49-F238E27FC236}">
                <a16:creationId xmlns:a16="http://schemas.microsoft.com/office/drawing/2014/main" id="{EA747C57-0F7C-04C3-950D-BE641EF4345F}"/>
              </a:ext>
            </a:extLst>
          </p:cNvPr>
          <p:cNvPicPr>
            <a:picLocks noChangeAspect="1"/>
          </p:cNvPicPr>
          <p:nvPr/>
        </p:nvPicPr>
        <p:blipFill>
          <a:blip r:embed="rId2"/>
          <a:stretch>
            <a:fillRect/>
          </a:stretch>
        </p:blipFill>
        <p:spPr>
          <a:xfrm>
            <a:off x="-92362" y="0"/>
            <a:ext cx="12192000" cy="6858000"/>
          </a:xfrm>
          <a:prstGeom prst="rect">
            <a:avLst/>
          </a:prstGeom>
        </p:spPr>
      </p:pic>
      <p:sp>
        <p:nvSpPr>
          <p:cNvPr id="3" name="Rectangle: Rounded Corners 2">
            <a:extLst>
              <a:ext uri="{FF2B5EF4-FFF2-40B4-BE49-F238E27FC236}">
                <a16:creationId xmlns:a16="http://schemas.microsoft.com/office/drawing/2014/main" id="{95FB1ECC-6587-D677-4876-A593F92C24DC}"/>
              </a:ext>
            </a:extLst>
          </p:cNvPr>
          <p:cNvSpPr/>
          <p:nvPr/>
        </p:nvSpPr>
        <p:spPr>
          <a:xfrm>
            <a:off x="286327" y="1468582"/>
            <a:ext cx="11813311" cy="5241637"/>
          </a:xfrm>
          <a:prstGeom prst="round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pic>
        <p:nvPicPr>
          <p:cNvPr id="5" name="Picture 4">
            <a:extLst>
              <a:ext uri="{FF2B5EF4-FFF2-40B4-BE49-F238E27FC236}">
                <a16:creationId xmlns:a16="http://schemas.microsoft.com/office/drawing/2014/main" id="{E5FCFE44-1009-6333-45A9-0A005917DDC9}"/>
              </a:ext>
            </a:extLst>
          </p:cNvPr>
          <p:cNvPicPr>
            <a:picLocks noChangeAspect="1"/>
          </p:cNvPicPr>
          <p:nvPr/>
        </p:nvPicPr>
        <p:blipFill>
          <a:blip r:embed="rId3"/>
          <a:stretch>
            <a:fillRect/>
          </a:stretch>
        </p:blipFill>
        <p:spPr>
          <a:xfrm>
            <a:off x="2666610" y="1607966"/>
            <a:ext cx="7052743" cy="4962867"/>
          </a:xfrm>
          <a:prstGeom prst="rect">
            <a:avLst/>
          </a:prstGeom>
        </p:spPr>
      </p:pic>
      <p:pic>
        <p:nvPicPr>
          <p:cNvPr id="4" name="Image 0" descr="/sessions/sleepy-zen-cray/mnt/outputs/deck_assets/logo_var2_azul.png">
            <a:extLst>
              <a:ext uri="{FF2B5EF4-FFF2-40B4-BE49-F238E27FC236}">
                <a16:creationId xmlns:a16="http://schemas.microsoft.com/office/drawing/2014/main" id="{679B6294-CC02-1854-985D-C054764B4D6E}"/>
              </a:ext>
            </a:extLst>
          </p:cNvPr>
          <p:cNvPicPr>
            <a:picLocks noChangeAspect="1"/>
          </p:cNvPicPr>
          <p:nvPr/>
        </p:nvPicPr>
        <p:blipFill>
          <a:blip r:embed="rId4"/>
          <a:stretch>
            <a:fillRect/>
          </a:stretch>
        </p:blipFill>
        <p:spPr>
          <a:xfrm>
            <a:off x="9778365" y="-760095"/>
            <a:ext cx="2571750" cy="2571750"/>
          </a:xfrm>
          <a:prstGeom prst="rect">
            <a:avLst/>
          </a:prstGeom>
        </p:spPr>
      </p:pic>
    </p:spTree>
    <p:extLst>
      <p:ext uri="{BB962C8B-B14F-4D97-AF65-F5344CB8AC3E}">
        <p14:creationId xmlns:p14="http://schemas.microsoft.com/office/powerpoint/2010/main" val="106737342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365760" y="365760"/>
            <a:ext cx="6400800" cy="274320"/>
          </a:xfrm>
          <a:prstGeom prst="rect">
            <a:avLst/>
          </a:prstGeom>
          <a:noFill/>
          <a:ln/>
        </p:spPr>
        <p:txBody>
          <a:bodyPr wrap="square" rtlCol="0" anchor="ctr"/>
          <a:lstStyle/>
          <a:p>
            <a:pPr marL="0" indent="0">
              <a:buNone/>
            </a:pPr>
            <a:r>
              <a:rPr lang="en-US" sz="1200" b="1" kern="0" spc="800" dirty="0">
                <a:solidFill>
                  <a:srgbClr val="FE6768"/>
                </a:solidFill>
                <a:latin typeface="Trebuchet MS" pitchFamily="34" charset="0"/>
                <a:ea typeface="Trebuchet MS" pitchFamily="34" charset="-122"/>
                <a:cs typeface="Trebuchet MS" pitchFamily="34" charset="-120"/>
              </a:rPr>
              <a:t>§3.2 · DERIVACIÓN</a:t>
            </a:r>
            <a:endParaRPr lang="en-US" sz="1200" dirty="0"/>
          </a:p>
        </p:txBody>
      </p:sp>
      <p:sp>
        <p:nvSpPr>
          <p:cNvPr id="3" name="Text 1"/>
          <p:cNvSpPr/>
          <p:nvPr/>
        </p:nvSpPr>
        <p:spPr>
          <a:xfrm>
            <a:off x="365760" y="658368"/>
            <a:ext cx="11430000" cy="640080"/>
          </a:xfrm>
          <a:prstGeom prst="rect">
            <a:avLst/>
          </a:prstGeom>
          <a:noFill/>
          <a:ln/>
        </p:spPr>
        <p:txBody>
          <a:bodyPr wrap="square" rtlCol="0" anchor="ctr"/>
          <a:lstStyle/>
          <a:p>
            <a:pPr marL="0" indent="0">
              <a:buNone/>
            </a:pPr>
            <a:r>
              <a:rPr lang="en-US" sz="3400" b="1" dirty="0">
                <a:solidFill>
                  <a:srgbClr val="0F172A"/>
                </a:solidFill>
                <a:latin typeface="Trebuchet MS" pitchFamily="34" charset="0"/>
                <a:ea typeface="Trebuchet MS" pitchFamily="34" charset="-122"/>
                <a:cs typeface="Trebuchet MS" pitchFamily="34" charset="-120"/>
              </a:rPr>
              <a:t>De 5 consonantes básicas a las 14 modernas</a:t>
            </a:r>
            <a:endParaRPr lang="en-US" sz="3400" dirty="0"/>
          </a:p>
        </p:txBody>
      </p:sp>
      <p:sp>
        <p:nvSpPr>
          <p:cNvPr id="4" name="Text 2"/>
          <p:cNvSpPr/>
          <p:nvPr/>
        </p:nvSpPr>
        <p:spPr>
          <a:xfrm>
            <a:off x="365760" y="1463040"/>
            <a:ext cx="11430000" cy="320040"/>
          </a:xfrm>
          <a:prstGeom prst="rect">
            <a:avLst/>
          </a:prstGeom>
          <a:noFill/>
          <a:ln/>
        </p:spPr>
        <p:txBody>
          <a:bodyPr wrap="square" rtlCol="0" anchor="ctr"/>
          <a:lstStyle/>
          <a:p>
            <a:pPr marL="0" indent="0" algn="ctr">
              <a:buNone/>
            </a:pPr>
            <a:r>
              <a:rPr lang="en-US" sz="1400" b="1" kern="0" spc="600" dirty="0">
                <a:solidFill>
                  <a:srgbClr val="4036ED"/>
                </a:solidFill>
                <a:latin typeface="Trebuchet MS" pitchFamily="34" charset="0"/>
                <a:ea typeface="Trebuchet MS" pitchFamily="34" charset="-122"/>
                <a:cs typeface="Trebuchet MS" pitchFamily="34" charset="-120"/>
              </a:rPr>
              <a:t>5 BÁSICAS · Dibujadas de los órganos de la boca</a:t>
            </a:r>
            <a:endParaRPr lang="en-US" sz="1400" dirty="0"/>
          </a:p>
        </p:txBody>
      </p:sp>
      <p:sp>
        <p:nvSpPr>
          <p:cNvPr id="5" name="Shape 3"/>
          <p:cNvSpPr/>
          <p:nvPr/>
        </p:nvSpPr>
        <p:spPr>
          <a:xfrm>
            <a:off x="1569568" y="1874520"/>
            <a:ext cx="1554480" cy="1554480"/>
          </a:xfrm>
          <a:prstGeom prst="ellipse">
            <a:avLst/>
          </a:prstGeom>
          <a:solidFill>
            <a:srgbClr val="2A1FB8"/>
          </a:solidFill>
          <a:ln/>
        </p:spPr>
      </p:sp>
      <p:sp>
        <p:nvSpPr>
          <p:cNvPr id="6" name="Text 4"/>
          <p:cNvSpPr/>
          <p:nvPr/>
        </p:nvSpPr>
        <p:spPr>
          <a:xfrm>
            <a:off x="1569568" y="1874520"/>
            <a:ext cx="1554480" cy="1321308"/>
          </a:xfrm>
          <a:prstGeom prst="rect">
            <a:avLst/>
          </a:prstGeom>
          <a:noFill/>
          <a:ln/>
        </p:spPr>
        <p:txBody>
          <a:bodyPr wrap="square" lIns="0" tIns="0" rIns="0" bIns="0" rtlCol="0" anchor="ctr"/>
          <a:lstStyle/>
          <a:p>
            <a:pPr marL="0" indent="0" algn="ctr">
              <a:buNone/>
            </a:pPr>
            <a:r>
              <a:rPr lang="en-US" sz="7200" b="1" dirty="0">
                <a:solidFill>
                  <a:srgbClr val="FFFFFF"/>
                </a:solidFill>
                <a:latin typeface="Malgun Gothic" pitchFamily="34" charset="0"/>
                <a:ea typeface="Malgun Gothic" pitchFamily="34" charset="-122"/>
                <a:cs typeface="Malgun Gothic" pitchFamily="34" charset="-120"/>
              </a:rPr>
              <a:t>ㄱ</a:t>
            </a:r>
            <a:endParaRPr lang="en-US" sz="7200" dirty="0"/>
          </a:p>
        </p:txBody>
      </p:sp>
      <p:sp>
        <p:nvSpPr>
          <p:cNvPr id="7" name="Text 5"/>
          <p:cNvSpPr/>
          <p:nvPr/>
        </p:nvSpPr>
        <p:spPr>
          <a:xfrm>
            <a:off x="1569568" y="3108960"/>
            <a:ext cx="1554480" cy="274320"/>
          </a:xfrm>
          <a:prstGeom prst="rect">
            <a:avLst/>
          </a:prstGeom>
          <a:noFill/>
          <a:ln/>
        </p:spPr>
        <p:txBody>
          <a:bodyPr wrap="square" lIns="0" tIns="0" rIns="0" bIns="0" rtlCol="0" anchor="ctr"/>
          <a:lstStyle/>
          <a:p>
            <a:pPr marL="0" indent="0" algn="ctr">
              <a:buNone/>
            </a:pPr>
            <a:r>
              <a:rPr lang="en-US" sz="1300" b="1" i="1" dirty="0">
                <a:solidFill>
                  <a:srgbClr val="FFC8C8"/>
                </a:solidFill>
                <a:latin typeface="Calibri" pitchFamily="34" charset="0"/>
                <a:ea typeface="Calibri" pitchFamily="34" charset="-122"/>
                <a:cs typeface="Calibri" pitchFamily="34" charset="-120"/>
              </a:rPr>
              <a:t>/g/</a:t>
            </a:r>
            <a:endParaRPr lang="en-US" sz="1300" dirty="0"/>
          </a:p>
        </p:txBody>
      </p:sp>
      <p:sp>
        <p:nvSpPr>
          <p:cNvPr id="8" name="Shape 6"/>
          <p:cNvSpPr/>
          <p:nvPr/>
        </p:nvSpPr>
        <p:spPr>
          <a:xfrm>
            <a:off x="3444088" y="1874520"/>
            <a:ext cx="1554480" cy="1554480"/>
          </a:xfrm>
          <a:prstGeom prst="ellipse">
            <a:avLst/>
          </a:prstGeom>
          <a:solidFill>
            <a:srgbClr val="2A1FB8"/>
          </a:solidFill>
          <a:ln/>
        </p:spPr>
      </p:sp>
      <p:sp>
        <p:nvSpPr>
          <p:cNvPr id="9" name="Text 7"/>
          <p:cNvSpPr/>
          <p:nvPr/>
        </p:nvSpPr>
        <p:spPr>
          <a:xfrm>
            <a:off x="3444088" y="1874520"/>
            <a:ext cx="1554480" cy="1321308"/>
          </a:xfrm>
          <a:prstGeom prst="rect">
            <a:avLst/>
          </a:prstGeom>
          <a:noFill/>
          <a:ln/>
        </p:spPr>
        <p:txBody>
          <a:bodyPr wrap="square" lIns="0" tIns="0" rIns="0" bIns="0" rtlCol="0" anchor="ctr"/>
          <a:lstStyle/>
          <a:p>
            <a:pPr marL="0" indent="0" algn="ctr">
              <a:buNone/>
            </a:pPr>
            <a:r>
              <a:rPr lang="en-US" sz="7200" b="1" dirty="0">
                <a:solidFill>
                  <a:srgbClr val="FFFFFF"/>
                </a:solidFill>
                <a:latin typeface="Malgun Gothic" pitchFamily="34" charset="0"/>
                <a:ea typeface="Malgun Gothic" pitchFamily="34" charset="-122"/>
                <a:cs typeface="Malgun Gothic" pitchFamily="34" charset="-120"/>
              </a:rPr>
              <a:t>ㄴ</a:t>
            </a:r>
            <a:endParaRPr lang="en-US" sz="7200" dirty="0"/>
          </a:p>
        </p:txBody>
      </p:sp>
      <p:sp>
        <p:nvSpPr>
          <p:cNvPr id="10" name="Text 8"/>
          <p:cNvSpPr/>
          <p:nvPr/>
        </p:nvSpPr>
        <p:spPr>
          <a:xfrm>
            <a:off x="3444088" y="3108960"/>
            <a:ext cx="1554480" cy="274320"/>
          </a:xfrm>
          <a:prstGeom prst="rect">
            <a:avLst/>
          </a:prstGeom>
          <a:noFill/>
          <a:ln/>
        </p:spPr>
        <p:txBody>
          <a:bodyPr wrap="square" lIns="0" tIns="0" rIns="0" bIns="0" rtlCol="0" anchor="ctr"/>
          <a:lstStyle/>
          <a:p>
            <a:pPr marL="0" indent="0" algn="ctr">
              <a:buNone/>
            </a:pPr>
            <a:r>
              <a:rPr lang="en-US" sz="1300" b="1" i="1" dirty="0">
                <a:solidFill>
                  <a:srgbClr val="FFC8C8"/>
                </a:solidFill>
                <a:latin typeface="Calibri" pitchFamily="34" charset="0"/>
                <a:ea typeface="Calibri" pitchFamily="34" charset="-122"/>
                <a:cs typeface="Calibri" pitchFamily="34" charset="-120"/>
              </a:rPr>
              <a:t>/n/</a:t>
            </a:r>
            <a:endParaRPr lang="en-US" sz="1300" dirty="0"/>
          </a:p>
        </p:txBody>
      </p:sp>
      <p:sp>
        <p:nvSpPr>
          <p:cNvPr id="11" name="Shape 9"/>
          <p:cNvSpPr/>
          <p:nvPr/>
        </p:nvSpPr>
        <p:spPr>
          <a:xfrm>
            <a:off x="5318608" y="1874520"/>
            <a:ext cx="1554480" cy="1554480"/>
          </a:xfrm>
          <a:prstGeom prst="ellipse">
            <a:avLst/>
          </a:prstGeom>
          <a:solidFill>
            <a:srgbClr val="2A1FB8"/>
          </a:solidFill>
          <a:ln/>
        </p:spPr>
      </p:sp>
      <p:sp>
        <p:nvSpPr>
          <p:cNvPr id="12" name="Text 10"/>
          <p:cNvSpPr/>
          <p:nvPr/>
        </p:nvSpPr>
        <p:spPr>
          <a:xfrm>
            <a:off x="5318608" y="1874520"/>
            <a:ext cx="1554480" cy="1321308"/>
          </a:xfrm>
          <a:prstGeom prst="rect">
            <a:avLst/>
          </a:prstGeom>
          <a:noFill/>
          <a:ln/>
        </p:spPr>
        <p:txBody>
          <a:bodyPr wrap="square" lIns="0" tIns="0" rIns="0" bIns="0" rtlCol="0" anchor="ctr"/>
          <a:lstStyle/>
          <a:p>
            <a:pPr marL="0" indent="0" algn="ctr">
              <a:buNone/>
            </a:pPr>
            <a:r>
              <a:rPr lang="en-US" sz="7200" b="1" dirty="0">
                <a:solidFill>
                  <a:srgbClr val="FFFFFF"/>
                </a:solidFill>
                <a:latin typeface="Malgun Gothic" pitchFamily="34" charset="0"/>
                <a:ea typeface="Malgun Gothic" pitchFamily="34" charset="-122"/>
                <a:cs typeface="Malgun Gothic" pitchFamily="34" charset="-120"/>
              </a:rPr>
              <a:t>ㅁ</a:t>
            </a:r>
            <a:endParaRPr lang="en-US" sz="7200" dirty="0"/>
          </a:p>
        </p:txBody>
      </p:sp>
      <p:sp>
        <p:nvSpPr>
          <p:cNvPr id="13" name="Text 11"/>
          <p:cNvSpPr/>
          <p:nvPr/>
        </p:nvSpPr>
        <p:spPr>
          <a:xfrm>
            <a:off x="5318608" y="3108960"/>
            <a:ext cx="1554480" cy="274320"/>
          </a:xfrm>
          <a:prstGeom prst="rect">
            <a:avLst/>
          </a:prstGeom>
          <a:noFill/>
          <a:ln/>
        </p:spPr>
        <p:txBody>
          <a:bodyPr wrap="square" lIns="0" tIns="0" rIns="0" bIns="0" rtlCol="0" anchor="ctr"/>
          <a:lstStyle/>
          <a:p>
            <a:pPr marL="0" indent="0" algn="ctr">
              <a:buNone/>
            </a:pPr>
            <a:r>
              <a:rPr lang="en-US" sz="1300" b="1" i="1" dirty="0">
                <a:solidFill>
                  <a:srgbClr val="FFC8C8"/>
                </a:solidFill>
                <a:latin typeface="Calibri" pitchFamily="34" charset="0"/>
                <a:ea typeface="Calibri" pitchFamily="34" charset="-122"/>
                <a:cs typeface="Calibri" pitchFamily="34" charset="-120"/>
              </a:rPr>
              <a:t>/m/</a:t>
            </a:r>
            <a:endParaRPr lang="en-US" sz="1300" dirty="0"/>
          </a:p>
        </p:txBody>
      </p:sp>
      <p:sp>
        <p:nvSpPr>
          <p:cNvPr id="14" name="Shape 12"/>
          <p:cNvSpPr/>
          <p:nvPr/>
        </p:nvSpPr>
        <p:spPr>
          <a:xfrm>
            <a:off x="7193128" y="1874520"/>
            <a:ext cx="1554480" cy="1554480"/>
          </a:xfrm>
          <a:prstGeom prst="ellipse">
            <a:avLst/>
          </a:prstGeom>
          <a:solidFill>
            <a:srgbClr val="2A1FB8"/>
          </a:solidFill>
          <a:ln/>
        </p:spPr>
      </p:sp>
      <p:sp>
        <p:nvSpPr>
          <p:cNvPr id="15" name="Text 13"/>
          <p:cNvSpPr/>
          <p:nvPr/>
        </p:nvSpPr>
        <p:spPr>
          <a:xfrm>
            <a:off x="7193128" y="1874520"/>
            <a:ext cx="1554480" cy="1321308"/>
          </a:xfrm>
          <a:prstGeom prst="rect">
            <a:avLst/>
          </a:prstGeom>
          <a:noFill/>
          <a:ln/>
        </p:spPr>
        <p:txBody>
          <a:bodyPr wrap="square" lIns="0" tIns="0" rIns="0" bIns="0" rtlCol="0" anchor="ctr"/>
          <a:lstStyle/>
          <a:p>
            <a:pPr marL="0" indent="0" algn="ctr">
              <a:buNone/>
            </a:pPr>
            <a:r>
              <a:rPr lang="en-US" sz="7200" b="1" dirty="0">
                <a:solidFill>
                  <a:srgbClr val="FFFFFF"/>
                </a:solidFill>
                <a:latin typeface="Malgun Gothic" pitchFamily="34" charset="0"/>
                <a:ea typeface="Malgun Gothic" pitchFamily="34" charset="-122"/>
                <a:cs typeface="Malgun Gothic" pitchFamily="34" charset="-120"/>
              </a:rPr>
              <a:t>ㅅ</a:t>
            </a:r>
            <a:endParaRPr lang="en-US" sz="7200" dirty="0"/>
          </a:p>
        </p:txBody>
      </p:sp>
      <p:sp>
        <p:nvSpPr>
          <p:cNvPr id="16" name="Text 14"/>
          <p:cNvSpPr/>
          <p:nvPr/>
        </p:nvSpPr>
        <p:spPr>
          <a:xfrm>
            <a:off x="7193128" y="3108960"/>
            <a:ext cx="1554480" cy="274320"/>
          </a:xfrm>
          <a:prstGeom prst="rect">
            <a:avLst/>
          </a:prstGeom>
          <a:noFill/>
          <a:ln/>
        </p:spPr>
        <p:txBody>
          <a:bodyPr wrap="square" lIns="0" tIns="0" rIns="0" bIns="0" rtlCol="0" anchor="ctr"/>
          <a:lstStyle/>
          <a:p>
            <a:pPr marL="0" indent="0" algn="ctr">
              <a:buNone/>
            </a:pPr>
            <a:r>
              <a:rPr lang="en-US" sz="1300" b="1" i="1" dirty="0">
                <a:solidFill>
                  <a:srgbClr val="FFC8C8"/>
                </a:solidFill>
                <a:latin typeface="Calibri" pitchFamily="34" charset="0"/>
                <a:ea typeface="Calibri" pitchFamily="34" charset="-122"/>
                <a:cs typeface="Calibri" pitchFamily="34" charset="-120"/>
              </a:rPr>
              <a:t>/s/</a:t>
            </a:r>
            <a:endParaRPr lang="en-US" sz="1300" dirty="0"/>
          </a:p>
        </p:txBody>
      </p:sp>
      <p:sp>
        <p:nvSpPr>
          <p:cNvPr id="17" name="Shape 15"/>
          <p:cNvSpPr/>
          <p:nvPr/>
        </p:nvSpPr>
        <p:spPr>
          <a:xfrm>
            <a:off x="9067648" y="1874520"/>
            <a:ext cx="1554480" cy="1554480"/>
          </a:xfrm>
          <a:prstGeom prst="ellipse">
            <a:avLst/>
          </a:prstGeom>
          <a:solidFill>
            <a:srgbClr val="2A1FB8"/>
          </a:solidFill>
          <a:ln/>
        </p:spPr>
      </p:sp>
      <p:sp>
        <p:nvSpPr>
          <p:cNvPr id="18" name="Text 16"/>
          <p:cNvSpPr/>
          <p:nvPr/>
        </p:nvSpPr>
        <p:spPr>
          <a:xfrm>
            <a:off x="9067648" y="1874520"/>
            <a:ext cx="1554480" cy="1321308"/>
          </a:xfrm>
          <a:prstGeom prst="rect">
            <a:avLst/>
          </a:prstGeom>
          <a:noFill/>
          <a:ln/>
        </p:spPr>
        <p:txBody>
          <a:bodyPr wrap="square" lIns="0" tIns="0" rIns="0" bIns="0" rtlCol="0" anchor="ctr"/>
          <a:lstStyle/>
          <a:p>
            <a:pPr marL="0" indent="0" algn="ctr">
              <a:buNone/>
            </a:pPr>
            <a:r>
              <a:rPr lang="en-US" sz="7200" b="1" dirty="0">
                <a:solidFill>
                  <a:srgbClr val="FFFFFF"/>
                </a:solidFill>
                <a:latin typeface="Malgun Gothic" pitchFamily="34" charset="0"/>
                <a:ea typeface="Malgun Gothic" pitchFamily="34" charset="-122"/>
                <a:cs typeface="Malgun Gothic" pitchFamily="34" charset="-120"/>
              </a:rPr>
              <a:t>ㅇ</a:t>
            </a:r>
            <a:endParaRPr lang="en-US" sz="7200" dirty="0"/>
          </a:p>
        </p:txBody>
      </p:sp>
      <p:sp>
        <p:nvSpPr>
          <p:cNvPr id="19" name="Text 17"/>
          <p:cNvSpPr/>
          <p:nvPr/>
        </p:nvSpPr>
        <p:spPr>
          <a:xfrm>
            <a:off x="9067648" y="3108960"/>
            <a:ext cx="1554480" cy="274320"/>
          </a:xfrm>
          <a:prstGeom prst="rect">
            <a:avLst/>
          </a:prstGeom>
          <a:noFill/>
          <a:ln/>
        </p:spPr>
        <p:txBody>
          <a:bodyPr wrap="square" lIns="0" tIns="0" rIns="0" bIns="0" rtlCol="0" anchor="ctr"/>
          <a:lstStyle/>
          <a:p>
            <a:pPr marL="0" indent="0" algn="ctr">
              <a:buNone/>
            </a:pPr>
            <a:r>
              <a:rPr lang="en-US" sz="1300" b="1" i="1" dirty="0">
                <a:solidFill>
                  <a:srgbClr val="FFC8C8"/>
                </a:solidFill>
                <a:latin typeface="Calibri" pitchFamily="34" charset="0"/>
                <a:ea typeface="Calibri" pitchFamily="34" charset="-122"/>
                <a:cs typeface="Calibri" pitchFamily="34" charset="-120"/>
              </a:rPr>
              <a:t>/ng/</a:t>
            </a:r>
            <a:endParaRPr lang="en-US" sz="1300" dirty="0"/>
          </a:p>
        </p:txBody>
      </p:sp>
      <p:sp>
        <p:nvSpPr>
          <p:cNvPr id="20" name="Text 18"/>
          <p:cNvSpPr/>
          <p:nvPr/>
        </p:nvSpPr>
        <p:spPr>
          <a:xfrm>
            <a:off x="365760" y="3703320"/>
            <a:ext cx="11430000" cy="320040"/>
          </a:xfrm>
          <a:prstGeom prst="rect">
            <a:avLst/>
          </a:prstGeom>
          <a:noFill/>
          <a:ln/>
        </p:spPr>
        <p:txBody>
          <a:bodyPr wrap="square" rtlCol="0" anchor="ctr"/>
          <a:lstStyle/>
          <a:p>
            <a:pPr marL="0" indent="0" algn="ctr">
              <a:buNone/>
            </a:pPr>
            <a:r>
              <a:rPr lang="en-US" sz="1300" b="1" kern="0" spc="800" dirty="0">
                <a:solidFill>
                  <a:srgbClr val="4A5568"/>
                </a:solidFill>
                <a:latin typeface="Trebuchet MS" pitchFamily="34" charset="0"/>
                <a:ea typeface="Trebuchet MS" pitchFamily="34" charset="-122"/>
                <a:cs typeface="Trebuchet MS" pitchFamily="34" charset="-120"/>
              </a:rPr>
              <a:t>+ AÑADIR TRAZOS  +  DUPLICAR</a:t>
            </a:r>
            <a:endParaRPr lang="en-US" sz="1300" dirty="0"/>
          </a:p>
        </p:txBody>
      </p:sp>
      <p:sp>
        <p:nvSpPr>
          <p:cNvPr id="21" name="Shape 19"/>
          <p:cNvSpPr/>
          <p:nvPr/>
        </p:nvSpPr>
        <p:spPr>
          <a:xfrm>
            <a:off x="5760720" y="4023360"/>
            <a:ext cx="640080" cy="411480"/>
          </a:xfrm>
          <a:prstGeom prst="downArrow">
            <a:avLst/>
          </a:prstGeom>
          <a:solidFill>
            <a:srgbClr val="A79BFF"/>
          </a:solidFill>
          <a:ln/>
        </p:spPr>
      </p:sp>
      <p:sp>
        <p:nvSpPr>
          <p:cNvPr id="22" name="Text 20"/>
          <p:cNvSpPr/>
          <p:nvPr/>
        </p:nvSpPr>
        <p:spPr>
          <a:xfrm>
            <a:off x="365760" y="4526280"/>
            <a:ext cx="11430000" cy="320040"/>
          </a:xfrm>
          <a:prstGeom prst="rect">
            <a:avLst/>
          </a:prstGeom>
          <a:noFill/>
          <a:ln/>
        </p:spPr>
        <p:txBody>
          <a:bodyPr wrap="square" rtlCol="0" anchor="ctr"/>
          <a:lstStyle/>
          <a:p>
            <a:pPr marL="0" indent="0" algn="ctr">
              <a:buNone/>
            </a:pPr>
            <a:r>
              <a:rPr lang="en-US" sz="1400" b="1" kern="0" spc="600" dirty="0">
                <a:solidFill>
                  <a:srgbClr val="A79BFF"/>
                </a:solidFill>
                <a:latin typeface="Trebuchet MS" pitchFamily="34" charset="0"/>
                <a:ea typeface="Trebuchet MS" pitchFamily="34" charset="-122"/>
                <a:cs typeface="Trebuchet MS" pitchFamily="34" charset="-120"/>
              </a:rPr>
              <a:t>9 DERIVADAS · Construidas sobre las 5 básicas</a:t>
            </a:r>
            <a:endParaRPr lang="en-US" sz="1400" dirty="0"/>
          </a:p>
        </p:txBody>
      </p:sp>
      <p:sp>
        <p:nvSpPr>
          <p:cNvPr id="23" name="Shape 21"/>
          <p:cNvSpPr/>
          <p:nvPr/>
        </p:nvSpPr>
        <p:spPr>
          <a:xfrm>
            <a:off x="1226668" y="4937760"/>
            <a:ext cx="960120" cy="960120"/>
          </a:xfrm>
          <a:prstGeom prst="ellipse">
            <a:avLst/>
          </a:prstGeom>
          <a:solidFill>
            <a:srgbClr val="EFEBFF"/>
          </a:solidFill>
          <a:ln w="25400">
            <a:solidFill>
              <a:srgbClr val="A79BFF"/>
            </a:solidFill>
            <a:prstDash val="solid"/>
          </a:ln>
        </p:spPr>
      </p:sp>
      <p:sp>
        <p:nvSpPr>
          <p:cNvPr id="24" name="Text 22"/>
          <p:cNvSpPr/>
          <p:nvPr/>
        </p:nvSpPr>
        <p:spPr>
          <a:xfrm>
            <a:off x="1226668" y="4937760"/>
            <a:ext cx="960120" cy="672084"/>
          </a:xfrm>
          <a:prstGeom prst="rect">
            <a:avLst/>
          </a:prstGeom>
          <a:noFill/>
          <a:ln/>
        </p:spPr>
        <p:txBody>
          <a:bodyPr wrap="square" lIns="0" tIns="0" rIns="0" bIns="0" rtlCol="0" anchor="ctr"/>
          <a:lstStyle/>
          <a:p>
            <a:pPr marL="0" indent="0" algn="ctr">
              <a:buNone/>
            </a:pPr>
            <a:r>
              <a:rPr lang="en-US" sz="3800" b="1" dirty="0">
                <a:solidFill>
                  <a:srgbClr val="0F172A"/>
                </a:solidFill>
                <a:latin typeface="Malgun Gothic" pitchFamily="34" charset="0"/>
                <a:ea typeface="Malgun Gothic" pitchFamily="34" charset="-122"/>
                <a:cs typeface="Malgun Gothic" pitchFamily="34" charset="-120"/>
              </a:rPr>
              <a:t>ㅋ</a:t>
            </a:r>
            <a:endParaRPr lang="en-US" sz="3800" dirty="0"/>
          </a:p>
        </p:txBody>
      </p:sp>
      <p:sp>
        <p:nvSpPr>
          <p:cNvPr id="25" name="Text 23"/>
          <p:cNvSpPr/>
          <p:nvPr/>
        </p:nvSpPr>
        <p:spPr>
          <a:xfrm>
            <a:off x="1226668" y="5623560"/>
            <a:ext cx="960120" cy="228600"/>
          </a:xfrm>
          <a:prstGeom prst="rect">
            <a:avLst/>
          </a:prstGeom>
          <a:noFill/>
          <a:ln/>
        </p:spPr>
        <p:txBody>
          <a:bodyPr wrap="square" lIns="0" tIns="0" rIns="0" bIns="0" rtlCol="0" anchor="ctr"/>
          <a:lstStyle/>
          <a:p>
            <a:pPr marL="0" indent="0" algn="ctr">
              <a:buNone/>
            </a:pPr>
            <a:r>
              <a:rPr lang="en-US" sz="1100" dirty="0">
                <a:solidFill>
                  <a:srgbClr val="4A5568"/>
                </a:solidFill>
                <a:latin typeface="Malgun Gothic" pitchFamily="34" charset="0"/>
                <a:ea typeface="Malgun Gothic" pitchFamily="34" charset="-122"/>
                <a:cs typeface="Malgun Gothic" pitchFamily="34" charset="-120"/>
              </a:rPr>
              <a:t>ㄱ</a:t>
            </a:r>
            <a:endParaRPr lang="en-US" sz="1100" dirty="0"/>
          </a:p>
        </p:txBody>
      </p:sp>
      <p:sp>
        <p:nvSpPr>
          <p:cNvPr id="26" name="Shape 24"/>
          <p:cNvSpPr/>
          <p:nvPr/>
        </p:nvSpPr>
        <p:spPr>
          <a:xfrm>
            <a:off x="2323948" y="4937760"/>
            <a:ext cx="960120" cy="960120"/>
          </a:xfrm>
          <a:prstGeom prst="ellipse">
            <a:avLst/>
          </a:prstGeom>
          <a:solidFill>
            <a:srgbClr val="EFEBFF"/>
          </a:solidFill>
          <a:ln w="25400">
            <a:solidFill>
              <a:srgbClr val="A79BFF"/>
            </a:solidFill>
            <a:prstDash val="solid"/>
          </a:ln>
        </p:spPr>
      </p:sp>
      <p:sp>
        <p:nvSpPr>
          <p:cNvPr id="27" name="Text 25"/>
          <p:cNvSpPr/>
          <p:nvPr/>
        </p:nvSpPr>
        <p:spPr>
          <a:xfrm>
            <a:off x="2323948" y="4937760"/>
            <a:ext cx="960120" cy="672084"/>
          </a:xfrm>
          <a:prstGeom prst="rect">
            <a:avLst/>
          </a:prstGeom>
          <a:noFill/>
          <a:ln/>
        </p:spPr>
        <p:txBody>
          <a:bodyPr wrap="square" lIns="0" tIns="0" rIns="0" bIns="0" rtlCol="0" anchor="ctr"/>
          <a:lstStyle/>
          <a:p>
            <a:pPr marL="0" indent="0" algn="ctr">
              <a:buNone/>
            </a:pPr>
            <a:r>
              <a:rPr lang="en-US" sz="3800" b="1" dirty="0">
                <a:solidFill>
                  <a:srgbClr val="0F172A"/>
                </a:solidFill>
                <a:latin typeface="Malgun Gothic" pitchFamily="34" charset="0"/>
                <a:ea typeface="Malgun Gothic" pitchFamily="34" charset="-122"/>
                <a:cs typeface="Malgun Gothic" pitchFamily="34" charset="-120"/>
              </a:rPr>
              <a:t>ㄷ</a:t>
            </a:r>
            <a:endParaRPr lang="en-US" sz="3800" dirty="0"/>
          </a:p>
        </p:txBody>
      </p:sp>
      <p:sp>
        <p:nvSpPr>
          <p:cNvPr id="28" name="Text 26"/>
          <p:cNvSpPr/>
          <p:nvPr/>
        </p:nvSpPr>
        <p:spPr>
          <a:xfrm>
            <a:off x="2323948" y="5623560"/>
            <a:ext cx="960120" cy="228600"/>
          </a:xfrm>
          <a:prstGeom prst="rect">
            <a:avLst/>
          </a:prstGeom>
          <a:noFill/>
          <a:ln/>
        </p:spPr>
        <p:txBody>
          <a:bodyPr wrap="square" lIns="0" tIns="0" rIns="0" bIns="0" rtlCol="0" anchor="ctr"/>
          <a:lstStyle/>
          <a:p>
            <a:pPr marL="0" indent="0" algn="ctr">
              <a:buNone/>
            </a:pPr>
            <a:r>
              <a:rPr lang="en-US" sz="1100" dirty="0">
                <a:solidFill>
                  <a:srgbClr val="4A5568"/>
                </a:solidFill>
                <a:latin typeface="Malgun Gothic" pitchFamily="34" charset="0"/>
                <a:ea typeface="Malgun Gothic" pitchFamily="34" charset="-122"/>
                <a:cs typeface="Malgun Gothic" pitchFamily="34" charset="-120"/>
              </a:rPr>
              <a:t>ㄴ</a:t>
            </a:r>
            <a:endParaRPr lang="en-US" sz="1100" dirty="0"/>
          </a:p>
        </p:txBody>
      </p:sp>
      <p:sp>
        <p:nvSpPr>
          <p:cNvPr id="29" name="Shape 27"/>
          <p:cNvSpPr/>
          <p:nvPr/>
        </p:nvSpPr>
        <p:spPr>
          <a:xfrm>
            <a:off x="3421228" y="4937760"/>
            <a:ext cx="960120" cy="960120"/>
          </a:xfrm>
          <a:prstGeom prst="ellipse">
            <a:avLst/>
          </a:prstGeom>
          <a:solidFill>
            <a:srgbClr val="EFEBFF"/>
          </a:solidFill>
          <a:ln w="25400">
            <a:solidFill>
              <a:srgbClr val="A79BFF"/>
            </a:solidFill>
            <a:prstDash val="solid"/>
          </a:ln>
        </p:spPr>
      </p:sp>
      <p:sp>
        <p:nvSpPr>
          <p:cNvPr id="30" name="Text 28"/>
          <p:cNvSpPr/>
          <p:nvPr/>
        </p:nvSpPr>
        <p:spPr>
          <a:xfrm>
            <a:off x="3421228" y="4937760"/>
            <a:ext cx="960120" cy="672084"/>
          </a:xfrm>
          <a:prstGeom prst="rect">
            <a:avLst/>
          </a:prstGeom>
          <a:noFill/>
          <a:ln/>
        </p:spPr>
        <p:txBody>
          <a:bodyPr wrap="square" lIns="0" tIns="0" rIns="0" bIns="0" rtlCol="0" anchor="ctr"/>
          <a:lstStyle/>
          <a:p>
            <a:pPr marL="0" indent="0" algn="ctr">
              <a:buNone/>
            </a:pPr>
            <a:r>
              <a:rPr lang="en-US" sz="3800" b="1" dirty="0">
                <a:solidFill>
                  <a:srgbClr val="0F172A"/>
                </a:solidFill>
                <a:latin typeface="Malgun Gothic" pitchFamily="34" charset="0"/>
                <a:ea typeface="Malgun Gothic" pitchFamily="34" charset="-122"/>
                <a:cs typeface="Malgun Gothic" pitchFamily="34" charset="-120"/>
              </a:rPr>
              <a:t>ㅌ</a:t>
            </a:r>
            <a:endParaRPr lang="en-US" sz="3800" dirty="0"/>
          </a:p>
        </p:txBody>
      </p:sp>
      <p:sp>
        <p:nvSpPr>
          <p:cNvPr id="31" name="Text 29"/>
          <p:cNvSpPr/>
          <p:nvPr/>
        </p:nvSpPr>
        <p:spPr>
          <a:xfrm>
            <a:off x="3421228" y="5623560"/>
            <a:ext cx="960120" cy="228600"/>
          </a:xfrm>
          <a:prstGeom prst="rect">
            <a:avLst/>
          </a:prstGeom>
          <a:noFill/>
          <a:ln/>
        </p:spPr>
        <p:txBody>
          <a:bodyPr wrap="square" lIns="0" tIns="0" rIns="0" bIns="0" rtlCol="0" anchor="ctr"/>
          <a:lstStyle/>
          <a:p>
            <a:pPr marL="0" indent="0" algn="ctr">
              <a:buNone/>
            </a:pPr>
            <a:r>
              <a:rPr lang="en-US" sz="1100" dirty="0">
                <a:solidFill>
                  <a:srgbClr val="4A5568"/>
                </a:solidFill>
                <a:latin typeface="Malgun Gothic" pitchFamily="34" charset="0"/>
                <a:ea typeface="Malgun Gothic" pitchFamily="34" charset="-122"/>
                <a:cs typeface="Malgun Gothic" pitchFamily="34" charset="-120"/>
              </a:rPr>
              <a:t>ㄷ</a:t>
            </a:r>
            <a:endParaRPr lang="en-US" sz="1100" dirty="0"/>
          </a:p>
        </p:txBody>
      </p:sp>
      <p:sp>
        <p:nvSpPr>
          <p:cNvPr id="32" name="Shape 30"/>
          <p:cNvSpPr/>
          <p:nvPr/>
        </p:nvSpPr>
        <p:spPr>
          <a:xfrm>
            <a:off x="4518508" y="4937760"/>
            <a:ext cx="960120" cy="960120"/>
          </a:xfrm>
          <a:prstGeom prst="ellipse">
            <a:avLst/>
          </a:prstGeom>
          <a:solidFill>
            <a:srgbClr val="EFEBFF"/>
          </a:solidFill>
          <a:ln w="25400">
            <a:solidFill>
              <a:srgbClr val="A79BFF"/>
            </a:solidFill>
            <a:prstDash val="solid"/>
          </a:ln>
        </p:spPr>
      </p:sp>
      <p:sp>
        <p:nvSpPr>
          <p:cNvPr id="33" name="Text 31"/>
          <p:cNvSpPr/>
          <p:nvPr/>
        </p:nvSpPr>
        <p:spPr>
          <a:xfrm>
            <a:off x="4518508" y="4937760"/>
            <a:ext cx="960120" cy="672084"/>
          </a:xfrm>
          <a:prstGeom prst="rect">
            <a:avLst/>
          </a:prstGeom>
          <a:noFill/>
          <a:ln/>
        </p:spPr>
        <p:txBody>
          <a:bodyPr wrap="square" lIns="0" tIns="0" rIns="0" bIns="0" rtlCol="0" anchor="ctr"/>
          <a:lstStyle/>
          <a:p>
            <a:pPr marL="0" indent="0" algn="ctr">
              <a:buNone/>
            </a:pPr>
            <a:r>
              <a:rPr lang="en-US" sz="3800" b="1" dirty="0">
                <a:solidFill>
                  <a:srgbClr val="0F172A"/>
                </a:solidFill>
                <a:latin typeface="Malgun Gothic" pitchFamily="34" charset="0"/>
                <a:ea typeface="Malgun Gothic" pitchFamily="34" charset="-122"/>
                <a:cs typeface="Malgun Gothic" pitchFamily="34" charset="-120"/>
              </a:rPr>
              <a:t>ㄹ</a:t>
            </a:r>
            <a:endParaRPr lang="en-US" sz="3800" dirty="0"/>
          </a:p>
        </p:txBody>
      </p:sp>
      <p:sp>
        <p:nvSpPr>
          <p:cNvPr id="34" name="Text 32"/>
          <p:cNvSpPr/>
          <p:nvPr/>
        </p:nvSpPr>
        <p:spPr>
          <a:xfrm>
            <a:off x="4518508" y="5623560"/>
            <a:ext cx="960120" cy="228600"/>
          </a:xfrm>
          <a:prstGeom prst="rect">
            <a:avLst/>
          </a:prstGeom>
          <a:noFill/>
          <a:ln/>
        </p:spPr>
        <p:txBody>
          <a:bodyPr wrap="square" lIns="0" tIns="0" rIns="0" bIns="0" rtlCol="0" anchor="ctr"/>
          <a:lstStyle/>
          <a:p>
            <a:pPr marL="0" indent="0" algn="ctr">
              <a:buNone/>
            </a:pPr>
            <a:r>
              <a:rPr lang="en-US" sz="1100" dirty="0">
                <a:solidFill>
                  <a:srgbClr val="4A5568"/>
                </a:solidFill>
                <a:latin typeface="Malgun Gothic" pitchFamily="34" charset="0"/>
                <a:ea typeface="Malgun Gothic" pitchFamily="34" charset="-122"/>
                <a:cs typeface="Malgun Gothic" pitchFamily="34" charset="-120"/>
              </a:rPr>
              <a:t>ㄴ</a:t>
            </a:r>
            <a:endParaRPr lang="en-US" sz="1100" dirty="0"/>
          </a:p>
        </p:txBody>
      </p:sp>
      <p:sp>
        <p:nvSpPr>
          <p:cNvPr id="35" name="Shape 33"/>
          <p:cNvSpPr/>
          <p:nvPr/>
        </p:nvSpPr>
        <p:spPr>
          <a:xfrm>
            <a:off x="5615788" y="4937760"/>
            <a:ext cx="960120" cy="960120"/>
          </a:xfrm>
          <a:prstGeom prst="ellipse">
            <a:avLst/>
          </a:prstGeom>
          <a:solidFill>
            <a:srgbClr val="EFEBFF"/>
          </a:solidFill>
          <a:ln w="25400">
            <a:solidFill>
              <a:srgbClr val="A79BFF"/>
            </a:solidFill>
            <a:prstDash val="solid"/>
          </a:ln>
        </p:spPr>
      </p:sp>
      <p:sp>
        <p:nvSpPr>
          <p:cNvPr id="36" name="Text 34"/>
          <p:cNvSpPr/>
          <p:nvPr/>
        </p:nvSpPr>
        <p:spPr>
          <a:xfrm>
            <a:off x="5615788" y="4937760"/>
            <a:ext cx="960120" cy="672084"/>
          </a:xfrm>
          <a:prstGeom prst="rect">
            <a:avLst/>
          </a:prstGeom>
          <a:noFill/>
          <a:ln/>
        </p:spPr>
        <p:txBody>
          <a:bodyPr wrap="square" lIns="0" tIns="0" rIns="0" bIns="0" rtlCol="0" anchor="ctr"/>
          <a:lstStyle/>
          <a:p>
            <a:pPr marL="0" indent="0" algn="ctr">
              <a:buNone/>
            </a:pPr>
            <a:r>
              <a:rPr lang="en-US" sz="3800" b="1" dirty="0">
                <a:solidFill>
                  <a:srgbClr val="0F172A"/>
                </a:solidFill>
                <a:latin typeface="Malgun Gothic" pitchFamily="34" charset="0"/>
                <a:ea typeface="Malgun Gothic" pitchFamily="34" charset="-122"/>
                <a:cs typeface="Malgun Gothic" pitchFamily="34" charset="-120"/>
              </a:rPr>
              <a:t>ㅂ</a:t>
            </a:r>
            <a:endParaRPr lang="en-US" sz="3800" dirty="0"/>
          </a:p>
        </p:txBody>
      </p:sp>
      <p:sp>
        <p:nvSpPr>
          <p:cNvPr id="37" name="Text 35"/>
          <p:cNvSpPr/>
          <p:nvPr/>
        </p:nvSpPr>
        <p:spPr>
          <a:xfrm>
            <a:off x="5615788" y="5623560"/>
            <a:ext cx="960120" cy="228600"/>
          </a:xfrm>
          <a:prstGeom prst="rect">
            <a:avLst/>
          </a:prstGeom>
          <a:noFill/>
          <a:ln/>
        </p:spPr>
        <p:txBody>
          <a:bodyPr wrap="square" lIns="0" tIns="0" rIns="0" bIns="0" rtlCol="0" anchor="ctr"/>
          <a:lstStyle/>
          <a:p>
            <a:pPr marL="0" indent="0" algn="ctr">
              <a:buNone/>
            </a:pPr>
            <a:r>
              <a:rPr lang="en-US" sz="1100" dirty="0">
                <a:solidFill>
                  <a:srgbClr val="4A5568"/>
                </a:solidFill>
                <a:latin typeface="Malgun Gothic" pitchFamily="34" charset="0"/>
                <a:ea typeface="Malgun Gothic" pitchFamily="34" charset="-122"/>
                <a:cs typeface="Malgun Gothic" pitchFamily="34" charset="-120"/>
              </a:rPr>
              <a:t>ㅁ</a:t>
            </a:r>
            <a:endParaRPr lang="en-US" sz="1100" dirty="0"/>
          </a:p>
        </p:txBody>
      </p:sp>
      <p:sp>
        <p:nvSpPr>
          <p:cNvPr id="38" name="Shape 36"/>
          <p:cNvSpPr/>
          <p:nvPr/>
        </p:nvSpPr>
        <p:spPr>
          <a:xfrm>
            <a:off x="6713068" y="4937760"/>
            <a:ext cx="960120" cy="960120"/>
          </a:xfrm>
          <a:prstGeom prst="ellipse">
            <a:avLst/>
          </a:prstGeom>
          <a:solidFill>
            <a:srgbClr val="EFEBFF"/>
          </a:solidFill>
          <a:ln w="25400">
            <a:solidFill>
              <a:srgbClr val="A79BFF"/>
            </a:solidFill>
            <a:prstDash val="solid"/>
          </a:ln>
        </p:spPr>
      </p:sp>
      <p:sp>
        <p:nvSpPr>
          <p:cNvPr id="39" name="Text 37"/>
          <p:cNvSpPr/>
          <p:nvPr/>
        </p:nvSpPr>
        <p:spPr>
          <a:xfrm>
            <a:off x="6713068" y="4937760"/>
            <a:ext cx="960120" cy="672084"/>
          </a:xfrm>
          <a:prstGeom prst="rect">
            <a:avLst/>
          </a:prstGeom>
          <a:noFill/>
          <a:ln/>
        </p:spPr>
        <p:txBody>
          <a:bodyPr wrap="square" lIns="0" tIns="0" rIns="0" bIns="0" rtlCol="0" anchor="ctr"/>
          <a:lstStyle/>
          <a:p>
            <a:pPr marL="0" indent="0" algn="ctr">
              <a:buNone/>
            </a:pPr>
            <a:r>
              <a:rPr lang="en-US" sz="3800" b="1" dirty="0">
                <a:solidFill>
                  <a:srgbClr val="0F172A"/>
                </a:solidFill>
                <a:latin typeface="Malgun Gothic" pitchFamily="34" charset="0"/>
                <a:ea typeface="Malgun Gothic" pitchFamily="34" charset="-122"/>
                <a:cs typeface="Malgun Gothic" pitchFamily="34" charset="-120"/>
              </a:rPr>
              <a:t>ㅍ</a:t>
            </a:r>
            <a:endParaRPr lang="en-US" sz="3800" dirty="0"/>
          </a:p>
        </p:txBody>
      </p:sp>
      <p:sp>
        <p:nvSpPr>
          <p:cNvPr id="40" name="Text 38"/>
          <p:cNvSpPr/>
          <p:nvPr/>
        </p:nvSpPr>
        <p:spPr>
          <a:xfrm>
            <a:off x="6713068" y="5623560"/>
            <a:ext cx="960120" cy="228600"/>
          </a:xfrm>
          <a:prstGeom prst="rect">
            <a:avLst/>
          </a:prstGeom>
          <a:noFill/>
          <a:ln/>
        </p:spPr>
        <p:txBody>
          <a:bodyPr wrap="square" lIns="0" tIns="0" rIns="0" bIns="0" rtlCol="0" anchor="ctr"/>
          <a:lstStyle/>
          <a:p>
            <a:pPr marL="0" indent="0" algn="ctr">
              <a:buNone/>
            </a:pPr>
            <a:r>
              <a:rPr lang="en-US" sz="1100" dirty="0">
                <a:solidFill>
                  <a:srgbClr val="4A5568"/>
                </a:solidFill>
                <a:latin typeface="Malgun Gothic" pitchFamily="34" charset="0"/>
                <a:ea typeface="Malgun Gothic" pitchFamily="34" charset="-122"/>
                <a:cs typeface="Malgun Gothic" pitchFamily="34" charset="-120"/>
              </a:rPr>
              <a:t>ㅂ</a:t>
            </a:r>
            <a:endParaRPr lang="en-US" sz="1100" dirty="0"/>
          </a:p>
        </p:txBody>
      </p:sp>
      <p:sp>
        <p:nvSpPr>
          <p:cNvPr id="41" name="Shape 39"/>
          <p:cNvSpPr/>
          <p:nvPr/>
        </p:nvSpPr>
        <p:spPr>
          <a:xfrm>
            <a:off x="7810348" y="4937760"/>
            <a:ext cx="960120" cy="960120"/>
          </a:xfrm>
          <a:prstGeom prst="ellipse">
            <a:avLst/>
          </a:prstGeom>
          <a:solidFill>
            <a:srgbClr val="EFEBFF"/>
          </a:solidFill>
          <a:ln w="25400">
            <a:solidFill>
              <a:srgbClr val="A79BFF"/>
            </a:solidFill>
            <a:prstDash val="solid"/>
          </a:ln>
        </p:spPr>
      </p:sp>
      <p:sp>
        <p:nvSpPr>
          <p:cNvPr id="42" name="Text 40"/>
          <p:cNvSpPr/>
          <p:nvPr/>
        </p:nvSpPr>
        <p:spPr>
          <a:xfrm>
            <a:off x="7810348" y="4937760"/>
            <a:ext cx="960120" cy="672084"/>
          </a:xfrm>
          <a:prstGeom prst="rect">
            <a:avLst/>
          </a:prstGeom>
          <a:noFill/>
          <a:ln/>
        </p:spPr>
        <p:txBody>
          <a:bodyPr wrap="square" lIns="0" tIns="0" rIns="0" bIns="0" rtlCol="0" anchor="ctr"/>
          <a:lstStyle/>
          <a:p>
            <a:pPr marL="0" indent="0" algn="ctr">
              <a:buNone/>
            </a:pPr>
            <a:r>
              <a:rPr lang="en-US" sz="3800" b="1" dirty="0">
                <a:solidFill>
                  <a:srgbClr val="0F172A"/>
                </a:solidFill>
                <a:latin typeface="Malgun Gothic" pitchFamily="34" charset="0"/>
                <a:ea typeface="Malgun Gothic" pitchFamily="34" charset="-122"/>
                <a:cs typeface="Malgun Gothic" pitchFamily="34" charset="-120"/>
              </a:rPr>
              <a:t>ㅈ</a:t>
            </a:r>
            <a:endParaRPr lang="en-US" sz="3800" dirty="0"/>
          </a:p>
        </p:txBody>
      </p:sp>
      <p:sp>
        <p:nvSpPr>
          <p:cNvPr id="43" name="Text 41"/>
          <p:cNvSpPr/>
          <p:nvPr/>
        </p:nvSpPr>
        <p:spPr>
          <a:xfrm>
            <a:off x="7810348" y="5623560"/>
            <a:ext cx="960120" cy="228600"/>
          </a:xfrm>
          <a:prstGeom prst="rect">
            <a:avLst/>
          </a:prstGeom>
          <a:noFill/>
          <a:ln/>
        </p:spPr>
        <p:txBody>
          <a:bodyPr wrap="square" lIns="0" tIns="0" rIns="0" bIns="0" rtlCol="0" anchor="ctr"/>
          <a:lstStyle/>
          <a:p>
            <a:pPr marL="0" indent="0" algn="ctr">
              <a:buNone/>
            </a:pPr>
            <a:r>
              <a:rPr lang="en-US" sz="1100" dirty="0">
                <a:solidFill>
                  <a:srgbClr val="4A5568"/>
                </a:solidFill>
                <a:latin typeface="Malgun Gothic" pitchFamily="34" charset="0"/>
                <a:ea typeface="Malgun Gothic" pitchFamily="34" charset="-122"/>
                <a:cs typeface="Malgun Gothic" pitchFamily="34" charset="-120"/>
              </a:rPr>
              <a:t>ㅅ</a:t>
            </a:r>
            <a:endParaRPr lang="en-US" sz="1100" dirty="0"/>
          </a:p>
        </p:txBody>
      </p:sp>
      <p:sp>
        <p:nvSpPr>
          <p:cNvPr id="44" name="Shape 42"/>
          <p:cNvSpPr/>
          <p:nvPr/>
        </p:nvSpPr>
        <p:spPr>
          <a:xfrm>
            <a:off x="8907628" y="4937760"/>
            <a:ext cx="960120" cy="960120"/>
          </a:xfrm>
          <a:prstGeom prst="ellipse">
            <a:avLst/>
          </a:prstGeom>
          <a:solidFill>
            <a:srgbClr val="EFEBFF"/>
          </a:solidFill>
          <a:ln w="25400">
            <a:solidFill>
              <a:srgbClr val="A79BFF"/>
            </a:solidFill>
            <a:prstDash val="solid"/>
          </a:ln>
        </p:spPr>
      </p:sp>
      <p:sp>
        <p:nvSpPr>
          <p:cNvPr id="45" name="Text 43"/>
          <p:cNvSpPr/>
          <p:nvPr/>
        </p:nvSpPr>
        <p:spPr>
          <a:xfrm>
            <a:off x="8907628" y="4937760"/>
            <a:ext cx="960120" cy="672084"/>
          </a:xfrm>
          <a:prstGeom prst="rect">
            <a:avLst/>
          </a:prstGeom>
          <a:noFill/>
          <a:ln/>
        </p:spPr>
        <p:txBody>
          <a:bodyPr wrap="square" lIns="0" tIns="0" rIns="0" bIns="0" rtlCol="0" anchor="ctr"/>
          <a:lstStyle/>
          <a:p>
            <a:pPr marL="0" indent="0" algn="ctr">
              <a:buNone/>
            </a:pPr>
            <a:r>
              <a:rPr lang="en-US" sz="3800" b="1" dirty="0">
                <a:solidFill>
                  <a:srgbClr val="0F172A"/>
                </a:solidFill>
                <a:latin typeface="Malgun Gothic" pitchFamily="34" charset="0"/>
                <a:ea typeface="Malgun Gothic" pitchFamily="34" charset="-122"/>
                <a:cs typeface="Malgun Gothic" pitchFamily="34" charset="-120"/>
              </a:rPr>
              <a:t>ㅊ</a:t>
            </a:r>
            <a:endParaRPr lang="en-US" sz="3800" dirty="0"/>
          </a:p>
        </p:txBody>
      </p:sp>
      <p:sp>
        <p:nvSpPr>
          <p:cNvPr id="46" name="Text 44"/>
          <p:cNvSpPr/>
          <p:nvPr/>
        </p:nvSpPr>
        <p:spPr>
          <a:xfrm>
            <a:off x="8907628" y="5623560"/>
            <a:ext cx="960120" cy="228600"/>
          </a:xfrm>
          <a:prstGeom prst="rect">
            <a:avLst/>
          </a:prstGeom>
          <a:noFill/>
          <a:ln/>
        </p:spPr>
        <p:txBody>
          <a:bodyPr wrap="square" lIns="0" tIns="0" rIns="0" bIns="0" rtlCol="0" anchor="ctr"/>
          <a:lstStyle/>
          <a:p>
            <a:pPr marL="0" indent="0" algn="ctr">
              <a:buNone/>
            </a:pPr>
            <a:r>
              <a:rPr lang="en-US" sz="1100" dirty="0">
                <a:solidFill>
                  <a:srgbClr val="4A5568"/>
                </a:solidFill>
                <a:latin typeface="Malgun Gothic" pitchFamily="34" charset="0"/>
                <a:ea typeface="Malgun Gothic" pitchFamily="34" charset="-122"/>
                <a:cs typeface="Malgun Gothic" pitchFamily="34" charset="-120"/>
              </a:rPr>
              <a:t>ㅈ</a:t>
            </a:r>
            <a:endParaRPr lang="en-US" sz="1100" dirty="0"/>
          </a:p>
        </p:txBody>
      </p:sp>
      <p:sp>
        <p:nvSpPr>
          <p:cNvPr id="47" name="Shape 45"/>
          <p:cNvSpPr/>
          <p:nvPr/>
        </p:nvSpPr>
        <p:spPr>
          <a:xfrm>
            <a:off x="10004908" y="4937760"/>
            <a:ext cx="960120" cy="960120"/>
          </a:xfrm>
          <a:prstGeom prst="ellipse">
            <a:avLst/>
          </a:prstGeom>
          <a:solidFill>
            <a:srgbClr val="EFEBFF"/>
          </a:solidFill>
          <a:ln w="25400">
            <a:solidFill>
              <a:srgbClr val="A79BFF"/>
            </a:solidFill>
            <a:prstDash val="solid"/>
          </a:ln>
        </p:spPr>
      </p:sp>
      <p:sp>
        <p:nvSpPr>
          <p:cNvPr id="48" name="Text 46"/>
          <p:cNvSpPr/>
          <p:nvPr/>
        </p:nvSpPr>
        <p:spPr>
          <a:xfrm>
            <a:off x="10004908" y="4937760"/>
            <a:ext cx="960120" cy="672084"/>
          </a:xfrm>
          <a:prstGeom prst="rect">
            <a:avLst/>
          </a:prstGeom>
          <a:noFill/>
          <a:ln/>
        </p:spPr>
        <p:txBody>
          <a:bodyPr wrap="square" lIns="0" tIns="0" rIns="0" bIns="0" rtlCol="0" anchor="ctr"/>
          <a:lstStyle/>
          <a:p>
            <a:pPr marL="0" indent="0" algn="ctr">
              <a:buNone/>
            </a:pPr>
            <a:r>
              <a:rPr lang="en-US" sz="3800" b="1" dirty="0">
                <a:solidFill>
                  <a:srgbClr val="0F172A"/>
                </a:solidFill>
                <a:latin typeface="Malgun Gothic" pitchFamily="34" charset="0"/>
                <a:ea typeface="Malgun Gothic" pitchFamily="34" charset="-122"/>
                <a:cs typeface="Malgun Gothic" pitchFamily="34" charset="-120"/>
              </a:rPr>
              <a:t>ㅎ</a:t>
            </a:r>
            <a:endParaRPr lang="en-US" sz="3800" dirty="0"/>
          </a:p>
        </p:txBody>
      </p:sp>
      <p:sp>
        <p:nvSpPr>
          <p:cNvPr id="49" name="Text 47"/>
          <p:cNvSpPr/>
          <p:nvPr/>
        </p:nvSpPr>
        <p:spPr>
          <a:xfrm>
            <a:off x="10004908" y="5623560"/>
            <a:ext cx="960120" cy="228600"/>
          </a:xfrm>
          <a:prstGeom prst="rect">
            <a:avLst/>
          </a:prstGeom>
          <a:noFill/>
          <a:ln/>
        </p:spPr>
        <p:txBody>
          <a:bodyPr wrap="square" lIns="0" tIns="0" rIns="0" bIns="0" rtlCol="0" anchor="ctr"/>
          <a:lstStyle/>
          <a:p>
            <a:pPr marL="0" indent="0" algn="ctr">
              <a:buNone/>
            </a:pPr>
            <a:r>
              <a:rPr lang="en-US" sz="1100" dirty="0">
                <a:solidFill>
                  <a:srgbClr val="4A5568"/>
                </a:solidFill>
                <a:latin typeface="Malgun Gothic" pitchFamily="34" charset="0"/>
                <a:ea typeface="Malgun Gothic" pitchFamily="34" charset="-122"/>
                <a:cs typeface="Malgun Gothic" pitchFamily="34" charset="-120"/>
              </a:rPr>
              <a:t>ㅇ</a:t>
            </a:r>
            <a:endParaRPr lang="en-US" sz="1100" dirty="0"/>
          </a:p>
        </p:txBody>
      </p:sp>
      <p:sp>
        <p:nvSpPr>
          <p:cNvPr id="50" name="Shape 48"/>
          <p:cNvSpPr/>
          <p:nvPr/>
        </p:nvSpPr>
        <p:spPr>
          <a:xfrm>
            <a:off x="4937760" y="6080760"/>
            <a:ext cx="2286000" cy="320040"/>
          </a:xfrm>
          <a:prstGeom prst="roundRect">
            <a:avLst>
              <a:gd name="adj" fmla="val 51429"/>
            </a:avLst>
          </a:prstGeom>
          <a:solidFill>
            <a:srgbClr val="2EA86B"/>
          </a:solidFill>
          <a:ln/>
        </p:spPr>
      </p:sp>
      <p:sp>
        <p:nvSpPr>
          <p:cNvPr id="51" name="Text 49"/>
          <p:cNvSpPr/>
          <p:nvPr/>
        </p:nvSpPr>
        <p:spPr>
          <a:xfrm>
            <a:off x="4937760" y="6080760"/>
            <a:ext cx="2286000" cy="320040"/>
          </a:xfrm>
          <a:prstGeom prst="rect">
            <a:avLst/>
          </a:prstGeom>
          <a:noFill/>
          <a:ln/>
        </p:spPr>
        <p:txBody>
          <a:bodyPr wrap="square" lIns="0" tIns="0" rIns="0" bIns="0" rtlCol="0" anchor="ctr"/>
          <a:lstStyle/>
          <a:p>
            <a:pPr marL="0" indent="0" algn="ctr">
              <a:buNone/>
            </a:pPr>
            <a:r>
              <a:rPr lang="en-US" sz="1200" b="1" kern="0" spc="400" dirty="0">
                <a:solidFill>
                  <a:srgbClr val="FFFFFF"/>
                </a:solidFill>
                <a:latin typeface="Trebuchet MS" pitchFamily="34" charset="0"/>
                <a:ea typeface="Trebuchet MS" pitchFamily="34" charset="-122"/>
                <a:cs typeface="Trebuchet MS" pitchFamily="34" charset="-120"/>
              </a:rPr>
              <a:t>TOTAL · 14 letras</a:t>
            </a:r>
            <a:endParaRPr lang="en-US" sz="1200" dirty="0"/>
          </a:p>
        </p:txBody>
      </p:sp>
      <p:sp>
        <p:nvSpPr>
          <p:cNvPr id="52" name="Text 50"/>
          <p:cNvSpPr/>
          <p:nvPr/>
        </p:nvSpPr>
        <p:spPr>
          <a:xfrm>
            <a:off x="365760" y="6199632"/>
            <a:ext cx="11460175" cy="201168"/>
          </a:xfrm>
          <a:prstGeom prst="rect">
            <a:avLst/>
          </a:prstGeom>
          <a:noFill/>
          <a:ln/>
        </p:spPr>
        <p:txBody>
          <a:bodyPr wrap="square" rtlCol="0" anchor="ctr"/>
          <a:lstStyle/>
          <a:p>
            <a:pPr marL="0" indent="0">
              <a:buNone/>
            </a:pPr>
            <a:r>
              <a:rPr lang="en-US" sz="900" i="1" dirty="0">
                <a:solidFill>
                  <a:srgbClr val="94A3B8"/>
                </a:solidFill>
                <a:latin typeface="Calibri" pitchFamily="34" charset="0"/>
                <a:ea typeface="Calibri" pitchFamily="34" charset="-122"/>
                <a:cs typeface="Calibri" pitchFamily="34" charset="-120"/>
              </a:rPr>
              <a:t>Fuente · Korea Foundation. Hangeul – Korea's Unique Alphabet, 2010, p. 24.</a:t>
            </a:r>
            <a:endParaRPr lang="en-US" sz="900" dirty="0"/>
          </a:p>
        </p:txBody>
      </p:sp>
      <p:sp>
        <p:nvSpPr>
          <p:cNvPr id="53" name="Text 51"/>
          <p:cNvSpPr/>
          <p:nvPr/>
        </p:nvSpPr>
        <p:spPr>
          <a:xfrm>
            <a:off x="365760" y="6446520"/>
            <a:ext cx="5486400" cy="274320"/>
          </a:xfrm>
          <a:prstGeom prst="rect">
            <a:avLst/>
          </a:prstGeom>
          <a:noFill/>
          <a:ln/>
        </p:spPr>
        <p:txBody>
          <a:bodyPr wrap="square" rtlCol="0" anchor="ctr"/>
          <a:lstStyle/>
          <a:p>
            <a:pPr marL="0" indent="0">
              <a:buNone/>
            </a:pPr>
            <a:r>
              <a:rPr lang="en-US" sz="1000" b="1" kern="0" spc="600" dirty="0">
                <a:solidFill>
                  <a:srgbClr val="94A3B8"/>
                </a:solidFill>
                <a:latin typeface="Trebuchet MS" pitchFamily="34" charset="0"/>
                <a:ea typeface="Trebuchet MS" pitchFamily="34" charset="-122"/>
                <a:cs typeface="Trebuchet MS" pitchFamily="34" charset="-120"/>
              </a:rPr>
              <a:t>ACADEMIA SEÚL  ·  MÉTODO CHINGU™</a:t>
            </a:r>
            <a:endParaRPr lang="en-US" sz="1000" dirty="0"/>
          </a:p>
        </p:txBody>
      </p:sp>
      <p:sp>
        <p:nvSpPr>
          <p:cNvPr id="54" name="Text 52"/>
          <p:cNvSpPr/>
          <p:nvPr/>
        </p:nvSpPr>
        <p:spPr>
          <a:xfrm>
            <a:off x="8991295" y="6446520"/>
            <a:ext cx="2743200" cy="274320"/>
          </a:xfrm>
          <a:prstGeom prst="rect">
            <a:avLst/>
          </a:prstGeom>
          <a:noFill/>
          <a:ln/>
        </p:spPr>
        <p:txBody>
          <a:bodyPr wrap="square" rtlCol="0" anchor="ctr"/>
          <a:lstStyle/>
          <a:p>
            <a:pPr marL="0" indent="0" algn="r">
              <a:buNone/>
            </a:pPr>
            <a:r>
              <a:rPr lang="en-US" sz="1000" b="1" kern="0" spc="600" dirty="0">
                <a:solidFill>
                  <a:srgbClr val="94A3B8"/>
                </a:solidFill>
                <a:latin typeface="Trebuchet MS" pitchFamily="34" charset="0"/>
                <a:ea typeface="Trebuchet MS" pitchFamily="34" charset="-122"/>
                <a:cs typeface="Trebuchet MS" pitchFamily="34" charset="-120"/>
              </a:rPr>
              <a:t>SES 06C  ·  TALLER</a:t>
            </a:r>
            <a:endParaRPr lang="en-US" sz="1000" dirty="0"/>
          </a:p>
        </p:txBody>
      </p:sp>
      <p:pic>
        <p:nvPicPr>
          <p:cNvPr id="55" name="Image 0" descr="/sessions/sleepy-zen-cray/mnt/outputs/deck_assets/logo_var2_azul.png">
            <a:extLst>
              <a:ext uri="{FF2B5EF4-FFF2-40B4-BE49-F238E27FC236}">
                <a16:creationId xmlns:a16="http://schemas.microsoft.com/office/drawing/2014/main" id="{6FA37631-4D2B-A25B-8A6A-56F6934C39AA}"/>
              </a:ext>
            </a:extLst>
          </p:cNvPr>
          <p:cNvPicPr>
            <a:picLocks noChangeAspect="1"/>
          </p:cNvPicPr>
          <p:nvPr/>
        </p:nvPicPr>
        <p:blipFill>
          <a:blip r:embed="rId3"/>
          <a:stretch>
            <a:fillRect/>
          </a:stretch>
        </p:blipFill>
        <p:spPr>
          <a:xfrm>
            <a:off x="9778365" y="-760095"/>
            <a:ext cx="2571750" cy="2571750"/>
          </a:xfrm>
          <a:prstGeom prst="rect">
            <a:avLst/>
          </a:prstGeom>
        </p:spPr>
      </p:pic>
    </p:spTree>
    <p:extLst>
      <p:ext uri="{BB962C8B-B14F-4D97-AF65-F5344CB8AC3E}">
        <p14:creationId xmlns:p14="http://schemas.microsoft.com/office/powerpoint/2010/main" val="160073466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57200" y="411480"/>
            <a:ext cx="10972800" cy="274320"/>
          </a:xfrm>
          <a:prstGeom prst="rect">
            <a:avLst/>
          </a:prstGeom>
          <a:noFill/>
          <a:ln/>
        </p:spPr>
        <p:txBody>
          <a:bodyPr wrap="square" lIns="0" tIns="0" rIns="0" bIns="0" rtlCol="0" anchor="ctr"/>
          <a:lstStyle/>
          <a:p>
            <a:pPr marL="0" indent="0">
              <a:buNone/>
            </a:pPr>
            <a:r>
              <a:rPr lang="en-US" sz="1100" b="1" kern="0" spc="500" dirty="0">
                <a:solidFill>
                  <a:srgbClr val="FE6768"/>
                </a:solidFill>
                <a:latin typeface="Calibri" pitchFamily="34" charset="0"/>
                <a:ea typeface="Calibri" pitchFamily="34" charset="-122"/>
                <a:cs typeface="Calibri" pitchFamily="34" charset="-120"/>
              </a:rPr>
              <a:t>§2.3 · CONSONANTES</a:t>
            </a:r>
            <a:endParaRPr lang="en-US" sz="1100" dirty="0"/>
          </a:p>
        </p:txBody>
      </p:sp>
      <p:sp>
        <p:nvSpPr>
          <p:cNvPr id="3" name="Text 1"/>
          <p:cNvSpPr/>
          <p:nvPr/>
        </p:nvSpPr>
        <p:spPr>
          <a:xfrm>
            <a:off x="457200" y="777240"/>
            <a:ext cx="10972800" cy="822960"/>
          </a:xfrm>
          <a:prstGeom prst="rect">
            <a:avLst/>
          </a:prstGeom>
          <a:noFill/>
          <a:ln/>
        </p:spPr>
        <p:txBody>
          <a:bodyPr wrap="square" lIns="0" tIns="0" rIns="0" bIns="0" rtlCol="0" anchor="ctr"/>
          <a:lstStyle/>
          <a:p>
            <a:pPr marL="0" indent="0">
              <a:buNone/>
            </a:pPr>
            <a:r>
              <a:rPr lang="en-US" sz="4000" b="1" dirty="0">
                <a:solidFill>
                  <a:srgbClr val="4036ED"/>
                </a:solidFill>
                <a:latin typeface="Calibri" pitchFamily="34" charset="0"/>
                <a:ea typeface="Calibri" pitchFamily="34" charset="-122"/>
                <a:cs typeface="Calibri" pitchFamily="34" charset="-120"/>
              </a:rPr>
              <a:t>Sonidos del paladar · 아음</a:t>
            </a:r>
            <a:endParaRPr lang="en-US" sz="4000" dirty="0"/>
          </a:p>
        </p:txBody>
      </p:sp>
      <p:sp>
        <p:nvSpPr>
          <p:cNvPr id="4" name="Text 2"/>
          <p:cNvSpPr/>
          <p:nvPr/>
        </p:nvSpPr>
        <p:spPr>
          <a:xfrm>
            <a:off x="457200" y="1691640"/>
            <a:ext cx="10972800" cy="457200"/>
          </a:xfrm>
          <a:prstGeom prst="rect">
            <a:avLst/>
          </a:prstGeom>
          <a:noFill/>
          <a:ln/>
        </p:spPr>
        <p:txBody>
          <a:bodyPr wrap="square" lIns="0" tIns="0" rIns="0" bIns="0" rtlCol="0" anchor="ctr"/>
          <a:lstStyle/>
          <a:p>
            <a:pPr marL="0" indent="0">
              <a:buNone/>
            </a:pPr>
            <a:r>
              <a:rPr lang="en-US" sz="1400" i="1" dirty="0">
                <a:solidFill>
                  <a:srgbClr val="4A4A55"/>
                </a:solidFill>
                <a:latin typeface="Calibri" pitchFamily="34" charset="0"/>
                <a:ea typeface="Calibri" pitchFamily="34" charset="-122"/>
                <a:cs typeface="Calibri" pitchFamily="34" charset="-120"/>
              </a:rPr>
              <a:t>La parte de atrás de la lengua se levanta y toca el velo del paladar.</a:t>
            </a:r>
            <a:endParaRPr lang="en-US" sz="1400" dirty="0"/>
          </a:p>
        </p:txBody>
      </p:sp>
      <p:sp>
        <p:nvSpPr>
          <p:cNvPr id="5" name="Shape 3"/>
          <p:cNvSpPr/>
          <p:nvPr/>
        </p:nvSpPr>
        <p:spPr>
          <a:xfrm>
            <a:off x="640080" y="2606040"/>
            <a:ext cx="4572000" cy="3657600"/>
          </a:xfrm>
          <a:prstGeom prst="roundRect">
            <a:avLst>
              <a:gd name="adj" fmla="val 6250"/>
            </a:avLst>
          </a:prstGeom>
          <a:solidFill>
            <a:srgbClr val="4036ED"/>
          </a:solidFill>
          <a:ln w="12700">
            <a:solidFill>
              <a:srgbClr val="4036ED"/>
            </a:solidFill>
            <a:prstDash val="solid"/>
          </a:ln>
        </p:spPr>
      </p:sp>
      <p:sp>
        <p:nvSpPr>
          <p:cNvPr id="6" name="Text 4"/>
          <p:cNvSpPr/>
          <p:nvPr/>
        </p:nvSpPr>
        <p:spPr>
          <a:xfrm>
            <a:off x="640080" y="2697480"/>
            <a:ext cx="4572000" cy="914400"/>
          </a:xfrm>
          <a:prstGeom prst="rect">
            <a:avLst/>
          </a:prstGeom>
          <a:noFill/>
          <a:ln/>
        </p:spPr>
        <p:txBody>
          <a:bodyPr wrap="square" lIns="0" tIns="0" rIns="0" bIns="0" rtlCol="0" anchor="ctr"/>
          <a:lstStyle/>
          <a:p>
            <a:pPr marL="0" indent="0" algn="ctr">
              <a:buNone/>
            </a:pPr>
            <a:r>
              <a:rPr lang="en-US" sz="6000" b="1" dirty="0">
                <a:solidFill>
                  <a:srgbClr val="F6F6F6"/>
                </a:solidFill>
                <a:latin typeface="Malgun Gothic" pitchFamily="34" charset="0"/>
                <a:ea typeface="Malgun Gothic" pitchFamily="34" charset="-122"/>
                <a:cs typeface="Malgun Gothic" pitchFamily="34" charset="-120"/>
              </a:rPr>
              <a:t>아음</a:t>
            </a:r>
            <a:endParaRPr lang="en-US" sz="6000" dirty="0"/>
          </a:p>
        </p:txBody>
      </p:sp>
      <p:sp>
        <p:nvSpPr>
          <p:cNvPr id="7" name="Text 5"/>
          <p:cNvSpPr/>
          <p:nvPr/>
        </p:nvSpPr>
        <p:spPr>
          <a:xfrm>
            <a:off x="640080" y="3611880"/>
            <a:ext cx="4572000" cy="320040"/>
          </a:xfrm>
          <a:prstGeom prst="rect">
            <a:avLst/>
          </a:prstGeom>
          <a:noFill/>
          <a:ln/>
        </p:spPr>
        <p:txBody>
          <a:bodyPr wrap="square" lIns="0" tIns="0" rIns="0" bIns="0" rtlCol="0" anchor="ctr"/>
          <a:lstStyle/>
          <a:p>
            <a:pPr marL="0" indent="0" algn="ctr">
              <a:buNone/>
            </a:pPr>
            <a:r>
              <a:rPr lang="en-US" sz="1400" i="1" dirty="0">
                <a:solidFill>
                  <a:srgbClr val="EDE8FF"/>
                </a:solidFill>
                <a:latin typeface="Calibri" pitchFamily="34" charset="0"/>
                <a:ea typeface="Calibri" pitchFamily="34" charset="-122"/>
                <a:cs typeface="Calibri" pitchFamily="34" charset="-120"/>
              </a:rPr>
              <a:t>a-eum</a:t>
            </a:r>
            <a:endParaRPr lang="en-US" sz="1400" dirty="0"/>
          </a:p>
        </p:txBody>
      </p:sp>
      <p:pic>
        <p:nvPicPr>
          <p:cNvPr id="8" name="Image 0" descr="preencoded.png"/>
          <p:cNvPicPr>
            <a:picLocks noChangeAspect="1"/>
          </p:cNvPicPr>
          <p:nvPr/>
        </p:nvPicPr>
        <p:blipFill>
          <a:blip r:embed="rId3"/>
          <a:stretch>
            <a:fillRect/>
          </a:stretch>
        </p:blipFill>
        <p:spPr>
          <a:xfrm>
            <a:off x="2148840" y="4023360"/>
            <a:ext cx="1554480" cy="1554480"/>
          </a:xfrm>
          <a:prstGeom prst="rect">
            <a:avLst/>
          </a:prstGeom>
        </p:spPr>
      </p:pic>
      <p:sp>
        <p:nvSpPr>
          <p:cNvPr id="9" name="Text 6"/>
          <p:cNvSpPr/>
          <p:nvPr/>
        </p:nvSpPr>
        <p:spPr>
          <a:xfrm>
            <a:off x="640080" y="5623560"/>
            <a:ext cx="4572000" cy="320040"/>
          </a:xfrm>
          <a:prstGeom prst="rect">
            <a:avLst/>
          </a:prstGeom>
          <a:noFill/>
          <a:ln/>
        </p:spPr>
        <p:txBody>
          <a:bodyPr wrap="square" lIns="0" tIns="0" rIns="0" bIns="0" rtlCol="0" anchor="ctr"/>
          <a:lstStyle/>
          <a:p>
            <a:pPr marL="0" indent="0" algn="ctr">
              <a:buNone/>
            </a:pPr>
            <a:r>
              <a:rPr lang="en-US" sz="1200" b="1" kern="0" spc="500" dirty="0">
                <a:solidFill>
                  <a:srgbClr val="F6F6F6"/>
                </a:solidFill>
                <a:latin typeface="Calibri" pitchFamily="34" charset="0"/>
                <a:ea typeface="Calibri" pitchFamily="34" charset="-122"/>
                <a:cs typeface="Calibri" pitchFamily="34" charset="-120"/>
              </a:rPr>
              <a:t>PALADAR (VELO)</a:t>
            </a:r>
            <a:endParaRPr lang="en-US" sz="1200" dirty="0"/>
          </a:p>
        </p:txBody>
      </p:sp>
      <p:sp>
        <p:nvSpPr>
          <p:cNvPr id="10" name="Text 7"/>
          <p:cNvSpPr/>
          <p:nvPr/>
        </p:nvSpPr>
        <p:spPr>
          <a:xfrm>
            <a:off x="640080" y="5943600"/>
            <a:ext cx="4572000" cy="365760"/>
          </a:xfrm>
          <a:prstGeom prst="rect">
            <a:avLst/>
          </a:prstGeom>
          <a:noFill/>
          <a:ln/>
        </p:spPr>
        <p:txBody>
          <a:bodyPr wrap="square" lIns="0" tIns="0" rIns="0" bIns="0" rtlCol="0" anchor="ctr"/>
          <a:lstStyle/>
          <a:p>
            <a:pPr marL="0" indent="0" algn="ctr">
              <a:buNone/>
            </a:pPr>
            <a:r>
              <a:rPr lang="en-US" sz="1000" i="1" dirty="0">
                <a:solidFill>
                  <a:srgbClr val="EDE8FF"/>
                </a:solidFill>
                <a:latin typeface="Calibri" pitchFamily="34" charset="0"/>
                <a:ea typeface="Calibri" pitchFamily="34" charset="-122"/>
                <a:cs typeface="Calibri" pitchFamily="34" charset="-120"/>
              </a:rPr>
              <a:t>La lengua se eleva</a:t>
            </a:r>
            <a:endParaRPr lang="en-US" sz="1000" dirty="0"/>
          </a:p>
          <a:p>
            <a:pPr marL="0" indent="0" algn="ctr">
              <a:buNone/>
            </a:pPr>
            <a:r>
              <a:rPr lang="en-US" sz="1000" i="1" dirty="0">
                <a:solidFill>
                  <a:srgbClr val="EDE8FF"/>
                </a:solidFill>
                <a:latin typeface="Calibri" pitchFamily="34" charset="0"/>
                <a:ea typeface="Calibri" pitchFamily="34" charset="-122"/>
                <a:cs typeface="Calibri" pitchFamily="34" charset="-120"/>
              </a:rPr>
              <a:t>hacia el cielo de la boca</a:t>
            </a:r>
            <a:endParaRPr lang="en-US" sz="1000" dirty="0"/>
          </a:p>
        </p:txBody>
      </p:sp>
      <p:sp>
        <p:nvSpPr>
          <p:cNvPr id="11" name="Shape 8"/>
          <p:cNvSpPr/>
          <p:nvPr/>
        </p:nvSpPr>
        <p:spPr>
          <a:xfrm>
            <a:off x="5669280" y="2606040"/>
            <a:ext cx="1828800" cy="3657600"/>
          </a:xfrm>
          <a:prstGeom prst="roundRect">
            <a:avLst>
              <a:gd name="adj" fmla="val 7500"/>
            </a:avLst>
          </a:prstGeom>
          <a:solidFill>
            <a:srgbClr val="EDE8FF"/>
          </a:solidFill>
          <a:ln w="19050">
            <a:solidFill>
              <a:srgbClr val="4036ED"/>
            </a:solidFill>
            <a:prstDash val="solid"/>
          </a:ln>
        </p:spPr>
      </p:sp>
      <p:sp>
        <p:nvSpPr>
          <p:cNvPr id="12" name="Text 9"/>
          <p:cNvSpPr/>
          <p:nvPr/>
        </p:nvSpPr>
        <p:spPr>
          <a:xfrm>
            <a:off x="5669280" y="2788920"/>
            <a:ext cx="1828800" cy="320040"/>
          </a:xfrm>
          <a:prstGeom prst="rect">
            <a:avLst/>
          </a:prstGeom>
          <a:noFill/>
          <a:ln/>
        </p:spPr>
        <p:txBody>
          <a:bodyPr wrap="square" lIns="0" tIns="0" rIns="0" bIns="0" rtlCol="0" anchor="ctr"/>
          <a:lstStyle/>
          <a:p>
            <a:pPr marL="0" indent="0" algn="ctr">
              <a:buNone/>
            </a:pPr>
            <a:r>
              <a:rPr lang="en-US" sz="1000" b="1" kern="0" spc="400" dirty="0">
                <a:solidFill>
                  <a:srgbClr val="4036ED"/>
                </a:solidFill>
                <a:latin typeface="Calibri" pitchFamily="34" charset="0"/>
                <a:ea typeface="Calibri" pitchFamily="34" charset="-122"/>
                <a:cs typeface="Calibri" pitchFamily="34" charset="-120"/>
              </a:rPr>
              <a:t>BÁSICA</a:t>
            </a:r>
            <a:endParaRPr lang="en-US" sz="1000" dirty="0"/>
          </a:p>
        </p:txBody>
      </p:sp>
      <p:sp>
        <p:nvSpPr>
          <p:cNvPr id="13" name="Text 10"/>
          <p:cNvSpPr/>
          <p:nvPr/>
        </p:nvSpPr>
        <p:spPr>
          <a:xfrm>
            <a:off x="5669280" y="3108960"/>
            <a:ext cx="1828800" cy="320040"/>
          </a:xfrm>
          <a:prstGeom prst="rect">
            <a:avLst/>
          </a:prstGeom>
          <a:noFill/>
          <a:ln/>
        </p:spPr>
        <p:txBody>
          <a:bodyPr wrap="square" lIns="0" tIns="0" rIns="0" bIns="0" rtlCol="0" anchor="ctr"/>
          <a:lstStyle/>
          <a:p>
            <a:pPr marL="0" indent="0" algn="ctr">
              <a:buNone/>
            </a:pPr>
            <a:r>
              <a:rPr lang="en-US" sz="1100" i="1" dirty="0">
                <a:solidFill>
                  <a:srgbClr val="4036ED"/>
                </a:solidFill>
                <a:latin typeface="Malgun Gothic" pitchFamily="34" charset="0"/>
                <a:ea typeface="Malgun Gothic" pitchFamily="34" charset="-122"/>
                <a:cs typeface="Malgun Gothic" pitchFamily="34" charset="-120"/>
              </a:rPr>
              <a:t>기본</a:t>
            </a:r>
            <a:endParaRPr lang="en-US" sz="1100" dirty="0"/>
          </a:p>
        </p:txBody>
      </p:sp>
      <p:sp>
        <p:nvSpPr>
          <p:cNvPr id="14" name="Text 11"/>
          <p:cNvSpPr/>
          <p:nvPr/>
        </p:nvSpPr>
        <p:spPr>
          <a:xfrm>
            <a:off x="5669280" y="3566160"/>
            <a:ext cx="1828800" cy="2651760"/>
          </a:xfrm>
          <a:prstGeom prst="rect">
            <a:avLst/>
          </a:prstGeom>
          <a:noFill/>
          <a:ln/>
        </p:spPr>
        <p:txBody>
          <a:bodyPr wrap="square" lIns="0" tIns="0" rIns="0" bIns="0" rtlCol="0" anchor="ctr"/>
          <a:lstStyle/>
          <a:p>
            <a:pPr marL="0" indent="0" algn="ctr">
              <a:buNone/>
            </a:pPr>
            <a:r>
              <a:rPr lang="en-US" sz="5000" b="1" dirty="0">
                <a:solidFill>
                  <a:srgbClr val="4036ED"/>
                </a:solidFill>
                <a:latin typeface="Malgun Gothic" pitchFamily="34" charset="0"/>
                <a:ea typeface="Malgun Gothic" pitchFamily="34" charset="-122"/>
                <a:cs typeface="Malgun Gothic" pitchFamily="34" charset="-120"/>
              </a:rPr>
              <a:t>ㄱ</a:t>
            </a:r>
            <a:endParaRPr lang="en-US" sz="5000" dirty="0"/>
          </a:p>
        </p:txBody>
      </p:sp>
      <p:sp>
        <p:nvSpPr>
          <p:cNvPr id="15" name="Shape 12"/>
          <p:cNvSpPr/>
          <p:nvPr/>
        </p:nvSpPr>
        <p:spPr>
          <a:xfrm>
            <a:off x="7662672" y="2606040"/>
            <a:ext cx="1828800" cy="3657600"/>
          </a:xfrm>
          <a:prstGeom prst="roundRect">
            <a:avLst>
              <a:gd name="adj" fmla="val 7500"/>
            </a:avLst>
          </a:prstGeom>
          <a:solidFill>
            <a:srgbClr val="EDE8FF"/>
          </a:solidFill>
          <a:ln w="19050">
            <a:solidFill>
              <a:srgbClr val="4036ED"/>
            </a:solidFill>
            <a:prstDash val="solid"/>
          </a:ln>
        </p:spPr>
      </p:sp>
      <p:sp>
        <p:nvSpPr>
          <p:cNvPr id="16" name="Text 13"/>
          <p:cNvSpPr/>
          <p:nvPr/>
        </p:nvSpPr>
        <p:spPr>
          <a:xfrm>
            <a:off x="7662672" y="2788920"/>
            <a:ext cx="1828800" cy="320040"/>
          </a:xfrm>
          <a:prstGeom prst="rect">
            <a:avLst/>
          </a:prstGeom>
          <a:noFill/>
          <a:ln/>
        </p:spPr>
        <p:txBody>
          <a:bodyPr wrap="square" lIns="0" tIns="0" rIns="0" bIns="0" rtlCol="0" anchor="ctr"/>
          <a:lstStyle/>
          <a:p>
            <a:pPr marL="0" indent="0" algn="ctr">
              <a:buNone/>
            </a:pPr>
            <a:r>
              <a:rPr lang="en-US" sz="1000" b="1" kern="0" spc="400" dirty="0">
                <a:solidFill>
                  <a:srgbClr val="4036ED"/>
                </a:solidFill>
                <a:latin typeface="Calibri" pitchFamily="34" charset="0"/>
                <a:ea typeface="Calibri" pitchFamily="34" charset="-122"/>
                <a:cs typeface="Calibri" pitchFamily="34" charset="-120"/>
              </a:rPr>
              <a:t>ASPIRADA</a:t>
            </a:r>
            <a:endParaRPr lang="en-US" sz="1000" dirty="0"/>
          </a:p>
        </p:txBody>
      </p:sp>
      <p:sp>
        <p:nvSpPr>
          <p:cNvPr id="17" name="Text 14"/>
          <p:cNvSpPr/>
          <p:nvPr/>
        </p:nvSpPr>
        <p:spPr>
          <a:xfrm>
            <a:off x="7662672" y="3108960"/>
            <a:ext cx="1828800" cy="320040"/>
          </a:xfrm>
          <a:prstGeom prst="rect">
            <a:avLst/>
          </a:prstGeom>
          <a:noFill/>
          <a:ln/>
        </p:spPr>
        <p:txBody>
          <a:bodyPr wrap="square" lIns="0" tIns="0" rIns="0" bIns="0" rtlCol="0" anchor="ctr"/>
          <a:lstStyle/>
          <a:p>
            <a:pPr marL="0" indent="0" algn="ctr">
              <a:buNone/>
            </a:pPr>
            <a:r>
              <a:rPr lang="en-US" sz="1100" i="1" dirty="0">
                <a:solidFill>
                  <a:srgbClr val="4036ED"/>
                </a:solidFill>
                <a:latin typeface="Malgun Gothic" pitchFamily="34" charset="0"/>
                <a:ea typeface="Malgun Gothic" pitchFamily="34" charset="-122"/>
                <a:cs typeface="Malgun Gothic" pitchFamily="34" charset="-120"/>
              </a:rPr>
              <a:t>거센소리</a:t>
            </a:r>
            <a:endParaRPr lang="en-US" sz="1100" dirty="0"/>
          </a:p>
        </p:txBody>
      </p:sp>
      <p:sp>
        <p:nvSpPr>
          <p:cNvPr id="18" name="Text 15"/>
          <p:cNvSpPr/>
          <p:nvPr/>
        </p:nvSpPr>
        <p:spPr>
          <a:xfrm>
            <a:off x="7662672" y="3566160"/>
            <a:ext cx="1828800" cy="2651760"/>
          </a:xfrm>
          <a:prstGeom prst="rect">
            <a:avLst/>
          </a:prstGeom>
          <a:noFill/>
          <a:ln/>
        </p:spPr>
        <p:txBody>
          <a:bodyPr wrap="square" lIns="0" tIns="0" rIns="0" bIns="0" rtlCol="0" anchor="ctr"/>
          <a:lstStyle/>
          <a:p>
            <a:pPr marL="0" indent="0" algn="ctr">
              <a:buNone/>
            </a:pPr>
            <a:r>
              <a:rPr lang="en-US" sz="5000" b="1" dirty="0">
                <a:solidFill>
                  <a:srgbClr val="4036ED"/>
                </a:solidFill>
                <a:latin typeface="Malgun Gothic" pitchFamily="34" charset="0"/>
                <a:ea typeface="Malgun Gothic" pitchFamily="34" charset="-122"/>
                <a:cs typeface="Malgun Gothic" pitchFamily="34" charset="-120"/>
              </a:rPr>
              <a:t>ㅋ</a:t>
            </a:r>
            <a:endParaRPr lang="en-US" sz="5000" dirty="0"/>
          </a:p>
        </p:txBody>
      </p:sp>
      <p:sp>
        <p:nvSpPr>
          <p:cNvPr id="19" name="Shape 16"/>
          <p:cNvSpPr/>
          <p:nvPr/>
        </p:nvSpPr>
        <p:spPr>
          <a:xfrm>
            <a:off x="9656064" y="2606040"/>
            <a:ext cx="1828800" cy="3657600"/>
          </a:xfrm>
          <a:prstGeom prst="roundRect">
            <a:avLst>
              <a:gd name="adj" fmla="val 7500"/>
            </a:avLst>
          </a:prstGeom>
          <a:solidFill>
            <a:srgbClr val="EDE8FF"/>
          </a:solidFill>
          <a:ln w="19050">
            <a:solidFill>
              <a:srgbClr val="4036ED"/>
            </a:solidFill>
            <a:prstDash val="solid"/>
          </a:ln>
        </p:spPr>
      </p:sp>
      <p:sp>
        <p:nvSpPr>
          <p:cNvPr id="20" name="Text 17"/>
          <p:cNvSpPr/>
          <p:nvPr/>
        </p:nvSpPr>
        <p:spPr>
          <a:xfrm>
            <a:off x="9656064" y="2788920"/>
            <a:ext cx="1828800" cy="320040"/>
          </a:xfrm>
          <a:prstGeom prst="rect">
            <a:avLst/>
          </a:prstGeom>
          <a:noFill/>
          <a:ln/>
        </p:spPr>
        <p:txBody>
          <a:bodyPr wrap="square" lIns="0" tIns="0" rIns="0" bIns="0" rtlCol="0" anchor="ctr"/>
          <a:lstStyle/>
          <a:p>
            <a:pPr marL="0" indent="0" algn="ctr">
              <a:buNone/>
            </a:pPr>
            <a:r>
              <a:rPr lang="en-US" sz="1000" b="1" kern="0" spc="400" dirty="0">
                <a:solidFill>
                  <a:srgbClr val="4036ED"/>
                </a:solidFill>
                <a:latin typeface="Calibri" pitchFamily="34" charset="0"/>
                <a:ea typeface="Calibri" pitchFamily="34" charset="-122"/>
                <a:cs typeface="Calibri" pitchFamily="34" charset="-120"/>
              </a:rPr>
              <a:t>DOBLE</a:t>
            </a:r>
            <a:endParaRPr lang="en-US" sz="1000" dirty="0"/>
          </a:p>
        </p:txBody>
      </p:sp>
      <p:sp>
        <p:nvSpPr>
          <p:cNvPr id="21" name="Text 18"/>
          <p:cNvSpPr/>
          <p:nvPr/>
        </p:nvSpPr>
        <p:spPr>
          <a:xfrm>
            <a:off x="9656064" y="3108960"/>
            <a:ext cx="1828800" cy="320040"/>
          </a:xfrm>
          <a:prstGeom prst="rect">
            <a:avLst/>
          </a:prstGeom>
          <a:noFill/>
          <a:ln/>
        </p:spPr>
        <p:txBody>
          <a:bodyPr wrap="square" lIns="0" tIns="0" rIns="0" bIns="0" rtlCol="0" anchor="ctr"/>
          <a:lstStyle/>
          <a:p>
            <a:pPr marL="0" indent="0" algn="ctr">
              <a:buNone/>
            </a:pPr>
            <a:r>
              <a:rPr lang="en-US" sz="1100" i="1" dirty="0">
                <a:solidFill>
                  <a:srgbClr val="4036ED"/>
                </a:solidFill>
                <a:latin typeface="Malgun Gothic" pitchFamily="34" charset="0"/>
                <a:ea typeface="Malgun Gothic" pitchFamily="34" charset="-122"/>
                <a:cs typeface="Malgun Gothic" pitchFamily="34" charset="-120"/>
              </a:rPr>
              <a:t>쌍소리</a:t>
            </a:r>
            <a:endParaRPr lang="en-US" sz="1100" dirty="0"/>
          </a:p>
        </p:txBody>
      </p:sp>
      <p:sp>
        <p:nvSpPr>
          <p:cNvPr id="22" name="Text 19"/>
          <p:cNvSpPr/>
          <p:nvPr/>
        </p:nvSpPr>
        <p:spPr>
          <a:xfrm>
            <a:off x="9656064" y="3566160"/>
            <a:ext cx="1828800" cy="2651760"/>
          </a:xfrm>
          <a:prstGeom prst="rect">
            <a:avLst/>
          </a:prstGeom>
          <a:noFill/>
          <a:ln/>
        </p:spPr>
        <p:txBody>
          <a:bodyPr wrap="square" lIns="0" tIns="0" rIns="0" bIns="0" rtlCol="0" anchor="ctr"/>
          <a:lstStyle/>
          <a:p>
            <a:pPr marL="0" indent="0" algn="ctr">
              <a:buNone/>
            </a:pPr>
            <a:r>
              <a:rPr lang="en-US" sz="5000" b="1" dirty="0">
                <a:solidFill>
                  <a:srgbClr val="4036ED"/>
                </a:solidFill>
                <a:latin typeface="Malgun Gothic" pitchFamily="34" charset="0"/>
                <a:ea typeface="Malgun Gothic" pitchFamily="34" charset="-122"/>
                <a:cs typeface="Malgun Gothic" pitchFamily="34" charset="-120"/>
              </a:rPr>
              <a:t>ㄲ</a:t>
            </a:r>
            <a:endParaRPr lang="en-US" sz="5000" dirty="0"/>
          </a:p>
        </p:txBody>
      </p:sp>
      <p:sp>
        <p:nvSpPr>
          <p:cNvPr id="24" name="Text 20"/>
          <p:cNvSpPr/>
          <p:nvPr/>
        </p:nvSpPr>
        <p:spPr>
          <a:xfrm>
            <a:off x="365760" y="6446520"/>
            <a:ext cx="5486400" cy="228600"/>
          </a:xfrm>
          <a:prstGeom prst="rect">
            <a:avLst/>
          </a:prstGeom>
          <a:noFill/>
          <a:ln/>
        </p:spPr>
        <p:txBody>
          <a:bodyPr wrap="square" lIns="0" tIns="0" rIns="0" bIns="0" rtlCol="0" anchor="ctr"/>
          <a:lstStyle/>
          <a:p>
            <a:pPr marL="0" indent="0">
              <a:buNone/>
            </a:pPr>
            <a:r>
              <a:rPr lang="en-US" sz="800" kern="0" spc="300" dirty="0">
                <a:solidFill>
                  <a:srgbClr val="4A4A55"/>
                </a:solidFill>
                <a:latin typeface="Calibri" pitchFamily="34" charset="0"/>
                <a:ea typeface="Calibri" pitchFamily="34" charset="-122"/>
                <a:cs typeface="Calibri" pitchFamily="34" charset="-120"/>
              </a:rPr>
              <a:t>ACADEMIA SEÚL  ·  METHOD CHINGU™</a:t>
            </a:r>
            <a:endParaRPr lang="en-US" sz="800" dirty="0"/>
          </a:p>
        </p:txBody>
      </p:sp>
      <p:sp>
        <p:nvSpPr>
          <p:cNvPr id="25" name="Text 21"/>
          <p:cNvSpPr/>
          <p:nvPr/>
        </p:nvSpPr>
        <p:spPr>
          <a:xfrm>
            <a:off x="11277295" y="6446520"/>
            <a:ext cx="548640" cy="228600"/>
          </a:xfrm>
          <a:prstGeom prst="rect">
            <a:avLst/>
          </a:prstGeom>
          <a:noFill/>
          <a:ln/>
        </p:spPr>
        <p:txBody>
          <a:bodyPr wrap="square" lIns="0" tIns="0" rIns="0" bIns="0" rtlCol="0" anchor="ctr"/>
          <a:lstStyle/>
          <a:p>
            <a:pPr marL="0" indent="0" algn="r">
              <a:buNone/>
            </a:pPr>
            <a:r>
              <a:rPr lang="en-US" sz="800" dirty="0">
                <a:solidFill>
                  <a:srgbClr val="4A4A55"/>
                </a:solidFill>
                <a:latin typeface="Calibri" pitchFamily="34" charset="0"/>
                <a:ea typeface="Calibri" pitchFamily="34" charset="-122"/>
                <a:cs typeface="Calibri" pitchFamily="34" charset="-120"/>
              </a:rPr>
              <a:t>35</a:t>
            </a:r>
            <a:endParaRPr lang="en-US" sz="800" dirty="0"/>
          </a:p>
        </p:txBody>
      </p:sp>
      <p:pic>
        <p:nvPicPr>
          <p:cNvPr id="27" name="Image 0" descr="/sessions/sleepy-zen-cray/mnt/outputs/deck_assets/logo_var2_azul.png">
            <a:extLst>
              <a:ext uri="{FF2B5EF4-FFF2-40B4-BE49-F238E27FC236}">
                <a16:creationId xmlns:a16="http://schemas.microsoft.com/office/drawing/2014/main" id="{D459B318-FAB3-358C-9DD0-96333FCC5CC1}"/>
              </a:ext>
            </a:extLst>
          </p:cNvPr>
          <p:cNvPicPr>
            <a:picLocks noChangeAspect="1"/>
          </p:cNvPicPr>
          <p:nvPr/>
        </p:nvPicPr>
        <p:blipFill>
          <a:blip r:embed="rId4"/>
          <a:stretch>
            <a:fillRect/>
          </a:stretch>
        </p:blipFill>
        <p:spPr>
          <a:xfrm>
            <a:off x="9778365" y="-760095"/>
            <a:ext cx="2571750" cy="2571750"/>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57200" y="411480"/>
            <a:ext cx="10972800" cy="274320"/>
          </a:xfrm>
          <a:prstGeom prst="rect">
            <a:avLst/>
          </a:prstGeom>
          <a:noFill/>
          <a:ln/>
        </p:spPr>
        <p:txBody>
          <a:bodyPr wrap="square" lIns="0" tIns="0" rIns="0" bIns="0" rtlCol="0" anchor="ctr"/>
          <a:lstStyle/>
          <a:p>
            <a:pPr marL="0" indent="0">
              <a:buNone/>
            </a:pPr>
            <a:r>
              <a:rPr lang="en-US" sz="1100" b="1" kern="0" spc="500" dirty="0">
                <a:solidFill>
                  <a:srgbClr val="FE6768"/>
                </a:solidFill>
                <a:latin typeface="Calibri" pitchFamily="34" charset="0"/>
                <a:ea typeface="Calibri" pitchFamily="34" charset="-122"/>
                <a:cs typeface="Calibri" pitchFamily="34" charset="-120"/>
              </a:rPr>
              <a:t>§2.3 · CONSONANTES · 아음</a:t>
            </a:r>
            <a:endParaRPr lang="en-US" sz="1100" dirty="0"/>
          </a:p>
        </p:txBody>
      </p:sp>
      <p:sp>
        <p:nvSpPr>
          <p:cNvPr id="3" name="Text 1"/>
          <p:cNvSpPr/>
          <p:nvPr/>
        </p:nvSpPr>
        <p:spPr>
          <a:xfrm>
            <a:off x="457200" y="777240"/>
            <a:ext cx="10972800" cy="822960"/>
          </a:xfrm>
          <a:prstGeom prst="rect">
            <a:avLst/>
          </a:prstGeom>
          <a:noFill/>
          <a:ln/>
        </p:spPr>
        <p:txBody>
          <a:bodyPr wrap="square" lIns="0" tIns="0" rIns="0" bIns="0" rtlCol="0" anchor="ctr"/>
          <a:lstStyle/>
          <a:p>
            <a:pPr marL="0" indent="0">
              <a:buNone/>
            </a:pPr>
            <a:r>
              <a:rPr lang="en-US" sz="4000" b="1" dirty="0">
                <a:solidFill>
                  <a:srgbClr val="4036ED"/>
                </a:solidFill>
                <a:latin typeface="Calibri" pitchFamily="34" charset="0"/>
                <a:ea typeface="Calibri" pitchFamily="34" charset="-122"/>
                <a:cs typeface="Calibri" pitchFamily="34" charset="-120"/>
              </a:rPr>
              <a:t>Consonante · ㄱ</a:t>
            </a:r>
            <a:endParaRPr lang="en-US" sz="4000" dirty="0"/>
          </a:p>
        </p:txBody>
      </p:sp>
      <p:sp>
        <p:nvSpPr>
          <p:cNvPr id="4" name="Text 2"/>
          <p:cNvSpPr/>
          <p:nvPr/>
        </p:nvSpPr>
        <p:spPr>
          <a:xfrm>
            <a:off x="457200" y="1691640"/>
            <a:ext cx="10972800" cy="457200"/>
          </a:xfrm>
          <a:prstGeom prst="rect">
            <a:avLst/>
          </a:prstGeom>
          <a:noFill/>
          <a:ln/>
        </p:spPr>
        <p:txBody>
          <a:bodyPr wrap="square" lIns="0" tIns="0" rIns="0" bIns="0" rtlCol="0" anchor="ctr"/>
          <a:lstStyle/>
          <a:p>
            <a:pPr marL="0" indent="0">
              <a:buNone/>
            </a:pPr>
            <a:r>
              <a:rPr lang="en-US" sz="1400" i="1" dirty="0">
                <a:solidFill>
                  <a:srgbClr val="4A4A55"/>
                </a:solidFill>
                <a:latin typeface="Calibri" pitchFamily="34" charset="0"/>
                <a:ea typeface="Calibri" pitchFamily="34" charset="-122"/>
                <a:cs typeface="Calibri" pitchFamily="34" charset="-120"/>
              </a:rPr>
              <a:t>"g" suave entre vocales, "k" al inicio de palabra</a:t>
            </a:r>
            <a:endParaRPr lang="en-US" sz="1400" dirty="0"/>
          </a:p>
        </p:txBody>
      </p:sp>
      <p:sp>
        <p:nvSpPr>
          <p:cNvPr id="5" name="Text 3"/>
          <p:cNvSpPr/>
          <p:nvPr/>
        </p:nvSpPr>
        <p:spPr>
          <a:xfrm>
            <a:off x="8488375" y="914400"/>
            <a:ext cx="3200400" cy="365760"/>
          </a:xfrm>
          <a:prstGeom prst="rect">
            <a:avLst/>
          </a:prstGeom>
          <a:noFill/>
          <a:ln/>
        </p:spPr>
        <p:txBody>
          <a:bodyPr wrap="square" lIns="0" tIns="0" rIns="0" bIns="0" rtlCol="0" anchor="ctr"/>
          <a:lstStyle/>
          <a:p>
            <a:pPr marL="0" indent="0" algn="r">
              <a:buNone/>
            </a:pPr>
            <a:r>
              <a:rPr lang="en-US" sz="1100" b="1" kern="0" spc="300" dirty="0">
                <a:solidFill>
                  <a:srgbClr val="4036ED"/>
                </a:solidFill>
                <a:latin typeface="Calibri" pitchFamily="34" charset="0"/>
                <a:ea typeface="Calibri" pitchFamily="34" charset="-122"/>
                <a:cs typeface="Calibri" pitchFamily="34" charset="-120"/>
              </a:rPr>
              <a:t>아음 · PALADAR (VELO)</a:t>
            </a:r>
            <a:endParaRPr lang="en-US" sz="1100" dirty="0"/>
          </a:p>
        </p:txBody>
      </p:sp>
      <p:sp>
        <p:nvSpPr>
          <p:cNvPr id="6" name="Text 4"/>
          <p:cNvSpPr/>
          <p:nvPr/>
        </p:nvSpPr>
        <p:spPr>
          <a:xfrm>
            <a:off x="8488375" y="1280160"/>
            <a:ext cx="3200400" cy="274320"/>
          </a:xfrm>
          <a:prstGeom prst="rect">
            <a:avLst/>
          </a:prstGeom>
          <a:noFill/>
          <a:ln/>
        </p:spPr>
        <p:txBody>
          <a:bodyPr wrap="square" lIns="0" tIns="0" rIns="0" bIns="0" rtlCol="0" anchor="ctr"/>
          <a:lstStyle/>
          <a:p>
            <a:pPr marL="0" indent="0" algn="r">
              <a:buNone/>
            </a:pPr>
            <a:r>
              <a:rPr lang="en-US" sz="900" kern="0" spc="400" dirty="0">
                <a:solidFill>
                  <a:srgbClr val="4A4A55"/>
                </a:solidFill>
                <a:latin typeface="Calibri" pitchFamily="34" charset="0"/>
                <a:ea typeface="Calibri" pitchFamily="34" charset="-122"/>
                <a:cs typeface="Calibri" pitchFamily="34" charset="-120"/>
              </a:rPr>
              <a:t>BÁSICA</a:t>
            </a:r>
            <a:endParaRPr lang="en-US" sz="900" dirty="0"/>
          </a:p>
        </p:txBody>
      </p:sp>
      <p:sp>
        <p:nvSpPr>
          <p:cNvPr id="7" name="Shape 5"/>
          <p:cNvSpPr/>
          <p:nvPr/>
        </p:nvSpPr>
        <p:spPr>
          <a:xfrm>
            <a:off x="640080" y="2606040"/>
            <a:ext cx="5120640" cy="3657600"/>
          </a:xfrm>
          <a:prstGeom prst="roundRect">
            <a:avLst>
              <a:gd name="adj" fmla="val 7500"/>
            </a:avLst>
          </a:prstGeom>
          <a:solidFill>
            <a:srgbClr val="4036ED"/>
          </a:solidFill>
          <a:ln w="12700">
            <a:solidFill>
              <a:srgbClr val="4036ED"/>
            </a:solidFill>
            <a:prstDash val="solid"/>
          </a:ln>
        </p:spPr>
      </p:sp>
      <p:sp>
        <p:nvSpPr>
          <p:cNvPr id="8" name="Text 6"/>
          <p:cNvSpPr/>
          <p:nvPr/>
        </p:nvSpPr>
        <p:spPr>
          <a:xfrm>
            <a:off x="640080" y="2606040"/>
            <a:ext cx="5120640" cy="3657600"/>
          </a:xfrm>
          <a:prstGeom prst="rect">
            <a:avLst/>
          </a:prstGeom>
          <a:noFill/>
          <a:ln/>
        </p:spPr>
        <p:txBody>
          <a:bodyPr wrap="square" lIns="0" tIns="0" rIns="0" bIns="0" rtlCol="0" anchor="ctr"/>
          <a:lstStyle/>
          <a:p>
            <a:pPr marL="0" indent="0" algn="ctr">
              <a:buNone/>
            </a:pPr>
            <a:r>
              <a:rPr lang="en-US" sz="24000" b="1" dirty="0">
                <a:solidFill>
                  <a:srgbClr val="F6F6F6"/>
                </a:solidFill>
                <a:latin typeface="Malgun Gothic" pitchFamily="34" charset="0"/>
                <a:ea typeface="Malgun Gothic" pitchFamily="34" charset="-122"/>
                <a:cs typeface="Malgun Gothic" pitchFamily="34" charset="-120"/>
              </a:rPr>
              <a:t>ㄱ</a:t>
            </a:r>
            <a:endParaRPr lang="en-US" sz="24000" dirty="0"/>
          </a:p>
        </p:txBody>
      </p:sp>
      <p:sp>
        <p:nvSpPr>
          <p:cNvPr id="9" name="Shape 7"/>
          <p:cNvSpPr/>
          <p:nvPr/>
        </p:nvSpPr>
        <p:spPr>
          <a:xfrm>
            <a:off x="6126480" y="2606040"/>
            <a:ext cx="5486400" cy="1097280"/>
          </a:xfrm>
          <a:prstGeom prst="roundRect">
            <a:avLst>
              <a:gd name="adj" fmla="val 12500"/>
            </a:avLst>
          </a:prstGeom>
          <a:solidFill>
            <a:srgbClr val="EDE8FF"/>
          </a:solidFill>
          <a:ln w="19050">
            <a:solidFill>
              <a:srgbClr val="4036ED"/>
            </a:solidFill>
            <a:prstDash val="solid"/>
          </a:ln>
        </p:spPr>
      </p:sp>
      <p:sp>
        <p:nvSpPr>
          <p:cNvPr id="10" name="Text 8"/>
          <p:cNvSpPr/>
          <p:nvPr/>
        </p:nvSpPr>
        <p:spPr>
          <a:xfrm>
            <a:off x="6309360" y="2697480"/>
            <a:ext cx="5120640" cy="274320"/>
          </a:xfrm>
          <a:prstGeom prst="rect">
            <a:avLst/>
          </a:prstGeom>
          <a:noFill/>
          <a:ln/>
        </p:spPr>
        <p:txBody>
          <a:bodyPr wrap="square" lIns="0" tIns="0" rIns="0" bIns="0" rtlCol="0" anchor="ctr"/>
          <a:lstStyle/>
          <a:p>
            <a:pPr marL="0" indent="0">
              <a:buNone/>
            </a:pPr>
            <a:r>
              <a:rPr lang="en-US" sz="900" b="1" kern="0" spc="400" dirty="0">
                <a:solidFill>
                  <a:srgbClr val="4036ED"/>
                </a:solidFill>
                <a:latin typeface="Calibri" pitchFamily="34" charset="0"/>
                <a:ea typeface="Calibri" pitchFamily="34" charset="-122"/>
                <a:cs typeface="Calibri" pitchFamily="34" charset="-120"/>
              </a:rPr>
              <a:t>PRONUNCIACIÓN</a:t>
            </a:r>
            <a:endParaRPr lang="en-US" sz="900" dirty="0"/>
          </a:p>
        </p:txBody>
      </p:sp>
      <p:sp>
        <p:nvSpPr>
          <p:cNvPr id="11" name="Text 9"/>
          <p:cNvSpPr/>
          <p:nvPr/>
        </p:nvSpPr>
        <p:spPr>
          <a:xfrm>
            <a:off x="6309360" y="2971800"/>
            <a:ext cx="5120640" cy="640080"/>
          </a:xfrm>
          <a:prstGeom prst="rect">
            <a:avLst/>
          </a:prstGeom>
          <a:noFill/>
          <a:ln/>
        </p:spPr>
        <p:txBody>
          <a:bodyPr wrap="square" lIns="0" tIns="0" rIns="0" bIns="0" rtlCol="0" anchor="ctr"/>
          <a:lstStyle/>
          <a:p>
            <a:pPr marL="0" indent="0">
              <a:buNone/>
            </a:pPr>
            <a:r>
              <a:rPr lang="en-US" sz="3800" b="1" i="1" dirty="0">
                <a:solidFill>
                  <a:srgbClr val="1E1E2A"/>
                </a:solidFill>
                <a:latin typeface="Calibri" pitchFamily="34" charset="0"/>
                <a:ea typeface="Calibri" pitchFamily="34" charset="-122"/>
                <a:cs typeface="Calibri" pitchFamily="34" charset="-120"/>
              </a:rPr>
              <a:t>"g / k"</a:t>
            </a:r>
            <a:endParaRPr lang="en-US" sz="3800" dirty="0"/>
          </a:p>
        </p:txBody>
      </p:sp>
      <p:sp>
        <p:nvSpPr>
          <p:cNvPr id="12" name="Shape 10"/>
          <p:cNvSpPr/>
          <p:nvPr/>
        </p:nvSpPr>
        <p:spPr>
          <a:xfrm>
            <a:off x="6126480" y="3840480"/>
            <a:ext cx="2560320" cy="2423160"/>
          </a:xfrm>
          <a:prstGeom prst="roundRect">
            <a:avLst>
              <a:gd name="adj" fmla="val 5660"/>
            </a:avLst>
          </a:prstGeom>
          <a:solidFill>
            <a:srgbClr val="F6F6F6"/>
          </a:solidFill>
          <a:ln w="19050">
            <a:solidFill>
              <a:srgbClr val="4036ED"/>
            </a:solidFill>
            <a:prstDash val="solid"/>
          </a:ln>
        </p:spPr>
      </p:sp>
      <p:sp>
        <p:nvSpPr>
          <p:cNvPr id="13" name="Text 11"/>
          <p:cNvSpPr/>
          <p:nvPr/>
        </p:nvSpPr>
        <p:spPr>
          <a:xfrm>
            <a:off x="6126480" y="3931920"/>
            <a:ext cx="2560320" cy="274320"/>
          </a:xfrm>
          <a:prstGeom prst="rect">
            <a:avLst/>
          </a:prstGeom>
          <a:noFill/>
          <a:ln/>
        </p:spPr>
        <p:txBody>
          <a:bodyPr wrap="square" lIns="0" tIns="0" rIns="0" bIns="0" rtlCol="0" anchor="ctr"/>
          <a:lstStyle/>
          <a:p>
            <a:pPr marL="0" indent="0" algn="ctr">
              <a:buNone/>
            </a:pPr>
            <a:r>
              <a:rPr lang="en-US" sz="900" b="1" kern="0" spc="300" dirty="0">
                <a:solidFill>
                  <a:srgbClr val="4036ED"/>
                </a:solidFill>
                <a:latin typeface="Calibri" pitchFamily="34" charset="0"/>
                <a:ea typeface="Calibri" pitchFamily="34" charset="-122"/>
                <a:cs typeface="Calibri" pitchFamily="34" charset="-120"/>
              </a:rPr>
              <a:t>ORDEN DE TRAZO</a:t>
            </a:r>
            <a:endParaRPr lang="en-US" sz="900" dirty="0"/>
          </a:p>
        </p:txBody>
      </p:sp>
      <p:pic>
        <p:nvPicPr>
          <p:cNvPr id="14" name="Image 0" descr="preencoded.png"/>
          <p:cNvPicPr>
            <a:picLocks noChangeAspect="1"/>
          </p:cNvPicPr>
          <p:nvPr/>
        </p:nvPicPr>
        <p:blipFill>
          <a:blip r:embed="rId3"/>
          <a:stretch>
            <a:fillRect/>
          </a:stretch>
        </p:blipFill>
        <p:spPr>
          <a:xfrm>
            <a:off x="6606540" y="4251960"/>
            <a:ext cx="1600200" cy="1600200"/>
          </a:xfrm>
          <a:prstGeom prst="rect">
            <a:avLst/>
          </a:prstGeom>
        </p:spPr>
      </p:pic>
      <p:sp>
        <p:nvSpPr>
          <p:cNvPr id="15" name="Text 12"/>
          <p:cNvSpPr/>
          <p:nvPr/>
        </p:nvSpPr>
        <p:spPr>
          <a:xfrm>
            <a:off x="6126480" y="5897880"/>
            <a:ext cx="2560320" cy="292608"/>
          </a:xfrm>
          <a:prstGeom prst="rect">
            <a:avLst/>
          </a:prstGeom>
          <a:noFill/>
          <a:ln/>
        </p:spPr>
        <p:txBody>
          <a:bodyPr wrap="square" lIns="0" tIns="0" rIns="0" bIns="0" rtlCol="0" anchor="ctr"/>
          <a:lstStyle/>
          <a:p>
            <a:pPr marL="0" indent="0" algn="ctr">
              <a:buNone/>
            </a:pPr>
            <a:r>
              <a:rPr lang="en-US" sz="1200" i="1" dirty="0">
                <a:solidFill>
                  <a:srgbClr val="4A4A55"/>
                </a:solidFill>
                <a:latin typeface="Calibri" pitchFamily="34" charset="0"/>
                <a:ea typeface="Calibri" pitchFamily="34" charset="-122"/>
                <a:cs typeface="Calibri" pitchFamily="34" charset="-120"/>
              </a:rPr>
              <a:t>1 trazo</a:t>
            </a:r>
            <a:endParaRPr lang="en-US" sz="1200" dirty="0"/>
          </a:p>
        </p:txBody>
      </p:sp>
      <p:sp>
        <p:nvSpPr>
          <p:cNvPr id="16" name="Shape 13"/>
          <p:cNvSpPr/>
          <p:nvPr/>
        </p:nvSpPr>
        <p:spPr>
          <a:xfrm>
            <a:off x="8869680" y="3840480"/>
            <a:ext cx="2743200" cy="2423160"/>
          </a:xfrm>
          <a:prstGeom prst="roundRect">
            <a:avLst>
              <a:gd name="adj" fmla="val 5660"/>
            </a:avLst>
          </a:prstGeom>
          <a:solidFill>
            <a:srgbClr val="EDE8FF"/>
          </a:solidFill>
          <a:ln w="19050">
            <a:solidFill>
              <a:srgbClr val="4036ED"/>
            </a:solidFill>
            <a:prstDash val="solid"/>
          </a:ln>
        </p:spPr>
      </p:sp>
      <p:sp>
        <p:nvSpPr>
          <p:cNvPr id="17" name="Text 14"/>
          <p:cNvSpPr/>
          <p:nvPr/>
        </p:nvSpPr>
        <p:spPr>
          <a:xfrm>
            <a:off x="9006840" y="3931920"/>
            <a:ext cx="2468880" cy="274320"/>
          </a:xfrm>
          <a:prstGeom prst="rect">
            <a:avLst/>
          </a:prstGeom>
          <a:noFill/>
          <a:ln/>
        </p:spPr>
        <p:txBody>
          <a:bodyPr wrap="square" lIns="0" tIns="0" rIns="0" bIns="0" rtlCol="0" anchor="ctr"/>
          <a:lstStyle/>
          <a:p>
            <a:pPr marL="0" indent="0">
              <a:buNone/>
            </a:pPr>
            <a:r>
              <a:rPr lang="en-US" sz="900" b="1" kern="0" spc="300" dirty="0">
                <a:solidFill>
                  <a:srgbClr val="4036ED"/>
                </a:solidFill>
                <a:latin typeface="Calibri" pitchFamily="34" charset="0"/>
                <a:ea typeface="Calibri" pitchFamily="34" charset="-122"/>
                <a:cs typeface="Calibri" pitchFamily="34" charset="-120"/>
              </a:rPr>
              <a:t>EJEMPLOS</a:t>
            </a:r>
            <a:endParaRPr lang="en-US" sz="900" dirty="0"/>
          </a:p>
        </p:txBody>
      </p:sp>
      <p:sp>
        <p:nvSpPr>
          <p:cNvPr id="18" name="Text 15"/>
          <p:cNvSpPr/>
          <p:nvPr/>
        </p:nvSpPr>
        <p:spPr>
          <a:xfrm>
            <a:off x="9006840" y="4297680"/>
            <a:ext cx="2468880" cy="1828800"/>
          </a:xfrm>
          <a:prstGeom prst="rect">
            <a:avLst/>
          </a:prstGeom>
          <a:noFill/>
          <a:ln/>
        </p:spPr>
        <p:txBody>
          <a:bodyPr wrap="square" lIns="0" tIns="0" rIns="0" bIns="0" rtlCol="0" anchor="t"/>
          <a:lstStyle/>
          <a:p>
            <a:pPr marL="0" indent="0">
              <a:spcAft>
                <a:spcPts val="800"/>
              </a:spcAft>
              <a:buNone/>
            </a:pPr>
            <a:r>
              <a:rPr lang="en-US" sz="2200" b="1" dirty="0">
                <a:solidFill>
                  <a:srgbClr val="1E1E2A"/>
                </a:solidFill>
                <a:latin typeface="Malgun Gothic" pitchFamily="34" charset="0"/>
                <a:ea typeface="Malgun Gothic" pitchFamily="34" charset="-122"/>
                <a:cs typeface="Malgun Gothic" pitchFamily="34" charset="-120"/>
              </a:rPr>
              <a:t>가족</a:t>
            </a:r>
            <a:r>
              <a:rPr lang="en-US" sz="1300" i="1" dirty="0">
                <a:solidFill>
                  <a:srgbClr val="4A4A55"/>
                </a:solidFill>
              </a:rPr>
              <a:t>   familia</a:t>
            </a:r>
            <a:endParaRPr lang="en-US" sz="2200" dirty="0"/>
          </a:p>
          <a:p>
            <a:pPr marL="0" indent="0">
              <a:spcAft>
                <a:spcPts val="800"/>
              </a:spcAft>
              <a:buNone/>
            </a:pPr>
            <a:r>
              <a:rPr lang="en-US" sz="2200" b="1" dirty="0">
                <a:solidFill>
                  <a:srgbClr val="1E1E2A"/>
                </a:solidFill>
                <a:latin typeface="Malgun Gothic" pitchFamily="34" charset="0"/>
                <a:ea typeface="Malgun Gothic" pitchFamily="34" charset="-122"/>
                <a:cs typeface="Malgun Gothic" pitchFamily="34" charset="-120"/>
              </a:rPr>
              <a:t>고기</a:t>
            </a:r>
            <a:r>
              <a:rPr lang="en-US" sz="1300" i="1" dirty="0">
                <a:solidFill>
                  <a:srgbClr val="4A4A55"/>
                </a:solidFill>
              </a:rPr>
              <a:t>   carne</a:t>
            </a:r>
            <a:endParaRPr lang="en-US" sz="2200" dirty="0"/>
          </a:p>
        </p:txBody>
      </p:sp>
      <p:sp>
        <p:nvSpPr>
          <p:cNvPr id="20" name="Text 16"/>
          <p:cNvSpPr/>
          <p:nvPr/>
        </p:nvSpPr>
        <p:spPr>
          <a:xfrm>
            <a:off x="365760" y="6446520"/>
            <a:ext cx="5486400" cy="228600"/>
          </a:xfrm>
          <a:prstGeom prst="rect">
            <a:avLst/>
          </a:prstGeom>
          <a:noFill/>
          <a:ln/>
        </p:spPr>
        <p:txBody>
          <a:bodyPr wrap="square" lIns="0" tIns="0" rIns="0" bIns="0" rtlCol="0" anchor="ctr"/>
          <a:lstStyle/>
          <a:p>
            <a:pPr marL="0" indent="0">
              <a:buNone/>
            </a:pPr>
            <a:r>
              <a:rPr lang="en-US" sz="800" kern="0" spc="300" dirty="0">
                <a:solidFill>
                  <a:srgbClr val="4A4A55"/>
                </a:solidFill>
                <a:latin typeface="Calibri" pitchFamily="34" charset="0"/>
                <a:ea typeface="Calibri" pitchFamily="34" charset="-122"/>
                <a:cs typeface="Calibri" pitchFamily="34" charset="-120"/>
              </a:rPr>
              <a:t>ACADEMIA SEÚL  ·  METHOD CHINGU™</a:t>
            </a:r>
            <a:endParaRPr lang="en-US" sz="800" dirty="0"/>
          </a:p>
        </p:txBody>
      </p:sp>
      <p:sp>
        <p:nvSpPr>
          <p:cNvPr id="21" name="Text 17"/>
          <p:cNvSpPr/>
          <p:nvPr/>
        </p:nvSpPr>
        <p:spPr>
          <a:xfrm>
            <a:off x="11277295" y="6446520"/>
            <a:ext cx="548640" cy="228600"/>
          </a:xfrm>
          <a:prstGeom prst="rect">
            <a:avLst/>
          </a:prstGeom>
          <a:noFill/>
          <a:ln/>
        </p:spPr>
        <p:txBody>
          <a:bodyPr wrap="square" lIns="0" tIns="0" rIns="0" bIns="0" rtlCol="0" anchor="ctr"/>
          <a:lstStyle/>
          <a:p>
            <a:pPr marL="0" indent="0" algn="r">
              <a:buNone/>
            </a:pPr>
            <a:r>
              <a:rPr lang="en-US" sz="800" dirty="0">
                <a:solidFill>
                  <a:srgbClr val="4A4A55"/>
                </a:solidFill>
                <a:latin typeface="Calibri" pitchFamily="34" charset="0"/>
                <a:ea typeface="Calibri" pitchFamily="34" charset="-122"/>
                <a:cs typeface="Calibri" pitchFamily="34" charset="-120"/>
              </a:rPr>
              <a:t>36</a:t>
            </a:r>
            <a:endParaRPr lang="en-US" sz="800" dirty="0"/>
          </a:p>
        </p:txBody>
      </p:sp>
      <p:pic>
        <p:nvPicPr>
          <p:cNvPr id="22" name="Image 0" descr="/sessions/sleepy-zen-cray/mnt/outputs/deck_assets/logo_var2_azul.png">
            <a:extLst>
              <a:ext uri="{FF2B5EF4-FFF2-40B4-BE49-F238E27FC236}">
                <a16:creationId xmlns:a16="http://schemas.microsoft.com/office/drawing/2014/main" id="{E7B8F5C6-6272-350D-29B2-ECAC8114459A}"/>
              </a:ext>
            </a:extLst>
          </p:cNvPr>
          <p:cNvPicPr>
            <a:picLocks noChangeAspect="1"/>
          </p:cNvPicPr>
          <p:nvPr/>
        </p:nvPicPr>
        <p:blipFill>
          <a:blip r:embed="rId4"/>
          <a:stretch>
            <a:fillRect/>
          </a:stretch>
        </p:blipFill>
        <p:spPr>
          <a:xfrm>
            <a:off x="9778365" y="-760095"/>
            <a:ext cx="2571750" cy="2571750"/>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57200" y="411480"/>
            <a:ext cx="10972800" cy="274320"/>
          </a:xfrm>
          <a:prstGeom prst="rect">
            <a:avLst/>
          </a:prstGeom>
          <a:noFill/>
          <a:ln/>
        </p:spPr>
        <p:txBody>
          <a:bodyPr wrap="square" lIns="0" tIns="0" rIns="0" bIns="0" rtlCol="0" anchor="ctr"/>
          <a:lstStyle/>
          <a:p>
            <a:pPr marL="0" indent="0">
              <a:buNone/>
            </a:pPr>
            <a:r>
              <a:rPr lang="en-US" sz="1100" b="1" kern="0" spc="500" dirty="0">
                <a:solidFill>
                  <a:srgbClr val="FE6768"/>
                </a:solidFill>
                <a:latin typeface="Calibri" pitchFamily="34" charset="0"/>
                <a:ea typeface="Calibri" pitchFamily="34" charset="-122"/>
                <a:cs typeface="Calibri" pitchFamily="34" charset="-120"/>
              </a:rPr>
              <a:t>§2.3 · CONSONANTES · 아음</a:t>
            </a:r>
            <a:endParaRPr lang="en-US" sz="1100" dirty="0"/>
          </a:p>
        </p:txBody>
      </p:sp>
      <p:sp>
        <p:nvSpPr>
          <p:cNvPr id="3" name="Text 1"/>
          <p:cNvSpPr/>
          <p:nvPr/>
        </p:nvSpPr>
        <p:spPr>
          <a:xfrm>
            <a:off x="457200" y="777240"/>
            <a:ext cx="10972800" cy="822960"/>
          </a:xfrm>
          <a:prstGeom prst="rect">
            <a:avLst/>
          </a:prstGeom>
          <a:noFill/>
          <a:ln/>
        </p:spPr>
        <p:txBody>
          <a:bodyPr wrap="square" lIns="0" tIns="0" rIns="0" bIns="0" rtlCol="0" anchor="ctr"/>
          <a:lstStyle/>
          <a:p>
            <a:pPr marL="0" indent="0">
              <a:buNone/>
            </a:pPr>
            <a:r>
              <a:rPr lang="en-US" sz="4000" b="1" dirty="0">
                <a:solidFill>
                  <a:srgbClr val="4036ED"/>
                </a:solidFill>
                <a:latin typeface="Calibri" pitchFamily="34" charset="0"/>
                <a:ea typeface="Calibri" pitchFamily="34" charset="-122"/>
                <a:cs typeface="Calibri" pitchFamily="34" charset="-120"/>
              </a:rPr>
              <a:t>Consonante · ㅋ</a:t>
            </a:r>
            <a:endParaRPr lang="en-US" sz="4000" dirty="0"/>
          </a:p>
        </p:txBody>
      </p:sp>
      <p:sp>
        <p:nvSpPr>
          <p:cNvPr id="4" name="Text 2"/>
          <p:cNvSpPr/>
          <p:nvPr/>
        </p:nvSpPr>
        <p:spPr>
          <a:xfrm>
            <a:off x="457200" y="1691640"/>
            <a:ext cx="10972800" cy="457200"/>
          </a:xfrm>
          <a:prstGeom prst="rect">
            <a:avLst/>
          </a:prstGeom>
          <a:noFill/>
          <a:ln/>
        </p:spPr>
        <p:txBody>
          <a:bodyPr wrap="square" lIns="0" tIns="0" rIns="0" bIns="0" rtlCol="0" anchor="ctr"/>
          <a:lstStyle/>
          <a:p>
            <a:pPr marL="0" indent="0">
              <a:buNone/>
            </a:pPr>
            <a:r>
              <a:rPr lang="en-US" sz="1400" i="1" dirty="0">
                <a:solidFill>
                  <a:srgbClr val="4A4A55"/>
                </a:solidFill>
                <a:latin typeface="Calibri" pitchFamily="34" charset="0"/>
                <a:ea typeface="Calibri" pitchFamily="34" charset="-122"/>
                <a:cs typeface="Calibri" pitchFamily="34" charset="-120"/>
              </a:rPr>
              <a:t>"k" aspirada — con un soplo de aire fuerte</a:t>
            </a:r>
            <a:endParaRPr lang="en-US" sz="1400" dirty="0"/>
          </a:p>
        </p:txBody>
      </p:sp>
      <p:sp>
        <p:nvSpPr>
          <p:cNvPr id="5" name="Text 3"/>
          <p:cNvSpPr/>
          <p:nvPr/>
        </p:nvSpPr>
        <p:spPr>
          <a:xfrm>
            <a:off x="8488375" y="914400"/>
            <a:ext cx="3200400" cy="365760"/>
          </a:xfrm>
          <a:prstGeom prst="rect">
            <a:avLst/>
          </a:prstGeom>
          <a:noFill/>
          <a:ln/>
        </p:spPr>
        <p:txBody>
          <a:bodyPr wrap="square" lIns="0" tIns="0" rIns="0" bIns="0" rtlCol="0" anchor="ctr"/>
          <a:lstStyle/>
          <a:p>
            <a:pPr marL="0" indent="0" algn="r">
              <a:buNone/>
            </a:pPr>
            <a:r>
              <a:rPr lang="en-US" sz="1100" b="1" kern="0" spc="300" dirty="0">
                <a:solidFill>
                  <a:srgbClr val="4036ED"/>
                </a:solidFill>
                <a:latin typeface="Calibri" pitchFamily="34" charset="0"/>
                <a:ea typeface="Calibri" pitchFamily="34" charset="-122"/>
                <a:cs typeface="Calibri" pitchFamily="34" charset="-120"/>
              </a:rPr>
              <a:t>아음 · PALADAR (VELO)</a:t>
            </a:r>
            <a:endParaRPr lang="en-US" sz="1100" dirty="0"/>
          </a:p>
        </p:txBody>
      </p:sp>
      <p:sp>
        <p:nvSpPr>
          <p:cNvPr id="6" name="Text 4"/>
          <p:cNvSpPr/>
          <p:nvPr/>
        </p:nvSpPr>
        <p:spPr>
          <a:xfrm>
            <a:off x="8488375" y="1280160"/>
            <a:ext cx="3200400" cy="274320"/>
          </a:xfrm>
          <a:prstGeom prst="rect">
            <a:avLst/>
          </a:prstGeom>
          <a:noFill/>
          <a:ln/>
        </p:spPr>
        <p:txBody>
          <a:bodyPr wrap="square" lIns="0" tIns="0" rIns="0" bIns="0" rtlCol="0" anchor="ctr"/>
          <a:lstStyle/>
          <a:p>
            <a:pPr marL="0" indent="0" algn="r">
              <a:buNone/>
            </a:pPr>
            <a:r>
              <a:rPr lang="en-US" sz="900" kern="0" spc="400" dirty="0">
                <a:solidFill>
                  <a:srgbClr val="4A4A55"/>
                </a:solidFill>
                <a:latin typeface="Calibri" pitchFamily="34" charset="0"/>
                <a:ea typeface="Calibri" pitchFamily="34" charset="-122"/>
                <a:cs typeface="Calibri" pitchFamily="34" charset="-120"/>
              </a:rPr>
              <a:t>ASPIRADA</a:t>
            </a:r>
            <a:endParaRPr lang="en-US" sz="900" dirty="0"/>
          </a:p>
        </p:txBody>
      </p:sp>
      <p:sp>
        <p:nvSpPr>
          <p:cNvPr id="7" name="Shape 5"/>
          <p:cNvSpPr/>
          <p:nvPr/>
        </p:nvSpPr>
        <p:spPr>
          <a:xfrm>
            <a:off x="640080" y="2606040"/>
            <a:ext cx="5120640" cy="3657600"/>
          </a:xfrm>
          <a:prstGeom prst="roundRect">
            <a:avLst>
              <a:gd name="adj" fmla="val 7500"/>
            </a:avLst>
          </a:prstGeom>
          <a:solidFill>
            <a:srgbClr val="4036ED"/>
          </a:solidFill>
          <a:ln w="12700">
            <a:solidFill>
              <a:srgbClr val="4036ED"/>
            </a:solidFill>
            <a:prstDash val="solid"/>
          </a:ln>
        </p:spPr>
      </p:sp>
      <p:sp>
        <p:nvSpPr>
          <p:cNvPr id="8" name="Text 6"/>
          <p:cNvSpPr/>
          <p:nvPr/>
        </p:nvSpPr>
        <p:spPr>
          <a:xfrm>
            <a:off x="640080" y="2606040"/>
            <a:ext cx="5120640" cy="3657600"/>
          </a:xfrm>
          <a:prstGeom prst="rect">
            <a:avLst/>
          </a:prstGeom>
          <a:noFill/>
          <a:ln/>
        </p:spPr>
        <p:txBody>
          <a:bodyPr wrap="square" lIns="0" tIns="0" rIns="0" bIns="0" rtlCol="0" anchor="ctr"/>
          <a:lstStyle/>
          <a:p>
            <a:pPr marL="0" indent="0" algn="ctr">
              <a:buNone/>
            </a:pPr>
            <a:r>
              <a:rPr lang="en-US" sz="24000" b="1" dirty="0">
                <a:solidFill>
                  <a:srgbClr val="F6F6F6"/>
                </a:solidFill>
                <a:latin typeface="Malgun Gothic" pitchFamily="34" charset="0"/>
                <a:ea typeface="Malgun Gothic" pitchFamily="34" charset="-122"/>
                <a:cs typeface="Malgun Gothic" pitchFamily="34" charset="-120"/>
              </a:rPr>
              <a:t>ㅋ</a:t>
            </a:r>
            <a:endParaRPr lang="en-US" sz="24000" dirty="0"/>
          </a:p>
        </p:txBody>
      </p:sp>
      <p:sp>
        <p:nvSpPr>
          <p:cNvPr id="9" name="Shape 7"/>
          <p:cNvSpPr/>
          <p:nvPr/>
        </p:nvSpPr>
        <p:spPr>
          <a:xfrm>
            <a:off x="6126480" y="2606040"/>
            <a:ext cx="5486400" cy="1097280"/>
          </a:xfrm>
          <a:prstGeom prst="roundRect">
            <a:avLst>
              <a:gd name="adj" fmla="val 12500"/>
            </a:avLst>
          </a:prstGeom>
          <a:solidFill>
            <a:srgbClr val="EDE8FF"/>
          </a:solidFill>
          <a:ln w="19050">
            <a:solidFill>
              <a:srgbClr val="4036ED"/>
            </a:solidFill>
            <a:prstDash val="solid"/>
          </a:ln>
        </p:spPr>
      </p:sp>
      <p:sp>
        <p:nvSpPr>
          <p:cNvPr id="10" name="Text 8"/>
          <p:cNvSpPr/>
          <p:nvPr/>
        </p:nvSpPr>
        <p:spPr>
          <a:xfrm>
            <a:off x="6309360" y="2697480"/>
            <a:ext cx="5120640" cy="274320"/>
          </a:xfrm>
          <a:prstGeom prst="rect">
            <a:avLst/>
          </a:prstGeom>
          <a:noFill/>
          <a:ln/>
        </p:spPr>
        <p:txBody>
          <a:bodyPr wrap="square" lIns="0" tIns="0" rIns="0" bIns="0" rtlCol="0" anchor="ctr"/>
          <a:lstStyle/>
          <a:p>
            <a:pPr marL="0" indent="0">
              <a:buNone/>
            </a:pPr>
            <a:r>
              <a:rPr lang="en-US" sz="900" b="1" kern="0" spc="400" dirty="0">
                <a:solidFill>
                  <a:srgbClr val="4036ED"/>
                </a:solidFill>
                <a:latin typeface="Calibri" pitchFamily="34" charset="0"/>
                <a:ea typeface="Calibri" pitchFamily="34" charset="-122"/>
                <a:cs typeface="Calibri" pitchFamily="34" charset="-120"/>
              </a:rPr>
              <a:t>PRONUNCIACIÓN</a:t>
            </a:r>
            <a:endParaRPr lang="en-US" sz="900" dirty="0"/>
          </a:p>
        </p:txBody>
      </p:sp>
      <p:sp>
        <p:nvSpPr>
          <p:cNvPr id="11" name="Text 9"/>
          <p:cNvSpPr/>
          <p:nvPr/>
        </p:nvSpPr>
        <p:spPr>
          <a:xfrm>
            <a:off x="6309360" y="2971800"/>
            <a:ext cx="5120640" cy="640080"/>
          </a:xfrm>
          <a:prstGeom prst="rect">
            <a:avLst/>
          </a:prstGeom>
          <a:noFill/>
          <a:ln/>
        </p:spPr>
        <p:txBody>
          <a:bodyPr wrap="square" lIns="0" tIns="0" rIns="0" bIns="0" rtlCol="0" anchor="ctr"/>
          <a:lstStyle/>
          <a:p>
            <a:pPr marL="0" indent="0">
              <a:buNone/>
            </a:pPr>
            <a:r>
              <a:rPr lang="en-US" sz="3800" b="1" i="1" dirty="0">
                <a:solidFill>
                  <a:srgbClr val="1E1E2A"/>
                </a:solidFill>
                <a:latin typeface="Calibri" pitchFamily="34" charset="0"/>
                <a:ea typeface="Calibri" pitchFamily="34" charset="-122"/>
                <a:cs typeface="Calibri" pitchFamily="34" charset="-120"/>
              </a:rPr>
              <a:t>"k"</a:t>
            </a:r>
            <a:endParaRPr lang="en-US" sz="3800" dirty="0"/>
          </a:p>
        </p:txBody>
      </p:sp>
      <p:sp>
        <p:nvSpPr>
          <p:cNvPr id="12" name="Shape 10"/>
          <p:cNvSpPr/>
          <p:nvPr/>
        </p:nvSpPr>
        <p:spPr>
          <a:xfrm>
            <a:off x="6126480" y="3840480"/>
            <a:ext cx="2560320" cy="2423160"/>
          </a:xfrm>
          <a:prstGeom prst="roundRect">
            <a:avLst>
              <a:gd name="adj" fmla="val 5660"/>
            </a:avLst>
          </a:prstGeom>
          <a:solidFill>
            <a:srgbClr val="F6F6F6"/>
          </a:solidFill>
          <a:ln w="19050">
            <a:solidFill>
              <a:srgbClr val="4036ED"/>
            </a:solidFill>
            <a:prstDash val="solid"/>
          </a:ln>
        </p:spPr>
      </p:sp>
      <p:sp>
        <p:nvSpPr>
          <p:cNvPr id="13" name="Text 11"/>
          <p:cNvSpPr/>
          <p:nvPr/>
        </p:nvSpPr>
        <p:spPr>
          <a:xfrm>
            <a:off x="6126480" y="3931920"/>
            <a:ext cx="2560320" cy="274320"/>
          </a:xfrm>
          <a:prstGeom prst="rect">
            <a:avLst/>
          </a:prstGeom>
          <a:noFill/>
          <a:ln/>
        </p:spPr>
        <p:txBody>
          <a:bodyPr wrap="square" lIns="0" tIns="0" rIns="0" bIns="0" rtlCol="0" anchor="ctr"/>
          <a:lstStyle/>
          <a:p>
            <a:pPr marL="0" indent="0" algn="ctr">
              <a:buNone/>
            </a:pPr>
            <a:r>
              <a:rPr lang="en-US" sz="900" b="1" kern="0" spc="300" dirty="0">
                <a:solidFill>
                  <a:srgbClr val="4036ED"/>
                </a:solidFill>
                <a:latin typeface="Calibri" pitchFamily="34" charset="0"/>
                <a:ea typeface="Calibri" pitchFamily="34" charset="-122"/>
                <a:cs typeface="Calibri" pitchFamily="34" charset="-120"/>
              </a:rPr>
              <a:t>ORDEN DE TRAZO</a:t>
            </a:r>
            <a:endParaRPr lang="en-US" sz="900" dirty="0"/>
          </a:p>
        </p:txBody>
      </p:sp>
      <p:pic>
        <p:nvPicPr>
          <p:cNvPr id="14" name="Image 0" descr="preencoded.png"/>
          <p:cNvPicPr>
            <a:picLocks noChangeAspect="1"/>
          </p:cNvPicPr>
          <p:nvPr/>
        </p:nvPicPr>
        <p:blipFill>
          <a:blip r:embed="rId3"/>
          <a:stretch>
            <a:fillRect/>
          </a:stretch>
        </p:blipFill>
        <p:spPr>
          <a:xfrm>
            <a:off x="6606540" y="4251960"/>
            <a:ext cx="1600200" cy="1600200"/>
          </a:xfrm>
          <a:prstGeom prst="rect">
            <a:avLst/>
          </a:prstGeom>
        </p:spPr>
      </p:pic>
      <p:sp>
        <p:nvSpPr>
          <p:cNvPr id="15" name="Text 12"/>
          <p:cNvSpPr/>
          <p:nvPr/>
        </p:nvSpPr>
        <p:spPr>
          <a:xfrm>
            <a:off x="6126480" y="5897880"/>
            <a:ext cx="2560320" cy="292608"/>
          </a:xfrm>
          <a:prstGeom prst="rect">
            <a:avLst/>
          </a:prstGeom>
          <a:noFill/>
          <a:ln/>
        </p:spPr>
        <p:txBody>
          <a:bodyPr wrap="square" lIns="0" tIns="0" rIns="0" bIns="0" rtlCol="0" anchor="ctr"/>
          <a:lstStyle/>
          <a:p>
            <a:pPr marL="0" indent="0" algn="ctr">
              <a:buNone/>
            </a:pPr>
            <a:r>
              <a:rPr lang="en-US" sz="1200" i="1" dirty="0">
                <a:solidFill>
                  <a:srgbClr val="4A4A55"/>
                </a:solidFill>
                <a:latin typeface="Calibri" pitchFamily="34" charset="0"/>
                <a:ea typeface="Calibri" pitchFamily="34" charset="-122"/>
                <a:cs typeface="Calibri" pitchFamily="34" charset="-120"/>
              </a:rPr>
              <a:t>2 trazos</a:t>
            </a:r>
            <a:endParaRPr lang="en-US" sz="1200" dirty="0"/>
          </a:p>
        </p:txBody>
      </p:sp>
      <p:sp>
        <p:nvSpPr>
          <p:cNvPr id="16" name="Shape 13"/>
          <p:cNvSpPr/>
          <p:nvPr/>
        </p:nvSpPr>
        <p:spPr>
          <a:xfrm>
            <a:off x="8869680" y="3840480"/>
            <a:ext cx="2743200" cy="2423160"/>
          </a:xfrm>
          <a:prstGeom prst="roundRect">
            <a:avLst>
              <a:gd name="adj" fmla="val 5660"/>
            </a:avLst>
          </a:prstGeom>
          <a:solidFill>
            <a:srgbClr val="EDE8FF"/>
          </a:solidFill>
          <a:ln w="19050">
            <a:solidFill>
              <a:srgbClr val="4036ED"/>
            </a:solidFill>
            <a:prstDash val="solid"/>
          </a:ln>
        </p:spPr>
      </p:sp>
      <p:sp>
        <p:nvSpPr>
          <p:cNvPr id="17" name="Text 14"/>
          <p:cNvSpPr/>
          <p:nvPr/>
        </p:nvSpPr>
        <p:spPr>
          <a:xfrm>
            <a:off x="9006840" y="3931920"/>
            <a:ext cx="2468880" cy="274320"/>
          </a:xfrm>
          <a:prstGeom prst="rect">
            <a:avLst/>
          </a:prstGeom>
          <a:noFill/>
          <a:ln/>
        </p:spPr>
        <p:txBody>
          <a:bodyPr wrap="square" lIns="0" tIns="0" rIns="0" bIns="0" rtlCol="0" anchor="ctr"/>
          <a:lstStyle/>
          <a:p>
            <a:pPr marL="0" indent="0">
              <a:buNone/>
            </a:pPr>
            <a:r>
              <a:rPr lang="en-US" sz="900" b="1" kern="0" spc="300" dirty="0">
                <a:solidFill>
                  <a:srgbClr val="4036ED"/>
                </a:solidFill>
                <a:latin typeface="Calibri" pitchFamily="34" charset="0"/>
                <a:ea typeface="Calibri" pitchFamily="34" charset="-122"/>
                <a:cs typeface="Calibri" pitchFamily="34" charset="-120"/>
              </a:rPr>
              <a:t>EJEMPLOS</a:t>
            </a:r>
            <a:endParaRPr lang="en-US" sz="900" dirty="0"/>
          </a:p>
        </p:txBody>
      </p:sp>
      <p:sp>
        <p:nvSpPr>
          <p:cNvPr id="18" name="Text 15"/>
          <p:cNvSpPr/>
          <p:nvPr/>
        </p:nvSpPr>
        <p:spPr>
          <a:xfrm>
            <a:off x="9006840" y="4297680"/>
            <a:ext cx="2468880" cy="1828800"/>
          </a:xfrm>
          <a:prstGeom prst="rect">
            <a:avLst/>
          </a:prstGeom>
          <a:noFill/>
          <a:ln/>
        </p:spPr>
        <p:txBody>
          <a:bodyPr wrap="square" lIns="0" tIns="0" rIns="0" bIns="0" rtlCol="0" anchor="t"/>
          <a:lstStyle/>
          <a:p>
            <a:pPr marL="0" indent="0">
              <a:spcAft>
                <a:spcPts val="800"/>
              </a:spcAft>
              <a:buNone/>
            </a:pPr>
            <a:r>
              <a:rPr lang="en-US" sz="2200" b="1" dirty="0">
                <a:solidFill>
                  <a:srgbClr val="1E1E2A"/>
                </a:solidFill>
                <a:latin typeface="Malgun Gothic" pitchFamily="34" charset="0"/>
                <a:ea typeface="Malgun Gothic" pitchFamily="34" charset="-122"/>
                <a:cs typeface="Malgun Gothic" pitchFamily="34" charset="-120"/>
              </a:rPr>
              <a:t>커피</a:t>
            </a:r>
            <a:r>
              <a:rPr lang="en-US" sz="1300" i="1" dirty="0">
                <a:solidFill>
                  <a:srgbClr val="4A4A55"/>
                </a:solidFill>
              </a:rPr>
              <a:t>   café</a:t>
            </a:r>
            <a:endParaRPr lang="en-US" sz="2200" dirty="0"/>
          </a:p>
          <a:p>
            <a:pPr marL="0" indent="0">
              <a:spcAft>
                <a:spcPts val="800"/>
              </a:spcAft>
              <a:buNone/>
            </a:pPr>
            <a:r>
              <a:rPr lang="en-US" sz="2200" b="1" dirty="0">
                <a:solidFill>
                  <a:srgbClr val="1E1E2A"/>
                </a:solidFill>
                <a:latin typeface="Malgun Gothic" pitchFamily="34" charset="0"/>
                <a:ea typeface="Malgun Gothic" pitchFamily="34" charset="-122"/>
                <a:cs typeface="Malgun Gothic" pitchFamily="34" charset="-120"/>
              </a:rPr>
              <a:t>코</a:t>
            </a:r>
            <a:r>
              <a:rPr lang="en-US" sz="1300" i="1" dirty="0">
                <a:solidFill>
                  <a:srgbClr val="4A4A55"/>
                </a:solidFill>
              </a:rPr>
              <a:t>   nariz</a:t>
            </a:r>
            <a:endParaRPr lang="en-US" sz="2200" dirty="0"/>
          </a:p>
        </p:txBody>
      </p:sp>
      <p:sp>
        <p:nvSpPr>
          <p:cNvPr id="20" name="Text 16"/>
          <p:cNvSpPr/>
          <p:nvPr/>
        </p:nvSpPr>
        <p:spPr>
          <a:xfrm>
            <a:off x="365760" y="6446520"/>
            <a:ext cx="5486400" cy="228600"/>
          </a:xfrm>
          <a:prstGeom prst="rect">
            <a:avLst/>
          </a:prstGeom>
          <a:noFill/>
          <a:ln/>
        </p:spPr>
        <p:txBody>
          <a:bodyPr wrap="square" lIns="0" tIns="0" rIns="0" bIns="0" rtlCol="0" anchor="ctr"/>
          <a:lstStyle/>
          <a:p>
            <a:pPr marL="0" indent="0">
              <a:buNone/>
            </a:pPr>
            <a:r>
              <a:rPr lang="en-US" sz="800" kern="0" spc="300" dirty="0">
                <a:solidFill>
                  <a:srgbClr val="4A4A55"/>
                </a:solidFill>
                <a:latin typeface="Calibri" pitchFamily="34" charset="0"/>
                <a:ea typeface="Calibri" pitchFamily="34" charset="-122"/>
                <a:cs typeface="Calibri" pitchFamily="34" charset="-120"/>
              </a:rPr>
              <a:t>ACADEMIA SEÚL  ·  METHOD CHINGU™</a:t>
            </a:r>
            <a:endParaRPr lang="en-US" sz="800" dirty="0"/>
          </a:p>
        </p:txBody>
      </p:sp>
      <p:sp>
        <p:nvSpPr>
          <p:cNvPr id="21" name="Text 17"/>
          <p:cNvSpPr/>
          <p:nvPr/>
        </p:nvSpPr>
        <p:spPr>
          <a:xfrm>
            <a:off x="11277295" y="6446520"/>
            <a:ext cx="548640" cy="228600"/>
          </a:xfrm>
          <a:prstGeom prst="rect">
            <a:avLst/>
          </a:prstGeom>
          <a:noFill/>
          <a:ln/>
        </p:spPr>
        <p:txBody>
          <a:bodyPr wrap="square" lIns="0" tIns="0" rIns="0" bIns="0" rtlCol="0" anchor="ctr"/>
          <a:lstStyle/>
          <a:p>
            <a:pPr marL="0" indent="0" algn="r">
              <a:buNone/>
            </a:pPr>
            <a:r>
              <a:rPr lang="en-US" sz="800" dirty="0">
                <a:solidFill>
                  <a:srgbClr val="4A4A55"/>
                </a:solidFill>
                <a:latin typeface="Calibri" pitchFamily="34" charset="0"/>
                <a:ea typeface="Calibri" pitchFamily="34" charset="-122"/>
                <a:cs typeface="Calibri" pitchFamily="34" charset="-120"/>
              </a:rPr>
              <a:t>37</a:t>
            </a:r>
            <a:endParaRPr lang="en-US" sz="800" dirty="0"/>
          </a:p>
        </p:txBody>
      </p:sp>
      <p:pic>
        <p:nvPicPr>
          <p:cNvPr id="22" name="Image 0" descr="/sessions/sleepy-zen-cray/mnt/outputs/deck_assets/logo_var2_azul.png">
            <a:extLst>
              <a:ext uri="{FF2B5EF4-FFF2-40B4-BE49-F238E27FC236}">
                <a16:creationId xmlns:a16="http://schemas.microsoft.com/office/drawing/2014/main" id="{8E46E131-8067-2B38-105C-45A387EFB33E}"/>
              </a:ext>
            </a:extLst>
          </p:cNvPr>
          <p:cNvPicPr>
            <a:picLocks noChangeAspect="1"/>
          </p:cNvPicPr>
          <p:nvPr/>
        </p:nvPicPr>
        <p:blipFill>
          <a:blip r:embed="rId4"/>
          <a:stretch>
            <a:fillRect/>
          </a:stretch>
        </p:blipFill>
        <p:spPr>
          <a:xfrm>
            <a:off x="9778365" y="-760095"/>
            <a:ext cx="2571750" cy="2571750"/>
          </a:xfrm>
          <a:prstGeom prst="rect">
            <a:avLst/>
          </a:prstGeom>
        </p:spPr>
      </p:pic>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57200" y="411480"/>
            <a:ext cx="10972800" cy="274320"/>
          </a:xfrm>
          <a:prstGeom prst="rect">
            <a:avLst/>
          </a:prstGeom>
          <a:noFill/>
          <a:ln/>
        </p:spPr>
        <p:txBody>
          <a:bodyPr wrap="square" lIns="0" tIns="0" rIns="0" bIns="0" rtlCol="0" anchor="ctr"/>
          <a:lstStyle/>
          <a:p>
            <a:pPr marL="0" indent="0">
              <a:buNone/>
            </a:pPr>
            <a:r>
              <a:rPr lang="en-US" sz="1100" b="1" kern="0" spc="500" dirty="0">
                <a:solidFill>
                  <a:srgbClr val="FE6768"/>
                </a:solidFill>
                <a:latin typeface="Calibri" pitchFamily="34" charset="0"/>
                <a:ea typeface="Calibri" pitchFamily="34" charset="-122"/>
                <a:cs typeface="Calibri" pitchFamily="34" charset="-120"/>
              </a:rPr>
              <a:t>§2.3 · CONSONANTES · 아음</a:t>
            </a:r>
            <a:endParaRPr lang="en-US" sz="1100" dirty="0"/>
          </a:p>
        </p:txBody>
      </p:sp>
      <p:sp>
        <p:nvSpPr>
          <p:cNvPr id="3" name="Text 1"/>
          <p:cNvSpPr/>
          <p:nvPr/>
        </p:nvSpPr>
        <p:spPr>
          <a:xfrm>
            <a:off x="457200" y="777240"/>
            <a:ext cx="10972800" cy="822960"/>
          </a:xfrm>
          <a:prstGeom prst="rect">
            <a:avLst/>
          </a:prstGeom>
          <a:noFill/>
          <a:ln/>
        </p:spPr>
        <p:txBody>
          <a:bodyPr wrap="square" lIns="0" tIns="0" rIns="0" bIns="0" rtlCol="0" anchor="ctr"/>
          <a:lstStyle/>
          <a:p>
            <a:pPr marL="0" indent="0">
              <a:buNone/>
            </a:pPr>
            <a:r>
              <a:rPr lang="en-US" sz="4000" b="1" dirty="0">
                <a:solidFill>
                  <a:srgbClr val="4036ED"/>
                </a:solidFill>
                <a:latin typeface="Calibri" pitchFamily="34" charset="0"/>
                <a:ea typeface="Calibri" pitchFamily="34" charset="-122"/>
                <a:cs typeface="Calibri" pitchFamily="34" charset="-120"/>
              </a:rPr>
              <a:t>Consonante · ㄲ</a:t>
            </a:r>
            <a:endParaRPr lang="en-US" sz="4000" dirty="0"/>
          </a:p>
        </p:txBody>
      </p:sp>
      <p:sp>
        <p:nvSpPr>
          <p:cNvPr id="4" name="Text 2"/>
          <p:cNvSpPr/>
          <p:nvPr/>
        </p:nvSpPr>
        <p:spPr>
          <a:xfrm>
            <a:off x="457200" y="1691640"/>
            <a:ext cx="10972800" cy="457200"/>
          </a:xfrm>
          <a:prstGeom prst="rect">
            <a:avLst/>
          </a:prstGeom>
          <a:noFill/>
          <a:ln/>
        </p:spPr>
        <p:txBody>
          <a:bodyPr wrap="square" lIns="0" tIns="0" rIns="0" bIns="0" rtlCol="0" anchor="ctr"/>
          <a:lstStyle/>
          <a:p>
            <a:pPr marL="0" indent="0">
              <a:buNone/>
            </a:pPr>
            <a:r>
              <a:rPr lang="en-US" sz="1400" i="1" dirty="0">
                <a:solidFill>
                  <a:srgbClr val="4A4A55"/>
                </a:solidFill>
                <a:latin typeface="Calibri" pitchFamily="34" charset="0"/>
                <a:ea typeface="Calibri" pitchFamily="34" charset="-122"/>
                <a:cs typeface="Calibri" pitchFamily="34" charset="-120"/>
              </a:rPr>
              <a:t>"k" tensa — sin soplo, los músculos apretados</a:t>
            </a:r>
            <a:endParaRPr lang="en-US" sz="1400" dirty="0"/>
          </a:p>
        </p:txBody>
      </p:sp>
      <p:sp>
        <p:nvSpPr>
          <p:cNvPr id="5" name="Text 3"/>
          <p:cNvSpPr/>
          <p:nvPr/>
        </p:nvSpPr>
        <p:spPr>
          <a:xfrm>
            <a:off x="8488375" y="914400"/>
            <a:ext cx="3200400" cy="365760"/>
          </a:xfrm>
          <a:prstGeom prst="rect">
            <a:avLst/>
          </a:prstGeom>
          <a:noFill/>
          <a:ln/>
        </p:spPr>
        <p:txBody>
          <a:bodyPr wrap="square" lIns="0" tIns="0" rIns="0" bIns="0" rtlCol="0" anchor="ctr"/>
          <a:lstStyle/>
          <a:p>
            <a:pPr marL="0" indent="0" algn="r">
              <a:buNone/>
            </a:pPr>
            <a:r>
              <a:rPr lang="en-US" sz="1100" b="1" kern="0" spc="300" dirty="0">
                <a:solidFill>
                  <a:srgbClr val="4036ED"/>
                </a:solidFill>
                <a:latin typeface="Calibri" pitchFamily="34" charset="0"/>
                <a:ea typeface="Calibri" pitchFamily="34" charset="-122"/>
                <a:cs typeface="Calibri" pitchFamily="34" charset="-120"/>
              </a:rPr>
              <a:t>아음 · PALADAR (VELO)</a:t>
            </a:r>
            <a:endParaRPr lang="en-US" sz="1100" dirty="0"/>
          </a:p>
        </p:txBody>
      </p:sp>
      <p:sp>
        <p:nvSpPr>
          <p:cNvPr id="6" name="Text 4"/>
          <p:cNvSpPr/>
          <p:nvPr/>
        </p:nvSpPr>
        <p:spPr>
          <a:xfrm>
            <a:off x="8488375" y="1280160"/>
            <a:ext cx="3200400" cy="274320"/>
          </a:xfrm>
          <a:prstGeom prst="rect">
            <a:avLst/>
          </a:prstGeom>
          <a:noFill/>
          <a:ln/>
        </p:spPr>
        <p:txBody>
          <a:bodyPr wrap="square" lIns="0" tIns="0" rIns="0" bIns="0" rtlCol="0" anchor="ctr"/>
          <a:lstStyle/>
          <a:p>
            <a:pPr marL="0" indent="0" algn="r">
              <a:buNone/>
            </a:pPr>
            <a:r>
              <a:rPr lang="en-US" sz="900" kern="0" spc="400" dirty="0">
                <a:solidFill>
                  <a:srgbClr val="4A4A55"/>
                </a:solidFill>
                <a:latin typeface="Calibri" pitchFamily="34" charset="0"/>
                <a:ea typeface="Calibri" pitchFamily="34" charset="-122"/>
                <a:cs typeface="Calibri" pitchFamily="34" charset="-120"/>
              </a:rPr>
              <a:t>DOBLE</a:t>
            </a:r>
            <a:endParaRPr lang="en-US" sz="900" dirty="0"/>
          </a:p>
        </p:txBody>
      </p:sp>
      <p:sp>
        <p:nvSpPr>
          <p:cNvPr id="7" name="Shape 5"/>
          <p:cNvSpPr/>
          <p:nvPr/>
        </p:nvSpPr>
        <p:spPr>
          <a:xfrm>
            <a:off x="640080" y="2606040"/>
            <a:ext cx="5120640" cy="3657600"/>
          </a:xfrm>
          <a:prstGeom prst="roundRect">
            <a:avLst>
              <a:gd name="adj" fmla="val 7500"/>
            </a:avLst>
          </a:prstGeom>
          <a:solidFill>
            <a:srgbClr val="4036ED"/>
          </a:solidFill>
          <a:ln w="12700">
            <a:solidFill>
              <a:srgbClr val="4036ED"/>
            </a:solidFill>
            <a:prstDash val="solid"/>
          </a:ln>
        </p:spPr>
      </p:sp>
      <p:sp>
        <p:nvSpPr>
          <p:cNvPr id="8" name="Text 6"/>
          <p:cNvSpPr/>
          <p:nvPr/>
        </p:nvSpPr>
        <p:spPr>
          <a:xfrm>
            <a:off x="640080" y="2606040"/>
            <a:ext cx="5120640" cy="3657600"/>
          </a:xfrm>
          <a:prstGeom prst="rect">
            <a:avLst/>
          </a:prstGeom>
          <a:noFill/>
          <a:ln/>
        </p:spPr>
        <p:txBody>
          <a:bodyPr wrap="square" lIns="0" tIns="0" rIns="0" bIns="0" rtlCol="0" anchor="ctr"/>
          <a:lstStyle/>
          <a:p>
            <a:pPr marL="0" indent="0" algn="ctr">
              <a:buNone/>
            </a:pPr>
            <a:r>
              <a:rPr lang="en-US" sz="24000" b="1" dirty="0">
                <a:solidFill>
                  <a:srgbClr val="F6F6F6"/>
                </a:solidFill>
                <a:latin typeface="Malgun Gothic" pitchFamily="34" charset="0"/>
                <a:ea typeface="Malgun Gothic" pitchFamily="34" charset="-122"/>
                <a:cs typeface="Malgun Gothic" pitchFamily="34" charset="-120"/>
              </a:rPr>
              <a:t>ㄲ</a:t>
            </a:r>
            <a:endParaRPr lang="en-US" sz="24000" dirty="0"/>
          </a:p>
        </p:txBody>
      </p:sp>
      <p:sp>
        <p:nvSpPr>
          <p:cNvPr id="9" name="Shape 7"/>
          <p:cNvSpPr/>
          <p:nvPr/>
        </p:nvSpPr>
        <p:spPr>
          <a:xfrm>
            <a:off x="6126480" y="2606040"/>
            <a:ext cx="5486400" cy="1097280"/>
          </a:xfrm>
          <a:prstGeom prst="roundRect">
            <a:avLst>
              <a:gd name="adj" fmla="val 12500"/>
            </a:avLst>
          </a:prstGeom>
          <a:solidFill>
            <a:srgbClr val="EDE8FF"/>
          </a:solidFill>
          <a:ln w="19050">
            <a:solidFill>
              <a:srgbClr val="4036ED"/>
            </a:solidFill>
            <a:prstDash val="solid"/>
          </a:ln>
        </p:spPr>
      </p:sp>
      <p:sp>
        <p:nvSpPr>
          <p:cNvPr id="10" name="Text 8"/>
          <p:cNvSpPr/>
          <p:nvPr/>
        </p:nvSpPr>
        <p:spPr>
          <a:xfrm>
            <a:off x="6309360" y="2697480"/>
            <a:ext cx="5120640" cy="274320"/>
          </a:xfrm>
          <a:prstGeom prst="rect">
            <a:avLst/>
          </a:prstGeom>
          <a:noFill/>
          <a:ln/>
        </p:spPr>
        <p:txBody>
          <a:bodyPr wrap="square" lIns="0" tIns="0" rIns="0" bIns="0" rtlCol="0" anchor="ctr"/>
          <a:lstStyle/>
          <a:p>
            <a:pPr marL="0" indent="0">
              <a:buNone/>
            </a:pPr>
            <a:r>
              <a:rPr lang="en-US" sz="900" b="1" kern="0" spc="400" dirty="0">
                <a:solidFill>
                  <a:srgbClr val="4036ED"/>
                </a:solidFill>
                <a:latin typeface="Calibri" pitchFamily="34" charset="0"/>
                <a:ea typeface="Calibri" pitchFamily="34" charset="-122"/>
                <a:cs typeface="Calibri" pitchFamily="34" charset="-120"/>
              </a:rPr>
              <a:t>PRONUNCIACIÓN</a:t>
            </a:r>
            <a:endParaRPr lang="en-US" sz="900" dirty="0"/>
          </a:p>
        </p:txBody>
      </p:sp>
      <p:sp>
        <p:nvSpPr>
          <p:cNvPr id="11" name="Text 9"/>
          <p:cNvSpPr/>
          <p:nvPr/>
        </p:nvSpPr>
        <p:spPr>
          <a:xfrm>
            <a:off x="6309360" y="2971800"/>
            <a:ext cx="5120640" cy="640080"/>
          </a:xfrm>
          <a:prstGeom prst="rect">
            <a:avLst/>
          </a:prstGeom>
          <a:noFill/>
          <a:ln/>
        </p:spPr>
        <p:txBody>
          <a:bodyPr wrap="square" lIns="0" tIns="0" rIns="0" bIns="0" rtlCol="0" anchor="ctr"/>
          <a:lstStyle/>
          <a:p>
            <a:pPr marL="0" indent="0">
              <a:buNone/>
            </a:pPr>
            <a:r>
              <a:rPr lang="en-US" sz="3800" b="1" i="1" dirty="0">
                <a:solidFill>
                  <a:srgbClr val="1E1E2A"/>
                </a:solidFill>
                <a:latin typeface="Calibri" pitchFamily="34" charset="0"/>
                <a:ea typeface="Calibri" pitchFamily="34" charset="-122"/>
                <a:cs typeface="Calibri" pitchFamily="34" charset="-120"/>
              </a:rPr>
              <a:t>"kk"</a:t>
            </a:r>
            <a:endParaRPr lang="en-US" sz="3800" dirty="0"/>
          </a:p>
        </p:txBody>
      </p:sp>
      <p:sp>
        <p:nvSpPr>
          <p:cNvPr id="12" name="Shape 10"/>
          <p:cNvSpPr/>
          <p:nvPr/>
        </p:nvSpPr>
        <p:spPr>
          <a:xfrm>
            <a:off x="6126480" y="3840480"/>
            <a:ext cx="2560320" cy="2423160"/>
          </a:xfrm>
          <a:prstGeom prst="roundRect">
            <a:avLst>
              <a:gd name="adj" fmla="val 5660"/>
            </a:avLst>
          </a:prstGeom>
          <a:solidFill>
            <a:srgbClr val="F6F6F6"/>
          </a:solidFill>
          <a:ln w="19050">
            <a:solidFill>
              <a:srgbClr val="4036ED"/>
            </a:solidFill>
            <a:prstDash val="solid"/>
          </a:ln>
        </p:spPr>
      </p:sp>
      <p:sp>
        <p:nvSpPr>
          <p:cNvPr id="13" name="Text 11"/>
          <p:cNvSpPr/>
          <p:nvPr/>
        </p:nvSpPr>
        <p:spPr>
          <a:xfrm>
            <a:off x="6126480" y="3931920"/>
            <a:ext cx="2560320" cy="274320"/>
          </a:xfrm>
          <a:prstGeom prst="rect">
            <a:avLst/>
          </a:prstGeom>
          <a:noFill/>
          <a:ln/>
        </p:spPr>
        <p:txBody>
          <a:bodyPr wrap="square" lIns="0" tIns="0" rIns="0" bIns="0" rtlCol="0" anchor="ctr"/>
          <a:lstStyle/>
          <a:p>
            <a:pPr marL="0" indent="0" algn="ctr">
              <a:buNone/>
            </a:pPr>
            <a:r>
              <a:rPr lang="en-US" sz="900" b="1" kern="0" spc="300" dirty="0">
                <a:solidFill>
                  <a:srgbClr val="4036ED"/>
                </a:solidFill>
                <a:latin typeface="Calibri" pitchFamily="34" charset="0"/>
                <a:ea typeface="Calibri" pitchFamily="34" charset="-122"/>
                <a:cs typeface="Calibri" pitchFamily="34" charset="-120"/>
              </a:rPr>
              <a:t>ORDEN DE TRAZO</a:t>
            </a:r>
            <a:endParaRPr lang="en-US" sz="900" dirty="0"/>
          </a:p>
        </p:txBody>
      </p:sp>
      <p:pic>
        <p:nvPicPr>
          <p:cNvPr id="14" name="Image 0" descr="preencoded.png"/>
          <p:cNvPicPr>
            <a:picLocks noChangeAspect="1"/>
          </p:cNvPicPr>
          <p:nvPr/>
        </p:nvPicPr>
        <p:blipFill>
          <a:blip r:embed="rId3"/>
          <a:stretch>
            <a:fillRect/>
          </a:stretch>
        </p:blipFill>
        <p:spPr>
          <a:xfrm>
            <a:off x="6606540" y="4251960"/>
            <a:ext cx="1600200" cy="1600200"/>
          </a:xfrm>
          <a:prstGeom prst="rect">
            <a:avLst/>
          </a:prstGeom>
        </p:spPr>
      </p:pic>
      <p:sp>
        <p:nvSpPr>
          <p:cNvPr id="15" name="Text 12"/>
          <p:cNvSpPr/>
          <p:nvPr/>
        </p:nvSpPr>
        <p:spPr>
          <a:xfrm>
            <a:off x="6126480" y="5897880"/>
            <a:ext cx="2560320" cy="292608"/>
          </a:xfrm>
          <a:prstGeom prst="rect">
            <a:avLst/>
          </a:prstGeom>
          <a:noFill/>
          <a:ln/>
        </p:spPr>
        <p:txBody>
          <a:bodyPr wrap="square" lIns="0" tIns="0" rIns="0" bIns="0" rtlCol="0" anchor="ctr"/>
          <a:lstStyle/>
          <a:p>
            <a:pPr marL="0" indent="0" algn="ctr">
              <a:buNone/>
            </a:pPr>
            <a:r>
              <a:rPr lang="en-US" sz="1200" i="1" dirty="0">
                <a:solidFill>
                  <a:srgbClr val="4A4A55"/>
                </a:solidFill>
                <a:latin typeface="Calibri" pitchFamily="34" charset="0"/>
                <a:ea typeface="Calibri" pitchFamily="34" charset="-122"/>
                <a:cs typeface="Calibri" pitchFamily="34" charset="-120"/>
              </a:rPr>
              <a:t>2 trazos</a:t>
            </a:r>
            <a:endParaRPr lang="en-US" sz="1200" dirty="0"/>
          </a:p>
        </p:txBody>
      </p:sp>
      <p:sp>
        <p:nvSpPr>
          <p:cNvPr id="16" name="Shape 13"/>
          <p:cNvSpPr/>
          <p:nvPr/>
        </p:nvSpPr>
        <p:spPr>
          <a:xfrm>
            <a:off x="8869680" y="3840480"/>
            <a:ext cx="2743200" cy="2423160"/>
          </a:xfrm>
          <a:prstGeom prst="roundRect">
            <a:avLst>
              <a:gd name="adj" fmla="val 5660"/>
            </a:avLst>
          </a:prstGeom>
          <a:solidFill>
            <a:srgbClr val="EDE8FF"/>
          </a:solidFill>
          <a:ln w="19050">
            <a:solidFill>
              <a:srgbClr val="4036ED"/>
            </a:solidFill>
            <a:prstDash val="solid"/>
          </a:ln>
        </p:spPr>
      </p:sp>
      <p:sp>
        <p:nvSpPr>
          <p:cNvPr id="17" name="Text 14"/>
          <p:cNvSpPr/>
          <p:nvPr/>
        </p:nvSpPr>
        <p:spPr>
          <a:xfrm>
            <a:off x="9006840" y="3931920"/>
            <a:ext cx="2468880" cy="274320"/>
          </a:xfrm>
          <a:prstGeom prst="rect">
            <a:avLst/>
          </a:prstGeom>
          <a:noFill/>
          <a:ln/>
        </p:spPr>
        <p:txBody>
          <a:bodyPr wrap="square" lIns="0" tIns="0" rIns="0" bIns="0" rtlCol="0" anchor="ctr"/>
          <a:lstStyle/>
          <a:p>
            <a:pPr marL="0" indent="0">
              <a:buNone/>
            </a:pPr>
            <a:r>
              <a:rPr lang="en-US" sz="900" b="1" kern="0" spc="300" dirty="0">
                <a:solidFill>
                  <a:srgbClr val="4036ED"/>
                </a:solidFill>
                <a:latin typeface="Calibri" pitchFamily="34" charset="0"/>
                <a:ea typeface="Calibri" pitchFamily="34" charset="-122"/>
                <a:cs typeface="Calibri" pitchFamily="34" charset="-120"/>
              </a:rPr>
              <a:t>EJEMPLOS</a:t>
            </a:r>
            <a:endParaRPr lang="en-US" sz="900" dirty="0"/>
          </a:p>
        </p:txBody>
      </p:sp>
      <p:sp>
        <p:nvSpPr>
          <p:cNvPr id="18" name="Text 15"/>
          <p:cNvSpPr/>
          <p:nvPr/>
        </p:nvSpPr>
        <p:spPr>
          <a:xfrm>
            <a:off x="9006840" y="4297680"/>
            <a:ext cx="2468880" cy="1828800"/>
          </a:xfrm>
          <a:prstGeom prst="rect">
            <a:avLst/>
          </a:prstGeom>
          <a:noFill/>
          <a:ln/>
        </p:spPr>
        <p:txBody>
          <a:bodyPr wrap="square" lIns="0" tIns="0" rIns="0" bIns="0" rtlCol="0" anchor="t"/>
          <a:lstStyle/>
          <a:p>
            <a:pPr marL="0" indent="0">
              <a:spcAft>
                <a:spcPts val="800"/>
              </a:spcAft>
              <a:buNone/>
            </a:pPr>
            <a:r>
              <a:rPr lang="en-US" sz="2200" b="1" dirty="0">
                <a:solidFill>
                  <a:srgbClr val="1E1E2A"/>
                </a:solidFill>
                <a:latin typeface="Malgun Gothic" pitchFamily="34" charset="0"/>
                <a:ea typeface="Malgun Gothic" pitchFamily="34" charset="-122"/>
                <a:cs typeface="Malgun Gothic" pitchFamily="34" charset="-120"/>
              </a:rPr>
              <a:t>까만</a:t>
            </a:r>
            <a:r>
              <a:rPr lang="en-US" sz="1300" i="1" dirty="0">
                <a:solidFill>
                  <a:srgbClr val="4A4A55"/>
                </a:solidFill>
              </a:rPr>
              <a:t>   negro</a:t>
            </a:r>
            <a:endParaRPr lang="en-US" sz="2200" dirty="0"/>
          </a:p>
          <a:p>
            <a:pPr marL="0" indent="0">
              <a:spcAft>
                <a:spcPts val="800"/>
              </a:spcAft>
              <a:buNone/>
            </a:pPr>
            <a:r>
              <a:rPr lang="en-US" sz="2200" b="1" dirty="0">
                <a:solidFill>
                  <a:srgbClr val="1E1E2A"/>
                </a:solidFill>
                <a:latin typeface="Malgun Gothic" pitchFamily="34" charset="0"/>
                <a:ea typeface="Malgun Gothic" pitchFamily="34" charset="-122"/>
                <a:cs typeface="Malgun Gothic" pitchFamily="34" charset="-120"/>
              </a:rPr>
              <a:t>꽃</a:t>
            </a:r>
            <a:r>
              <a:rPr lang="en-US" sz="1300" i="1" dirty="0">
                <a:solidFill>
                  <a:srgbClr val="4A4A55"/>
                </a:solidFill>
              </a:rPr>
              <a:t>   flor</a:t>
            </a:r>
            <a:endParaRPr lang="en-US" sz="2200" dirty="0"/>
          </a:p>
        </p:txBody>
      </p:sp>
      <p:sp>
        <p:nvSpPr>
          <p:cNvPr id="20" name="Text 16"/>
          <p:cNvSpPr/>
          <p:nvPr/>
        </p:nvSpPr>
        <p:spPr>
          <a:xfrm>
            <a:off x="365760" y="6446520"/>
            <a:ext cx="5486400" cy="228600"/>
          </a:xfrm>
          <a:prstGeom prst="rect">
            <a:avLst/>
          </a:prstGeom>
          <a:noFill/>
          <a:ln/>
        </p:spPr>
        <p:txBody>
          <a:bodyPr wrap="square" lIns="0" tIns="0" rIns="0" bIns="0" rtlCol="0" anchor="ctr"/>
          <a:lstStyle/>
          <a:p>
            <a:pPr marL="0" indent="0">
              <a:buNone/>
            </a:pPr>
            <a:r>
              <a:rPr lang="en-US" sz="800" kern="0" spc="300" dirty="0">
                <a:solidFill>
                  <a:srgbClr val="4A4A55"/>
                </a:solidFill>
                <a:latin typeface="Calibri" pitchFamily="34" charset="0"/>
                <a:ea typeface="Calibri" pitchFamily="34" charset="-122"/>
                <a:cs typeface="Calibri" pitchFamily="34" charset="-120"/>
              </a:rPr>
              <a:t>ACADEMIA SEÚL  ·  METHOD CHINGU™</a:t>
            </a:r>
            <a:endParaRPr lang="en-US" sz="800" dirty="0"/>
          </a:p>
        </p:txBody>
      </p:sp>
      <p:sp>
        <p:nvSpPr>
          <p:cNvPr id="21" name="Text 17"/>
          <p:cNvSpPr/>
          <p:nvPr/>
        </p:nvSpPr>
        <p:spPr>
          <a:xfrm>
            <a:off x="11277295" y="6446520"/>
            <a:ext cx="548640" cy="228600"/>
          </a:xfrm>
          <a:prstGeom prst="rect">
            <a:avLst/>
          </a:prstGeom>
          <a:noFill/>
          <a:ln/>
        </p:spPr>
        <p:txBody>
          <a:bodyPr wrap="square" lIns="0" tIns="0" rIns="0" bIns="0" rtlCol="0" anchor="ctr"/>
          <a:lstStyle/>
          <a:p>
            <a:pPr marL="0" indent="0" algn="r">
              <a:buNone/>
            </a:pPr>
            <a:r>
              <a:rPr lang="en-US" sz="800" dirty="0">
                <a:solidFill>
                  <a:srgbClr val="4A4A55"/>
                </a:solidFill>
                <a:latin typeface="Calibri" pitchFamily="34" charset="0"/>
                <a:ea typeface="Calibri" pitchFamily="34" charset="-122"/>
                <a:cs typeface="Calibri" pitchFamily="34" charset="-120"/>
              </a:rPr>
              <a:t>38</a:t>
            </a:r>
            <a:endParaRPr lang="en-US" sz="800" dirty="0"/>
          </a:p>
        </p:txBody>
      </p:sp>
      <p:pic>
        <p:nvPicPr>
          <p:cNvPr id="22" name="Image 0" descr="/sessions/sleepy-zen-cray/mnt/outputs/deck_assets/logo_var2_azul.png">
            <a:extLst>
              <a:ext uri="{FF2B5EF4-FFF2-40B4-BE49-F238E27FC236}">
                <a16:creationId xmlns:a16="http://schemas.microsoft.com/office/drawing/2014/main" id="{B03B7F48-C8B3-6AEA-04E8-E21E97E04D55}"/>
              </a:ext>
            </a:extLst>
          </p:cNvPr>
          <p:cNvPicPr>
            <a:picLocks noChangeAspect="1"/>
          </p:cNvPicPr>
          <p:nvPr/>
        </p:nvPicPr>
        <p:blipFill>
          <a:blip r:embed="rId4"/>
          <a:stretch>
            <a:fillRect/>
          </a:stretch>
        </p:blipFill>
        <p:spPr>
          <a:xfrm>
            <a:off x="9778365" y="-760095"/>
            <a:ext cx="2571750" cy="2571750"/>
          </a:xfrm>
          <a:prstGeom prst="rect">
            <a:avLst/>
          </a:prstGeom>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57200" y="411480"/>
            <a:ext cx="10972800" cy="274320"/>
          </a:xfrm>
          <a:prstGeom prst="rect">
            <a:avLst/>
          </a:prstGeom>
          <a:noFill/>
          <a:ln/>
        </p:spPr>
        <p:txBody>
          <a:bodyPr wrap="square" lIns="0" tIns="0" rIns="0" bIns="0" rtlCol="0" anchor="ctr"/>
          <a:lstStyle/>
          <a:p>
            <a:pPr marL="0" indent="0">
              <a:buNone/>
            </a:pPr>
            <a:r>
              <a:rPr lang="en-US" sz="1100" b="1" kern="0" spc="500" dirty="0">
                <a:solidFill>
                  <a:srgbClr val="FE6768"/>
                </a:solidFill>
                <a:latin typeface="Calibri" pitchFamily="34" charset="0"/>
                <a:ea typeface="Calibri" pitchFamily="34" charset="-122"/>
                <a:cs typeface="Calibri" pitchFamily="34" charset="-120"/>
              </a:rPr>
              <a:t>§2.4 · CONSONANTES</a:t>
            </a:r>
            <a:endParaRPr lang="en-US" sz="1100" dirty="0"/>
          </a:p>
        </p:txBody>
      </p:sp>
      <p:sp>
        <p:nvSpPr>
          <p:cNvPr id="3" name="Text 1"/>
          <p:cNvSpPr/>
          <p:nvPr/>
        </p:nvSpPr>
        <p:spPr>
          <a:xfrm>
            <a:off x="457200" y="777240"/>
            <a:ext cx="10972800" cy="822960"/>
          </a:xfrm>
          <a:prstGeom prst="rect">
            <a:avLst/>
          </a:prstGeom>
          <a:noFill/>
          <a:ln/>
        </p:spPr>
        <p:txBody>
          <a:bodyPr wrap="square" lIns="0" tIns="0" rIns="0" bIns="0" rtlCol="0" anchor="ctr"/>
          <a:lstStyle/>
          <a:p>
            <a:pPr marL="0" indent="0">
              <a:buNone/>
            </a:pPr>
            <a:r>
              <a:rPr lang="en-US" sz="4000" b="1" dirty="0">
                <a:solidFill>
                  <a:srgbClr val="4036ED"/>
                </a:solidFill>
                <a:latin typeface="Calibri" pitchFamily="34" charset="0"/>
                <a:ea typeface="Calibri" pitchFamily="34" charset="-122"/>
                <a:cs typeface="Calibri" pitchFamily="34" charset="-120"/>
              </a:rPr>
              <a:t>Sonidos de la lengua · 설음</a:t>
            </a:r>
            <a:endParaRPr lang="en-US" sz="4000" dirty="0"/>
          </a:p>
        </p:txBody>
      </p:sp>
      <p:sp>
        <p:nvSpPr>
          <p:cNvPr id="4" name="Text 2"/>
          <p:cNvSpPr/>
          <p:nvPr/>
        </p:nvSpPr>
        <p:spPr>
          <a:xfrm>
            <a:off x="457200" y="1691640"/>
            <a:ext cx="10972800" cy="457200"/>
          </a:xfrm>
          <a:prstGeom prst="rect">
            <a:avLst/>
          </a:prstGeom>
          <a:noFill/>
          <a:ln/>
        </p:spPr>
        <p:txBody>
          <a:bodyPr wrap="square" lIns="0" tIns="0" rIns="0" bIns="0" rtlCol="0" anchor="ctr"/>
          <a:lstStyle/>
          <a:p>
            <a:pPr marL="0" indent="0">
              <a:buNone/>
            </a:pPr>
            <a:r>
              <a:rPr lang="en-US" sz="1400" i="1" dirty="0">
                <a:solidFill>
                  <a:srgbClr val="4A4A55"/>
                </a:solidFill>
                <a:latin typeface="Calibri" pitchFamily="34" charset="0"/>
                <a:ea typeface="Calibri" pitchFamily="34" charset="-122"/>
                <a:cs typeface="Calibri" pitchFamily="34" charset="-120"/>
              </a:rPr>
              <a:t>La punta de la lengua toca los alvéolos (detrás de los dientes superiores).</a:t>
            </a:r>
            <a:endParaRPr lang="en-US" sz="1400" dirty="0"/>
          </a:p>
        </p:txBody>
      </p:sp>
      <p:sp>
        <p:nvSpPr>
          <p:cNvPr id="5" name="Shape 3"/>
          <p:cNvSpPr/>
          <p:nvPr/>
        </p:nvSpPr>
        <p:spPr>
          <a:xfrm>
            <a:off x="640080" y="2606040"/>
            <a:ext cx="4572000" cy="3657600"/>
          </a:xfrm>
          <a:prstGeom prst="roundRect">
            <a:avLst>
              <a:gd name="adj" fmla="val 6250"/>
            </a:avLst>
          </a:prstGeom>
          <a:solidFill>
            <a:srgbClr val="A79BFF"/>
          </a:solidFill>
          <a:ln w="12700">
            <a:solidFill>
              <a:srgbClr val="A79BFF"/>
            </a:solidFill>
            <a:prstDash val="solid"/>
          </a:ln>
        </p:spPr>
      </p:sp>
      <p:sp>
        <p:nvSpPr>
          <p:cNvPr id="6" name="Text 4"/>
          <p:cNvSpPr/>
          <p:nvPr/>
        </p:nvSpPr>
        <p:spPr>
          <a:xfrm>
            <a:off x="640080" y="2697480"/>
            <a:ext cx="4572000" cy="914400"/>
          </a:xfrm>
          <a:prstGeom prst="rect">
            <a:avLst/>
          </a:prstGeom>
          <a:noFill/>
          <a:ln/>
        </p:spPr>
        <p:txBody>
          <a:bodyPr wrap="square" lIns="0" tIns="0" rIns="0" bIns="0" rtlCol="0" anchor="ctr"/>
          <a:lstStyle/>
          <a:p>
            <a:pPr marL="0" indent="0" algn="ctr">
              <a:buNone/>
            </a:pPr>
            <a:r>
              <a:rPr lang="en-US" sz="6000" b="1" dirty="0">
                <a:solidFill>
                  <a:srgbClr val="F6F6F6"/>
                </a:solidFill>
                <a:latin typeface="Malgun Gothic" pitchFamily="34" charset="0"/>
                <a:ea typeface="Malgun Gothic" pitchFamily="34" charset="-122"/>
                <a:cs typeface="Malgun Gothic" pitchFamily="34" charset="-120"/>
              </a:rPr>
              <a:t>설음</a:t>
            </a:r>
            <a:endParaRPr lang="en-US" sz="6000" dirty="0"/>
          </a:p>
        </p:txBody>
      </p:sp>
      <p:sp>
        <p:nvSpPr>
          <p:cNvPr id="7" name="Text 5"/>
          <p:cNvSpPr/>
          <p:nvPr/>
        </p:nvSpPr>
        <p:spPr>
          <a:xfrm>
            <a:off x="640080" y="3611880"/>
            <a:ext cx="4572000" cy="320040"/>
          </a:xfrm>
          <a:prstGeom prst="rect">
            <a:avLst/>
          </a:prstGeom>
          <a:noFill/>
          <a:ln/>
        </p:spPr>
        <p:txBody>
          <a:bodyPr wrap="square" lIns="0" tIns="0" rIns="0" bIns="0" rtlCol="0" anchor="ctr"/>
          <a:lstStyle/>
          <a:p>
            <a:pPr marL="0" indent="0" algn="ctr">
              <a:buNone/>
            </a:pPr>
            <a:r>
              <a:rPr lang="en-US" sz="1400" i="1" dirty="0">
                <a:solidFill>
                  <a:srgbClr val="EDE8FF"/>
                </a:solidFill>
                <a:latin typeface="Calibri" pitchFamily="34" charset="0"/>
                <a:ea typeface="Calibri" pitchFamily="34" charset="-122"/>
                <a:cs typeface="Calibri" pitchFamily="34" charset="-120"/>
              </a:rPr>
              <a:t>seol-eum</a:t>
            </a:r>
            <a:endParaRPr lang="en-US" sz="1400" dirty="0"/>
          </a:p>
        </p:txBody>
      </p:sp>
      <p:pic>
        <p:nvPicPr>
          <p:cNvPr id="8" name="Image 0" descr="preencoded.png"/>
          <p:cNvPicPr>
            <a:picLocks noChangeAspect="1"/>
          </p:cNvPicPr>
          <p:nvPr/>
        </p:nvPicPr>
        <p:blipFill>
          <a:blip r:embed="rId3"/>
          <a:stretch>
            <a:fillRect/>
          </a:stretch>
        </p:blipFill>
        <p:spPr>
          <a:xfrm>
            <a:off x="2148840" y="4023360"/>
            <a:ext cx="1554480" cy="1554480"/>
          </a:xfrm>
          <a:prstGeom prst="rect">
            <a:avLst/>
          </a:prstGeom>
        </p:spPr>
      </p:pic>
      <p:sp>
        <p:nvSpPr>
          <p:cNvPr id="9" name="Text 6"/>
          <p:cNvSpPr/>
          <p:nvPr/>
        </p:nvSpPr>
        <p:spPr>
          <a:xfrm>
            <a:off x="640080" y="5623560"/>
            <a:ext cx="4572000" cy="320040"/>
          </a:xfrm>
          <a:prstGeom prst="rect">
            <a:avLst/>
          </a:prstGeom>
          <a:noFill/>
          <a:ln/>
        </p:spPr>
        <p:txBody>
          <a:bodyPr wrap="square" lIns="0" tIns="0" rIns="0" bIns="0" rtlCol="0" anchor="ctr"/>
          <a:lstStyle/>
          <a:p>
            <a:pPr marL="0" indent="0" algn="ctr">
              <a:buNone/>
            </a:pPr>
            <a:r>
              <a:rPr lang="en-US" sz="1200" b="1" kern="0" spc="500" dirty="0">
                <a:solidFill>
                  <a:srgbClr val="F6F6F6"/>
                </a:solidFill>
                <a:latin typeface="Calibri" pitchFamily="34" charset="0"/>
                <a:ea typeface="Calibri" pitchFamily="34" charset="-122"/>
                <a:cs typeface="Calibri" pitchFamily="34" charset="-120"/>
              </a:rPr>
              <a:t>LENGUA (ALVEOLAR)</a:t>
            </a:r>
            <a:endParaRPr lang="en-US" sz="1200" dirty="0"/>
          </a:p>
        </p:txBody>
      </p:sp>
      <p:sp>
        <p:nvSpPr>
          <p:cNvPr id="10" name="Text 7"/>
          <p:cNvSpPr/>
          <p:nvPr/>
        </p:nvSpPr>
        <p:spPr>
          <a:xfrm>
            <a:off x="640080" y="5943600"/>
            <a:ext cx="4572000" cy="365760"/>
          </a:xfrm>
          <a:prstGeom prst="rect">
            <a:avLst/>
          </a:prstGeom>
          <a:noFill/>
          <a:ln/>
        </p:spPr>
        <p:txBody>
          <a:bodyPr wrap="square" lIns="0" tIns="0" rIns="0" bIns="0" rtlCol="0" anchor="ctr"/>
          <a:lstStyle/>
          <a:p>
            <a:pPr marL="0" indent="0" algn="ctr">
              <a:buNone/>
            </a:pPr>
            <a:r>
              <a:rPr lang="en-US" sz="1000" i="1" dirty="0">
                <a:solidFill>
                  <a:srgbClr val="EDE8FF"/>
                </a:solidFill>
                <a:latin typeface="Calibri" pitchFamily="34" charset="0"/>
                <a:ea typeface="Calibri" pitchFamily="34" charset="-122"/>
                <a:cs typeface="Calibri" pitchFamily="34" charset="-120"/>
              </a:rPr>
              <a:t>La punta de la lengua</a:t>
            </a:r>
            <a:endParaRPr lang="en-US" sz="1000" dirty="0"/>
          </a:p>
          <a:p>
            <a:pPr marL="0" indent="0" algn="ctr">
              <a:buNone/>
            </a:pPr>
            <a:r>
              <a:rPr lang="en-US" sz="1000" i="1" dirty="0">
                <a:solidFill>
                  <a:srgbClr val="EDE8FF"/>
                </a:solidFill>
                <a:latin typeface="Calibri" pitchFamily="34" charset="0"/>
                <a:ea typeface="Calibri" pitchFamily="34" charset="-122"/>
                <a:cs typeface="Calibri" pitchFamily="34" charset="-120"/>
              </a:rPr>
              <a:t>toca atrás de los dientes</a:t>
            </a:r>
            <a:endParaRPr lang="en-US" sz="1000" dirty="0"/>
          </a:p>
        </p:txBody>
      </p:sp>
      <p:sp>
        <p:nvSpPr>
          <p:cNvPr id="11" name="Shape 8"/>
          <p:cNvSpPr/>
          <p:nvPr/>
        </p:nvSpPr>
        <p:spPr>
          <a:xfrm>
            <a:off x="5669280" y="2606040"/>
            <a:ext cx="1828800" cy="3657600"/>
          </a:xfrm>
          <a:prstGeom prst="roundRect">
            <a:avLst>
              <a:gd name="adj" fmla="val 7500"/>
            </a:avLst>
          </a:prstGeom>
          <a:solidFill>
            <a:srgbClr val="EDE8FF"/>
          </a:solidFill>
          <a:ln w="19050">
            <a:solidFill>
              <a:srgbClr val="A79BFF"/>
            </a:solidFill>
            <a:prstDash val="solid"/>
          </a:ln>
        </p:spPr>
      </p:sp>
      <p:sp>
        <p:nvSpPr>
          <p:cNvPr id="12" name="Text 9"/>
          <p:cNvSpPr/>
          <p:nvPr/>
        </p:nvSpPr>
        <p:spPr>
          <a:xfrm>
            <a:off x="5669280" y="2788920"/>
            <a:ext cx="1828800" cy="320040"/>
          </a:xfrm>
          <a:prstGeom prst="rect">
            <a:avLst/>
          </a:prstGeom>
          <a:noFill/>
          <a:ln/>
        </p:spPr>
        <p:txBody>
          <a:bodyPr wrap="square" lIns="0" tIns="0" rIns="0" bIns="0" rtlCol="0" anchor="ctr"/>
          <a:lstStyle/>
          <a:p>
            <a:pPr marL="0" indent="0" algn="ctr">
              <a:buNone/>
            </a:pPr>
            <a:r>
              <a:rPr lang="en-US" sz="1000" b="1" kern="0" spc="400" dirty="0">
                <a:solidFill>
                  <a:srgbClr val="A79BFF"/>
                </a:solidFill>
                <a:latin typeface="Calibri" pitchFamily="34" charset="0"/>
                <a:ea typeface="Calibri" pitchFamily="34" charset="-122"/>
                <a:cs typeface="Calibri" pitchFamily="34" charset="-120"/>
              </a:rPr>
              <a:t>BÁSICA</a:t>
            </a:r>
            <a:endParaRPr lang="en-US" sz="1000" dirty="0"/>
          </a:p>
        </p:txBody>
      </p:sp>
      <p:sp>
        <p:nvSpPr>
          <p:cNvPr id="13" name="Text 10"/>
          <p:cNvSpPr/>
          <p:nvPr/>
        </p:nvSpPr>
        <p:spPr>
          <a:xfrm>
            <a:off x="5669280" y="3108960"/>
            <a:ext cx="1828800" cy="320040"/>
          </a:xfrm>
          <a:prstGeom prst="rect">
            <a:avLst/>
          </a:prstGeom>
          <a:noFill/>
          <a:ln/>
        </p:spPr>
        <p:txBody>
          <a:bodyPr wrap="square" lIns="0" tIns="0" rIns="0" bIns="0" rtlCol="0" anchor="ctr"/>
          <a:lstStyle/>
          <a:p>
            <a:pPr marL="0" indent="0" algn="ctr">
              <a:buNone/>
            </a:pPr>
            <a:r>
              <a:rPr lang="en-US" sz="1100" i="1" dirty="0">
                <a:solidFill>
                  <a:srgbClr val="A79BFF"/>
                </a:solidFill>
                <a:latin typeface="Malgun Gothic" pitchFamily="34" charset="0"/>
                <a:ea typeface="Malgun Gothic" pitchFamily="34" charset="-122"/>
                <a:cs typeface="Malgun Gothic" pitchFamily="34" charset="-120"/>
              </a:rPr>
              <a:t>기본</a:t>
            </a:r>
            <a:endParaRPr lang="en-US" sz="1100" dirty="0"/>
          </a:p>
        </p:txBody>
      </p:sp>
      <p:sp>
        <p:nvSpPr>
          <p:cNvPr id="14" name="Text 11"/>
          <p:cNvSpPr/>
          <p:nvPr/>
        </p:nvSpPr>
        <p:spPr>
          <a:xfrm>
            <a:off x="5669280" y="3566160"/>
            <a:ext cx="1828800" cy="883920"/>
          </a:xfrm>
          <a:prstGeom prst="rect">
            <a:avLst/>
          </a:prstGeom>
          <a:noFill/>
          <a:ln/>
        </p:spPr>
        <p:txBody>
          <a:bodyPr wrap="square" lIns="0" tIns="0" rIns="0" bIns="0" rtlCol="0" anchor="ctr"/>
          <a:lstStyle/>
          <a:p>
            <a:pPr marL="0" indent="0" algn="ctr">
              <a:buNone/>
            </a:pPr>
            <a:r>
              <a:rPr lang="en-US" sz="3800" b="1" dirty="0">
                <a:solidFill>
                  <a:srgbClr val="A79BFF"/>
                </a:solidFill>
                <a:latin typeface="Malgun Gothic" pitchFamily="34" charset="0"/>
                <a:ea typeface="Malgun Gothic" pitchFamily="34" charset="-122"/>
                <a:cs typeface="Malgun Gothic" pitchFamily="34" charset="-120"/>
              </a:rPr>
              <a:t>ㄴ</a:t>
            </a:r>
            <a:endParaRPr lang="en-US" sz="3800" dirty="0"/>
          </a:p>
        </p:txBody>
      </p:sp>
      <p:sp>
        <p:nvSpPr>
          <p:cNvPr id="15" name="Text 12"/>
          <p:cNvSpPr/>
          <p:nvPr/>
        </p:nvSpPr>
        <p:spPr>
          <a:xfrm>
            <a:off x="5669280" y="4450080"/>
            <a:ext cx="1828800" cy="883920"/>
          </a:xfrm>
          <a:prstGeom prst="rect">
            <a:avLst/>
          </a:prstGeom>
          <a:noFill/>
          <a:ln/>
        </p:spPr>
        <p:txBody>
          <a:bodyPr wrap="square" lIns="0" tIns="0" rIns="0" bIns="0" rtlCol="0" anchor="ctr"/>
          <a:lstStyle/>
          <a:p>
            <a:pPr marL="0" indent="0" algn="ctr">
              <a:buNone/>
            </a:pPr>
            <a:r>
              <a:rPr lang="en-US" sz="3800" b="1" dirty="0">
                <a:solidFill>
                  <a:srgbClr val="A79BFF"/>
                </a:solidFill>
                <a:latin typeface="Malgun Gothic" pitchFamily="34" charset="0"/>
                <a:ea typeface="Malgun Gothic" pitchFamily="34" charset="-122"/>
                <a:cs typeface="Malgun Gothic" pitchFamily="34" charset="-120"/>
              </a:rPr>
              <a:t>ㄷ</a:t>
            </a:r>
            <a:endParaRPr lang="en-US" sz="3800" dirty="0"/>
          </a:p>
        </p:txBody>
      </p:sp>
      <p:sp>
        <p:nvSpPr>
          <p:cNvPr id="16" name="Text 13"/>
          <p:cNvSpPr/>
          <p:nvPr/>
        </p:nvSpPr>
        <p:spPr>
          <a:xfrm>
            <a:off x="5669280" y="5334000"/>
            <a:ext cx="1828800" cy="883920"/>
          </a:xfrm>
          <a:prstGeom prst="rect">
            <a:avLst/>
          </a:prstGeom>
          <a:noFill/>
          <a:ln/>
        </p:spPr>
        <p:txBody>
          <a:bodyPr wrap="square" lIns="0" tIns="0" rIns="0" bIns="0" rtlCol="0" anchor="ctr"/>
          <a:lstStyle/>
          <a:p>
            <a:pPr marL="0" indent="0" algn="ctr">
              <a:buNone/>
            </a:pPr>
            <a:r>
              <a:rPr lang="en-US" sz="3800" b="1" dirty="0">
                <a:solidFill>
                  <a:srgbClr val="A79BFF"/>
                </a:solidFill>
                <a:latin typeface="Malgun Gothic" pitchFamily="34" charset="0"/>
                <a:ea typeface="Malgun Gothic" pitchFamily="34" charset="-122"/>
                <a:cs typeface="Malgun Gothic" pitchFamily="34" charset="-120"/>
              </a:rPr>
              <a:t>ㄹ</a:t>
            </a:r>
            <a:endParaRPr lang="en-US" sz="3800" dirty="0"/>
          </a:p>
        </p:txBody>
      </p:sp>
      <p:sp>
        <p:nvSpPr>
          <p:cNvPr id="17" name="Shape 14"/>
          <p:cNvSpPr/>
          <p:nvPr/>
        </p:nvSpPr>
        <p:spPr>
          <a:xfrm>
            <a:off x="7662672" y="2606040"/>
            <a:ext cx="1828800" cy="3657600"/>
          </a:xfrm>
          <a:prstGeom prst="roundRect">
            <a:avLst>
              <a:gd name="adj" fmla="val 7500"/>
            </a:avLst>
          </a:prstGeom>
          <a:solidFill>
            <a:srgbClr val="EDE8FF"/>
          </a:solidFill>
          <a:ln w="19050">
            <a:solidFill>
              <a:srgbClr val="A79BFF"/>
            </a:solidFill>
            <a:prstDash val="solid"/>
          </a:ln>
        </p:spPr>
      </p:sp>
      <p:sp>
        <p:nvSpPr>
          <p:cNvPr id="18" name="Text 15"/>
          <p:cNvSpPr/>
          <p:nvPr/>
        </p:nvSpPr>
        <p:spPr>
          <a:xfrm>
            <a:off x="7662672" y="2788920"/>
            <a:ext cx="1828800" cy="320040"/>
          </a:xfrm>
          <a:prstGeom prst="rect">
            <a:avLst/>
          </a:prstGeom>
          <a:noFill/>
          <a:ln/>
        </p:spPr>
        <p:txBody>
          <a:bodyPr wrap="square" lIns="0" tIns="0" rIns="0" bIns="0" rtlCol="0" anchor="ctr"/>
          <a:lstStyle/>
          <a:p>
            <a:pPr marL="0" indent="0" algn="ctr">
              <a:buNone/>
            </a:pPr>
            <a:r>
              <a:rPr lang="en-US" sz="1000" b="1" kern="0" spc="400" dirty="0">
                <a:solidFill>
                  <a:srgbClr val="A79BFF"/>
                </a:solidFill>
                <a:latin typeface="Calibri" pitchFamily="34" charset="0"/>
                <a:ea typeface="Calibri" pitchFamily="34" charset="-122"/>
                <a:cs typeface="Calibri" pitchFamily="34" charset="-120"/>
              </a:rPr>
              <a:t>ASPIRADA</a:t>
            </a:r>
            <a:endParaRPr lang="en-US" sz="1000" dirty="0"/>
          </a:p>
        </p:txBody>
      </p:sp>
      <p:sp>
        <p:nvSpPr>
          <p:cNvPr id="19" name="Text 16"/>
          <p:cNvSpPr/>
          <p:nvPr/>
        </p:nvSpPr>
        <p:spPr>
          <a:xfrm>
            <a:off x="7662672" y="3108960"/>
            <a:ext cx="1828800" cy="320040"/>
          </a:xfrm>
          <a:prstGeom prst="rect">
            <a:avLst/>
          </a:prstGeom>
          <a:noFill/>
          <a:ln/>
        </p:spPr>
        <p:txBody>
          <a:bodyPr wrap="square" lIns="0" tIns="0" rIns="0" bIns="0" rtlCol="0" anchor="ctr"/>
          <a:lstStyle/>
          <a:p>
            <a:pPr marL="0" indent="0" algn="ctr">
              <a:buNone/>
            </a:pPr>
            <a:r>
              <a:rPr lang="en-US" sz="1100" i="1" dirty="0">
                <a:solidFill>
                  <a:srgbClr val="A79BFF"/>
                </a:solidFill>
                <a:latin typeface="Malgun Gothic" pitchFamily="34" charset="0"/>
                <a:ea typeface="Malgun Gothic" pitchFamily="34" charset="-122"/>
                <a:cs typeface="Malgun Gothic" pitchFamily="34" charset="-120"/>
              </a:rPr>
              <a:t>거센소리</a:t>
            </a:r>
            <a:endParaRPr lang="en-US" sz="1100" dirty="0"/>
          </a:p>
        </p:txBody>
      </p:sp>
      <p:sp>
        <p:nvSpPr>
          <p:cNvPr id="20" name="Text 17"/>
          <p:cNvSpPr/>
          <p:nvPr/>
        </p:nvSpPr>
        <p:spPr>
          <a:xfrm>
            <a:off x="7662672" y="3566160"/>
            <a:ext cx="1828800" cy="2651760"/>
          </a:xfrm>
          <a:prstGeom prst="rect">
            <a:avLst/>
          </a:prstGeom>
          <a:noFill/>
          <a:ln/>
        </p:spPr>
        <p:txBody>
          <a:bodyPr wrap="square" lIns="0" tIns="0" rIns="0" bIns="0" rtlCol="0" anchor="ctr"/>
          <a:lstStyle/>
          <a:p>
            <a:pPr marL="0" indent="0" algn="ctr">
              <a:buNone/>
            </a:pPr>
            <a:r>
              <a:rPr lang="en-US" sz="5000" b="1" dirty="0">
                <a:solidFill>
                  <a:srgbClr val="A79BFF"/>
                </a:solidFill>
                <a:latin typeface="Malgun Gothic" pitchFamily="34" charset="0"/>
                <a:ea typeface="Malgun Gothic" pitchFamily="34" charset="-122"/>
                <a:cs typeface="Malgun Gothic" pitchFamily="34" charset="-120"/>
              </a:rPr>
              <a:t>ㅌ</a:t>
            </a:r>
            <a:endParaRPr lang="en-US" sz="5000" dirty="0"/>
          </a:p>
        </p:txBody>
      </p:sp>
      <p:sp>
        <p:nvSpPr>
          <p:cNvPr id="21" name="Shape 18"/>
          <p:cNvSpPr/>
          <p:nvPr/>
        </p:nvSpPr>
        <p:spPr>
          <a:xfrm>
            <a:off x="9656064" y="2606040"/>
            <a:ext cx="1828800" cy="3657600"/>
          </a:xfrm>
          <a:prstGeom prst="roundRect">
            <a:avLst>
              <a:gd name="adj" fmla="val 7500"/>
            </a:avLst>
          </a:prstGeom>
          <a:solidFill>
            <a:srgbClr val="EDE8FF"/>
          </a:solidFill>
          <a:ln w="19050">
            <a:solidFill>
              <a:srgbClr val="A79BFF"/>
            </a:solidFill>
            <a:prstDash val="solid"/>
          </a:ln>
        </p:spPr>
      </p:sp>
      <p:sp>
        <p:nvSpPr>
          <p:cNvPr id="22" name="Text 19"/>
          <p:cNvSpPr/>
          <p:nvPr/>
        </p:nvSpPr>
        <p:spPr>
          <a:xfrm>
            <a:off x="9656064" y="2788920"/>
            <a:ext cx="1828800" cy="320040"/>
          </a:xfrm>
          <a:prstGeom prst="rect">
            <a:avLst/>
          </a:prstGeom>
          <a:noFill/>
          <a:ln/>
        </p:spPr>
        <p:txBody>
          <a:bodyPr wrap="square" lIns="0" tIns="0" rIns="0" bIns="0" rtlCol="0" anchor="ctr"/>
          <a:lstStyle/>
          <a:p>
            <a:pPr marL="0" indent="0" algn="ctr">
              <a:buNone/>
            </a:pPr>
            <a:r>
              <a:rPr lang="en-US" sz="1000" b="1" kern="0" spc="400" dirty="0">
                <a:solidFill>
                  <a:srgbClr val="A79BFF"/>
                </a:solidFill>
                <a:latin typeface="Calibri" pitchFamily="34" charset="0"/>
                <a:ea typeface="Calibri" pitchFamily="34" charset="-122"/>
                <a:cs typeface="Calibri" pitchFamily="34" charset="-120"/>
              </a:rPr>
              <a:t>DOBLE</a:t>
            </a:r>
            <a:endParaRPr lang="en-US" sz="1000" dirty="0"/>
          </a:p>
        </p:txBody>
      </p:sp>
      <p:sp>
        <p:nvSpPr>
          <p:cNvPr id="23" name="Text 20"/>
          <p:cNvSpPr/>
          <p:nvPr/>
        </p:nvSpPr>
        <p:spPr>
          <a:xfrm>
            <a:off x="9656064" y="3108960"/>
            <a:ext cx="1828800" cy="320040"/>
          </a:xfrm>
          <a:prstGeom prst="rect">
            <a:avLst/>
          </a:prstGeom>
          <a:noFill/>
          <a:ln/>
        </p:spPr>
        <p:txBody>
          <a:bodyPr wrap="square" lIns="0" tIns="0" rIns="0" bIns="0" rtlCol="0" anchor="ctr"/>
          <a:lstStyle/>
          <a:p>
            <a:pPr marL="0" indent="0" algn="ctr">
              <a:buNone/>
            </a:pPr>
            <a:r>
              <a:rPr lang="en-US" sz="1100" i="1" dirty="0">
                <a:solidFill>
                  <a:srgbClr val="A79BFF"/>
                </a:solidFill>
                <a:latin typeface="Malgun Gothic" pitchFamily="34" charset="0"/>
                <a:ea typeface="Malgun Gothic" pitchFamily="34" charset="-122"/>
                <a:cs typeface="Malgun Gothic" pitchFamily="34" charset="-120"/>
              </a:rPr>
              <a:t>쌍소리</a:t>
            </a:r>
            <a:endParaRPr lang="en-US" sz="1100" dirty="0"/>
          </a:p>
        </p:txBody>
      </p:sp>
      <p:sp>
        <p:nvSpPr>
          <p:cNvPr id="24" name="Text 21"/>
          <p:cNvSpPr/>
          <p:nvPr/>
        </p:nvSpPr>
        <p:spPr>
          <a:xfrm>
            <a:off x="9656064" y="3566160"/>
            <a:ext cx="1828800" cy="2651760"/>
          </a:xfrm>
          <a:prstGeom prst="rect">
            <a:avLst/>
          </a:prstGeom>
          <a:noFill/>
          <a:ln/>
        </p:spPr>
        <p:txBody>
          <a:bodyPr wrap="square" lIns="0" tIns="0" rIns="0" bIns="0" rtlCol="0" anchor="ctr"/>
          <a:lstStyle/>
          <a:p>
            <a:pPr marL="0" indent="0" algn="ctr">
              <a:buNone/>
            </a:pPr>
            <a:r>
              <a:rPr lang="en-US" sz="5000" b="1" dirty="0">
                <a:solidFill>
                  <a:srgbClr val="A79BFF"/>
                </a:solidFill>
                <a:latin typeface="Malgun Gothic" pitchFamily="34" charset="0"/>
                <a:ea typeface="Malgun Gothic" pitchFamily="34" charset="-122"/>
                <a:cs typeface="Malgun Gothic" pitchFamily="34" charset="-120"/>
              </a:rPr>
              <a:t>ㄸ</a:t>
            </a:r>
            <a:endParaRPr lang="en-US" sz="5000" dirty="0"/>
          </a:p>
        </p:txBody>
      </p:sp>
      <p:sp>
        <p:nvSpPr>
          <p:cNvPr id="26" name="Text 22"/>
          <p:cNvSpPr/>
          <p:nvPr/>
        </p:nvSpPr>
        <p:spPr>
          <a:xfrm>
            <a:off x="365760" y="6446520"/>
            <a:ext cx="5486400" cy="228600"/>
          </a:xfrm>
          <a:prstGeom prst="rect">
            <a:avLst/>
          </a:prstGeom>
          <a:noFill/>
          <a:ln/>
        </p:spPr>
        <p:txBody>
          <a:bodyPr wrap="square" lIns="0" tIns="0" rIns="0" bIns="0" rtlCol="0" anchor="ctr"/>
          <a:lstStyle/>
          <a:p>
            <a:pPr marL="0" indent="0">
              <a:buNone/>
            </a:pPr>
            <a:r>
              <a:rPr lang="en-US" sz="800" kern="0" spc="300" dirty="0">
                <a:solidFill>
                  <a:srgbClr val="4A4A55"/>
                </a:solidFill>
                <a:latin typeface="Calibri" pitchFamily="34" charset="0"/>
                <a:ea typeface="Calibri" pitchFamily="34" charset="-122"/>
                <a:cs typeface="Calibri" pitchFamily="34" charset="-120"/>
              </a:rPr>
              <a:t>ACADEMIA SEÚL  ·  METHOD CHINGU™</a:t>
            </a:r>
            <a:endParaRPr lang="en-US" sz="800" dirty="0"/>
          </a:p>
        </p:txBody>
      </p:sp>
      <p:sp>
        <p:nvSpPr>
          <p:cNvPr id="27" name="Text 23"/>
          <p:cNvSpPr/>
          <p:nvPr/>
        </p:nvSpPr>
        <p:spPr>
          <a:xfrm>
            <a:off x="11277295" y="6446520"/>
            <a:ext cx="548640" cy="228600"/>
          </a:xfrm>
          <a:prstGeom prst="rect">
            <a:avLst/>
          </a:prstGeom>
          <a:noFill/>
          <a:ln/>
        </p:spPr>
        <p:txBody>
          <a:bodyPr wrap="square" lIns="0" tIns="0" rIns="0" bIns="0" rtlCol="0" anchor="ctr"/>
          <a:lstStyle/>
          <a:p>
            <a:pPr marL="0" indent="0" algn="r">
              <a:buNone/>
            </a:pPr>
            <a:r>
              <a:rPr lang="en-US" sz="800" dirty="0">
                <a:solidFill>
                  <a:srgbClr val="4A4A55"/>
                </a:solidFill>
                <a:latin typeface="Calibri" pitchFamily="34" charset="0"/>
                <a:ea typeface="Calibri" pitchFamily="34" charset="-122"/>
                <a:cs typeface="Calibri" pitchFamily="34" charset="-120"/>
              </a:rPr>
              <a:t>39</a:t>
            </a:r>
            <a:endParaRPr lang="en-US" sz="800" dirty="0"/>
          </a:p>
        </p:txBody>
      </p:sp>
      <p:pic>
        <p:nvPicPr>
          <p:cNvPr id="28" name="Image 0" descr="/sessions/sleepy-zen-cray/mnt/outputs/deck_assets/logo_var2_azul.png">
            <a:extLst>
              <a:ext uri="{FF2B5EF4-FFF2-40B4-BE49-F238E27FC236}">
                <a16:creationId xmlns:a16="http://schemas.microsoft.com/office/drawing/2014/main" id="{1EF4945A-3FFE-7CD4-EF33-20BC6A7E66A0}"/>
              </a:ext>
            </a:extLst>
          </p:cNvPr>
          <p:cNvPicPr>
            <a:picLocks noChangeAspect="1"/>
          </p:cNvPicPr>
          <p:nvPr/>
        </p:nvPicPr>
        <p:blipFill>
          <a:blip r:embed="rId4"/>
          <a:stretch>
            <a:fillRect/>
          </a:stretch>
        </p:blipFill>
        <p:spPr>
          <a:xfrm>
            <a:off x="9778365" y="-760095"/>
            <a:ext cx="2571750" cy="2571750"/>
          </a:xfrm>
          <a:prstGeom prst="rect">
            <a:avLst/>
          </a:prstGeom>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57200" y="411480"/>
            <a:ext cx="10972800" cy="274320"/>
          </a:xfrm>
          <a:prstGeom prst="rect">
            <a:avLst/>
          </a:prstGeom>
          <a:noFill/>
          <a:ln/>
        </p:spPr>
        <p:txBody>
          <a:bodyPr wrap="square" lIns="0" tIns="0" rIns="0" bIns="0" rtlCol="0" anchor="ctr"/>
          <a:lstStyle/>
          <a:p>
            <a:pPr marL="0" indent="0">
              <a:buNone/>
            </a:pPr>
            <a:r>
              <a:rPr lang="en-US" sz="1100" b="1" kern="0" spc="500" dirty="0">
                <a:solidFill>
                  <a:srgbClr val="FE6768"/>
                </a:solidFill>
                <a:latin typeface="Calibri" pitchFamily="34" charset="0"/>
                <a:ea typeface="Calibri" pitchFamily="34" charset="-122"/>
                <a:cs typeface="Calibri" pitchFamily="34" charset="-120"/>
              </a:rPr>
              <a:t>§2.4 · CONSONANTES · 설음</a:t>
            </a:r>
            <a:endParaRPr lang="en-US" sz="1100" dirty="0"/>
          </a:p>
        </p:txBody>
      </p:sp>
      <p:sp>
        <p:nvSpPr>
          <p:cNvPr id="3" name="Text 1"/>
          <p:cNvSpPr/>
          <p:nvPr/>
        </p:nvSpPr>
        <p:spPr>
          <a:xfrm>
            <a:off x="457200" y="777240"/>
            <a:ext cx="10972800" cy="822960"/>
          </a:xfrm>
          <a:prstGeom prst="rect">
            <a:avLst/>
          </a:prstGeom>
          <a:noFill/>
          <a:ln/>
        </p:spPr>
        <p:txBody>
          <a:bodyPr wrap="square" lIns="0" tIns="0" rIns="0" bIns="0" rtlCol="0" anchor="ctr"/>
          <a:lstStyle/>
          <a:p>
            <a:pPr marL="0" indent="0">
              <a:buNone/>
            </a:pPr>
            <a:r>
              <a:rPr lang="en-US" sz="4000" b="1" dirty="0">
                <a:solidFill>
                  <a:srgbClr val="4036ED"/>
                </a:solidFill>
                <a:latin typeface="Calibri" pitchFamily="34" charset="0"/>
                <a:ea typeface="Calibri" pitchFamily="34" charset="-122"/>
                <a:cs typeface="Calibri" pitchFamily="34" charset="-120"/>
              </a:rPr>
              <a:t>Consonante · ㄴ</a:t>
            </a:r>
            <a:endParaRPr lang="en-US" sz="4000" dirty="0"/>
          </a:p>
        </p:txBody>
      </p:sp>
      <p:sp>
        <p:nvSpPr>
          <p:cNvPr id="4" name="Text 2"/>
          <p:cNvSpPr/>
          <p:nvPr/>
        </p:nvSpPr>
        <p:spPr>
          <a:xfrm>
            <a:off x="457200" y="1691640"/>
            <a:ext cx="10972800" cy="457200"/>
          </a:xfrm>
          <a:prstGeom prst="rect">
            <a:avLst/>
          </a:prstGeom>
          <a:noFill/>
          <a:ln/>
        </p:spPr>
        <p:txBody>
          <a:bodyPr wrap="square" lIns="0" tIns="0" rIns="0" bIns="0" rtlCol="0" anchor="ctr"/>
          <a:lstStyle/>
          <a:p>
            <a:pPr marL="0" indent="0">
              <a:buNone/>
            </a:pPr>
            <a:r>
              <a:rPr lang="en-US" sz="1400" i="1" dirty="0">
                <a:solidFill>
                  <a:srgbClr val="4A4A55"/>
                </a:solidFill>
                <a:latin typeface="Calibri" pitchFamily="34" charset="0"/>
                <a:ea typeface="Calibri" pitchFamily="34" charset="-122"/>
                <a:cs typeface="Calibri" pitchFamily="34" charset="-120"/>
              </a:rPr>
              <a:t>"n" como en "no" — la lengua toca los alvéolos</a:t>
            </a:r>
            <a:endParaRPr lang="en-US" sz="1400" dirty="0"/>
          </a:p>
        </p:txBody>
      </p:sp>
      <p:sp>
        <p:nvSpPr>
          <p:cNvPr id="5" name="Text 3"/>
          <p:cNvSpPr/>
          <p:nvPr/>
        </p:nvSpPr>
        <p:spPr>
          <a:xfrm>
            <a:off x="8488375" y="914400"/>
            <a:ext cx="3200400" cy="365760"/>
          </a:xfrm>
          <a:prstGeom prst="rect">
            <a:avLst/>
          </a:prstGeom>
          <a:noFill/>
          <a:ln/>
        </p:spPr>
        <p:txBody>
          <a:bodyPr wrap="square" lIns="0" tIns="0" rIns="0" bIns="0" rtlCol="0" anchor="ctr"/>
          <a:lstStyle/>
          <a:p>
            <a:pPr marL="0" indent="0" algn="r">
              <a:buNone/>
            </a:pPr>
            <a:r>
              <a:rPr lang="en-US" sz="1100" b="1" kern="0" spc="300" dirty="0">
                <a:solidFill>
                  <a:srgbClr val="A79BFF"/>
                </a:solidFill>
                <a:latin typeface="Calibri" pitchFamily="34" charset="0"/>
                <a:ea typeface="Calibri" pitchFamily="34" charset="-122"/>
                <a:cs typeface="Calibri" pitchFamily="34" charset="-120"/>
              </a:rPr>
              <a:t>설음 · LENGUA (ALVEOLAR)</a:t>
            </a:r>
            <a:endParaRPr lang="en-US" sz="1100" dirty="0"/>
          </a:p>
        </p:txBody>
      </p:sp>
      <p:sp>
        <p:nvSpPr>
          <p:cNvPr id="6" name="Text 4"/>
          <p:cNvSpPr/>
          <p:nvPr/>
        </p:nvSpPr>
        <p:spPr>
          <a:xfrm>
            <a:off x="8488375" y="1280160"/>
            <a:ext cx="3200400" cy="274320"/>
          </a:xfrm>
          <a:prstGeom prst="rect">
            <a:avLst/>
          </a:prstGeom>
          <a:noFill/>
          <a:ln/>
        </p:spPr>
        <p:txBody>
          <a:bodyPr wrap="square" lIns="0" tIns="0" rIns="0" bIns="0" rtlCol="0" anchor="ctr"/>
          <a:lstStyle/>
          <a:p>
            <a:pPr marL="0" indent="0" algn="r">
              <a:buNone/>
            </a:pPr>
            <a:r>
              <a:rPr lang="en-US" sz="900" kern="0" spc="400" dirty="0">
                <a:solidFill>
                  <a:srgbClr val="4A4A55"/>
                </a:solidFill>
                <a:latin typeface="Calibri" pitchFamily="34" charset="0"/>
                <a:ea typeface="Calibri" pitchFamily="34" charset="-122"/>
                <a:cs typeface="Calibri" pitchFamily="34" charset="-120"/>
              </a:rPr>
              <a:t>BÁSICA</a:t>
            </a:r>
            <a:endParaRPr lang="en-US" sz="900" dirty="0"/>
          </a:p>
        </p:txBody>
      </p:sp>
      <p:sp>
        <p:nvSpPr>
          <p:cNvPr id="7" name="Shape 5"/>
          <p:cNvSpPr/>
          <p:nvPr/>
        </p:nvSpPr>
        <p:spPr>
          <a:xfrm>
            <a:off x="640080" y="2606040"/>
            <a:ext cx="5120640" cy="3657600"/>
          </a:xfrm>
          <a:prstGeom prst="roundRect">
            <a:avLst>
              <a:gd name="adj" fmla="val 7500"/>
            </a:avLst>
          </a:prstGeom>
          <a:solidFill>
            <a:srgbClr val="A79BFF"/>
          </a:solidFill>
          <a:ln w="12700">
            <a:solidFill>
              <a:srgbClr val="A79BFF"/>
            </a:solidFill>
            <a:prstDash val="solid"/>
          </a:ln>
        </p:spPr>
      </p:sp>
      <p:sp>
        <p:nvSpPr>
          <p:cNvPr id="8" name="Text 6"/>
          <p:cNvSpPr/>
          <p:nvPr/>
        </p:nvSpPr>
        <p:spPr>
          <a:xfrm>
            <a:off x="640080" y="2606040"/>
            <a:ext cx="5120640" cy="3657600"/>
          </a:xfrm>
          <a:prstGeom prst="rect">
            <a:avLst/>
          </a:prstGeom>
          <a:noFill/>
          <a:ln/>
        </p:spPr>
        <p:txBody>
          <a:bodyPr wrap="square" lIns="0" tIns="0" rIns="0" bIns="0" rtlCol="0" anchor="ctr"/>
          <a:lstStyle/>
          <a:p>
            <a:pPr marL="0" indent="0" algn="ctr">
              <a:buNone/>
            </a:pPr>
            <a:r>
              <a:rPr lang="en-US" sz="24000" b="1" dirty="0">
                <a:solidFill>
                  <a:srgbClr val="F6F6F6"/>
                </a:solidFill>
                <a:latin typeface="Malgun Gothic" pitchFamily="34" charset="0"/>
                <a:ea typeface="Malgun Gothic" pitchFamily="34" charset="-122"/>
                <a:cs typeface="Malgun Gothic" pitchFamily="34" charset="-120"/>
              </a:rPr>
              <a:t>ㄴ</a:t>
            </a:r>
            <a:endParaRPr lang="en-US" sz="24000" dirty="0"/>
          </a:p>
        </p:txBody>
      </p:sp>
      <p:sp>
        <p:nvSpPr>
          <p:cNvPr id="9" name="Shape 7"/>
          <p:cNvSpPr/>
          <p:nvPr/>
        </p:nvSpPr>
        <p:spPr>
          <a:xfrm>
            <a:off x="6126480" y="2606040"/>
            <a:ext cx="5486400" cy="1097280"/>
          </a:xfrm>
          <a:prstGeom prst="roundRect">
            <a:avLst>
              <a:gd name="adj" fmla="val 12500"/>
            </a:avLst>
          </a:prstGeom>
          <a:solidFill>
            <a:srgbClr val="EDE8FF"/>
          </a:solidFill>
          <a:ln w="19050">
            <a:solidFill>
              <a:srgbClr val="A79BFF"/>
            </a:solidFill>
            <a:prstDash val="solid"/>
          </a:ln>
        </p:spPr>
      </p:sp>
      <p:sp>
        <p:nvSpPr>
          <p:cNvPr id="10" name="Text 8"/>
          <p:cNvSpPr/>
          <p:nvPr/>
        </p:nvSpPr>
        <p:spPr>
          <a:xfrm>
            <a:off x="6309360" y="2697480"/>
            <a:ext cx="5120640" cy="274320"/>
          </a:xfrm>
          <a:prstGeom prst="rect">
            <a:avLst/>
          </a:prstGeom>
          <a:noFill/>
          <a:ln/>
        </p:spPr>
        <p:txBody>
          <a:bodyPr wrap="square" lIns="0" tIns="0" rIns="0" bIns="0" rtlCol="0" anchor="ctr"/>
          <a:lstStyle/>
          <a:p>
            <a:pPr marL="0" indent="0">
              <a:buNone/>
            </a:pPr>
            <a:r>
              <a:rPr lang="en-US" sz="900" b="1" kern="0" spc="400" dirty="0">
                <a:solidFill>
                  <a:srgbClr val="A79BFF"/>
                </a:solidFill>
                <a:latin typeface="Calibri" pitchFamily="34" charset="0"/>
                <a:ea typeface="Calibri" pitchFamily="34" charset="-122"/>
                <a:cs typeface="Calibri" pitchFamily="34" charset="-120"/>
              </a:rPr>
              <a:t>PRONUNCIACIÓN</a:t>
            </a:r>
            <a:endParaRPr lang="en-US" sz="900" dirty="0"/>
          </a:p>
        </p:txBody>
      </p:sp>
      <p:sp>
        <p:nvSpPr>
          <p:cNvPr id="11" name="Text 9"/>
          <p:cNvSpPr/>
          <p:nvPr/>
        </p:nvSpPr>
        <p:spPr>
          <a:xfrm>
            <a:off x="6309360" y="2971800"/>
            <a:ext cx="5120640" cy="640080"/>
          </a:xfrm>
          <a:prstGeom prst="rect">
            <a:avLst/>
          </a:prstGeom>
          <a:noFill/>
          <a:ln/>
        </p:spPr>
        <p:txBody>
          <a:bodyPr wrap="square" lIns="0" tIns="0" rIns="0" bIns="0" rtlCol="0" anchor="ctr"/>
          <a:lstStyle/>
          <a:p>
            <a:pPr marL="0" indent="0">
              <a:buNone/>
            </a:pPr>
            <a:r>
              <a:rPr lang="en-US" sz="3800" b="1" i="1" dirty="0">
                <a:solidFill>
                  <a:srgbClr val="1E1E2A"/>
                </a:solidFill>
                <a:latin typeface="Calibri" pitchFamily="34" charset="0"/>
                <a:ea typeface="Calibri" pitchFamily="34" charset="-122"/>
                <a:cs typeface="Calibri" pitchFamily="34" charset="-120"/>
              </a:rPr>
              <a:t>"n"</a:t>
            </a:r>
            <a:endParaRPr lang="en-US" sz="3800" dirty="0"/>
          </a:p>
        </p:txBody>
      </p:sp>
      <p:sp>
        <p:nvSpPr>
          <p:cNvPr id="12" name="Shape 10"/>
          <p:cNvSpPr/>
          <p:nvPr/>
        </p:nvSpPr>
        <p:spPr>
          <a:xfrm>
            <a:off x="6126480" y="3840480"/>
            <a:ext cx="2560320" cy="2423160"/>
          </a:xfrm>
          <a:prstGeom prst="roundRect">
            <a:avLst>
              <a:gd name="adj" fmla="val 5660"/>
            </a:avLst>
          </a:prstGeom>
          <a:solidFill>
            <a:srgbClr val="F6F6F6"/>
          </a:solidFill>
          <a:ln w="19050">
            <a:solidFill>
              <a:srgbClr val="A79BFF"/>
            </a:solidFill>
            <a:prstDash val="solid"/>
          </a:ln>
        </p:spPr>
      </p:sp>
      <p:sp>
        <p:nvSpPr>
          <p:cNvPr id="13" name="Text 11"/>
          <p:cNvSpPr/>
          <p:nvPr/>
        </p:nvSpPr>
        <p:spPr>
          <a:xfrm>
            <a:off x="6126480" y="3931920"/>
            <a:ext cx="2560320" cy="274320"/>
          </a:xfrm>
          <a:prstGeom prst="rect">
            <a:avLst/>
          </a:prstGeom>
          <a:noFill/>
          <a:ln/>
        </p:spPr>
        <p:txBody>
          <a:bodyPr wrap="square" lIns="0" tIns="0" rIns="0" bIns="0" rtlCol="0" anchor="ctr"/>
          <a:lstStyle/>
          <a:p>
            <a:pPr marL="0" indent="0" algn="ctr">
              <a:buNone/>
            </a:pPr>
            <a:r>
              <a:rPr lang="en-US" sz="900" b="1" kern="0" spc="300" dirty="0">
                <a:solidFill>
                  <a:srgbClr val="A79BFF"/>
                </a:solidFill>
                <a:latin typeface="Calibri" pitchFamily="34" charset="0"/>
                <a:ea typeface="Calibri" pitchFamily="34" charset="-122"/>
                <a:cs typeface="Calibri" pitchFamily="34" charset="-120"/>
              </a:rPr>
              <a:t>ORDEN DE TRAZO</a:t>
            </a:r>
            <a:endParaRPr lang="en-US" sz="900" dirty="0"/>
          </a:p>
        </p:txBody>
      </p:sp>
      <p:pic>
        <p:nvPicPr>
          <p:cNvPr id="14" name="Image 0" descr="preencoded.png"/>
          <p:cNvPicPr>
            <a:picLocks noChangeAspect="1"/>
          </p:cNvPicPr>
          <p:nvPr/>
        </p:nvPicPr>
        <p:blipFill>
          <a:blip r:embed="rId3"/>
          <a:stretch>
            <a:fillRect/>
          </a:stretch>
        </p:blipFill>
        <p:spPr>
          <a:xfrm>
            <a:off x="6606540" y="4251960"/>
            <a:ext cx="1600200" cy="1600200"/>
          </a:xfrm>
          <a:prstGeom prst="rect">
            <a:avLst/>
          </a:prstGeom>
        </p:spPr>
      </p:pic>
      <p:sp>
        <p:nvSpPr>
          <p:cNvPr id="15" name="Text 12"/>
          <p:cNvSpPr/>
          <p:nvPr/>
        </p:nvSpPr>
        <p:spPr>
          <a:xfrm>
            <a:off x="6126480" y="5897880"/>
            <a:ext cx="2560320" cy="292608"/>
          </a:xfrm>
          <a:prstGeom prst="rect">
            <a:avLst/>
          </a:prstGeom>
          <a:noFill/>
          <a:ln/>
        </p:spPr>
        <p:txBody>
          <a:bodyPr wrap="square" lIns="0" tIns="0" rIns="0" bIns="0" rtlCol="0" anchor="ctr"/>
          <a:lstStyle/>
          <a:p>
            <a:pPr marL="0" indent="0" algn="ctr">
              <a:buNone/>
            </a:pPr>
            <a:r>
              <a:rPr lang="en-US" sz="1200" i="1" dirty="0">
                <a:solidFill>
                  <a:srgbClr val="4A4A55"/>
                </a:solidFill>
                <a:latin typeface="Calibri" pitchFamily="34" charset="0"/>
                <a:ea typeface="Calibri" pitchFamily="34" charset="-122"/>
                <a:cs typeface="Calibri" pitchFamily="34" charset="-120"/>
              </a:rPr>
              <a:t>1 trazo</a:t>
            </a:r>
            <a:endParaRPr lang="en-US" sz="1200" dirty="0"/>
          </a:p>
        </p:txBody>
      </p:sp>
      <p:sp>
        <p:nvSpPr>
          <p:cNvPr id="16" name="Shape 13"/>
          <p:cNvSpPr/>
          <p:nvPr/>
        </p:nvSpPr>
        <p:spPr>
          <a:xfrm>
            <a:off x="8869680" y="3840480"/>
            <a:ext cx="2743200" cy="2423160"/>
          </a:xfrm>
          <a:prstGeom prst="roundRect">
            <a:avLst>
              <a:gd name="adj" fmla="val 5660"/>
            </a:avLst>
          </a:prstGeom>
          <a:solidFill>
            <a:srgbClr val="EDE8FF"/>
          </a:solidFill>
          <a:ln w="19050">
            <a:solidFill>
              <a:srgbClr val="A79BFF"/>
            </a:solidFill>
            <a:prstDash val="solid"/>
          </a:ln>
        </p:spPr>
      </p:sp>
      <p:sp>
        <p:nvSpPr>
          <p:cNvPr id="17" name="Text 14"/>
          <p:cNvSpPr/>
          <p:nvPr/>
        </p:nvSpPr>
        <p:spPr>
          <a:xfrm>
            <a:off x="9006840" y="3931920"/>
            <a:ext cx="2468880" cy="274320"/>
          </a:xfrm>
          <a:prstGeom prst="rect">
            <a:avLst/>
          </a:prstGeom>
          <a:noFill/>
          <a:ln/>
        </p:spPr>
        <p:txBody>
          <a:bodyPr wrap="square" lIns="0" tIns="0" rIns="0" bIns="0" rtlCol="0" anchor="ctr"/>
          <a:lstStyle/>
          <a:p>
            <a:pPr marL="0" indent="0">
              <a:buNone/>
            </a:pPr>
            <a:r>
              <a:rPr lang="en-US" sz="900" b="1" kern="0" spc="300" dirty="0">
                <a:solidFill>
                  <a:srgbClr val="A79BFF"/>
                </a:solidFill>
                <a:latin typeface="Calibri" pitchFamily="34" charset="0"/>
                <a:ea typeface="Calibri" pitchFamily="34" charset="-122"/>
                <a:cs typeface="Calibri" pitchFamily="34" charset="-120"/>
              </a:rPr>
              <a:t>EJEMPLOS</a:t>
            </a:r>
            <a:endParaRPr lang="en-US" sz="900" dirty="0"/>
          </a:p>
        </p:txBody>
      </p:sp>
      <p:sp>
        <p:nvSpPr>
          <p:cNvPr id="18" name="Text 15"/>
          <p:cNvSpPr/>
          <p:nvPr/>
        </p:nvSpPr>
        <p:spPr>
          <a:xfrm>
            <a:off x="9006840" y="4297680"/>
            <a:ext cx="2468880" cy="1828800"/>
          </a:xfrm>
          <a:prstGeom prst="rect">
            <a:avLst/>
          </a:prstGeom>
          <a:noFill/>
          <a:ln/>
        </p:spPr>
        <p:txBody>
          <a:bodyPr wrap="square" lIns="0" tIns="0" rIns="0" bIns="0" rtlCol="0" anchor="t"/>
          <a:lstStyle/>
          <a:p>
            <a:pPr marL="0" indent="0">
              <a:spcAft>
                <a:spcPts val="800"/>
              </a:spcAft>
              <a:buNone/>
            </a:pPr>
            <a:r>
              <a:rPr lang="en-US" sz="2200" b="1" dirty="0">
                <a:solidFill>
                  <a:srgbClr val="1E1E2A"/>
                </a:solidFill>
                <a:latin typeface="Malgun Gothic" pitchFamily="34" charset="0"/>
                <a:ea typeface="Malgun Gothic" pitchFamily="34" charset="-122"/>
                <a:cs typeface="Malgun Gothic" pitchFamily="34" charset="-120"/>
              </a:rPr>
              <a:t>나</a:t>
            </a:r>
            <a:r>
              <a:rPr lang="en-US" sz="1300" i="1" dirty="0">
                <a:solidFill>
                  <a:srgbClr val="4A4A55"/>
                </a:solidFill>
              </a:rPr>
              <a:t>   yo</a:t>
            </a:r>
            <a:endParaRPr lang="en-US" sz="2200" dirty="0"/>
          </a:p>
          <a:p>
            <a:pPr marL="0" indent="0">
              <a:spcAft>
                <a:spcPts val="800"/>
              </a:spcAft>
              <a:buNone/>
            </a:pPr>
            <a:r>
              <a:rPr lang="en-US" sz="2200" b="1" dirty="0">
                <a:solidFill>
                  <a:srgbClr val="1E1E2A"/>
                </a:solidFill>
                <a:latin typeface="Malgun Gothic" pitchFamily="34" charset="0"/>
                <a:ea typeface="Malgun Gothic" pitchFamily="34" charset="-122"/>
                <a:cs typeface="Malgun Gothic" pitchFamily="34" charset="-120"/>
              </a:rPr>
              <a:t>누나</a:t>
            </a:r>
            <a:r>
              <a:rPr lang="en-US" sz="1300" i="1" dirty="0">
                <a:solidFill>
                  <a:srgbClr val="4A4A55"/>
                </a:solidFill>
              </a:rPr>
              <a:t>   hermana mayor</a:t>
            </a:r>
            <a:endParaRPr lang="en-US" sz="2200" dirty="0"/>
          </a:p>
        </p:txBody>
      </p:sp>
      <p:sp>
        <p:nvSpPr>
          <p:cNvPr id="20" name="Text 16"/>
          <p:cNvSpPr/>
          <p:nvPr/>
        </p:nvSpPr>
        <p:spPr>
          <a:xfrm>
            <a:off x="365760" y="6446520"/>
            <a:ext cx="5486400" cy="228600"/>
          </a:xfrm>
          <a:prstGeom prst="rect">
            <a:avLst/>
          </a:prstGeom>
          <a:noFill/>
          <a:ln/>
        </p:spPr>
        <p:txBody>
          <a:bodyPr wrap="square" lIns="0" tIns="0" rIns="0" bIns="0" rtlCol="0" anchor="ctr"/>
          <a:lstStyle/>
          <a:p>
            <a:pPr marL="0" indent="0">
              <a:buNone/>
            </a:pPr>
            <a:r>
              <a:rPr lang="en-US" sz="800" kern="0" spc="300" dirty="0">
                <a:solidFill>
                  <a:srgbClr val="4A4A55"/>
                </a:solidFill>
                <a:latin typeface="Calibri" pitchFamily="34" charset="0"/>
                <a:ea typeface="Calibri" pitchFamily="34" charset="-122"/>
                <a:cs typeface="Calibri" pitchFamily="34" charset="-120"/>
              </a:rPr>
              <a:t>ACADEMIA SEÚL  ·  METHOD CHINGU™</a:t>
            </a:r>
            <a:endParaRPr lang="en-US" sz="800" dirty="0"/>
          </a:p>
        </p:txBody>
      </p:sp>
      <p:sp>
        <p:nvSpPr>
          <p:cNvPr id="21" name="Text 17"/>
          <p:cNvSpPr/>
          <p:nvPr/>
        </p:nvSpPr>
        <p:spPr>
          <a:xfrm>
            <a:off x="11277295" y="6446520"/>
            <a:ext cx="548640" cy="228600"/>
          </a:xfrm>
          <a:prstGeom prst="rect">
            <a:avLst/>
          </a:prstGeom>
          <a:noFill/>
          <a:ln/>
        </p:spPr>
        <p:txBody>
          <a:bodyPr wrap="square" lIns="0" tIns="0" rIns="0" bIns="0" rtlCol="0" anchor="ctr"/>
          <a:lstStyle/>
          <a:p>
            <a:pPr marL="0" indent="0" algn="r">
              <a:buNone/>
            </a:pPr>
            <a:r>
              <a:rPr lang="en-US" sz="800" dirty="0">
                <a:solidFill>
                  <a:srgbClr val="4A4A55"/>
                </a:solidFill>
                <a:latin typeface="Calibri" pitchFamily="34" charset="0"/>
                <a:ea typeface="Calibri" pitchFamily="34" charset="-122"/>
                <a:cs typeface="Calibri" pitchFamily="34" charset="-120"/>
              </a:rPr>
              <a:t>40</a:t>
            </a:r>
            <a:endParaRPr lang="en-US" sz="800" dirty="0"/>
          </a:p>
        </p:txBody>
      </p:sp>
      <p:pic>
        <p:nvPicPr>
          <p:cNvPr id="22" name="Image 0" descr="/sessions/sleepy-zen-cray/mnt/outputs/deck_assets/logo_var2_azul.png">
            <a:extLst>
              <a:ext uri="{FF2B5EF4-FFF2-40B4-BE49-F238E27FC236}">
                <a16:creationId xmlns:a16="http://schemas.microsoft.com/office/drawing/2014/main" id="{A285A656-DF1A-5A6C-D2A9-CA74AEF5DE5C}"/>
              </a:ext>
            </a:extLst>
          </p:cNvPr>
          <p:cNvPicPr>
            <a:picLocks noChangeAspect="1"/>
          </p:cNvPicPr>
          <p:nvPr/>
        </p:nvPicPr>
        <p:blipFill>
          <a:blip r:embed="rId4"/>
          <a:stretch>
            <a:fillRect/>
          </a:stretch>
        </p:blipFill>
        <p:spPr>
          <a:xfrm>
            <a:off x="9778365" y="-760095"/>
            <a:ext cx="2571750" cy="2571750"/>
          </a:xfrm>
          <a:prstGeom prst="rect">
            <a:avLst/>
          </a:prstGeom>
        </p:spPr>
      </p:pic>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57200" y="411480"/>
            <a:ext cx="10972800" cy="274320"/>
          </a:xfrm>
          <a:prstGeom prst="rect">
            <a:avLst/>
          </a:prstGeom>
          <a:noFill/>
          <a:ln/>
        </p:spPr>
        <p:txBody>
          <a:bodyPr wrap="square" lIns="0" tIns="0" rIns="0" bIns="0" rtlCol="0" anchor="ctr"/>
          <a:lstStyle/>
          <a:p>
            <a:pPr marL="0" indent="0">
              <a:buNone/>
            </a:pPr>
            <a:r>
              <a:rPr lang="en-US" sz="1100" b="1" kern="0" spc="500" dirty="0">
                <a:solidFill>
                  <a:srgbClr val="FE6768"/>
                </a:solidFill>
                <a:latin typeface="Calibri" pitchFamily="34" charset="0"/>
                <a:ea typeface="Calibri" pitchFamily="34" charset="-122"/>
                <a:cs typeface="Calibri" pitchFamily="34" charset="-120"/>
              </a:rPr>
              <a:t>§2.4 · CONSONANTES · 설음</a:t>
            </a:r>
            <a:endParaRPr lang="en-US" sz="1100" dirty="0"/>
          </a:p>
        </p:txBody>
      </p:sp>
      <p:sp>
        <p:nvSpPr>
          <p:cNvPr id="3" name="Text 1"/>
          <p:cNvSpPr/>
          <p:nvPr/>
        </p:nvSpPr>
        <p:spPr>
          <a:xfrm>
            <a:off x="457200" y="777240"/>
            <a:ext cx="10972800" cy="822960"/>
          </a:xfrm>
          <a:prstGeom prst="rect">
            <a:avLst/>
          </a:prstGeom>
          <a:noFill/>
          <a:ln/>
        </p:spPr>
        <p:txBody>
          <a:bodyPr wrap="square" lIns="0" tIns="0" rIns="0" bIns="0" rtlCol="0" anchor="ctr"/>
          <a:lstStyle/>
          <a:p>
            <a:pPr marL="0" indent="0">
              <a:buNone/>
            </a:pPr>
            <a:r>
              <a:rPr lang="en-US" sz="4000" b="1" dirty="0">
                <a:solidFill>
                  <a:srgbClr val="4036ED"/>
                </a:solidFill>
                <a:latin typeface="Calibri" pitchFamily="34" charset="0"/>
                <a:ea typeface="Calibri" pitchFamily="34" charset="-122"/>
                <a:cs typeface="Calibri" pitchFamily="34" charset="-120"/>
              </a:rPr>
              <a:t>Consonante · ㄷ</a:t>
            </a:r>
            <a:endParaRPr lang="en-US" sz="4000" dirty="0"/>
          </a:p>
        </p:txBody>
      </p:sp>
      <p:sp>
        <p:nvSpPr>
          <p:cNvPr id="4" name="Text 2"/>
          <p:cNvSpPr/>
          <p:nvPr/>
        </p:nvSpPr>
        <p:spPr>
          <a:xfrm>
            <a:off x="457200" y="1691640"/>
            <a:ext cx="10972800" cy="457200"/>
          </a:xfrm>
          <a:prstGeom prst="rect">
            <a:avLst/>
          </a:prstGeom>
          <a:noFill/>
          <a:ln/>
        </p:spPr>
        <p:txBody>
          <a:bodyPr wrap="square" lIns="0" tIns="0" rIns="0" bIns="0" rtlCol="0" anchor="ctr"/>
          <a:lstStyle/>
          <a:p>
            <a:pPr marL="0" indent="0">
              <a:buNone/>
            </a:pPr>
            <a:r>
              <a:rPr lang="en-US" sz="1400" i="1" dirty="0">
                <a:solidFill>
                  <a:srgbClr val="4A4A55"/>
                </a:solidFill>
                <a:latin typeface="Calibri" pitchFamily="34" charset="0"/>
                <a:ea typeface="Calibri" pitchFamily="34" charset="-122"/>
                <a:cs typeface="Calibri" pitchFamily="34" charset="-120"/>
              </a:rPr>
              <a:t>"d" entre vocales, "t" al inicio</a:t>
            </a:r>
            <a:endParaRPr lang="en-US" sz="1400" dirty="0"/>
          </a:p>
        </p:txBody>
      </p:sp>
      <p:sp>
        <p:nvSpPr>
          <p:cNvPr id="5" name="Text 3"/>
          <p:cNvSpPr/>
          <p:nvPr/>
        </p:nvSpPr>
        <p:spPr>
          <a:xfrm>
            <a:off x="8488375" y="914400"/>
            <a:ext cx="3200400" cy="365760"/>
          </a:xfrm>
          <a:prstGeom prst="rect">
            <a:avLst/>
          </a:prstGeom>
          <a:noFill/>
          <a:ln/>
        </p:spPr>
        <p:txBody>
          <a:bodyPr wrap="square" lIns="0" tIns="0" rIns="0" bIns="0" rtlCol="0" anchor="ctr"/>
          <a:lstStyle/>
          <a:p>
            <a:pPr marL="0" indent="0" algn="r">
              <a:buNone/>
            </a:pPr>
            <a:r>
              <a:rPr lang="en-US" sz="1100" b="1" kern="0" spc="300" dirty="0">
                <a:solidFill>
                  <a:srgbClr val="A79BFF"/>
                </a:solidFill>
                <a:latin typeface="Calibri" pitchFamily="34" charset="0"/>
                <a:ea typeface="Calibri" pitchFamily="34" charset="-122"/>
                <a:cs typeface="Calibri" pitchFamily="34" charset="-120"/>
              </a:rPr>
              <a:t>설음 · LENGUA (ALVEOLAR)</a:t>
            </a:r>
            <a:endParaRPr lang="en-US" sz="1100" dirty="0"/>
          </a:p>
        </p:txBody>
      </p:sp>
      <p:sp>
        <p:nvSpPr>
          <p:cNvPr id="6" name="Text 4"/>
          <p:cNvSpPr/>
          <p:nvPr/>
        </p:nvSpPr>
        <p:spPr>
          <a:xfrm>
            <a:off x="8488375" y="1280160"/>
            <a:ext cx="3200400" cy="274320"/>
          </a:xfrm>
          <a:prstGeom prst="rect">
            <a:avLst/>
          </a:prstGeom>
          <a:noFill/>
          <a:ln/>
        </p:spPr>
        <p:txBody>
          <a:bodyPr wrap="square" lIns="0" tIns="0" rIns="0" bIns="0" rtlCol="0" anchor="ctr"/>
          <a:lstStyle/>
          <a:p>
            <a:pPr marL="0" indent="0" algn="r">
              <a:buNone/>
            </a:pPr>
            <a:r>
              <a:rPr lang="en-US" sz="900" kern="0" spc="400" dirty="0">
                <a:solidFill>
                  <a:srgbClr val="4A4A55"/>
                </a:solidFill>
                <a:latin typeface="Calibri" pitchFamily="34" charset="0"/>
                <a:ea typeface="Calibri" pitchFamily="34" charset="-122"/>
                <a:cs typeface="Calibri" pitchFamily="34" charset="-120"/>
              </a:rPr>
              <a:t>BÁSICA</a:t>
            </a:r>
            <a:endParaRPr lang="en-US" sz="900" dirty="0"/>
          </a:p>
        </p:txBody>
      </p:sp>
      <p:sp>
        <p:nvSpPr>
          <p:cNvPr id="7" name="Shape 5"/>
          <p:cNvSpPr/>
          <p:nvPr/>
        </p:nvSpPr>
        <p:spPr>
          <a:xfrm>
            <a:off x="640080" y="2606040"/>
            <a:ext cx="5120640" cy="3657600"/>
          </a:xfrm>
          <a:prstGeom prst="roundRect">
            <a:avLst>
              <a:gd name="adj" fmla="val 7500"/>
            </a:avLst>
          </a:prstGeom>
          <a:solidFill>
            <a:srgbClr val="A79BFF"/>
          </a:solidFill>
          <a:ln w="12700">
            <a:solidFill>
              <a:srgbClr val="A79BFF"/>
            </a:solidFill>
            <a:prstDash val="solid"/>
          </a:ln>
        </p:spPr>
      </p:sp>
      <p:sp>
        <p:nvSpPr>
          <p:cNvPr id="8" name="Text 6"/>
          <p:cNvSpPr/>
          <p:nvPr/>
        </p:nvSpPr>
        <p:spPr>
          <a:xfrm>
            <a:off x="640080" y="2606040"/>
            <a:ext cx="5120640" cy="3657600"/>
          </a:xfrm>
          <a:prstGeom prst="rect">
            <a:avLst/>
          </a:prstGeom>
          <a:noFill/>
          <a:ln/>
        </p:spPr>
        <p:txBody>
          <a:bodyPr wrap="square" lIns="0" tIns="0" rIns="0" bIns="0" rtlCol="0" anchor="ctr"/>
          <a:lstStyle/>
          <a:p>
            <a:pPr marL="0" indent="0" algn="ctr">
              <a:buNone/>
            </a:pPr>
            <a:r>
              <a:rPr lang="en-US" sz="24000" b="1" dirty="0">
                <a:solidFill>
                  <a:srgbClr val="F6F6F6"/>
                </a:solidFill>
                <a:latin typeface="Malgun Gothic" pitchFamily="34" charset="0"/>
                <a:ea typeface="Malgun Gothic" pitchFamily="34" charset="-122"/>
                <a:cs typeface="Malgun Gothic" pitchFamily="34" charset="-120"/>
              </a:rPr>
              <a:t>ㄷ</a:t>
            </a:r>
            <a:endParaRPr lang="en-US" sz="24000" dirty="0"/>
          </a:p>
        </p:txBody>
      </p:sp>
      <p:sp>
        <p:nvSpPr>
          <p:cNvPr id="9" name="Shape 7"/>
          <p:cNvSpPr/>
          <p:nvPr/>
        </p:nvSpPr>
        <p:spPr>
          <a:xfrm>
            <a:off x="6126480" y="2606040"/>
            <a:ext cx="5486400" cy="1097280"/>
          </a:xfrm>
          <a:prstGeom prst="roundRect">
            <a:avLst>
              <a:gd name="adj" fmla="val 12500"/>
            </a:avLst>
          </a:prstGeom>
          <a:solidFill>
            <a:srgbClr val="EDE8FF"/>
          </a:solidFill>
          <a:ln w="19050">
            <a:solidFill>
              <a:srgbClr val="A79BFF"/>
            </a:solidFill>
            <a:prstDash val="solid"/>
          </a:ln>
        </p:spPr>
      </p:sp>
      <p:sp>
        <p:nvSpPr>
          <p:cNvPr id="10" name="Text 8"/>
          <p:cNvSpPr/>
          <p:nvPr/>
        </p:nvSpPr>
        <p:spPr>
          <a:xfrm>
            <a:off x="6309360" y="2697480"/>
            <a:ext cx="5120640" cy="274320"/>
          </a:xfrm>
          <a:prstGeom prst="rect">
            <a:avLst/>
          </a:prstGeom>
          <a:noFill/>
          <a:ln/>
        </p:spPr>
        <p:txBody>
          <a:bodyPr wrap="square" lIns="0" tIns="0" rIns="0" bIns="0" rtlCol="0" anchor="ctr"/>
          <a:lstStyle/>
          <a:p>
            <a:pPr marL="0" indent="0">
              <a:buNone/>
            </a:pPr>
            <a:r>
              <a:rPr lang="en-US" sz="900" b="1" kern="0" spc="400" dirty="0">
                <a:solidFill>
                  <a:srgbClr val="A79BFF"/>
                </a:solidFill>
                <a:latin typeface="Calibri" pitchFamily="34" charset="0"/>
                <a:ea typeface="Calibri" pitchFamily="34" charset="-122"/>
                <a:cs typeface="Calibri" pitchFamily="34" charset="-120"/>
              </a:rPr>
              <a:t>PRONUNCIACIÓN</a:t>
            </a:r>
            <a:endParaRPr lang="en-US" sz="900" dirty="0"/>
          </a:p>
        </p:txBody>
      </p:sp>
      <p:sp>
        <p:nvSpPr>
          <p:cNvPr id="11" name="Text 9"/>
          <p:cNvSpPr/>
          <p:nvPr/>
        </p:nvSpPr>
        <p:spPr>
          <a:xfrm>
            <a:off x="6309360" y="2971800"/>
            <a:ext cx="5120640" cy="640080"/>
          </a:xfrm>
          <a:prstGeom prst="rect">
            <a:avLst/>
          </a:prstGeom>
          <a:noFill/>
          <a:ln/>
        </p:spPr>
        <p:txBody>
          <a:bodyPr wrap="square" lIns="0" tIns="0" rIns="0" bIns="0" rtlCol="0" anchor="ctr"/>
          <a:lstStyle/>
          <a:p>
            <a:pPr marL="0" indent="0">
              <a:buNone/>
            </a:pPr>
            <a:r>
              <a:rPr lang="en-US" sz="3800" b="1" i="1" dirty="0">
                <a:solidFill>
                  <a:srgbClr val="1E1E2A"/>
                </a:solidFill>
                <a:latin typeface="Calibri" pitchFamily="34" charset="0"/>
                <a:ea typeface="Calibri" pitchFamily="34" charset="-122"/>
                <a:cs typeface="Calibri" pitchFamily="34" charset="-120"/>
              </a:rPr>
              <a:t>"d / t"</a:t>
            </a:r>
            <a:endParaRPr lang="en-US" sz="3800" dirty="0"/>
          </a:p>
        </p:txBody>
      </p:sp>
      <p:sp>
        <p:nvSpPr>
          <p:cNvPr id="12" name="Shape 10"/>
          <p:cNvSpPr/>
          <p:nvPr/>
        </p:nvSpPr>
        <p:spPr>
          <a:xfrm>
            <a:off x="6126480" y="3840480"/>
            <a:ext cx="2560320" cy="2423160"/>
          </a:xfrm>
          <a:prstGeom prst="roundRect">
            <a:avLst>
              <a:gd name="adj" fmla="val 5660"/>
            </a:avLst>
          </a:prstGeom>
          <a:solidFill>
            <a:srgbClr val="F6F6F6"/>
          </a:solidFill>
          <a:ln w="19050">
            <a:solidFill>
              <a:srgbClr val="A79BFF"/>
            </a:solidFill>
            <a:prstDash val="solid"/>
          </a:ln>
        </p:spPr>
      </p:sp>
      <p:sp>
        <p:nvSpPr>
          <p:cNvPr id="13" name="Text 11"/>
          <p:cNvSpPr/>
          <p:nvPr/>
        </p:nvSpPr>
        <p:spPr>
          <a:xfrm>
            <a:off x="6126480" y="3931920"/>
            <a:ext cx="2560320" cy="274320"/>
          </a:xfrm>
          <a:prstGeom prst="rect">
            <a:avLst/>
          </a:prstGeom>
          <a:noFill/>
          <a:ln/>
        </p:spPr>
        <p:txBody>
          <a:bodyPr wrap="square" lIns="0" tIns="0" rIns="0" bIns="0" rtlCol="0" anchor="ctr"/>
          <a:lstStyle/>
          <a:p>
            <a:pPr marL="0" indent="0" algn="ctr">
              <a:buNone/>
            </a:pPr>
            <a:r>
              <a:rPr lang="en-US" sz="900" b="1" kern="0" spc="300" dirty="0">
                <a:solidFill>
                  <a:srgbClr val="A79BFF"/>
                </a:solidFill>
                <a:latin typeface="Calibri" pitchFamily="34" charset="0"/>
                <a:ea typeface="Calibri" pitchFamily="34" charset="-122"/>
                <a:cs typeface="Calibri" pitchFamily="34" charset="-120"/>
              </a:rPr>
              <a:t>ORDEN DE TRAZO</a:t>
            </a:r>
            <a:endParaRPr lang="en-US" sz="900" dirty="0"/>
          </a:p>
        </p:txBody>
      </p:sp>
      <p:pic>
        <p:nvPicPr>
          <p:cNvPr id="14" name="Image 0" descr="preencoded.png"/>
          <p:cNvPicPr>
            <a:picLocks noChangeAspect="1"/>
          </p:cNvPicPr>
          <p:nvPr/>
        </p:nvPicPr>
        <p:blipFill>
          <a:blip r:embed="rId3"/>
          <a:stretch>
            <a:fillRect/>
          </a:stretch>
        </p:blipFill>
        <p:spPr>
          <a:xfrm>
            <a:off x="6606540" y="4251960"/>
            <a:ext cx="1600200" cy="1600200"/>
          </a:xfrm>
          <a:prstGeom prst="rect">
            <a:avLst/>
          </a:prstGeom>
        </p:spPr>
      </p:pic>
      <p:sp>
        <p:nvSpPr>
          <p:cNvPr id="15" name="Text 12"/>
          <p:cNvSpPr/>
          <p:nvPr/>
        </p:nvSpPr>
        <p:spPr>
          <a:xfrm>
            <a:off x="6126480" y="5897880"/>
            <a:ext cx="2560320" cy="292608"/>
          </a:xfrm>
          <a:prstGeom prst="rect">
            <a:avLst/>
          </a:prstGeom>
          <a:noFill/>
          <a:ln/>
        </p:spPr>
        <p:txBody>
          <a:bodyPr wrap="square" lIns="0" tIns="0" rIns="0" bIns="0" rtlCol="0" anchor="ctr"/>
          <a:lstStyle/>
          <a:p>
            <a:pPr marL="0" indent="0" algn="ctr">
              <a:buNone/>
            </a:pPr>
            <a:r>
              <a:rPr lang="en-US" sz="1200" i="1" dirty="0">
                <a:solidFill>
                  <a:srgbClr val="4A4A55"/>
                </a:solidFill>
                <a:latin typeface="Calibri" pitchFamily="34" charset="0"/>
                <a:ea typeface="Calibri" pitchFamily="34" charset="-122"/>
                <a:cs typeface="Calibri" pitchFamily="34" charset="-120"/>
              </a:rPr>
              <a:t>2 trazos</a:t>
            </a:r>
            <a:endParaRPr lang="en-US" sz="1200" dirty="0"/>
          </a:p>
        </p:txBody>
      </p:sp>
      <p:sp>
        <p:nvSpPr>
          <p:cNvPr id="16" name="Shape 13"/>
          <p:cNvSpPr/>
          <p:nvPr/>
        </p:nvSpPr>
        <p:spPr>
          <a:xfrm>
            <a:off x="8869680" y="3840480"/>
            <a:ext cx="2743200" cy="2423160"/>
          </a:xfrm>
          <a:prstGeom prst="roundRect">
            <a:avLst>
              <a:gd name="adj" fmla="val 5660"/>
            </a:avLst>
          </a:prstGeom>
          <a:solidFill>
            <a:srgbClr val="EDE8FF"/>
          </a:solidFill>
          <a:ln w="19050">
            <a:solidFill>
              <a:srgbClr val="A79BFF"/>
            </a:solidFill>
            <a:prstDash val="solid"/>
          </a:ln>
        </p:spPr>
      </p:sp>
      <p:sp>
        <p:nvSpPr>
          <p:cNvPr id="17" name="Text 14"/>
          <p:cNvSpPr/>
          <p:nvPr/>
        </p:nvSpPr>
        <p:spPr>
          <a:xfrm>
            <a:off x="9006840" y="3931920"/>
            <a:ext cx="2468880" cy="274320"/>
          </a:xfrm>
          <a:prstGeom prst="rect">
            <a:avLst/>
          </a:prstGeom>
          <a:noFill/>
          <a:ln/>
        </p:spPr>
        <p:txBody>
          <a:bodyPr wrap="square" lIns="0" tIns="0" rIns="0" bIns="0" rtlCol="0" anchor="ctr"/>
          <a:lstStyle/>
          <a:p>
            <a:pPr marL="0" indent="0">
              <a:buNone/>
            </a:pPr>
            <a:r>
              <a:rPr lang="en-US" sz="900" b="1" kern="0" spc="300" dirty="0">
                <a:solidFill>
                  <a:srgbClr val="A79BFF"/>
                </a:solidFill>
                <a:latin typeface="Calibri" pitchFamily="34" charset="0"/>
                <a:ea typeface="Calibri" pitchFamily="34" charset="-122"/>
                <a:cs typeface="Calibri" pitchFamily="34" charset="-120"/>
              </a:rPr>
              <a:t>EJEMPLOS</a:t>
            </a:r>
            <a:endParaRPr lang="en-US" sz="900" dirty="0"/>
          </a:p>
        </p:txBody>
      </p:sp>
      <p:sp>
        <p:nvSpPr>
          <p:cNvPr id="18" name="Text 15"/>
          <p:cNvSpPr/>
          <p:nvPr/>
        </p:nvSpPr>
        <p:spPr>
          <a:xfrm>
            <a:off x="9006840" y="4297680"/>
            <a:ext cx="2468880" cy="1828800"/>
          </a:xfrm>
          <a:prstGeom prst="rect">
            <a:avLst/>
          </a:prstGeom>
          <a:noFill/>
          <a:ln/>
        </p:spPr>
        <p:txBody>
          <a:bodyPr wrap="square" lIns="0" tIns="0" rIns="0" bIns="0" rtlCol="0" anchor="t"/>
          <a:lstStyle/>
          <a:p>
            <a:pPr marL="0" indent="0">
              <a:spcAft>
                <a:spcPts val="800"/>
              </a:spcAft>
              <a:buNone/>
            </a:pPr>
            <a:r>
              <a:rPr lang="en-US" sz="2200" b="1" dirty="0">
                <a:solidFill>
                  <a:srgbClr val="1E1E2A"/>
                </a:solidFill>
                <a:latin typeface="Malgun Gothic" pitchFamily="34" charset="0"/>
                <a:ea typeface="Malgun Gothic" pitchFamily="34" charset="-122"/>
                <a:cs typeface="Malgun Gothic" pitchFamily="34" charset="-120"/>
              </a:rPr>
              <a:t>다리</a:t>
            </a:r>
            <a:r>
              <a:rPr lang="en-US" sz="1300" i="1" dirty="0">
                <a:solidFill>
                  <a:srgbClr val="4A4A55"/>
                </a:solidFill>
              </a:rPr>
              <a:t>   pierna</a:t>
            </a:r>
            <a:endParaRPr lang="en-US" sz="2200" dirty="0"/>
          </a:p>
          <a:p>
            <a:pPr marL="0" indent="0">
              <a:spcAft>
                <a:spcPts val="800"/>
              </a:spcAft>
              <a:buNone/>
            </a:pPr>
            <a:r>
              <a:rPr lang="en-US" sz="2200" b="1" dirty="0">
                <a:solidFill>
                  <a:srgbClr val="1E1E2A"/>
                </a:solidFill>
                <a:latin typeface="Malgun Gothic" pitchFamily="34" charset="0"/>
                <a:ea typeface="Malgun Gothic" pitchFamily="34" charset="-122"/>
                <a:cs typeface="Malgun Gothic" pitchFamily="34" charset="-120"/>
              </a:rPr>
              <a:t>도시</a:t>
            </a:r>
            <a:r>
              <a:rPr lang="en-US" sz="1300" i="1" dirty="0">
                <a:solidFill>
                  <a:srgbClr val="4A4A55"/>
                </a:solidFill>
              </a:rPr>
              <a:t>   ciudad</a:t>
            </a:r>
            <a:endParaRPr lang="en-US" sz="2200" dirty="0"/>
          </a:p>
        </p:txBody>
      </p:sp>
      <p:sp>
        <p:nvSpPr>
          <p:cNvPr id="20" name="Text 16"/>
          <p:cNvSpPr/>
          <p:nvPr/>
        </p:nvSpPr>
        <p:spPr>
          <a:xfrm>
            <a:off x="365760" y="6446520"/>
            <a:ext cx="5486400" cy="228600"/>
          </a:xfrm>
          <a:prstGeom prst="rect">
            <a:avLst/>
          </a:prstGeom>
          <a:noFill/>
          <a:ln/>
        </p:spPr>
        <p:txBody>
          <a:bodyPr wrap="square" lIns="0" tIns="0" rIns="0" bIns="0" rtlCol="0" anchor="ctr"/>
          <a:lstStyle/>
          <a:p>
            <a:pPr marL="0" indent="0">
              <a:buNone/>
            </a:pPr>
            <a:r>
              <a:rPr lang="en-US" sz="800" kern="0" spc="300" dirty="0">
                <a:solidFill>
                  <a:srgbClr val="4A4A55"/>
                </a:solidFill>
                <a:latin typeface="Calibri" pitchFamily="34" charset="0"/>
                <a:ea typeface="Calibri" pitchFamily="34" charset="-122"/>
                <a:cs typeface="Calibri" pitchFamily="34" charset="-120"/>
              </a:rPr>
              <a:t>ACADEMIA SEÚL  ·  METHOD CHINGU™</a:t>
            </a:r>
            <a:endParaRPr lang="en-US" sz="800" dirty="0"/>
          </a:p>
        </p:txBody>
      </p:sp>
      <p:sp>
        <p:nvSpPr>
          <p:cNvPr id="21" name="Text 17"/>
          <p:cNvSpPr/>
          <p:nvPr/>
        </p:nvSpPr>
        <p:spPr>
          <a:xfrm>
            <a:off x="11277295" y="6446520"/>
            <a:ext cx="548640" cy="228600"/>
          </a:xfrm>
          <a:prstGeom prst="rect">
            <a:avLst/>
          </a:prstGeom>
          <a:noFill/>
          <a:ln/>
        </p:spPr>
        <p:txBody>
          <a:bodyPr wrap="square" lIns="0" tIns="0" rIns="0" bIns="0" rtlCol="0" anchor="ctr"/>
          <a:lstStyle/>
          <a:p>
            <a:pPr marL="0" indent="0" algn="r">
              <a:buNone/>
            </a:pPr>
            <a:r>
              <a:rPr lang="en-US" sz="800" dirty="0">
                <a:solidFill>
                  <a:srgbClr val="4A4A55"/>
                </a:solidFill>
                <a:latin typeface="Calibri" pitchFamily="34" charset="0"/>
                <a:ea typeface="Calibri" pitchFamily="34" charset="-122"/>
                <a:cs typeface="Calibri" pitchFamily="34" charset="-120"/>
              </a:rPr>
              <a:t>41</a:t>
            </a:r>
            <a:endParaRPr lang="en-US" sz="800" dirty="0"/>
          </a:p>
        </p:txBody>
      </p:sp>
      <p:pic>
        <p:nvPicPr>
          <p:cNvPr id="22" name="Image 0" descr="/sessions/sleepy-zen-cray/mnt/outputs/deck_assets/logo_var2_azul.png">
            <a:extLst>
              <a:ext uri="{FF2B5EF4-FFF2-40B4-BE49-F238E27FC236}">
                <a16:creationId xmlns:a16="http://schemas.microsoft.com/office/drawing/2014/main" id="{E7016D0E-4987-C35B-9907-AB907584E0AB}"/>
              </a:ext>
            </a:extLst>
          </p:cNvPr>
          <p:cNvPicPr>
            <a:picLocks noChangeAspect="1"/>
          </p:cNvPicPr>
          <p:nvPr/>
        </p:nvPicPr>
        <p:blipFill>
          <a:blip r:embed="rId4"/>
          <a:stretch>
            <a:fillRect/>
          </a:stretch>
        </p:blipFill>
        <p:spPr>
          <a:xfrm>
            <a:off x="9778365" y="-760095"/>
            <a:ext cx="2571750" cy="2571750"/>
          </a:xfrm>
          <a:prstGeom prst="rect">
            <a:avLst/>
          </a:prstGeom>
        </p:spPr>
      </p:pic>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57200" y="411480"/>
            <a:ext cx="10972800" cy="274320"/>
          </a:xfrm>
          <a:prstGeom prst="rect">
            <a:avLst/>
          </a:prstGeom>
          <a:noFill/>
          <a:ln/>
        </p:spPr>
        <p:txBody>
          <a:bodyPr wrap="square" lIns="0" tIns="0" rIns="0" bIns="0" rtlCol="0" anchor="ctr"/>
          <a:lstStyle/>
          <a:p>
            <a:pPr marL="0" indent="0">
              <a:buNone/>
            </a:pPr>
            <a:r>
              <a:rPr lang="en-US" sz="1100" b="1" kern="0" spc="500" dirty="0">
                <a:solidFill>
                  <a:srgbClr val="FE6768"/>
                </a:solidFill>
                <a:latin typeface="Calibri" pitchFamily="34" charset="0"/>
                <a:ea typeface="Calibri" pitchFamily="34" charset="-122"/>
                <a:cs typeface="Calibri" pitchFamily="34" charset="-120"/>
              </a:rPr>
              <a:t>§2.4 · CONSONANTES · 설음</a:t>
            </a:r>
            <a:endParaRPr lang="en-US" sz="1100" dirty="0"/>
          </a:p>
        </p:txBody>
      </p:sp>
      <p:sp>
        <p:nvSpPr>
          <p:cNvPr id="3" name="Text 1"/>
          <p:cNvSpPr/>
          <p:nvPr/>
        </p:nvSpPr>
        <p:spPr>
          <a:xfrm>
            <a:off x="457200" y="777240"/>
            <a:ext cx="10972800" cy="822960"/>
          </a:xfrm>
          <a:prstGeom prst="rect">
            <a:avLst/>
          </a:prstGeom>
          <a:noFill/>
          <a:ln/>
        </p:spPr>
        <p:txBody>
          <a:bodyPr wrap="square" lIns="0" tIns="0" rIns="0" bIns="0" rtlCol="0" anchor="ctr"/>
          <a:lstStyle/>
          <a:p>
            <a:pPr marL="0" indent="0">
              <a:buNone/>
            </a:pPr>
            <a:r>
              <a:rPr lang="en-US" sz="4000" b="1" dirty="0">
                <a:solidFill>
                  <a:srgbClr val="4036ED"/>
                </a:solidFill>
                <a:latin typeface="Calibri" pitchFamily="34" charset="0"/>
                <a:ea typeface="Calibri" pitchFamily="34" charset="-122"/>
                <a:cs typeface="Calibri" pitchFamily="34" charset="-120"/>
              </a:rPr>
              <a:t>Consonante · ㅌ</a:t>
            </a:r>
            <a:endParaRPr lang="en-US" sz="4000" dirty="0"/>
          </a:p>
        </p:txBody>
      </p:sp>
      <p:sp>
        <p:nvSpPr>
          <p:cNvPr id="4" name="Text 2"/>
          <p:cNvSpPr/>
          <p:nvPr/>
        </p:nvSpPr>
        <p:spPr>
          <a:xfrm>
            <a:off x="457200" y="1691640"/>
            <a:ext cx="10972800" cy="457200"/>
          </a:xfrm>
          <a:prstGeom prst="rect">
            <a:avLst/>
          </a:prstGeom>
          <a:noFill/>
          <a:ln/>
        </p:spPr>
        <p:txBody>
          <a:bodyPr wrap="square" lIns="0" tIns="0" rIns="0" bIns="0" rtlCol="0" anchor="ctr"/>
          <a:lstStyle/>
          <a:p>
            <a:pPr marL="0" indent="0">
              <a:buNone/>
            </a:pPr>
            <a:r>
              <a:rPr lang="en-US" sz="1400" i="1" dirty="0">
                <a:solidFill>
                  <a:srgbClr val="4A4A55"/>
                </a:solidFill>
                <a:latin typeface="Calibri" pitchFamily="34" charset="0"/>
                <a:ea typeface="Calibri" pitchFamily="34" charset="-122"/>
                <a:cs typeface="Calibri" pitchFamily="34" charset="-120"/>
              </a:rPr>
              <a:t>"t" aspirada — con soplo de aire</a:t>
            </a:r>
            <a:endParaRPr lang="en-US" sz="1400" dirty="0"/>
          </a:p>
        </p:txBody>
      </p:sp>
      <p:sp>
        <p:nvSpPr>
          <p:cNvPr id="5" name="Text 3"/>
          <p:cNvSpPr/>
          <p:nvPr/>
        </p:nvSpPr>
        <p:spPr>
          <a:xfrm>
            <a:off x="8488375" y="914400"/>
            <a:ext cx="3200400" cy="365760"/>
          </a:xfrm>
          <a:prstGeom prst="rect">
            <a:avLst/>
          </a:prstGeom>
          <a:noFill/>
          <a:ln/>
        </p:spPr>
        <p:txBody>
          <a:bodyPr wrap="square" lIns="0" tIns="0" rIns="0" bIns="0" rtlCol="0" anchor="ctr"/>
          <a:lstStyle/>
          <a:p>
            <a:pPr marL="0" indent="0" algn="r">
              <a:buNone/>
            </a:pPr>
            <a:r>
              <a:rPr lang="en-US" sz="1100" b="1" kern="0" spc="300" dirty="0">
                <a:solidFill>
                  <a:srgbClr val="A79BFF"/>
                </a:solidFill>
                <a:latin typeface="Calibri" pitchFamily="34" charset="0"/>
                <a:ea typeface="Calibri" pitchFamily="34" charset="-122"/>
                <a:cs typeface="Calibri" pitchFamily="34" charset="-120"/>
              </a:rPr>
              <a:t>설음 · LENGUA (ALVEOLAR)</a:t>
            </a:r>
            <a:endParaRPr lang="en-US" sz="1100" dirty="0"/>
          </a:p>
        </p:txBody>
      </p:sp>
      <p:sp>
        <p:nvSpPr>
          <p:cNvPr id="6" name="Text 4"/>
          <p:cNvSpPr/>
          <p:nvPr/>
        </p:nvSpPr>
        <p:spPr>
          <a:xfrm>
            <a:off x="8488375" y="1280160"/>
            <a:ext cx="3200400" cy="274320"/>
          </a:xfrm>
          <a:prstGeom prst="rect">
            <a:avLst/>
          </a:prstGeom>
          <a:noFill/>
          <a:ln/>
        </p:spPr>
        <p:txBody>
          <a:bodyPr wrap="square" lIns="0" tIns="0" rIns="0" bIns="0" rtlCol="0" anchor="ctr"/>
          <a:lstStyle/>
          <a:p>
            <a:pPr marL="0" indent="0" algn="r">
              <a:buNone/>
            </a:pPr>
            <a:r>
              <a:rPr lang="en-US" sz="900" kern="0" spc="400" dirty="0">
                <a:solidFill>
                  <a:srgbClr val="4A4A55"/>
                </a:solidFill>
                <a:latin typeface="Calibri" pitchFamily="34" charset="0"/>
                <a:ea typeface="Calibri" pitchFamily="34" charset="-122"/>
                <a:cs typeface="Calibri" pitchFamily="34" charset="-120"/>
              </a:rPr>
              <a:t>ASPIRADA</a:t>
            </a:r>
            <a:endParaRPr lang="en-US" sz="900" dirty="0"/>
          </a:p>
        </p:txBody>
      </p:sp>
      <p:sp>
        <p:nvSpPr>
          <p:cNvPr id="7" name="Shape 5"/>
          <p:cNvSpPr/>
          <p:nvPr/>
        </p:nvSpPr>
        <p:spPr>
          <a:xfrm>
            <a:off x="640080" y="2606040"/>
            <a:ext cx="5120640" cy="3657600"/>
          </a:xfrm>
          <a:prstGeom prst="roundRect">
            <a:avLst>
              <a:gd name="adj" fmla="val 7500"/>
            </a:avLst>
          </a:prstGeom>
          <a:solidFill>
            <a:srgbClr val="A79BFF"/>
          </a:solidFill>
          <a:ln w="12700">
            <a:solidFill>
              <a:srgbClr val="A79BFF"/>
            </a:solidFill>
            <a:prstDash val="solid"/>
          </a:ln>
        </p:spPr>
      </p:sp>
      <p:sp>
        <p:nvSpPr>
          <p:cNvPr id="8" name="Text 6"/>
          <p:cNvSpPr/>
          <p:nvPr/>
        </p:nvSpPr>
        <p:spPr>
          <a:xfrm>
            <a:off x="640080" y="2606040"/>
            <a:ext cx="5120640" cy="3657600"/>
          </a:xfrm>
          <a:prstGeom prst="rect">
            <a:avLst/>
          </a:prstGeom>
          <a:noFill/>
          <a:ln/>
        </p:spPr>
        <p:txBody>
          <a:bodyPr wrap="square" lIns="0" tIns="0" rIns="0" bIns="0" rtlCol="0" anchor="ctr"/>
          <a:lstStyle/>
          <a:p>
            <a:pPr marL="0" indent="0" algn="ctr">
              <a:buNone/>
            </a:pPr>
            <a:r>
              <a:rPr lang="en-US" sz="24000" b="1" dirty="0">
                <a:solidFill>
                  <a:srgbClr val="F6F6F6"/>
                </a:solidFill>
                <a:latin typeface="Malgun Gothic" pitchFamily="34" charset="0"/>
                <a:ea typeface="Malgun Gothic" pitchFamily="34" charset="-122"/>
                <a:cs typeface="Malgun Gothic" pitchFamily="34" charset="-120"/>
              </a:rPr>
              <a:t>ㅌ</a:t>
            </a:r>
            <a:endParaRPr lang="en-US" sz="24000" dirty="0"/>
          </a:p>
        </p:txBody>
      </p:sp>
      <p:sp>
        <p:nvSpPr>
          <p:cNvPr id="9" name="Shape 7"/>
          <p:cNvSpPr/>
          <p:nvPr/>
        </p:nvSpPr>
        <p:spPr>
          <a:xfrm>
            <a:off x="6126480" y="2606040"/>
            <a:ext cx="5486400" cy="1097280"/>
          </a:xfrm>
          <a:prstGeom prst="roundRect">
            <a:avLst>
              <a:gd name="adj" fmla="val 12500"/>
            </a:avLst>
          </a:prstGeom>
          <a:solidFill>
            <a:srgbClr val="EDE8FF"/>
          </a:solidFill>
          <a:ln w="19050">
            <a:solidFill>
              <a:srgbClr val="A79BFF"/>
            </a:solidFill>
            <a:prstDash val="solid"/>
          </a:ln>
        </p:spPr>
      </p:sp>
      <p:sp>
        <p:nvSpPr>
          <p:cNvPr id="10" name="Text 8"/>
          <p:cNvSpPr/>
          <p:nvPr/>
        </p:nvSpPr>
        <p:spPr>
          <a:xfrm>
            <a:off x="6309360" y="2697480"/>
            <a:ext cx="5120640" cy="274320"/>
          </a:xfrm>
          <a:prstGeom prst="rect">
            <a:avLst/>
          </a:prstGeom>
          <a:noFill/>
          <a:ln/>
        </p:spPr>
        <p:txBody>
          <a:bodyPr wrap="square" lIns="0" tIns="0" rIns="0" bIns="0" rtlCol="0" anchor="ctr"/>
          <a:lstStyle/>
          <a:p>
            <a:pPr marL="0" indent="0">
              <a:buNone/>
            </a:pPr>
            <a:r>
              <a:rPr lang="en-US" sz="900" b="1" kern="0" spc="400" dirty="0">
                <a:solidFill>
                  <a:srgbClr val="A79BFF"/>
                </a:solidFill>
                <a:latin typeface="Calibri" pitchFamily="34" charset="0"/>
                <a:ea typeface="Calibri" pitchFamily="34" charset="-122"/>
                <a:cs typeface="Calibri" pitchFamily="34" charset="-120"/>
              </a:rPr>
              <a:t>PRONUNCIACIÓN</a:t>
            </a:r>
            <a:endParaRPr lang="en-US" sz="900" dirty="0"/>
          </a:p>
        </p:txBody>
      </p:sp>
      <p:sp>
        <p:nvSpPr>
          <p:cNvPr id="11" name="Text 9"/>
          <p:cNvSpPr/>
          <p:nvPr/>
        </p:nvSpPr>
        <p:spPr>
          <a:xfrm>
            <a:off x="6309360" y="2971800"/>
            <a:ext cx="5120640" cy="640080"/>
          </a:xfrm>
          <a:prstGeom prst="rect">
            <a:avLst/>
          </a:prstGeom>
          <a:noFill/>
          <a:ln/>
        </p:spPr>
        <p:txBody>
          <a:bodyPr wrap="square" lIns="0" tIns="0" rIns="0" bIns="0" rtlCol="0" anchor="ctr"/>
          <a:lstStyle/>
          <a:p>
            <a:pPr marL="0" indent="0">
              <a:buNone/>
            </a:pPr>
            <a:r>
              <a:rPr lang="en-US" sz="3800" b="1" i="1" dirty="0">
                <a:solidFill>
                  <a:srgbClr val="1E1E2A"/>
                </a:solidFill>
                <a:latin typeface="Calibri" pitchFamily="34" charset="0"/>
                <a:ea typeface="Calibri" pitchFamily="34" charset="-122"/>
                <a:cs typeface="Calibri" pitchFamily="34" charset="-120"/>
              </a:rPr>
              <a:t>"t"</a:t>
            </a:r>
            <a:endParaRPr lang="en-US" sz="3800" dirty="0"/>
          </a:p>
        </p:txBody>
      </p:sp>
      <p:sp>
        <p:nvSpPr>
          <p:cNvPr id="12" name="Shape 10"/>
          <p:cNvSpPr/>
          <p:nvPr/>
        </p:nvSpPr>
        <p:spPr>
          <a:xfrm>
            <a:off x="6126480" y="3840480"/>
            <a:ext cx="2560320" cy="2423160"/>
          </a:xfrm>
          <a:prstGeom prst="roundRect">
            <a:avLst>
              <a:gd name="adj" fmla="val 5660"/>
            </a:avLst>
          </a:prstGeom>
          <a:solidFill>
            <a:srgbClr val="F6F6F6"/>
          </a:solidFill>
          <a:ln w="19050">
            <a:solidFill>
              <a:srgbClr val="A79BFF"/>
            </a:solidFill>
            <a:prstDash val="solid"/>
          </a:ln>
        </p:spPr>
      </p:sp>
      <p:sp>
        <p:nvSpPr>
          <p:cNvPr id="13" name="Text 11"/>
          <p:cNvSpPr/>
          <p:nvPr/>
        </p:nvSpPr>
        <p:spPr>
          <a:xfrm>
            <a:off x="6126480" y="3931920"/>
            <a:ext cx="2560320" cy="274320"/>
          </a:xfrm>
          <a:prstGeom prst="rect">
            <a:avLst/>
          </a:prstGeom>
          <a:noFill/>
          <a:ln/>
        </p:spPr>
        <p:txBody>
          <a:bodyPr wrap="square" lIns="0" tIns="0" rIns="0" bIns="0" rtlCol="0" anchor="ctr"/>
          <a:lstStyle/>
          <a:p>
            <a:pPr marL="0" indent="0" algn="ctr">
              <a:buNone/>
            </a:pPr>
            <a:r>
              <a:rPr lang="en-US" sz="900" b="1" kern="0" spc="300" dirty="0">
                <a:solidFill>
                  <a:srgbClr val="A79BFF"/>
                </a:solidFill>
                <a:latin typeface="Calibri" pitchFamily="34" charset="0"/>
                <a:ea typeface="Calibri" pitchFamily="34" charset="-122"/>
                <a:cs typeface="Calibri" pitchFamily="34" charset="-120"/>
              </a:rPr>
              <a:t>ORDEN DE TRAZO</a:t>
            </a:r>
            <a:endParaRPr lang="en-US" sz="900" dirty="0"/>
          </a:p>
        </p:txBody>
      </p:sp>
      <p:pic>
        <p:nvPicPr>
          <p:cNvPr id="14" name="Image 0" descr="preencoded.png"/>
          <p:cNvPicPr>
            <a:picLocks noChangeAspect="1"/>
          </p:cNvPicPr>
          <p:nvPr/>
        </p:nvPicPr>
        <p:blipFill>
          <a:blip r:embed="rId3"/>
          <a:stretch>
            <a:fillRect/>
          </a:stretch>
        </p:blipFill>
        <p:spPr>
          <a:xfrm>
            <a:off x="6606540" y="4251960"/>
            <a:ext cx="1600200" cy="1600200"/>
          </a:xfrm>
          <a:prstGeom prst="rect">
            <a:avLst/>
          </a:prstGeom>
        </p:spPr>
      </p:pic>
      <p:sp>
        <p:nvSpPr>
          <p:cNvPr id="15" name="Text 12"/>
          <p:cNvSpPr/>
          <p:nvPr/>
        </p:nvSpPr>
        <p:spPr>
          <a:xfrm>
            <a:off x="6126480" y="5897880"/>
            <a:ext cx="2560320" cy="292608"/>
          </a:xfrm>
          <a:prstGeom prst="rect">
            <a:avLst/>
          </a:prstGeom>
          <a:noFill/>
          <a:ln/>
        </p:spPr>
        <p:txBody>
          <a:bodyPr wrap="square" lIns="0" tIns="0" rIns="0" bIns="0" rtlCol="0" anchor="ctr"/>
          <a:lstStyle/>
          <a:p>
            <a:pPr marL="0" indent="0" algn="ctr">
              <a:buNone/>
            </a:pPr>
            <a:r>
              <a:rPr lang="en-US" sz="1200" i="1" dirty="0">
                <a:solidFill>
                  <a:srgbClr val="4A4A55"/>
                </a:solidFill>
                <a:latin typeface="Calibri" pitchFamily="34" charset="0"/>
                <a:ea typeface="Calibri" pitchFamily="34" charset="-122"/>
                <a:cs typeface="Calibri" pitchFamily="34" charset="-120"/>
              </a:rPr>
              <a:t>3 trazos</a:t>
            </a:r>
            <a:endParaRPr lang="en-US" sz="1200" dirty="0"/>
          </a:p>
        </p:txBody>
      </p:sp>
      <p:sp>
        <p:nvSpPr>
          <p:cNvPr id="16" name="Shape 13"/>
          <p:cNvSpPr/>
          <p:nvPr/>
        </p:nvSpPr>
        <p:spPr>
          <a:xfrm>
            <a:off x="8869680" y="3840480"/>
            <a:ext cx="2743200" cy="2423160"/>
          </a:xfrm>
          <a:prstGeom prst="roundRect">
            <a:avLst>
              <a:gd name="adj" fmla="val 5660"/>
            </a:avLst>
          </a:prstGeom>
          <a:solidFill>
            <a:srgbClr val="EDE8FF"/>
          </a:solidFill>
          <a:ln w="19050">
            <a:solidFill>
              <a:srgbClr val="A79BFF"/>
            </a:solidFill>
            <a:prstDash val="solid"/>
          </a:ln>
        </p:spPr>
      </p:sp>
      <p:sp>
        <p:nvSpPr>
          <p:cNvPr id="17" name="Text 14"/>
          <p:cNvSpPr/>
          <p:nvPr/>
        </p:nvSpPr>
        <p:spPr>
          <a:xfrm>
            <a:off x="9006840" y="3931920"/>
            <a:ext cx="2468880" cy="274320"/>
          </a:xfrm>
          <a:prstGeom prst="rect">
            <a:avLst/>
          </a:prstGeom>
          <a:noFill/>
          <a:ln/>
        </p:spPr>
        <p:txBody>
          <a:bodyPr wrap="square" lIns="0" tIns="0" rIns="0" bIns="0" rtlCol="0" anchor="ctr"/>
          <a:lstStyle/>
          <a:p>
            <a:pPr marL="0" indent="0">
              <a:buNone/>
            </a:pPr>
            <a:r>
              <a:rPr lang="en-US" sz="900" b="1" kern="0" spc="300" dirty="0">
                <a:solidFill>
                  <a:srgbClr val="A79BFF"/>
                </a:solidFill>
                <a:latin typeface="Calibri" pitchFamily="34" charset="0"/>
                <a:ea typeface="Calibri" pitchFamily="34" charset="-122"/>
                <a:cs typeface="Calibri" pitchFamily="34" charset="-120"/>
              </a:rPr>
              <a:t>EJEMPLOS</a:t>
            </a:r>
            <a:endParaRPr lang="en-US" sz="900" dirty="0"/>
          </a:p>
        </p:txBody>
      </p:sp>
      <p:sp>
        <p:nvSpPr>
          <p:cNvPr id="18" name="Text 15"/>
          <p:cNvSpPr/>
          <p:nvPr/>
        </p:nvSpPr>
        <p:spPr>
          <a:xfrm>
            <a:off x="9006840" y="4297680"/>
            <a:ext cx="2468880" cy="1828800"/>
          </a:xfrm>
          <a:prstGeom prst="rect">
            <a:avLst/>
          </a:prstGeom>
          <a:noFill/>
          <a:ln/>
        </p:spPr>
        <p:txBody>
          <a:bodyPr wrap="square" lIns="0" tIns="0" rIns="0" bIns="0" rtlCol="0" anchor="t"/>
          <a:lstStyle/>
          <a:p>
            <a:pPr marL="0" indent="0">
              <a:spcAft>
                <a:spcPts val="800"/>
              </a:spcAft>
              <a:buNone/>
            </a:pPr>
            <a:r>
              <a:rPr lang="en-US" sz="2200" b="1" dirty="0">
                <a:solidFill>
                  <a:srgbClr val="1E1E2A"/>
                </a:solidFill>
                <a:latin typeface="Malgun Gothic" pitchFamily="34" charset="0"/>
                <a:ea typeface="Malgun Gothic" pitchFamily="34" charset="-122"/>
                <a:cs typeface="Malgun Gothic" pitchFamily="34" charset="-120"/>
              </a:rPr>
              <a:t>타조</a:t>
            </a:r>
            <a:r>
              <a:rPr lang="en-US" sz="1300" i="1" dirty="0">
                <a:solidFill>
                  <a:srgbClr val="4A4A55"/>
                </a:solidFill>
              </a:rPr>
              <a:t>   avestruz</a:t>
            </a:r>
            <a:endParaRPr lang="en-US" sz="2200" dirty="0"/>
          </a:p>
          <a:p>
            <a:pPr marL="0" indent="0">
              <a:spcAft>
                <a:spcPts val="800"/>
              </a:spcAft>
              <a:buNone/>
            </a:pPr>
            <a:r>
              <a:rPr lang="en-US" sz="2200" b="1" dirty="0">
                <a:solidFill>
                  <a:srgbClr val="1E1E2A"/>
                </a:solidFill>
                <a:latin typeface="Malgun Gothic" pitchFamily="34" charset="0"/>
                <a:ea typeface="Malgun Gothic" pitchFamily="34" charset="-122"/>
                <a:cs typeface="Malgun Gothic" pitchFamily="34" charset="-120"/>
              </a:rPr>
              <a:t>토끼</a:t>
            </a:r>
            <a:r>
              <a:rPr lang="en-US" sz="1300" i="1" dirty="0">
                <a:solidFill>
                  <a:srgbClr val="4A4A55"/>
                </a:solidFill>
              </a:rPr>
              <a:t>   conejo</a:t>
            </a:r>
            <a:endParaRPr lang="en-US" sz="2200" dirty="0"/>
          </a:p>
        </p:txBody>
      </p:sp>
      <p:sp>
        <p:nvSpPr>
          <p:cNvPr id="20" name="Text 16"/>
          <p:cNvSpPr/>
          <p:nvPr/>
        </p:nvSpPr>
        <p:spPr>
          <a:xfrm>
            <a:off x="365760" y="6446520"/>
            <a:ext cx="5486400" cy="228600"/>
          </a:xfrm>
          <a:prstGeom prst="rect">
            <a:avLst/>
          </a:prstGeom>
          <a:noFill/>
          <a:ln/>
        </p:spPr>
        <p:txBody>
          <a:bodyPr wrap="square" lIns="0" tIns="0" rIns="0" bIns="0" rtlCol="0" anchor="ctr"/>
          <a:lstStyle/>
          <a:p>
            <a:pPr marL="0" indent="0">
              <a:buNone/>
            </a:pPr>
            <a:r>
              <a:rPr lang="en-US" sz="800" kern="0" spc="300" dirty="0">
                <a:solidFill>
                  <a:srgbClr val="4A4A55"/>
                </a:solidFill>
                <a:latin typeface="Calibri" pitchFamily="34" charset="0"/>
                <a:ea typeface="Calibri" pitchFamily="34" charset="-122"/>
                <a:cs typeface="Calibri" pitchFamily="34" charset="-120"/>
              </a:rPr>
              <a:t>ACADEMIA SEÚL  ·  METHOD CHINGU™</a:t>
            </a:r>
            <a:endParaRPr lang="en-US" sz="800" dirty="0"/>
          </a:p>
        </p:txBody>
      </p:sp>
      <p:sp>
        <p:nvSpPr>
          <p:cNvPr id="21" name="Text 17"/>
          <p:cNvSpPr/>
          <p:nvPr/>
        </p:nvSpPr>
        <p:spPr>
          <a:xfrm>
            <a:off x="11277295" y="6446520"/>
            <a:ext cx="548640" cy="228600"/>
          </a:xfrm>
          <a:prstGeom prst="rect">
            <a:avLst/>
          </a:prstGeom>
          <a:noFill/>
          <a:ln/>
        </p:spPr>
        <p:txBody>
          <a:bodyPr wrap="square" lIns="0" tIns="0" rIns="0" bIns="0" rtlCol="0" anchor="ctr"/>
          <a:lstStyle/>
          <a:p>
            <a:pPr marL="0" indent="0" algn="r">
              <a:buNone/>
            </a:pPr>
            <a:r>
              <a:rPr lang="en-US" sz="800" dirty="0">
                <a:solidFill>
                  <a:srgbClr val="4A4A55"/>
                </a:solidFill>
                <a:latin typeface="Calibri" pitchFamily="34" charset="0"/>
                <a:ea typeface="Calibri" pitchFamily="34" charset="-122"/>
                <a:cs typeface="Calibri" pitchFamily="34" charset="-120"/>
              </a:rPr>
              <a:t>42</a:t>
            </a:r>
            <a:endParaRPr lang="en-US" sz="800" dirty="0"/>
          </a:p>
        </p:txBody>
      </p:sp>
      <p:pic>
        <p:nvPicPr>
          <p:cNvPr id="22" name="Image 0" descr="/sessions/sleepy-zen-cray/mnt/outputs/deck_assets/logo_var2_azul.png">
            <a:extLst>
              <a:ext uri="{FF2B5EF4-FFF2-40B4-BE49-F238E27FC236}">
                <a16:creationId xmlns:a16="http://schemas.microsoft.com/office/drawing/2014/main" id="{EBD1B13B-E7F0-0F0E-3288-5F8739A9D948}"/>
              </a:ext>
            </a:extLst>
          </p:cNvPr>
          <p:cNvPicPr>
            <a:picLocks noChangeAspect="1"/>
          </p:cNvPicPr>
          <p:nvPr/>
        </p:nvPicPr>
        <p:blipFill>
          <a:blip r:embed="rId4"/>
          <a:stretch>
            <a:fillRect/>
          </a:stretch>
        </p:blipFill>
        <p:spPr>
          <a:xfrm>
            <a:off x="9778365" y="-760095"/>
            <a:ext cx="2571750" cy="2571750"/>
          </a:xfrm>
          <a:prstGeom prst="rect">
            <a:avLst/>
          </a:prstGeom>
        </p:spPr>
      </p:pic>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57200" y="411480"/>
            <a:ext cx="10972800" cy="274320"/>
          </a:xfrm>
          <a:prstGeom prst="rect">
            <a:avLst/>
          </a:prstGeom>
          <a:noFill/>
          <a:ln/>
        </p:spPr>
        <p:txBody>
          <a:bodyPr wrap="square" lIns="0" tIns="0" rIns="0" bIns="0" rtlCol="0" anchor="ctr"/>
          <a:lstStyle/>
          <a:p>
            <a:pPr marL="0" indent="0">
              <a:buNone/>
            </a:pPr>
            <a:r>
              <a:rPr lang="en-US" sz="1100" b="1" kern="0" spc="500" dirty="0">
                <a:solidFill>
                  <a:srgbClr val="FE6768"/>
                </a:solidFill>
                <a:latin typeface="Calibri" pitchFamily="34" charset="0"/>
                <a:ea typeface="Calibri" pitchFamily="34" charset="-122"/>
                <a:cs typeface="Calibri" pitchFamily="34" charset="-120"/>
              </a:rPr>
              <a:t>§2.4 · CONSONANTES · 설음</a:t>
            </a:r>
            <a:endParaRPr lang="en-US" sz="1100" dirty="0"/>
          </a:p>
        </p:txBody>
      </p:sp>
      <p:sp>
        <p:nvSpPr>
          <p:cNvPr id="3" name="Text 1"/>
          <p:cNvSpPr/>
          <p:nvPr/>
        </p:nvSpPr>
        <p:spPr>
          <a:xfrm>
            <a:off x="457200" y="777240"/>
            <a:ext cx="10972800" cy="822960"/>
          </a:xfrm>
          <a:prstGeom prst="rect">
            <a:avLst/>
          </a:prstGeom>
          <a:noFill/>
          <a:ln/>
        </p:spPr>
        <p:txBody>
          <a:bodyPr wrap="square" lIns="0" tIns="0" rIns="0" bIns="0" rtlCol="0" anchor="ctr"/>
          <a:lstStyle/>
          <a:p>
            <a:pPr marL="0" indent="0">
              <a:buNone/>
            </a:pPr>
            <a:r>
              <a:rPr lang="en-US" sz="4000" b="1" dirty="0">
                <a:solidFill>
                  <a:srgbClr val="4036ED"/>
                </a:solidFill>
                <a:latin typeface="Calibri" pitchFamily="34" charset="0"/>
                <a:ea typeface="Calibri" pitchFamily="34" charset="-122"/>
                <a:cs typeface="Calibri" pitchFamily="34" charset="-120"/>
              </a:rPr>
              <a:t>Consonante · ㄸ</a:t>
            </a:r>
            <a:endParaRPr lang="en-US" sz="4000" dirty="0"/>
          </a:p>
        </p:txBody>
      </p:sp>
      <p:sp>
        <p:nvSpPr>
          <p:cNvPr id="4" name="Text 2"/>
          <p:cNvSpPr/>
          <p:nvPr/>
        </p:nvSpPr>
        <p:spPr>
          <a:xfrm>
            <a:off x="457200" y="1691640"/>
            <a:ext cx="10972800" cy="457200"/>
          </a:xfrm>
          <a:prstGeom prst="rect">
            <a:avLst/>
          </a:prstGeom>
          <a:noFill/>
          <a:ln/>
        </p:spPr>
        <p:txBody>
          <a:bodyPr wrap="square" lIns="0" tIns="0" rIns="0" bIns="0" rtlCol="0" anchor="ctr"/>
          <a:lstStyle/>
          <a:p>
            <a:pPr marL="0" indent="0">
              <a:buNone/>
            </a:pPr>
            <a:r>
              <a:rPr lang="en-US" sz="1400" i="1" dirty="0">
                <a:solidFill>
                  <a:srgbClr val="4A4A55"/>
                </a:solidFill>
                <a:latin typeface="Calibri" pitchFamily="34" charset="0"/>
                <a:ea typeface="Calibri" pitchFamily="34" charset="-122"/>
                <a:cs typeface="Calibri" pitchFamily="34" charset="-120"/>
              </a:rPr>
              <a:t>"t" tensa — sin soplo, apretada</a:t>
            </a:r>
            <a:endParaRPr lang="en-US" sz="1400" dirty="0"/>
          </a:p>
        </p:txBody>
      </p:sp>
      <p:sp>
        <p:nvSpPr>
          <p:cNvPr id="5" name="Text 3"/>
          <p:cNvSpPr/>
          <p:nvPr/>
        </p:nvSpPr>
        <p:spPr>
          <a:xfrm>
            <a:off x="8488375" y="914400"/>
            <a:ext cx="3200400" cy="365760"/>
          </a:xfrm>
          <a:prstGeom prst="rect">
            <a:avLst/>
          </a:prstGeom>
          <a:noFill/>
          <a:ln/>
        </p:spPr>
        <p:txBody>
          <a:bodyPr wrap="square" lIns="0" tIns="0" rIns="0" bIns="0" rtlCol="0" anchor="ctr"/>
          <a:lstStyle/>
          <a:p>
            <a:pPr marL="0" indent="0" algn="r">
              <a:buNone/>
            </a:pPr>
            <a:r>
              <a:rPr lang="en-US" sz="1100" b="1" kern="0" spc="300" dirty="0">
                <a:solidFill>
                  <a:srgbClr val="A79BFF"/>
                </a:solidFill>
                <a:latin typeface="Calibri" pitchFamily="34" charset="0"/>
                <a:ea typeface="Calibri" pitchFamily="34" charset="-122"/>
                <a:cs typeface="Calibri" pitchFamily="34" charset="-120"/>
              </a:rPr>
              <a:t>설음 · LENGUA (ALVEOLAR)</a:t>
            </a:r>
            <a:endParaRPr lang="en-US" sz="1100" dirty="0"/>
          </a:p>
        </p:txBody>
      </p:sp>
      <p:sp>
        <p:nvSpPr>
          <p:cNvPr id="6" name="Text 4"/>
          <p:cNvSpPr/>
          <p:nvPr/>
        </p:nvSpPr>
        <p:spPr>
          <a:xfrm>
            <a:off x="8488375" y="1280160"/>
            <a:ext cx="3200400" cy="274320"/>
          </a:xfrm>
          <a:prstGeom prst="rect">
            <a:avLst/>
          </a:prstGeom>
          <a:noFill/>
          <a:ln/>
        </p:spPr>
        <p:txBody>
          <a:bodyPr wrap="square" lIns="0" tIns="0" rIns="0" bIns="0" rtlCol="0" anchor="ctr"/>
          <a:lstStyle/>
          <a:p>
            <a:pPr marL="0" indent="0" algn="r">
              <a:buNone/>
            </a:pPr>
            <a:r>
              <a:rPr lang="en-US" sz="900" kern="0" spc="400" dirty="0">
                <a:solidFill>
                  <a:srgbClr val="4A4A55"/>
                </a:solidFill>
                <a:latin typeface="Calibri" pitchFamily="34" charset="0"/>
                <a:ea typeface="Calibri" pitchFamily="34" charset="-122"/>
                <a:cs typeface="Calibri" pitchFamily="34" charset="-120"/>
              </a:rPr>
              <a:t>DOBLE</a:t>
            </a:r>
            <a:endParaRPr lang="en-US" sz="900" dirty="0"/>
          </a:p>
        </p:txBody>
      </p:sp>
      <p:sp>
        <p:nvSpPr>
          <p:cNvPr id="7" name="Shape 5"/>
          <p:cNvSpPr/>
          <p:nvPr/>
        </p:nvSpPr>
        <p:spPr>
          <a:xfrm>
            <a:off x="640080" y="2606040"/>
            <a:ext cx="5120640" cy="3657600"/>
          </a:xfrm>
          <a:prstGeom prst="roundRect">
            <a:avLst>
              <a:gd name="adj" fmla="val 7500"/>
            </a:avLst>
          </a:prstGeom>
          <a:solidFill>
            <a:srgbClr val="A79BFF"/>
          </a:solidFill>
          <a:ln w="12700">
            <a:solidFill>
              <a:srgbClr val="A79BFF"/>
            </a:solidFill>
            <a:prstDash val="solid"/>
          </a:ln>
        </p:spPr>
      </p:sp>
      <p:sp>
        <p:nvSpPr>
          <p:cNvPr id="8" name="Text 6"/>
          <p:cNvSpPr/>
          <p:nvPr/>
        </p:nvSpPr>
        <p:spPr>
          <a:xfrm>
            <a:off x="640080" y="2606040"/>
            <a:ext cx="5120640" cy="3657600"/>
          </a:xfrm>
          <a:prstGeom prst="rect">
            <a:avLst/>
          </a:prstGeom>
          <a:noFill/>
          <a:ln/>
        </p:spPr>
        <p:txBody>
          <a:bodyPr wrap="square" lIns="0" tIns="0" rIns="0" bIns="0" rtlCol="0" anchor="ctr"/>
          <a:lstStyle/>
          <a:p>
            <a:pPr marL="0" indent="0" algn="ctr">
              <a:buNone/>
            </a:pPr>
            <a:r>
              <a:rPr lang="en-US" sz="24000" b="1" dirty="0">
                <a:solidFill>
                  <a:srgbClr val="F6F6F6"/>
                </a:solidFill>
                <a:latin typeface="Malgun Gothic" pitchFamily="34" charset="0"/>
                <a:ea typeface="Malgun Gothic" pitchFamily="34" charset="-122"/>
                <a:cs typeface="Malgun Gothic" pitchFamily="34" charset="-120"/>
              </a:rPr>
              <a:t>ㄸ</a:t>
            </a:r>
            <a:endParaRPr lang="en-US" sz="24000" dirty="0"/>
          </a:p>
        </p:txBody>
      </p:sp>
      <p:sp>
        <p:nvSpPr>
          <p:cNvPr id="9" name="Shape 7"/>
          <p:cNvSpPr/>
          <p:nvPr/>
        </p:nvSpPr>
        <p:spPr>
          <a:xfrm>
            <a:off x="6126480" y="2606040"/>
            <a:ext cx="5486400" cy="1097280"/>
          </a:xfrm>
          <a:prstGeom prst="roundRect">
            <a:avLst>
              <a:gd name="adj" fmla="val 12500"/>
            </a:avLst>
          </a:prstGeom>
          <a:solidFill>
            <a:srgbClr val="EDE8FF"/>
          </a:solidFill>
          <a:ln w="19050">
            <a:solidFill>
              <a:srgbClr val="A79BFF"/>
            </a:solidFill>
            <a:prstDash val="solid"/>
          </a:ln>
        </p:spPr>
      </p:sp>
      <p:sp>
        <p:nvSpPr>
          <p:cNvPr id="10" name="Text 8"/>
          <p:cNvSpPr/>
          <p:nvPr/>
        </p:nvSpPr>
        <p:spPr>
          <a:xfrm>
            <a:off x="6309360" y="2697480"/>
            <a:ext cx="5120640" cy="274320"/>
          </a:xfrm>
          <a:prstGeom prst="rect">
            <a:avLst/>
          </a:prstGeom>
          <a:noFill/>
          <a:ln/>
        </p:spPr>
        <p:txBody>
          <a:bodyPr wrap="square" lIns="0" tIns="0" rIns="0" bIns="0" rtlCol="0" anchor="ctr"/>
          <a:lstStyle/>
          <a:p>
            <a:pPr marL="0" indent="0">
              <a:buNone/>
            </a:pPr>
            <a:r>
              <a:rPr lang="en-US" sz="900" b="1" kern="0" spc="400" dirty="0">
                <a:solidFill>
                  <a:srgbClr val="A79BFF"/>
                </a:solidFill>
                <a:latin typeface="Calibri" pitchFamily="34" charset="0"/>
                <a:ea typeface="Calibri" pitchFamily="34" charset="-122"/>
                <a:cs typeface="Calibri" pitchFamily="34" charset="-120"/>
              </a:rPr>
              <a:t>PRONUNCIACIÓN</a:t>
            </a:r>
            <a:endParaRPr lang="en-US" sz="900" dirty="0"/>
          </a:p>
        </p:txBody>
      </p:sp>
      <p:sp>
        <p:nvSpPr>
          <p:cNvPr id="11" name="Text 9"/>
          <p:cNvSpPr/>
          <p:nvPr/>
        </p:nvSpPr>
        <p:spPr>
          <a:xfrm>
            <a:off x="6309360" y="2971800"/>
            <a:ext cx="5120640" cy="640080"/>
          </a:xfrm>
          <a:prstGeom prst="rect">
            <a:avLst/>
          </a:prstGeom>
          <a:noFill/>
          <a:ln/>
        </p:spPr>
        <p:txBody>
          <a:bodyPr wrap="square" lIns="0" tIns="0" rIns="0" bIns="0" rtlCol="0" anchor="ctr"/>
          <a:lstStyle/>
          <a:p>
            <a:pPr marL="0" indent="0">
              <a:buNone/>
            </a:pPr>
            <a:r>
              <a:rPr lang="en-US" sz="3800" b="1" i="1" dirty="0">
                <a:solidFill>
                  <a:srgbClr val="1E1E2A"/>
                </a:solidFill>
                <a:latin typeface="Calibri" pitchFamily="34" charset="0"/>
                <a:ea typeface="Calibri" pitchFamily="34" charset="-122"/>
                <a:cs typeface="Calibri" pitchFamily="34" charset="-120"/>
              </a:rPr>
              <a:t>"tt"</a:t>
            </a:r>
            <a:endParaRPr lang="en-US" sz="3800" dirty="0"/>
          </a:p>
        </p:txBody>
      </p:sp>
      <p:sp>
        <p:nvSpPr>
          <p:cNvPr id="12" name="Shape 10"/>
          <p:cNvSpPr/>
          <p:nvPr/>
        </p:nvSpPr>
        <p:spPr>
          <a:xfrm>
            <a:off x="6126480" y="3840480"/>
            <a:ext cx="2560320" cy="2423160"/>
          </a:xfrm>
          <a:prstGeom prst="roundRect">
            <a:avLst>
              <a:gd name="adj" fmla="val 5660"/>
            </a:avLst>
          </a:prstGeom>
          <a:solidFill>
            <a:srgbClr val="F6F6F6"/>
          </a:solidFill>
          <a:ln w="19050">
            <a:solidFill>
              <a:srgbClr val="A79BFF"/>
            </a:solidFill>
            <a:prstDash val="solid"/>
          </a:ln>
        </p:spPr>
      </p:sp>
      <p:sp>
        <p:nvSpPr>
          <p:cNvPr id="13" name="Text 11"/>
          <p:cNvSpPr/>
          <p:nvPr/>
        </p:nvSpPr>
        <p:spPr>
          <a:xfrm>
            <a:off x="6126480" y="3931920"/>
            <a:ext cx="2560320" cy="274320"/>
          </a:xfrm>
          <a:prstGeom prst="rect">
            <a:avLst/>
          </a:prstGeom>
          <a:noFill/>
          <a:ln/>
        </p:spPr>
        <p:txBody>
          <a:bodyPr wrap="square" lIns="0" tIns="0" rIns="0" bIns="0" rtlCol="0" anchor="ctr"/>
          <a:lstStyle/>
          <a:p>
            <a:pPr marL="0" indent="0" algn="ctr">
              <a:buNone/>
            </a:pPr>
            <a:r>
              <a:rPr lang="en-US" sz="900" b="1" kern="0" spc="300" dirty="0">
                <a:solidFill>
                  <a:srgbClr val="A79BFF"/>
                </a:solidFill>
                <a:latin typeface="Calibri" pitchFamily="34" charset="0"/>
                <a:ea typeface="Calibri" pitchFamily="34" charset="-122"/>
                <a:cs typeface="Calibri" pitchFamily="34" charset="-120"/>
              </a:rPr>
              <a:t>ORDEN DE TRAZO</a:t>
            </a:r>
            <a:endParaRPr lang="en-US" sz="900" dirty="0"/>
          </a:p>
        </p:txBody>
      </p:sp>
      <p:pic>
        <p:nvPicPr>
          <p:cNvPr id="14" name="Image 0" descr="preencoded.png"/>
          <p:cNvPicPr>
            <a:picLocks noChangeAspect="1"/>
          </p:cNvPicPr>
          <p:nvPr/>
        </p:nvPicPr>
        <p:blipFill>
          <a:blip r:embed="rId3"/>
          <a:stretch>
            <a:fillRect/>
          </a:stretch>
        </p:blipFill>
        <p:spPr>
          <a:xfrm>
            <a:off x="6606540" y="4251960"/>
            <a:ext cx="1600200" cy="1600200"/>
          </a:xfrm>
          <a:prstGeom prst="rect">
            <a:avLst/>
          </a:prstGeom>
        </p:spPr>
      </p:pic>
      <p:sp>
        <p:nvSpPr>
          <p:cNvPr id="15" name="Text 12"/>
          <p:cNvSpPr/>
          <p:nvPr/>
        </p:nvSpPr>
        <p:spPr>
          <a:xfrm>
            <a:off x="6126480" y="5897880"/>
            <a:ext cx="2560320" cy="292608"/>
          </a:xfrm>
          <a:prstGeom prst="rect">
            <a:avLst/>
          </a:prstGeom>
          <a:noFill/>
          <a:ln/>
        </p:spPr>
        <p:txBody>
          <a:bodyPr wrap="square" lIns="0" tIns="0" rIns="0" bIns="0" rtlCol="0" anchor="ctr"/>
          <a:lstStyle/>
          <a:p>
            <a:pPr marL="0" indent="0" algn="ctr">
              <a:buNone/>
            </a:pPr>
            <a:r>
              <a:rPr lang="en-US" sz="1200" i="1" dirty="0">
                <a:solidFill>
                  <a:srgbClr val="4A4A55"/>
                </a:solidFill>
                <a:latin typeface="Calibri" pitchFamily="34" charset="0"/>
                <a:ea typeface="Calibri" pitchFamily="34" charset="-122"/>
                <a:cs typeface="Calibri" pitchFamily="34" charset="-120"/>
              </a:rPr>
              <a:t>4 trazos</a:t>
            </a:r>
            <a:endParaRPr lang="en-US" sz="1200" dirty="0"/>
          </a:p>
        </p:txBody>
      </p:sp>
      <p:sp>
        <p:nvSpPr>
          <p:cNvPr id="16" name="Shape 13"/>
          <p:cNvSpPr/>
          <p:nvPr/>
        </p:nvSpPr>
        <p:spPr>
          <a:xfrm>
            <a:off x="8869680" y="3840480"/>
            <a:ext cx="2743200" cy="2423160"/>
          </a:xfrm>
          <a:prstGeom prst="roundRect">
            <a:avLst>
              <a:gd name="adj" fmla="val 5660"/>
            </a:avLst>
          </a:prstGeom>
          <a:solidFill>
            <a:srgbClr val="EDE8FF"/>
          </a:solidFill>
          <a:ln w="19050">
            <a:solidFill>
              <a:srgbClr val="A79BFF"/>
            </a:solidFill>
            <a:prstDash val="solid"/>
          </a:ln>
        </p:spPr>
      </p:sp>
      <p:sp>
        <p:nvSpPr>
          <p:cNvPr id="17" name="Text 14"/>
          <p:cNvSpPr/>
          <p:nvPr/>
        </p:nvSpPr>
        <p:spPr>
          <a:xfrm>
            <a:off x="9006840" y="3931920"/>
            <a:ext cx="2468880" cy="274320"/>
          </a:xfrm>
          <a:prstGeom prst="rect">
            <a:avLst/>
          </a:prstGeom>
          <a:noFill/>
          <a:ln/>
        </p:spPr>
        <p:txBody>
          <a:bodyPr wrap="square" lIns="0" tIns="0" rIns="0" bIns="0" rtlCol="0" anchor="ctr"/>
          <a:lstStyle/>
          <a:p>
            <a:pPr marL="0" indent="0">
              <a:buNone/>
            </a:pPr>
            <a:r>
              <a:rPr lang="en-US" sz="900" b="1" kern="0" spc="300" dirty="0">
                <a:solidFill>
                  <a:srgbClr val="A79BFF"/>
                </a:solidFill>
                <a:latin typeface="Calibri" pitchFamily="34" charset="0"/>
                <a:ea typeface="Calibri" pitchFamily="34" charset="-122"/>
                <a:cs typeface="Calibri" pitchFamily="34" charset="-120"/>
              </a:rPr>
              <a:t>EJEMPLOS</a:t>
            </a:r>
            <a:endParaRPr lang="en-US" sz="900" dirty="0"/>
          </a:p>
        </p:txBody>
      </p:sp>
      <p:sp>
        <p:nvSpPr>
          <p:cNvPr id="18" name="Text 15"/>
          <p:cNvSpPr/>
          <p:nvPr/>
        </p:nvSpPr>
        <p:spPr>
          <a:xfrm>
            <a:off x="9006840" y="4297680"/>
            <a:ext cx="2468880" cy="1828800"/>
          </a:xfrm>
          <a:prstGeom prst="rect">
            <a:avLst/>
          </a:prstGeom>
          <a:noFill/>
          <a:ln/>
        </p:spPr>
        <p:txBody>
          <a:bodyPr wrap="square" lIns="0" tIns="0" rIns="0" bIns="0" rtlCol="0" anchor="t"/>
          <a:lstStyle/>
          <a:p>
            <a:pPr marL="0" indent="0">
              <a:spcAft>
                <a:spcPts val="800"/>
              </a:spcAft>
              <a:buNone/>
            </a:pPr>
            <a:r>
              <a:rPr lang="en-US" sz="2200" b="1" dirty="0">
                <a:solidFill>
                  <a:srgbClr val="1E1E2A"/>
                </a:solidFill>
                <a:latin typeface="Malgun Gothic" pitchFamily="34" charset="0"/>
                <a:ea typeface="Malgun Gothic" pitchFamily="34" charset="-122"/>
                <a:cs typeface="Malgun Gothic" pitchFamily="34" charset="-120"/>
              </a:rPr>
              <a:t>딸</a:t>
            </a:r>
            <a:r>
              <a:rPr lang="en-US" sz="1300" i="1" dirty="0">
                <a:solidFill>
                  <a:srgbClr val="4A4A55"/>
                </a:solidFill>
              </a:rPr>
              <a:t>   hija</a:t>
            </a:r>
            <a:endParaRPr lang="en-US" sz="2200" dirty="0"/>
          </a:p>
          <a:p>
            <a:pPr marL="0" indent="0">
              <a:spcAft>
                <a:spcPts val="800"/>
              </a:spcAft>
              <a:buNone/>
            </a:pPr>
            <a:r>
              <a:rPr lang="en-US" sz="2200" b="1" dirty="0">
                <a:solidFill>
                  <a:srgbClr val="1E1E2A"/>
                </a:solidFill>
                <a:latin typeface="Malgun Gothic" pitchFamily="34" charset="0"/>
                <a:ea typeface="Malgun Gothic" pitchFamily="34" charset="-122"/>
                <a:cs typeface="Malgun Gothic" pitchFamily="34" charset="-120"/>
              </a:rPr>
              <a:t>땅</a:t>
            </a:r>
            <a:r>
              <a:rPr lang="en-US" sz="1300" i="1" dirty="0">
                <a:solidFill>
                  <a:srgbClr val="4A4A55"/>
                </a:solidFill>
              </a:rPr>
              <a:t>   tierra</a:t>
            </a:r>
            <a:endParaRPr lang="en-US" sz="2200" dirty="0"/>
          </a:p>
        </p:txBody>
      </p:sp>
      <p:sp>
        <p:nvSpPr>
          <p:cNvPr id="20" name="Text 16"/>
          <p:cNvSpPr/>
          <p:nvPr/>
        </p:nvSpPr>
        <p:spPr>
          <a:xfrm>
            <a:off x="365760" y="6446520"/>
            <a:ext cx="5486400" cy="228600"/>
          </a:xfrm>
          <a:prstGeom prst="rect">
            <a:avLst/>
          </a:prstGeom>
          <a:noFill/>
          <a:ln/>
        </p:spPr>
        <p:txBody>
          <a:bodyPr wrap="square" lIns="0" tIns="0" rIns="0" bIns="0" rtlCol="0" anchor="ctr"/>
          <a:lstStyle/>
          <a:p>
            <a:pPr marL="0" indent="0">
              <a:buNone/>
            </a:pPr>
            <a:r>
              <a:rPr lang="en-US" sz="800" kern="0" spc="300" dirty="0">
                <a:solidFill>
                  <a:srgbClr val="4A4A55"/>
                </a:solidFill>
                <a:latin typeface="Calibri" pitchFamily="34" charset="0"/>
                <a:ea typeface="Calibri" pitchFamily="34" charset="-122"/>
                <a:cs typeface="Calibri" pitchFamily="34" charset="-120"/>
              </a:rPr>
              <a:t>ACADEMIA SEÚL  ·  METHOD CHINGU™</a:t>
            </a:r>
            <a:endParaRPr lang="en-US" sz="800" dirty="0"/>
          </a:p>
        </p:txBody>
      </p:sp>
      <p:sp>
        <p:nvSpPr>
          <p:cNvPr id="21" name="Text 17"/>
          <p:cNvSpPr/>
          <p:nvPr/>
        </p:nvSpPr>
        <p:spPr>
          <a:xfrm>
            <a:off x="11277295" y="6446520"/>
            <a:ext cx="548640" cy="228600"/>
          </a:xfrm>
          <a:prstGeom prst="rect">
            <a:avLst/>
          </a:prstGeom>
          <a:noFill/>
          <a:ln/>
        </p:spPr>
        <p:txBody>
          <a:bodyPr wrap="square" lIns="0" tIns="0" rIns="0" bIns="0" rtlCol="0" anchor="ctr"/>
          <a:lstStyle/>
          <a:p>
            <a:pPr marL="0" indent="0" algn="r">
              <a:buNone/>
            </a:pPr>
            <a:r>
              <a:rPr lang="en-US" sz="800" dirty="0">
                <a:solidFill>
                  <a:srgbClr val="4A4A55"/>
                </a:solidFill>
                <a:latin typeface="Calibri" pitchFamily="34" charset="0"/>
                <a:ea typeface="Calibri" pitchFamily="34" charset="-122"/>
                <a:cs typeface="Calibri" pitchFamily="34" charset="-120"/>
              </a:rPr>
              <a:t>43</a:t>
            </a:r>
            <a:endParaRPr lang="en-US" sz="800" dirty="0"/>
          </a:p>
        </p:txBody>
      </p:sp>
      <p:pic>
        <p:nvPicPr>
          <p:cNvPr id="22" name="Image 0" descr="/sessions/sleepy-zen-cray/mnt/outputs/deck_assets/logo_var2_azul.png">
            <a:extLst>
              <a:ext uri="{FF2B5EF4-FFF2-40B4-BE49-F238E27FC236}">
                <a16:creationId xmlns:a16="http://schemas.microsoft.com/office/drawing/2014/main" id="{57BA2C89-E193-4B8D-61EA-6994A6274663}"/>
              </a:ext>
            </a:extLst>
          </p:cNvPr>
          <p:cNvPicPr>
            <a:picLocks noChangeAspect="1"/>
          </p:cNvPicPr>
          <p:nvPr/>
        </p:nvPicPr>
        <p:blipFill>
          <a:blip r:embed="rId4"/>
          <a:stretch>
            <a:fillRect/>
          </a:stretch>
        </p:blipFill>
        <p:spPr>
          <a:xfrm>
            <a:off x="9778365" y="-760095"/>
            <a:ext cx="2571750" cy="2571750"/>
          </a:xfrm>
          <a:prstGeom prst="rect">
            <a:avLst/>
          </a:prstGeom>
        </p:spPr>
      </p:pic>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57200" y="411480"/>
            <a:ext cx="10972800" cy="274320"/>
          </a:xfrm>
          <a:prstGeom prst="rect">
            <a:avLst/>
          </a:prstGeom>
          <a:noFill/>
          <a:ln/>
        </p:spPr>
        <p:txBody>
          <a:bodyPr wrap="square" lIns="0" tIns="0" rIns="0" bIns="0" rtlCol="0" anchor="ctr"/>
          <a:lstStyle/>
          <a:p>
            <a:pPr marL="0" indent="0">
              <a:buNone/>
            </a:pPr>
            <a:r>
              <a:rPr lang="en-US" sz="1100" b="1" kern="0" spc="500" dirty="0">
                <a:solidFill>
                  <a:srgbClr val="FE6768"/>
                </a:solidFill>
                <a:latin typeface="Calibri" pitchFamily="34" charset="0"/>
                <a:ea typeface="Calibri" pitchFamily="34" charset="-122"/>
                <a:cs typeface="Calibri" pitchFamily="34" charset="-120"/>
              </a:rPr>
              <a:t>§2.4 · CONSONANTES · 설음</a:t>
            </a:r>
            <a:endParaRPr lang="en-US" sz="1100" dirty="0"/>
          </a:p>
        </p:txBody>
      </p:sp>
      <p:sp>
        <p:nvSpPr>
          <p:cNvPr id="3" name="Text 1"/>
          <p:cNvSpPr/>
          <p:nvPr/>
        </p:nvSpPr>
        <p:spPr>
          <a:xfrm>
            <a:off x="457200" y="777240"/>
            <a:ext cx="10972800" cy="822960"/>
          </a:xfrm>
          <a:prstGeom prst="rect">
            <a:avLst/>
          </a:prstGeom>
          <a:noFill/>
          <a:ln/>
        </p:spPr>
        <p:txBody>
          <a:bodyPr wrap="square" lIns="0" tIns="0" rIns="0" bIns="0" rtlCol="0" anchor="ctr"/>
          <a:lstStyle/>
          <a:p>
            <a:pPr marL="0" indent="0">
              <a:buNone/>
            </a:pPr>
            <a:r>
              <a:rPr lang="en-US" sz="4000" b="1" dirty="0">
                <a:solidFill>
                  <a:srgbClr val="4036ED"/>
                </a:solidFill>
                <a:latin typeface="Calibri" pitchFamily="34" charset="0"/>
                <a:ea typeface="Calibri" pitchFamily="34" charset="-122"/>
                <a:cs typeface="Calibri" pitchFamily="34" charset="-120"/>
              </a:rPr>
              <a:t>Consonante · ㄹ</a:t>
            </a:r>
            <a:endParaRPr lang="en-US" sz="4000" dirty="0"/>
          </a:p>
        </p:txBody>
      </p:sp>
      <p:sp>
        <p:nvSpPr>
          <p:cNvPr id="4" name="Text 2"/>
          <p:cNvSpPr/>
          <p:nvPr/>
        </p:nvSpPr>
        <p:spPr>
          <a:xfrm>
            <a:off x="457200" y="1691640"/>
            <a:ext cx="10972800" cy="457200"/>
          </a:xfrm>
          <a:prstGeom prst="rect">
            <a:avLst/>
          </a:prstGeom>
          <a:noFill/>
          <a:ln/>
        </p:spPr>
        <p:txBody>
          <a:bodyPr wrap="square" lIns="0" tIns="0" rIns="0" bIns="0" rtlCol="0" anchor="ctr"/>
          <a:lstStyle/>
          <a:p>
            <a:pPr marL="0" indent="0">
              <a:buNone/>
            </a:pPr>
            <a:r>
              <a:rPr lang="en-US" sz="1400" i="1" dirty="0">
                <a:solidFill>
                  <a:srgbClr val="4A4A55"/>
                </a:solidFill>
                <a:latin typeface="Calibri" pitchFamily="34" charset="0"/>
                <a:ea typeface="Calibri" pitchFamily="34" charset="-122"/>
                <a:cs typeface="Calibri" pitchFamily="34" charset="-120"/>
              </a:rPr>
              <a:t>"r" suave entre vocales, "l" al final</a:t>
            </a:r>
            <a:endParaRPr lang="en-US" sz="1400" dirty="0"/>
          </a:p>
        </p:txBody>
      </p:sp>
      <p:sp>
        <p:nvSpPr>
          <p:cNvPr id="5" name="Text 3"/>
          <p:cNvSpPr/>
          <p:nvPr/>
        </p:nvSpPr>
        <p:spPr>
          <a:xfrm>
            <a:off x="8488375" y="914400"/>
            <a:ext cx="3200400" cy="365760"/>
          </a:xfrm>
          <a:prstGeom prst="rect">
            <a:avLst/>
          </a:prstGeom>
          <a:noFill/>
          <a:ln/>
        </p:spPr>
        <p:txBody>
          <a:bodyPr wrap="square" lIns="0" tIns="0" rIns="0" bIns="0" rtlCol="0" anchor="ctr"/>
          <a:lstStyle/>
          <a:p>
            <a:pPr marL="0" indent="0" algn="r">
              <a:buNone/>
            </a:pPr>
            <a:r>
              <a:rPr lang="en-US" sz="1100" b="1" kern="0" spc="300" dirty="0">
                <a:solidFill>
                  <a:srgbClr val="A79BFF"/>
                </a:solidFill>
                <a:latin typeface="Calibri" pitchFamily="34" charset="0"/>
                <a:ea typeface="Calibri" pitchFamily="34" charset="-122"/>
                <a:cs typeface="Calibri" pitchFamily="34" charset="-120"/>
              </a:rPr>
              <a:t>설음 · LENGUA (ALVEOLAR)</a:t>
            </a:r>
            <a:endParaRPr lang="en-US" sz="1100" dirty="0"/>
          </a:p>
        </p:txBody>
      </p:sp>
      <p:sp>
        <p:nvSpPr>
          <p:cNvPr id="6" name="Text 4"/>
          <p:cNvSpPr/>
          <p:nvPr/>
        </p:nvSpPr>
        <p:spPr>
          <a:xfrm>
            <a:off x="8488375" y="1280160"/>
            <a:ext cx="3200400" cy="274320"/>
          </a:xfrm>
          <a:prstGeom prst="rect">
            <a:avLst/>
          </a:prstGeom>
          <a:noFill/>
          <a:ln/>
        </p:spPr>
        <p:txBody>
          <a:bodyPr wrap="square" lIns="0" tIns="0" rIns="0" bIns="0" rtlCol="0" anchor="ctr"/>
          <a:lstStyle/>
          <a:p>
            <a:pPr marL="0" indent="0" algn="r">
              <a:buNone/>
            </a:pPr>
            <a:r>
              <a:rPr lang="en-US" sz="900" kern="0" spc="400" dirty="0">
                <a:solidFill>
                  <a:srgbClr val="4A4A55"/>
                </a:solidFill>
                <a:latin typeface="Calibri" pitchFamily="34" charset="0"/>
                <a:ea typeface="Calibri" pitchFamily="34" charset="-122"/>
                <a:cs typeface="Calibri" pitchFamily="34" charset="-120"/>
              </a:rPr>
              <a:t>BÁSICA</a:t>
            </a:r>
            <a:endParaRPr lang="en-US" sz="900" dirty="0"/>
          </a:p>
        </p:txBody>
      </p:sp>
      <p:sp>
        <p:nvSpPr>
          <p:cNvPr id="7" name="Shape 5"/>
          <p:cNvSpPr/>
          <p:nvPr/>
        </p:nvSpPr>
        <p:spPr>
          <a:xfrm>
            <a:off x="640080" y="2606040"/>
            <a:ext cx="5120640" cy="3657600"/>
          </a:xfrm>
          <a:prstGeom prst="roundRect">
            <a:avLst>
              <a:gd name="adj" fmla="val 7500"/>
            </a:avLst>
          </a:prstGeom>
          <a:solidFill>
            <a:srgbClr val="A79BFF"/>
          </a:solidFill>
          <a:ln w="12700">
            <a:solidFill>
              <a:srgbClr val="A79BFF"/>
            </a:solidFill>
            <a:prstDash val="solid"/>
          </a:ln>
        </p:spPr>
      </p:sp>
      <p:sp>
        <p:nvSpPr>
          <p:cNvPr id="8" name="Text 6"/>
          <p:cNvSpPr/>
          <p:nvPr/>
        </p:nvSpPr>
        <p:spPr>
          <a:xfrm>
            <a:off x="640080" y="2606040"/>
            <a:ext cx="5120640" cy="3657600"/>
          </a:xfrm>
          <a:prstGeom prst="rect">
            <a:avLst/>
          </a:prstGeom>
          <a:noFill/>
          <a:ln/>
        </p:spPr>
        <p:txBody>
          <a:bodyPr wrap="square" lIns="0" tIns="0" rIns="0" bIns="0" rtlCol="0" anchor="ctr"/>
          <a:lstStyle/>
          <a:p>
            <a:pPr marL="0" indent="0" algn="ctr">
              <a:buNone/>
            </a:pPr>
            <a:r>
              <a:rPr lang="en-US" sz="24000" b="1" dirty="0">
                <a:solidFill>
                  <a:srgbClr val="F6F6F6"/>
                </a:solidFill>
                <a:latin typeface="Malgun Gothic" pitchFamily="34" charset="0"/>
                <a:ea typeface="Malgun Gothic" pitchFamily="34" charset="-122"/>
                <a:cs typeface="Malgun Gothic" pitchFamily="34" charset="-120"/>
              </a:rPr>
              <a:t>ㄹ</a:t>
            </a:r>
            <a:endParaRPr lang="en-US" sz="24000" dirty="0"/>
          </a:p>
        </p:txBody>
      </p:sp>
      <p:sp>
        <p:nvSpPr>
          <p:cNvPr id="9" name="Shape 7"/>
          <p:cNvSpPr/>
          <p:nvPr/>
        </p:nvSpPr>
        <p:spPr>
          <a:xfrm>
            <a:off x="6126480" y="2606040"/>
            <a:ext cx="5486400" cy="1097280"/>
          </a:xfrm>
          <a:prstGeom prst="roundRect">
            <a:avLst>
              <a:gd name="adj" fmla="val 12500"/>
            </a:avLst>
          </a:prstGeom>
          <a:solidFill>
            <a:srgbClr val="EDE8FF"/>
          </a:solidFill>
          <a:ln w="19050">
            <a:solidFill>
              <a:srgbClr val="A79BFF"/>
            </a:solidFill>
            <a:prstDash val="solid"/>
          </a:ln>
        </p:spPr>
      </p:sp>
      <p:sp>
        <p:nvSpPr>
          <p:cNvPr id="10" name="Text 8"/>
          <p:cNvSpPr/>
          <p:nvPr/>
        </p:nvSpPr>
        <p:spPr>
          <a:xfrm>
            <a:off x="6309360" y="2697480"/>
            <a:ext cx="5120640" cy="274320"/>
          </a:xfrm>
          <a:prstGeom prst="rect">
            <a:avLst/>
          </a:prstGeom>
          <a:noFill/>
          <a:ln/>
        </p:spPr>
        <p:txBody>
          <a:bodyPr wrap="square" lIns="0" tIns="0" rIns="0" bIns="0" rtlCol="0" anchor="ctr"/>
          <a:lstStyle/>
          <a:p>
            <a:pPr marL="0" indent="0">
              <a:buNone/>
            </a:pPr>
            <a:r>
              <a:rPr lang="en-US" sz="900" b="1" kern="0" spc="400" dirty="0">
                <a:solidFill>
                  <a:srgbClr val="A79BFF"/>
                </a:solidFill>
                <a:latin typeface="Calibri" pitchFamily="34" charset="0"/>
                <a:ea typeface="Calibri" pitchFamily="34" charset="-122"/>
                <a:cs typeface="Calibri" pitchFamily="34" charset="-120"/>
              </a:rPr>
              <a:t>PRONUNCIACIÓN</a:t>
            </a:r>
            <a:endParaRPr lang="en-US" sz="900" dirty="0"/>
          </a:p>
        </p:txBody>
      </p:sp>
      <p:sp>
        <p:nvSpPr>
          <p:cNvPr id="11" name="Text 9"/>
          <p:cNvSpPr/>
          <p:nvPr/>
        </p:nvSpPr>
        <p:spPr>
          <a:xfrm>
            <a:off x="6309360" y="2971800"/>
            <a:ext cx="5120640" cy="640080"/>
          </a:xfrm>
          <a:prstGeom prst="rect">
            <a:avLst/>
          </a:prstGeom>
          <a:noFill/>
          <a:ln/>
        </p:spPr>
        <p:txBody>
          <a:bodyPr wrap="square" lIns="0" tIns="0" rIns="0" bIns="0" rtlCol="0" anchor="ctr"/>
          <a:lstStyle/>
          <a:p>
            <a:pPr marL="0" indent="0">
              <a:buNone/>
            </a:pPr>
            <a:r>
              <a:rPr lang="en-US" sz="3800" b="1" i="1" dirty="0">
                <a:solidFill>
                  <a:srgbClr val="1E1E2A"/>
                </a:solidFill>
                <a:latin typeface="Calibri" pitchFamily="34" charset="0"/>
                <a:ea typeface="Calibri" pitchFamily="34" charset="-122"/>
                <a:cs typeface="Calibri" pitchFamily="34" charset="-120"/>
              </a:rPr>
              <a:t>"r / l"</a:t>
            </a:r>
            <a:endParaRPr lang="en-US" sz="3800" dirty="0"/>
          </a:p>
        </p:txBody>
      </p:sp>
      <p:sp>
        <p:nvSpPr>
          <p:cNvPr id="12" name="Shape 10"/>
          <p:cNvSpPr/>
          <p:nvPr/>
        </p:nvSpPr>
        <p:spPr>
          <a:xfrm>
            <a:off x="6126480" y="3840480"/>
            <a:ext cx="2560320" cy="2423160"/>
          </a:xfrm>
          <a:prstGeom prst="roundRect">
            <a:avLst>
              <a:gd name="adj" fmla="val 5660"/>
            </a:avLst>
          </a:prstGeom>
          <a:solidFill>
            <a:srgbClr val="F6F6F6"/>
          </a:solidFill>
          <a:ln w="19050">
            <a:solidFill>
              <a:srgbClr val="A79BFF"/>
            </a:solidFill>
            <a:prstDash val="solid"/>
          </a:ln>
        </p:spPr>
      </p:sp>
      <p:sp>
        <p:nvSpPr>
          <p:cNvPr id="13" name="Text 11"/>
          <p:cNvSpPr/>
          <p:nvPr/>
        </p:nvSpPr>
        <p:spPr>
          <a:xfrm>
            <a:off x="6126480" y="3931920"/>
            <a:ext cx="2560320" cy="274320"/>
          </a:xfrm>
          <a:prstGeom prst="rect">
            <a:avLst/>
          </a:prstGeom>
          <a:noFill/>
          <a:ln/>
        </p:spPr>
        <p:txBody>
          <a:bodyPr wrap="square" lIns="0" tIns="0" rIns="0" bIns="0" rtlCol="0" anchor="ctr"/>
          <a:lstStyle/>
          <a:p>
            <a:pPr marL="0" indent="0" algn="ctr">
              <a:buNone/>
            </a:pPr>
            <a:r>
              <a:rPr lang="en-US" sz="900" b="1" kern="0" spc="300" dirty="0">
                <a:solidFill>
                  <a:srgbClr val="A79BFF"/>
                </a:solidFill>
                <a:latin typeface="Calibri" pitchFamily="34" charset="0"/>
                <a:ea typeface="Calibri" pitchFamily="34" charset="-122"/>
                <a:cs typeface="Calibri" pitchFamily="34" charset="-120"/>
              </a:rPr>
              <a:t>ORDEN DE TRAZO</a:t>
            </a:r>
            <a:endParaRPr lang="en-US" sz="900" dirty="0"/>
          </a:p>
        </p:txBody>
      </p:sp>
      <p:pic>
        <p:nvPicPr>
          <p:cNvPr id="14" name="Image 0" descr="preencoded.png"/>
          <p:cNvPicPr>
            <a:picLocks noChangeAspect="1"/>
          </p:cNvPicPr>
          <p:nvPr/>
        </p:nvPicPr>
        <p:blipFill>
          <a:blip r:embed="rId3"/>
          <a:stretch>
            <a:fillRect/>
          </a:stretch>
        </p:blipFill>
        <p:spPr>
          <a:xfrm>
            <a:off x="6606540" y="4251960"/>
            <a:ext cx="1600200" cy="1600200"/>
          </a:xfrm>
          <a:prstGeom prst="rect">
            <a:avLst/>
          </a:prstGeom>
        </p:spPr>
      </p:pic>
      <p:sp>
        <p:nvSpPr>
          <p:cNvPr id="15" name="Text 12"/>
          <p:cNvSpPr/>
          <p:nvPr/>
        </p:nvSpPr>
        <p:spPr>
          <a:xfrm>
            <a:off x="6126480" y="5897880"/>
            <a:ext cx="2560320" cy="292608"/>
          </a:xfrm>
          <a:prstGeom prst="rect">
            <a:avLst/>
          </a:prstGeom>
          <a:noFill/>
          <a:ln/>
        </p:spPr>
        <p:txBody>
          <a:bodyPr wrap="square" lIns="0" tIns="0" rIns="0" bIns="0" rtlCol="0" anchor="ctr"/>
          <a:lstStyle/>
          <a:p>
            <a:pPr marL="0" indent="0" algn="ctr">
              <a:buNone/>
            </a:pPr>
            <a:r>
              <a:rPr lang="en-US" sz="1200" i="1" dirty="0">
                <a:solidFill>
                  <a:srgbClr val="4A4A55"/>
                </a:solidFill>
                <a:latin typeface="Calibri" pitchFamily="34" charset="0"/>
                <a:ea typeface="Calibri" pitchFamily="34" charset="-122"/>
                <a:cs typeface="Calibri" pitchFamily="34" charset="-120"/>
              </a:rPr>
              <a:t>3 trazos</a:t>
            </a:r>
            <a:endParaRPr lang="en-US" sz="1200" dirty="0"/>
          </a:p>
        </p:txBody>
      </p:sp>
      <p:sp>
        <p:nvSpPr>
          <p:cNvPr id="16" name="Shape 13"/>
          <p:cNvSpPr/>
          <p:nvPr/>
        </p:nvSpPr>
        <p:spPr>
          <a:xfrm>
            <a:off x="8869680" y="3840480"/>
            <a:ext cx="2743200" cy="2423160"/>
          </a:xfrm>
          <a:prstGeom prst="roundRect">
            <a:avLst>
              <a:gd name="adj" fmla="val 5660"/>
            </a:avLst>
          </a:prstGeom>
          <a:solidFill>
            <a:srgbClr val="EDE8FF"/>
          </a:solidFill>
          <a:ln w="19050">
            <a:solidFill>
              <a:srgbClr val="A79BFF"/>
            </a:solidFill>
            <a:prstDash val="solid"/>
          </a:ln>
        </p:spPr>
      </p:sp>
      <p:sp>
        <p:nvSpPr>
          <p:cNvPr id="17" name="Text 14"/>
          <p:cNvSpPr/>
          <p:nvPr/>
        </p:nvSpPr>
        <p:spPr>
          <a:xfrm>
            <a:off x="9006840" y="3931920"/>
            <a:ext cx="2468880" cy="274320"/>
          </a:xfrm>
          <a:prstGeom prst="rect">
            <a:avLst/>
          </a:prstGeom>
          <a:noFill/>
          <a:ln/>
        </p:spPr>
        <p:txBody>
          <a:bodyPr wrap="square" lIns="0" tIns="0" rIns="0" bIns="0" rtlCol="0" anchor="ctr"/>
          <a:lstStyle/>
          <a:p>
            <a:pPr marL="0" indent="0">
              <a:buNone/>
            </a:pPr>
            <a:r>
              <a:rPr lang="en-US" sz="900" b="1" kern="0" spc="300" dirty="0">
                <a:solidFill>
                  <a:srgbClr val="A79BFF"/>
                </a:solidFill>
                <a:latin typeface="Calibri" pitchFamily="34" charset="0"/>
                <a:ea typeface="Calibri" pitchFamily="34" charset="-122"/>
                <a:cs typeface="Calibri" pitchFamily="34" charset="-120"/>
              </a:rPr>
              <a:t>EJEMPLOS</a:t>
            </a:r>
            <a:endParaRPr lang="en-US" sz="900" dirty="0"/>
          </a:p>
        </p:txBody>
      </p:sp>
      <p:sp>
        <p:nvSpPr>
          <p:cNvPr id="18" name="Text 15"/>
          <p:cNvSpPr/>
          <p:nvPr/>
        </p:nvSpPr>
        <p:spPr>
          <a:xfrm>
            <a:off x="9006840" y="4297680"/>
            <a:ext cx="2468880" cy="1828800"/>
          </a:xfrm>
          <a:prstGeom prst="rect">
            <a:avLst/>
          </a:prstGeom>
          <a:noFill/>
          <a:ln/>
        </p:spPr>
        <p:txBody>
          <a:bodyPr wrap="square" lIns="0" tIns="0" rIns="0" bIns="0" rtlCol="0" anchor="t"/>
          <a:lstStyle/>
          <a:p>
            <a:pPr marL="0" indent="0">
              <a:spcAft>
                <a:spcPts val="800"/>
              </a:spcAft>
              <a:buNone/>
            </a:pPr>
            <a:r>
              <a:rPr lang="en-US" sz="2200" b="1" dirty="0">
                <a:solidFill>
                  <a:srgbClr val="1E1E2A"/>
                </a:solidFill>
                <a:latin typeface="Malgun Gothic" pitchFamily="34" charset="0"/>
                <a:ea typeface="Malgun Gothic" pitchFamily="34" charset="-122"/>
                <a:cs typeface="Malgun Gothic" pitchFamily="34" charset="-120"/>
              </a:rPr>
              <a:t>라면</a:t>
            </a:r>
            <a:r>
              <a:rPr lang="en-US" sz="1300" i="1" dirty="0">
                <a:solidFill>
                  <a:srgbClr val="4A4A55"/>
                </a:solidFill>
              </a:rPr>
              <a:t>   ramen</a:t>
            </a:r>
            <a:endParaRPr lang="en-US" sz="2200" dirty="0"/>
          </a:p>
          <a:p>
            <a:pPr marL="0" indent="0">
              <a:spcAft>
                <a:spcPts val="800"/>
              </a:spcAft>
              <a:buNone/>
            </a:pPr>
            <a:r>
              <a:rPr lang="en-US" sz="2200" b="1" dirty="0">
                <a:solidFill>
                  <a:srgbClr val="1E1E2A"/>
                </a:solidFill>
                <a:latin typeface="Malgun Gothic" pitchFamily="34" charset="0"/>
                <a:ea typeface="Malgun Gothic" pitchFamily="34" charset="-122"/>
                <a:cs typeface="Malgun Gothic" pitchFamily="34" charset="-120"/>
              </a:rPr>
              <a:t>서울</a:t>
            </a:r>
            <a:r>
              <a:rPr lang="en-US" sz="1300" i="1" dirty="0">
                <a:solidFill>
                  <a:srgbClr val="4A4A55"/>
                </a:solidFill>
              </a:rPr>
              <a:t>   Seúl</a:t>
            </a:r>
            <a:endParaRPr lang="en-US" sz="2200" dirty="0"/>
          </a:p>
        </p:txBody>
      </p:sp>
      <p:sp>
        <p:nvSpPr>
          <p:cNvPr id="20" name="Text 16"/>
          <p:cNvSpPr/>
          <p:nvPr/>
        </p:nvSpPr>
        <p:spPr>
          <a:xfrm>
            <a:off x="365760" y="6446520"/>
            <a:ext cx="5486400" cy="228600"/>
          </a:xfrm>
          <a:prstGeom prst="rect">
            <a:avLst/>
          </a:prstGeom>
          <a:noFill/>
          <a:ln/>
        </p:spPr>
        <p:txBody>
          <a:bodyPr wrap="square" lIns="0" tIns="0" rIns="0" bIns="0" rtlCol="0" anchor="ctr"/>
          <a:lstStyle/>
          <a:p>
            <a:pPr marL="0" indent="0">
              <a:buNone/>
            </a:pPr>
            <a:r>
              <a:rPr lang="en-US" sz="800" kern="0" spc="300" dirty="0">
                <a:solidFill>
                  <a:srgbClr val="4A4A55"/>
                </a:solidFill>
                <a:latin typeface="Calibri" pitchFamily="34" charset="0"/>
                <a:ea typeface="Calibri" pitchFamily="34" charset="-122"/>
                <a:cs typeface="Calibri" pitchFamily="34" charset="-120"/>
              </a:rPr>
              <a:t>ACADEMIA SEÚL  ·  METHOD CHINGU™</a:t>
            </a:r>
            <a:endParaRPr lang="en-US" sz="800" dirty="0"/>
          </a:p>
        </p:txBody>
      </p:sp>
      <p:sp>
        <p:nvSpPr>
          <p:cNvPr id="21" name="Text 17"/>
          <p:cNvSpPr/>
          <p:nvPr/>
        </p:nvSpPr>
        <p:spPr>
          <a:xfrm>
            <a:off x="11277295" y="6446520"/>
            <a:ext cx="548640" cy="228600"/>
          </a:xfrm>
          <a:prstGeom prst="rect">
            <a:avLst/>
          </a:prstGeom>
          <a:noFill/>
          <a:ln/>
        </p:spPr>
        <p:txBody>
          <a:bodyPr wrap="square" lIns="0" tIns="0" rIns="0" bIns="0" rtlCol="0" anchor="ctr"/>
          <a:lstStyle/>
          <a:p>
            <a:pPr marL="0" indent="0" algn="r">
              <a:buNone/>
            </a:pPr>
            <a:r>
              <a:rPr lang="en-US" sz="800" dirty="0">
                <a:solidFill>
                  <a:srgbClr val="4A4A55"/>
                </a:solidFill>
                <a:latin typeface="Calibri" pitchFamily="34" charset="0"/>
                <a:ea typeface="Calibri" pitchFamily="34" charset="-122"/>
                <a:cs typeface="Calibri" pitchFamily="34" charset="-120"/>
              </a:rPr>
              <a:t>44</a:t>
            </a:r>
            <a:endParaRPr lang="en-US" sz="800" dirty="0"/>
          </a:p>
        </p:txBody>
      </p:sp>
      <p:pic>
        <p:nvPicPr>
          <p:cNvPr id="22" name="Image 0" descr="/sessions/sleepy-zen-cray/mnt/outputs/deck_assets/logo_var2_azul.png">
            <a:extLst>
              <a:ext uri="{FF2B5EF4-FFF2-40B4-BE49-F238E27FC236}">
                <a16:creationId xmlns:a16="http://schemas.microsoft.com/office/drawing/2014/main" id="{E8168DAB-B35F-05A4-5EE6-FA2C751167D2}"/>
              </a:ext>
            </a:extLst>
          </p:cNvPr>
          <p:cNvPicPr>
            <a:picLocks noChangeAspect="1"/>
          </p:cNvPicPr>
          <p:nvPr/>
        </p:nvPicPr>
        <p:blipFill>
          <a:blip r:embed="rId4"/>
          <a:stretch>
            <a:fillRect/>
          </a:stretch>
        </p:blipFill>
        <p:spPr>
          <a:xfrm>
            <a:off x="9778365" y="-760095"/>
            <a:ext cx="2571750" cy="2571750"/>
          </a:xfrm>
          <a:prstGeom prst="rect">
            <a:avLst/>
          </a:prstGeom>
        </p:spPr>
      </p:pic>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57200" y="411480"/>
            <a:ext cx="10972800" cy="274320"/>
          </a:xfrm>
          <a:prstGeom prst="rect">
            <a:avLst/>
          </a:prstGeom>
          <a:noFill/>
          <a:ln/>
        </p:spPr>
        <p:txBody>
          <a:bodyPr wrap="square" lIns="0" tIns="0" rIns="0" bIns="0" rtlCol="0" anchor="ctr"/>
          <a:lstStyle/>
          <a:p>
            <a:pPr marL="0" indent="0">
              <a:buNone/>
            </a:pPr>
            <a:r>
              <a:rPr lang="en-US" sz="1100" b="1" kern="0" spc="500" dirty="0">
                <a:solidFill>
                  <a:srgbClr val="FE6768"/>
                </a:solidFill>
                <a:latin typeface="Calibri" pitchFamily="34" charset="0"/>
                <a:ea typeface="Calibri" pitchFamily="34" charset="-122"/>
                <a:cs typeface="Calibri" pitchFamily="34" charset="-120"/>
              </a:rPr>
              <a:t>§2.5 · CONSONANTES</a:t>
            </a:r>
            <a:endParaRPr lang="en-US" sz="1100" dirty="0"/>
          </a:p>
        </p:txBody>
      </p:sp>
      <p:sp>
        <p:nvSpPr>
          <p:cNvPr id="3" name="Text 1"/>
          <p:cNvSpPr/>
          <p:nvPr/>
        </p:nvSpPr>
        <p:spPr>
          <a:xfrm>
            <a:off x="457200" y="777240"/>
            <a:ext cx="10972800" cy="822960"/>
          </a:xfrm>
          <a:prstGeom prst="rect">
            <a:avLst/>
          </a:prstGeom>
          <a:noFill/>
          <a:ln/>
        </p:spPr>
        <p:txBody>
          <a:bodyPr wrap="square" lIns="0" tIns="0" rIns="0" bIns="0" rtlCol="0" anchor="ctr"/>
          <a:lstStyle/>
          <a:p>
            <a:pPr marL="0" indent="0">
              <a:buNone/>
            </a:pPr>
            <a:r>
              <a:rPr lang="en-US" sz="4000" b="1" dirty="0">
                <a:solidFill>
                  <a:srgbClr val="4036ED"/>
                </a:solidFill>
                <a:latin typeface="Calibri" pitchFamily="34" charset="0"/>
                <a:ea typeface="Calibri" pitchFamily="34" charset="-122"/>
                <a:cs typeface="Calibri" pitchFamily="34" charset="-120"/>
              </a:rPr>
              <a:t>Sonidos de los labios · 순음</a:t>
            </a:r>
            <a:endParaRPr lang="en-US" sz="4000" dirty="0"/>
          </a:p>
        </p:txBody>
      </p:sp>
      <p:sp>
        <p:nvSpPr>
          <p:cNvPr id="4" name="Text 2"/>
          <p:cNvSpPr/>
          <p:nvPr/>
        </p:nvSpPr>
        <p:spPr>
          <a:xfrm>
            <a:off x="457200" y="1691640"/>
            <a:ext cx="10972800" cy="457200"/>
          </a:xfrm>
          <a:prstGeom prst="rect">
            <a:avLst/>
          </a:prstGeom>
          <a:noFill/>
          <a:ln/>
        </p:spPr>
        <p:txBody>
          <a:bodyPr wrap="square" lIns="0" tIns="0" rIns="0" bIns="0" rtlCol="0" anchor="ctr"/>
          <a:lstStyle/>
          <a:p>
            <a:pPr marL="0" indent="0">
              <a:buNone/>
            </a:pPr>
            <a:r>
              <a:rPr lang="en-US" sz="1400" i="1" dirty="0">
                <a:solidFill>
                  <a:srgbClr val="4A4A55"/>
                </a:solidFill>
                <a:latin typeface="Calibri" pitchFamily="34" charset="0"/>
                <a:ea typeface="Calibri" pitchFamily="34" charset="-122"/>
                <a:cs typeface="Calibri" pitchFamily="34" charset="-120"/>
              </a:rPr>
              <a:t>Los dos labios se cierran y se abren para producir el sonido.</a:t>
            </a:r>
            <a:endParaRPr lang="en-US" sz="1400" dirty="0"/>
          </a:p>
        </p:txBody>
      </p:sp>
      <p:sp>
        <p:nvSpPr>
          <p:cNvPr id="5" name="Shape 3"/>
          <p:cNvSpPr/>
          <p:nvPr/>
        </p:nvSpPr>
        <p:spPr>
          <a:xfrm>
            <a:off x="640080" y="2606040"/>
            <a:ext cx="4572000" cy="3657600"/>
          </a:xfrm>
          <a:prstGeom prst="roundRect">
            <a:avLst>
              <a:gd name="adj" fmla="val 6250"/>
            </a:avLst>
          </a:prstGeom>
          <a:solidFill>
            <a:srgbClr val="FE6768"/>
          </a:solidFill>
          <a:ln w="12700">
            <a:solidFill>
              <a:srgbClr val="FE6768"/>
            </a:solidFill>
            <a:prstDash val="solid"/>
          </a:ln>
        </p:spPr>
      </p:sp>
      <p:sp>
        <p:nvSpPr>
          <p:cNvPr id="6" name="Text 4"/>
          <p:cNvSpPr/>
          <p:nvPr/>
        </p:nvSpPr>
        <p:spPr>
          <a:xfrm>
            <a:off x="640080" y="2697480"/>
            <a:ext cx="4572000" cy="914400"/>
          </a:xfrm>
          <a:prstGeom prst="rect">
            <a:avLst/>
          </a:prstGeom>
          <a:noFill/>
          <a:ln/>
        </p:spPr>
        <p:txBody>
          <a:bodyPr wrap="square" lIns="0" tIns="0" rIns="0" bIns="0" rtlCol="0" anchor="ctr"/>
          <a:lstStyle/>
          <a:p>
            <a:pPr marL="0" indent="0" algn="ctr">
              <a:buNone/>
            </a:pPr>
            <a:r>
              <a:rPr lang="en-US" sz="6000" b="1" dirty="0">
                <a:solidFill>
                  <a:srgbClr val="F6F6F6"/>
                </a:solidFill>
                <a:latin typeface="Malgun Gothic" pitchFamily="34" charset="0"/>
                <a:ea typeface="Malgun Gothic" pitchFamily="34" charset="-122"/>
                <a:cs typeface="Malgun Gothic" pitchFamily="34" charset="-120"/>
              </a:rPr>
              <a:t>순음</a:t>
            </a:r>
            <a:endParaRPr lang="en-US" sz="6000" dirty="0"/>
          </a:p>
        </p:txBody>
      </p:sp>
      <p:sp>
        <p:nvSpPr>
          <p:cNvPr id="7" name="Text 5"/>
          <p:cNvSpPr/>
          <p:nvPr/>
        </p:nvSpPr>
        <p:spPr>
          <a:xfrm>
            <a:off x="640080" y="3611880"/>
            <a:ext cx="4572000" cy="320040"/>
          </a:xfrm>
          <a:prstGeom prst="rect">
            <a:avLst/>
          </a:prstGeom>
          <a:noFill/>
          <a:ln/>
        </p:spPr>
        <p:txBody>
          <a:bodyPr wrap="square" lIns="0" tIns="0" rIns="0" bIns="0" rtlCol="0" anchor="ctr"/>
          <a:lstStyle/>
          <a:p>
            <a:pPr marL="0" indent="0" algn="ctr">
              <a:buNone/>
            </a:pPr>
            <a:r>
              <a:rPr lang="en-US" sz="1400" i="1" dirty="0">
                <a:solidFill>
                  <a:srgbClr val="FFE0E0"/>
                </a:solidFill>
                <a:latin typeface="Calibri" pitchFamily="34" charset="0"/>
                <a:ea typeface="Calibri" pitchFamily="34" charset="-122"/>
                <a:cs typeface="Calibri" pitchFamily="34" charset="-120"/>
              </a:rPr>
              <a:t>sun-eum</a:t>
            </a:r>
            <a:endParaRPr lang="en-US" sz="1400" dirty="0"/>
          </a:p>
        </p:txBody>
      </p:sp>
      <p:pic>
        <p:nvPicPr>
          <p:cNvPr id="8" name="Image 0" descr="preencoded.png"/>
          <p:cNvPicPr>
            <a:picLocks noChangeAspect="1"/>
          </p:cNvPicPr>
          <p:nvPr/>
        </p:nvPicPr>
        <p:blipFill>
          <a:blip r:embed="rId3"/>
          <a:stretch>
            <a:fillRect/>
          </a:stretch>
        </p:blipFill>
        <p:spPr>
          <a:xfrm>
            <a:off x="2148840" y="4023360"/>
            <a:ext cx="1554480" cy="1554480"/>
          </a:xfrm>
          <a:prstGeom prst="rect">
            <a:avLst/>
          </a:prstGeom>
        </p:spPr>
      </p:pic>
      <p:sp>
        <p:nvSpPr>
          <p:cNvPr id="9" name="Text 6"/>
          <p:cNvSpPr/>
          <p:nvPr/>
        </p:nvSpPr>
        <p:spPr>
          <a:xfrm>
            <a:off x="640080" y="5623560"/>
            <a:ext cx="4572000" cy="320040"/>
          </a:xfrm>
          <a:prstGeom prst="rect">
            <a:avLst/>
          </a:prstGeom>
          <a:noFill/>
          <a:ln/>
        </p:spPr>
        <p:txBody>
          <a:bodyPr wrap="square" lIns="0" tIns="0" rIns="0" bIns="0" rtlCol="0" anchor="ctr"/>
          <a:lstStyle/>
          <a:p>
            <a:pPr marL="0" indent="0" algn="ctr">
              <a:buNone/>
            </a:pPr>
            <a:r>
              <a:rPr lang="en-US" sz="1200" b="1" kern="0" spc="500" dirty="0">
                <a:solidFill>
                  <a:srgbClr val="F6F6F6"/>
                </a:solidFill>
                <a:latin typeface="Calibri" pitchFamily="34" charset="0"/>
                <a:ea typeface="Calibri" pitchFamily="34" charset="-122"/>
                <a:cs typeface="Calibri" pitchFamily="34" charset="-120"/>
              </a:rPr>
              <a:t>LABIOS (BILABIAL)</a:t>
            </a:r>
            <a:endParaRPr lang="en-US" sz="1200" dirty="0"/>
          </a:p>
        </p:txBody>
      </p:sp>
      <p:sp>
        <p:nvSpPr>
          <p:cNvPr id="10" name="Text 7"/>
          <p:cNvSpPr/>
          <p:nvPr/>
        </p:nvSpPr>
        <p:spPr>
          <a:xfrm>
            <a:off x="640080" y="5943600"/>
            <a:ext cx="4572000" cy="365760"/>
          </a:xfrm>
          <a:prstGeom prst="rect">
            <a:avLst/>
          </a:prstGeom>
          <a:noFill/>
          <a:ln/>
        </p:spPr>
        <p:txBody>
          <a:bodyPr wrap="square" lIns="0" tIns="0" rIns="0" bIns="0" rtlCol="0" anchor="ctr"/>
          <a:lstStyle/>
          <a:p>
            <a:pPr marL="0" indent="0" algn="ctr">
              <a:buNone/>
            </a:pPr>
            <a:r>
              <a:rPr lang="en-US" sz="1000" i="1" dirty="0">
                <a:solidFill>
                  <a:srgbClr val="FFE0E0"/>
                </a:solidFill>
                <a:latin typeface="Calibri" pitchFamily="34" charset="0"/>
                <a:ea typeface="Calibri" pitchFamily="34" charset="-122"/>
                <a:cs typeface="Calibri" pitchFamily="34" charset="-120"/>
              </a:rPr>
              <a:t>Los dos labios se cierran</a:t>
            </a:r>
            <a:endParaRPr lang="en-US" sz="1000" dirty="0"/>
          </a:p>
          <a:p>
            <a:pPr marL="0" indent="0" algn="ctr">
              <a:buNone/>
            </a:pPr>
            <a:r>
              <a:rPr lang="en-US" sz="1000" i="1" dirty="0">
                <a:solidFill>
                  <a:srgbClr val="FFE0E0"/>
                </a:solidFill>
                <a:latin typeface="Calibri" pitchFamily="34" charset="0"/>
                <a:ea typeface="Calibri" pitchFamily="34" charset="-122"/>
                <a:cs typeface="Calibri" pitchFamily="34" charset="-120"/>
              </a:rPr>
              <a:t>y se abren con el aire</a:t>
            </a:r>
            <a:endParaRPr lang="en-US" sz="1000" dirty="0"/>
          </a:p>
        </p:txBody>
      </p:sp>
      <p:sp>
        <p:nvSpPr>
          <p:cNvPr id="11" name="Shape 8"/>
          <p:cNvSpPr/>
          <p:nvPr/>
        </p:nvSpPr>
        <p:spPr>
          <a:xfrm>
            <a:off x="5669280" y="2606040"/>
            <a:ext cx="1828800" cy="3657600"/>
          </a:xfrm>
          <a:prstGeom prst="roundRect">
            <a:avLst>
              <a:gd name="adj" fmla="val 7500"/>
            </a:avLst>
          </a:prstGeom>
          <a:solidFill>
            <a:srgbClr val="FFE0E0"/>
          </a:solidFill>
          <a:ln w="19050">
            <a:solidFill>
              <a:srgbClr val="FE6768"/>
            </a:solidFill>
            <a:prstDash val="solid"/>
          </a:ln>
        </p:spPr>
      </p:sp>
      <p:sp>
        <p:nvSpPr>
          <p:cNvPr id="12" name="Text 9"/>
          <p:cNvSpPr/>
          <p:nvPr/>
        </p:nvSpPr>
        <p:spPr>
          <a:xfrm>
            <a:off x="5669280" y="2788920"/>
            <a:ext cx="1828800" cy="320040"/>
          </a:xfrm>
          <a:prstGeom prst="rect">
            <a:avLst/>
          </a:prstGeom>
          <a:noFill/>
          <a:ln/>
        </p:spPr>
        <p:txBody>
          <a:bodyPr wrap="square" lIns="0" tIns="0" rIns="0" bIns="0" rtlCol="0" anchor="ctr"/>
          <a:lstStyle/>
          <a:p>
            <a:pPr marL="0" indent="0" algn="ctr">
              <a:buNone/>
            </a:pPr>
            <a:r>
              <a:rPr lang="en-US" sz="1000" b="1" kern="0" spc="400" dirty="0">
                <a:solidFill>
                  <a:srgbClr val="FE6768"/>
                </a:solidFill>
                <a:latin typeface="Calibri" pitchFamily="34" charset="0"/>
                <a:ea typeface="Calibri" pitchFamily="34" charset="-122"/>
                <a:cs typeface="Calibri" pitchFamily="34" charset="-120"/>
              </a:rPr>
              <a:t>BÁSICA</a:t>
            </a:r>
            <a:endParaRPr lang="en-US" sz="1000" dirty="0"/>
          </a:p>
        </p:txBody>
      </p:sp>
      <p:sp>
        <p:nvSpPr>
          <p:cNvPr id="13" name="Text 10"/>
          <p:cNvSpPr/>
          <p:nvPr/>
        </p:nvSpPr>
        <p:spPr>
          <a:xfrm>
            <a:off x="5669280" y="3108960"/>
            <a:ext cx="1828800" cy="320040"/>
          </a:xfrm>
          <a:prstGeom prst="rect">
            <a:avLst/>
          </a:prstGeom>
          <a:noFill/>
          <a:ln/>
        </p:spPr>
        <p:txBody>
          <a:bodyPr wrap="square" lIns="0" tIns="0" rIns="0" bIns="0" rtlCol="0" anchor="ctr"/>
          <a:lstStyle/>
          <a:p>
            <a:pPr marL="0" indent="0" algn="ctr">
              <a:buNone/>
            </a:pPr>
            <a:r>
              <a:rPr lang="en-US" sz="1100" i="1" dirty="0">
                <a:solidFill>
                  <a:srgbClr val="FE6768"/>
                </a:solidFill>
                <a:latin typeface="Malgun Gothic" pitchFamily="34" charset="0"/>
                <a:ea typeface="Malgun Gothic" pitchFamily="34" charset="-122"/>
                <a:cs typeface="Malgun Gothic" pitchFamily="34" charset="-120"/>
              </a:rPr>
              <a:t>기본</a:t>
            </a:r>
            <a:endParaRPr lang="en-US" sz="1100" dirty="0"/>
          </a:p>
        </p:txBody>
      </p:sp>
      <p:sp>
        <p:nvSpPr>
          <p:cNvPr id="14" name="Text 11"/>
          <p:cNvSpPr/>
          <p:nvPr/>
        </p:nvSpPr>
        <p:spPr>
          <a:xfrm>
            <a:off x="5669280" y="3566160"/>
            <a:ext cx="1828800" cy="1325880"/>
          </a:xfrm>
          <a:prstGeom prst="rect">
            <a:avLst/>
          </a:prstGeom>
          <a:noFill/>
          <a:ln/>
        </p:spPr>
        <p:txBody>
          <a:bodyPr wrap="square" lIns="0" tIns="0" rIns="0" bIns="0" rtlCol="0" anchor="ctr"/>
          <a:lstStyle/>
          <a:p>
            <a:pPr marL="0" indent="0" algn="ctr">
              <a:buNone/>
            </a:pPr>
            <a:r>
              <a:rPr lang="en-US" sz="5000" b="1" dirty="0">
                <a:solidFill>
                  <a:srgbClr val="FE6768"/>
                </a:solidFill>
                <a:latin typeface="Malgun Gothic" pitchFamily="34" charset="0"/>
                <a:ea typeface="Malgun Gothic" pitchFamily="34" charset="-122"/>
                <a:cs typeface="Malgun Gothic" pitchFamily="34" charset="-120"/>
              </a:rPr>
              <a:t>ㅁ</a:t>
            </a:r>
            <a:endParaRPr lang="en-US" sz="5000" dirty="0"/>
          </a:p>
        </p:txBody>
      </p:sp>
      <p:sp>
        <p:nvSpPr>
          <p:cNvPr id="15" name="Text 12"/>
          <p:cNvSpPr/>
          <p:nvPr/>
        </p:nvSpPr>
        <p:spPr>
          <a:xfrm>
            <a:off x="5669280" y="4892040"/>
            <a:ext cx="1828800" cy="1325880"/>
          </a:xfrm>
          <a:prstGeom prst="rect">
            <a:avLst/>
          </a:prstGeom>
          <a:noFill/>
          <a:ln/>
        </p:spPr>
        <p:txBody>
          <a:bodyPr wrap="square" lIns="0" tIns="0" rIns="0" bIns="0" rtlCol="0" anchor="ctr"/>
          <a:lstStyle/>
          <a:p>
            <a:pPr marL="0" indent="0" algn="ctr">
              <a:buNone/>
            </a:pPr>
            <a:r>
              <a:rPr lang="en-US" sz="5000" b="1" dirty="0">
                <a:solidFill>
                  <a:srgbClr val="FE6768"/>
                </a:solidFill>
                <a:latin typeface="Malgun Gothic" pitchFamily="34" charset="0"/>
                <a:ea typeface="Malgun Gothic" pitchFamily="34" charset="-122"/>
                <a:cs typeface="Malgun Gothic" pitchFamily="34" charset="-120"/>
              </a:rPr>
              <a:t>ㅂ</a:t>
            </a:r>
            <a:endParaRPr lang="en-US" sz="5000" dirty="0"/>
          </a:p>
        </p:txBody>
      </p:sp>
      <p:sp>
        <p:nvSpPr>
          <p:cNvPr id="16" name="Shape 13"/>
          <p:cNvSpPr/>
          <p:nvPr/>
        </p:nvSpPr>
        <p:spPr>
          <a:xfrm>
            <a:off x="7662672" y="2606040"/>
            <a:ext cx="1828800" cy="3657600"/>
          </a:xfrm>
          <a:prstGeom prst="roundRect">
            <a:avLst>
              <a:gd name="adj" fmla="val 7500"/>
            </a:avLst>
          </a:prstGeom>
          <a:solidFill>
            <a:srgbClr val="FFE0E0"/>
          </a:solidFill>
          <a:ln w="19050">
            <a:solidFill>
              <a:srgbClr val="FE6768"/>
            </a:solidFill>
            <a:prstDash val="solid"/>
          </a:ln>
        </p:spPr>
      </p:sp>
      <p:sp>
        <p:nvSpPr>
          <p:cNvPr id="17" name="Text 14"/>
          <p:cNvSpPr/>
          <p:nvPr/>
        </p:nvSpPr>
        <p:spPr>
          <a:xfrm>
            <a:off x="7662672" y="2788920"/>
            <a:ext cx="1828800" cy="320040"/>
          </a:xfrm>
          <a:prstGeom prst="rect">
            <a:avLst/>
          </a:prstGeom>
          <a:noFill/>
          <a:ln/>
        </p:spPr>
        <p:txBody>
          <a:bodyPr wrap="square" lIns="0" tIns="0" rIns="0" bIns="0" rtlCol="0" anchor="ctr"/>
          <a:lstStyle/>
          <a:p>
            <a:pPr marL="0" indent="0" algn="ctr">
              <a:buNone/>
            </a:pPr>
            <a:r>
              <a:rPr lang="en-US" sz="1000" b="1" kern="0" spc="400" dirty="0">
                <a:solidFill>
                  <a:srgbClr val="FE6768"/>
                </a:solidFill>
                <a:latin typeface="Calibri" pitchFamily="34" charset="0"/>
                <a:ea typeface="Calibri" pitchFamily="34" charset="-122"/>
                <a:cs typeface="Calibri" pitchFamily="34" charset="-120"/>
              </a:rPr>
              <a:t>ASPIRADA</a:t>
            </a:r>
            <a:endParaRPr lang="en-US" sz="1000" dirty="0"/>
          </a:p>
        </p:txBody>
      </p:sp>
      <p:sp>
        <p:nvSpPr>
          <p:cNvPr id="18" name="Text 15"/>
          <p:cNvSpPr/>
          <p:nvPr/>
        </p:nvSpPr>
        <p:spPr>
          <a:xfrm>
            <a:off x="7662672" y="3108960"/>
            <a:ext cx="1828800" cy="320040"/>
          </a:xfrm>
          <a:prstGeom prst="rect">
            <a:avLst/>
          </a:prstGeom>
          <a:noFill/>
          <a:ln/>
        </p:spPr>
        <p:txBody>
          <a:bodyPr wrap="square" lIns="0" tIns="0" rIns="0" bIns="0" rtlCol="0" anchor="ctr"/>
          <a:lstStyle/>
          <a:p>
            <a:pPr marL="0" indent="0" algn="ctr">
              <a:buNone/>
            </a:pPr>
            <a:r>
              <a:rPr lang="en-US" sz="1100" i="1" dirty="0">
                <a:solidFill>
                  <a:srgbClr val="FE6768"/>
                </a:solidFill>
                <a:latin typeface="Malgun Gothic" pitchFamily="34" charset="0"/>
                <a:ea typeface="Malgun Gothic" pitchFamily="34" charset="-122"/>
                <a:cs typeface="Malgun Gothic" pitchFamily="34" charset="-120"/>
              </a:rPr>
              <a:t>거센소리</a:t>
            </a:r>
            <a:endParaRPr lang="en-US" sz="1100" dirty="0"/>
          </a:p>
        </p:txBody>
      </p:sp>
      <p:sp>
        <p:nvSpPr>
          <p:cNvPr id="19" name="Text 16"/>
          <p:cNvSpPr/>
          <p:nvPr/>
        </p:nvSpPr>
        <p:spPr>
          <a:xfrm>
            <a:off x="7662672" y="3566160"/>
            <a:ext cx="1828800" cy="2651760"/>
          </a:xfrm>
          <a:prstGeom prst="rect">
            <a:avLst/>
          </a:prstGeom>
          <a:noFill/>
          <a:ln/>
        </p:spPr>
        <p:txBody>
          <a:bodyPr wrap="square" lIns="0" tIns="0" rIns="0" bIns="0" rtlCol="0" anchor="ctr"/>
          <a:lstStyle/>
          <a:p>
            <a:pPr marL="0" indent="0" algn="ctr">
              <a:buNone/>
            </a:pPr>
            <a:r>
              <a:rPr lang="en-US" sz="5000" b="1" dirty="0">
                <a:solidFill>
                  <a:srgbClr val="FE6768"/>
                </a:solidFill>
                <a:latin typeface="Malgun Gothic" pitchFamily="34" charset="0"/>
                <a:ea typeface="Malgun Gothic" pitchFamily="34" charset="-122"/>
                <a:cs typeface="Malgun Gothic" pitchFamily="34" charset="-120"/>
              </a:rPr>
              <a:t>ㅍ</a:t>
            </a:r>
            <a:endParaRPr lang="en-US" sz="5000" dirty="0"/>
          </a:p>
        </p:txBody>
      </p:sp>
      <p:sp>
        <p:nvSpPr>
          <p:cNvPr id="20" name="Shape 17"/>
          <p:cNvSpPr/>
          <p:nvPr/>
        </p:nvSpPr>
        <p:spPr>
          <a:xfrm>
            <a:off x="9656064" y="2606040"/>
            <a:ext cx="1828800" cy="3657600"/>
          </a:xfrm>
          <a:prstGeom prst="roundRect">
            <a:avLst>
              <a:gd name="adj" fmla="val 7500"/>
            </a:avLst>
          </a:prstGeom>
          <a:solidFill>
            <a:srgbClr val="FFE0E0"/>
          </a:solidFill>
          <a:ln w="19050">
            <a:solidFill>
              <a:srgbClr val="FE6768"/>
            </a:solidFill>
            <a:prstDash val="solid"/>
          </a:ln>
        </p:spPr>
      </p:sp>
      <p:sp>
        <p:nvSpPr>
          <p:cNvPr id="21" name="Text 18"/>
          <p:cNvSpPr/>
          <p:nvPr/>
        </p:nvSpPr>
        <p:spPr>
          <a:xfrm>
            <a:off x="9656064" y="2788920"/>
            <a:ext cx="1828800" cy="320040"/>
          </a:xfrm>
          <a:prstGeom prst="rect">
            <a:avLst/>
          </a:prstGeom>
          <a:noFill/>
          <a:ln/>
        </p:spPr>
        <p:txBody>
          <a:bodyPr wrap="square" lIns="0" tIns="0" rIns="0" bIns="0" rtlCol="0" anchor="ctr"/>
          <a:lstStyle/>
          <a:p>
            <a:pPr marL="0" indent="0" algn="ctr">
              <a:buNone/>
            </a:pPr>
            <a:r>
              <a:rPr lang="en-US" sz="1000" b="1" kern="0" spc="400" dirty="0">
                <a:solidFill>
                  <a:srgbClr val="FE6768"/>
                </a:solidFill>
                <a:latin typeface="Calibri" pitchFamily="34" charset="0"/>
                <a:ea typeface="Calibri" pitchFamily="34" charset="-122"/>
                <a:cs typeface="Calibri" pitchFamily="34" charset="-120"/>
              </a:rPr>
              <a:t>DOBLE</a:t>
            </a:r>
            <a:endParaRPr lang="en-US" sz="1000" dirty="0"/>
          </a:p>
        </p:txBody>
      </p:sp>
      <p:sp>
        <p:nvSpPr>
          <p:cNvPr id="22" name="Text 19"/>
          <p:cNvSpPr/>
          <p:nvPr/>
        </p:nvSpPr>
        <p:spPr>
          <a:xfrm>
            <a:off x="9656064" y="3108960"/>
            <a:ext cx="1828800" cy="320040"/>
          </a:xfrm>
          <a:prstGeom prst="rect">
            <a:avLst/>
          </a:prstGeom>
          <a:noFill/>
          <a:ln/>
        </p:spPr>
        <p:txBody>
          <a:bodyPr wrap="square" lIns="0" tIns="0" rIns="0" bIns="0" rtlCol="0" anchor="ctr"/>
          <a:lstStyle/>
          <a:p>
            <a:pPr marL="0" indent="0" algn="ctr">
              <a:buNone/>
            </a:pPr>
            <a:r>
              <a:rPr lang="en-US" sz="1100" i="1" dirty="0">
                <a:solidFill>
                  <a:srgbClr val="FE6768"/>
                </a:solidFill>
                <a:latin typeface="Malgun Gothic" pitchFamily="34" charset="0"/>
                <a:ea typeface="Malgun Gothic" pitchFamily="34" charset="-122"/>
                <a:cs typeface="Malgun Gothic" pitchFamily="34" charset="-120"/>
              </a:rPr>
              <a:t>쌍소리</a:t>
            </a:r>
            <a:endParaRPr lang="en-US" sz="1100" dirty="0"/>
          </a:p>
        </p:txBody>
      </p:sp>
      <p:sp>
        <p:nvSpPr>
          <p:cNvPr id="23" name="Text 20"/>
          <p:cNvSpPr/>
          <p:nvPr/>
        </p:nvSpPr>
        <p:spPr>
          <a:xfrm>
            <a:off x="9656064" y="3566160"/>
            <a:ext cx="1828800" cy="2651760"/>
          </a:xfrm>
          <a:prstGeom prst="rect">
            <a:avLst/>
          </a:prstGeom>
          <a:noFill/>
          <a:ln/>
        </p:spPr>
        <p:txBody>
          <a:bodyPr wrap="square" lIns="0" tIns="0" rIns="0" bIns="0" rtlCol="0" anchor="ctr"/>
          <a:lstStyle/>
          <a:p>
            <a:pPr marL="0" indent="0" algn="ctr">
              <a:buNone/>
            </a:pPr>
            <a:r>
              <a:rPr lang="en-US" sz="5000" b="1" dirty="0">
                <a:solidFill>
                  <a:srgbClr val="FE6768"/>
                </a:solidFill>
                <a:latin typeface="Malgun Gothic" pitchFamily="34" charset="0"/>
                <a:ea typeface="Malgun Gothic" pitchFamily="34" charset="-122"/>
                <a:cs typeface="Malgun Gothic" pitchFamily="34" charset="-120"/>
              </a:rPr>
              <a:t>ㅃ</a:t>
            </a:r>
            <a:endParaRPr lang="en-US" sz="5000" dirty="0"/>
          </a:p>
        </p:txBody>
      </p:sp>
      <p:sp>
        <p:nvSpPr>
          <p:cNvPr id="25" name="Text 21"/>
          <p:cNvSpPr/>
          <p:nvPr/>
        </p:nvSpPr>
        <p:spPr>
          <a:xfrm>
            <a:off x="365760" y="6446520"/>
            <a:ext cx="5486400" cy="228600"/>
          </a:xfrm>
          <a:prstGeom prst="rect">
            <a:avLst/>
          </a:prstGeom>
          <a:noFill/>
          <a:ln/>
        </p:spPr>
        <p:txBody>
          <a:bodyPr wrap="square" lIns="0" tIns="0" rIns="0" bIns="0" rtlCol="0" anchor="ctr"/>
          <a:lstStyle/>
          <a:p>
            <a:pPr marL="0" indent="0">
              <a:buNone/>
            </a:pPr>
            <a:r>
              <a:rPr lang="en-US" sz="800" kern="0" spc="300" dirty="0">
                <a:solidFill>
                  <a:srgbClr val="4A4A55"/>
                </a:solidFill>
                <a:latin typeface="Calibri" pitchFamily="34" charset="0"/>
                <a:ea typeface="Calibri" pitchFamily="34" charset="-122"/>
                <a:cs typeface="Calibri" pitchFamily="34" charset="-120"/>
              </a:rPr>
              <a:t>ACADEMIA SEÚL  ·  METHOD CHINGU™</a:t>
            </a:r>
            <a:endParaRPr lang="en-US" sz="800" dirty="0"/>
          </a:p>
        </p:txBody>
      </p:sp>
      <p:sp>
        <p:nvSpPr>
          <p:cNvPr id="26" name="Text 22"/>
          <p:cNvSpPr/>
          <p:nvPr/>
        </p:nvSpPr>
        <p:spPr>
          <a:xfrm>
            <a:off x="11277295" y="6446520"/>
            <a:ext cx="548640" cy="228600"/>
          </a:xfrm>
          <a:prstGeom prst="rect">
            <a:avLst/>
          </a:prstGeom>
          <a:noFill/>
          <a:ln/>
        </p:spPr>
        <p:txBody>
          <a:bodyPr wrap="square" lIns="0" tIns="0" rIns="0" bIns="0" rtlCol="0" anchor="ctr"/>
          <a:lstStyle/>
          <a:p>
            <a:pPr marL="0" indent="0" algn="r">
              <a:buNone/>
            </a:pPr>
            <a:r>
              <a:rPr lang="en-US" sz="800" dirty="0">
                <a:solidFill>
                  <a:srgbClr val="4A4A55"/>
                </a:solidFill>
                <a:latin typeface="Calibri" pitchFamily="34" charset="0"/>
                <a:ea typeface="Calibri" pitchFamily="34" charset="-122"/>
                <a:cs typeface="Calibri" pitchFamily="34" charset="-120"/>
              </a:rPr>
              <a:t>45</a:t>
            </a:r>
            <a:endParaRPr lang="en-US" sz="800" dirty="0"/>
          </a:p>
        </p:txBody>
      </p:sp>
      <p:pic>
        <p:nvPicPr>
          <p:cNvPr id="27" name="Image 0" descr="/sessions/sleepy-zen-cray/mnt/outputs/deck_assets/logo_var2_azul.png">
            <a:extLst>
              <a:ext uri="{FF2B5EF4-FFF2-40B4-BE49-F238E27FC236}">
                <a16:creationId xmlns:a16="http://schemas.microsoft.com/office/drawing/2014/main" id="{089AB12F-B77C-F0CD-482A-4A0289986A5D}"/>
              </a:ext>
            </a:extLst>
          </p:cNvPr>
          <p:cNvPicPr>
            <a:picLocks noChangeAspect="1"/>
          </p:cNvPicPr>
          <p:nvPr/>
        </p:nvPicPr>
        <p:blipFill>
          <a:blip r:embed="rId4"/>
          <a:stretch>
            <a:fillRect/>
          </a:stretch>
        </p:blipFill>
        <p:spPr>
          <a:xfrm>
            <a:off x="9778365" y="-760095"/>
            <a:ext cx="2571750" cy="2571750"/>
          </a:xfrm>
          <a:prstGeom prst="rect">
            <a:avLst/>
          </a:prstGeom>
        </p:spPr>
      </p:pic>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57200" y="411480"/>
            <a:ext cx="10972800" cy="274320"/>
          </a:xfrm>
          <a:prstGeom prst="rect">
            <a:avLst/>
          </a:prstGeom>
          <a:noFill/>
          <a:ln/>
        </p:spPr>
        <p:txBody>
          <a:bodyPr wrap="square" lIns="0" tIns="0" rIns="0" bIns="0" rtlCol="0" anchor="ctr"/>
          <a:lstStyle/>
          <a:p>
            <a:pPr marL="0" indent="0">
              <a:buNone/>
            </a:pPr>
            <a:r>
              <a:rPr lang="en-US" sz="1100" b="1" kern="0" spc="500" dirty="0">
                <a:solidFill>
                  <a:srgbClr val="FE6768"/>
                </a:solidFill>
                <a:latin typeface="Calibri" pitchFamily="34" charset="0"/>
                <a:ea typeface="Calibri" pitchFamily="34" charset="-122"/>
                <a:cs typeface="Calibri" pitchFamily="34" charset="-120"/>
              </a:rPr>
              <a:t>§2.5 · CONSONANTES · 순음</a:t>
            </a:r>
            <a:endParaRPr lang="en-US" sz="1100" dirty="0"/>
          </a:p>
        </p:txBody>
      </p:sp>
      <p:sp>
        <p:nvSpPr>
          <p:cNvPr id="3" name="Text 1"/>
          <p:cNvSpPr/>
          <p:nvPr/>
        </p:nvSpPr>
        <p:spPr>
          <a:xfrm>
            <a:off x="457200" y="777240"/>
            <a:ext cx="10972800" cy="822960"/>
          </a:xfrm>
          <a:prstGeom prst="rect">
            <a:avLst/>
          </a:prstGeom>
          <a:noFill/>
          <a:ln/>
        </p:spPr>
        <p:txBody>
          <a:bodyPr wrap="square" lIns="0" tIns="0" rIns="0" bIns="0" rtlCol="0" anchor="ctr"/>
          <a:lstStyle/>
          <a:p>
            <a:pPr marL="0" indent="0">
              <a:buNone/>
            </a:pPr>
            <a:r>
              <a:rPr lang="en-US" sz="4000" b="1" dirty="0">
                <a:solidFill>
                  <a:srgbClr val="4036ED"/>
                </a:solidFill>
                <a:latin typeface="Calibri" pitchFamily="34" charset="0"/>
                <a:ea typeface="Calibri" pitchFamily="34" charset="-122"/>
                <a:cs typeface="Calibri" pitchFamily="34" charset="-120"/>
              </a:rPr>
              <a:t>Consonante · ㅁ</a:t>
            </a:r>
            <a:endParaRPr lang="en-US" sz="4000" dirty="0"/>
          </a:p>
        </p:txBody>
      </p:sp>
      <p:sp>
        <p:nvSpPr>
          <p:cNvPr id="4" name="Text 2"/>
          <p:cNvSpPr/>
          <p:nvPr/>
        </p:nvSpPr>
        <p:spPr>
          <a:xfrm>
            <a:off x="457200" y="1691640"/>
            <a:ext cx="10972800" cy="457200"/>
          </a:xfrm>
          <a:prstGeom prst="rect">
            <a:avLst/>
          </a:prstGeom>
          <a:noFill/>
          <a:ln/>
        </p:spPr>
        <p:txBody>
          <a:bodyPr wrap="square" lIns="0" tIns="0" rIns="0" bIns="0" rtlCol="0" anchor="ctr"/>
          <a:lstStyle/>
          <a:p>
            <a:pPr marL="0" indent="0">
              <a:buNone/>
            </a:pPr>
            <a:r>
              <a:rPr lang="en-US" sz="1400" i="1" dirty="0">
                <a:solidFill>
                  <a:srgbClr val="4A4A55"/>
                </a:solidFill>
                <a:latin typeface="Calibri" pitchFamily="34" charset="0"/>
                <a:ea typeface="Calibri" pitchFamily="34" charset="-122"/>
                <a:cs typeface="Calibri" pitchFamily="34" charset="-120"/>
              </a:rPr>
              <a:t>"m" como en "mamá" — labios cerrados, voz nasal</a:t>
            </a:r>
            <a:endParaRPr lang="en-US" sz="1400" dirty="0"/>
          </a:p>
        </p:txBody>
      </p:sp>
      <p:sp>
        <p:nvSpPr>
          <p:cNvPr id="5" name="Text 3"/>
          <p:cNvSpPr/>
          <p:nvPr/>
        </p:nvSpPr>
        <p:spPr>
          <a:xfrm>
            <a:off x="8488375" y="914400"/>
            <a:ext cx="3200400" cy="365760"/>
          </a:xfrm>
          <a:prstGeom prst="rect">
            <a:avLst/>
          </a:prstGeom>
          <a:noFill/>
          <a:ln/>
        </p:spPr>
        <p:txBody>
          <a:bodyPr wrap="square" lIns="0" tIns="0" rIns="0" bIns="0" rtlCol="0" anchor="ctr"/>
          <a:lstStyle/>
          <a:p>
            <a:pPr marL="0" indent="0" algn="r">
              <a:buNone/>
            </a:pPr>
            <a:r>
              <a:rPr lang="en-US" sz="1100" b="1" kern="0" spc="300" dirty="0">
                <a:solidFill>
                  <a:srgbClr val="FE6768"/>
                </a:solidFill>
                <a:latin typeface="Calibri" pitchFamily="34" charset="0"/>
                <a:ea typeface="Calibri" pitchFamily="34" charset="-122"/>
                <a:cs typeface="Calibri" pitchFamily="34" charset="-120"/>
              </a:rPr>
              <a:t>순음 · LABIOS (BILABIAL)</a:t>
            </a:r>
            <a:endParaRPr lang="en-US" sz="1100" dirty="0"/>
          </a:p>
        </p:txBody>
      </p:sp>
      <p:sp>
        <p:nvSpPr>
          <p:cNvPr id="6" name="Text 4"/>
          <p:cNvSpPr/>
          <p:nvPr/>
        </p:nvSpPr>
        <p:spPr>
          <a:xfrm>
            <a:off x="8488375" y="1280160"/>
            <a:ext cx="3200400" cy="274320"/>
          </a:xfrm>
          <a:prstGeom prst="rect">
            <a:avLst/>
          </a:prstGeom>
          <a:noFill/>
          <a:ln/>
        </p:spPr>
        <p:txBody>
          <a:bodyPr wrap="square" lIns="0" tIns="0" rIns="0" bIns="0" rtlCol="0" anchor="ctr"/>
          <a:lstStyle/>
          <a:p>
            <a:pPr marL="0" indent="0" algn="r">
              <a:buNone/>
            </a:pPr>
            <a:r>
              <a:rPr lang="en-US" sz="900" kern="0" spc="400" dirty="0">
                <a:solidFill>
                  <a:srgbClr val="4A4A55"/>
                </a:solidFill>
                <a:latin typeface="Calibri" pitchFamily="34" charset="0"/>
                <a:ea typeface="Calibri" pitchFamily="34" charset="-122"/>
                <a:cs typeface="Calibri" pitchFamily="34" charset="-120"/>
              </a:rPr>
              <a:t>BÁSICA</a:t>
            </a:r>
            <a:endParaRPr lang="en-US" sz="900" dirty="0"/>
          </a:p>
        </p:txBody>
      </p:sp>
      <p:sp>
        <p:nvSpPr>
          <p:cNvPr id="7" name="Shape 5"/>
          <p:cNvSpPr/>
          <p:nvPr/>
        </p:nvSpPr>
        <p:spPr>
          <a:xfrm>
            <a:off x="640080" y="2606040"/>
            <a:ext cx="5120640" cy="3657600"/>
          </a:xfrm>
          <a:prstGeom prst="roundRect">
            <a:avLst>
              <a:gd name="adj" fmla="val 7500"/>
            </a:avLst>
          </a:prstGeom>
          <a:solidFill>
            <a:srgbClr val="FE6768"/>
          </a:solidFill>
          <a:ln w="12700">
            <a:solidFill>
              <a:srgbClr val="FE6768"/>
            </a:solidFill>
            <a:prstDash val="solid"/>
          </a:ln>
        </p:spPr>
      </p:sp>
      <p:sp>
        <p:nvSpPr>
          <p:cNvPr id="8" name="Text 6"/>
          <p:cNvSpPr/>
          <p:nvPr/>
        </p:nvSpPr>
        <p:spPr>
          <a:xfrm>
            <a:off x="640080" y="2606040"/>
            <a:ext cx="5120640" cy="3657600"/>
          </a:xfrm>
          <a:prstGeom prst="rect">
            <a:avLst/>
          </a:prstGeom>
          <a:noFill/>
          <a:ln/>
        </p:spPr>
        <p:txBody>
          <a:bodyPr wrap="square" lIns="0" tIns="0" rIns="0" bIns="0" rtlCol="0" anchor="ctr"/>
          <a:lstStyle/>
          <a:p>
            <a:pPr marL="0" indent="0" algn="ctr">
              <a:buNone/>
            </a:pPr>
            <a:r>
              <a:rPr lang="en-US" sz="24000" b="1" dirty="0">
                <a:solidFill>
                  <a:srgbClr val="F6F6F6"/>
                </a:solidFill>
                <a:latin typeface="Malgun Gothic" pitchFamily="34" charset="0"/>
                <a:ea typeface="Malgun Gothic" pitchFamily="34" charset="-122"/>
                <a:cs typeface="Malgun Gothic" pitchFamily="34" charset="-120"/>
              </a:rPr>
              <a:t>ㅁ</a:t>
            </a:r>
            <a:endParaRPr lang="en-US" sz="24000" dirty="0"/>
          </a:p>
        </p:txBody>
      </p:sp>
      <p:sp>
        <p:nvSpPr>
          <p:cNvPr id="9" name="Shape 7"/>
          <p:cNvSpPr/>
          <p:nvPr/>
        </p:nvSpPr>
        <p:spPr>
          <a:xfrm>
            <a:off x="6126480" y="2606040"/>
            <a:ext cx="5486400" cy="1097280"/>
          </a:xfrm>
          <a:prstGeom prst="roundRect">
            <a:avLst>
              <a:gd name="adj" fmla="val 12500"/>
            </a:avLst>
          </a:prstGeom>
          <a:solidFill>
            <a:srgbClr val="FFE0E0"/>
          </a:solidFill>
          <a:ln w="19050">
            <a:solidFill>
              <a:srgbClr val="FE6768"/>
            </a:solidFill>
            <a:prstDash val="solid"/>
          </a:ln>
        </p:spPr>
      </p:sp>
      <p:sp>
        <p:nvSpPr>
          <p:cNvPr id="10" name="Text 8"/>
          <p:cNvSpPr/>
          <p:nvPr/>
        </p:nvSpPr>
        <p:spPr>
          <a:xfrm>
            <a:off x="6309360" y="2697480"/>
            <a:ext cx="5120640" cy="274320"/>
          </a:xfrm>
          <a:prstGeom prst="rect">
            <a:avLst/>
          </a:prstGeom>
          <a:noFill/>
          <a:ln/>
        </p:spPr>
        <p:txBody>
          <a:bodyPr wrap="square" lIns="0" tIns="0" rIns="0" bIns="0" rtlCol="0" anchor="ctr"/>
          <a:lstStyle/>
          <a:p>
            <a:pPr marL="0" indent="0">
              <a:buNone/>
            </a:pPr>
            <a:r>
              <a:rPr lang="en-US" sz="900" b="1" kern="0" spc="400" dirty="0">
                <a:solidFill>
                  <a:srgbClr val="FE6768"/>
                </a:solidFill>
                <a:latin typeface="Calibri" pitchFamily="34" charset="0"/>
                <a:ea typeface="Calibri" pitchFamily="34" charset="-122"/>
                <a:cs typeface="Calibri" pitchFamily="34" charset="-120"/>
              </a:rPr>
              <a:t>PRONUNCIACIÓN</a:t>
            </a:r>
            <a:endParaRPr lang="en-US" sz="900" dirty="0"/>
          </a:p>
        </p:txBody>
      </p:sp>
      <p:sp>
        <p:nvSpPr>
          <p:cNvPr id="11" name="Text 9"/>
          <p:cNvSpPr/>
          <p:nvPr/>
        </p:nvSpPr>
        <p:spPr>
          <a:xfrm>
            <a:off x="6309360" y="2971800"/>
            <a:ext cx="5120640" cy="640080"/>
          </a:xfrm>
          <a:prstGeom prst="rect">
            <a:avLst/>
          </a:prstGeom>
          <a:noFill/>
          <a:ln/>
        </p:spPr>
        <p:txBody>
          <a:bodyPr wrap="square" lIns="0" tIns="0" rIns="0" bIns="0" rtlCol="0" anchor="ctr"/>
          <a:lstStyle/>
          <a:p>
            <a:pPr marL="0" indent="0">
              <a:buNone/>
            </a:pPr>
            <a:r>
              <a:rPr lang="en-US" sz="3800" b="1" i="1" dirty="0">
                <a:solidFill>
                  <a:srgbClr val="1E1E2A"/>
                </a:solidFill>
                <a:latin typeface="Calibri" pitchFamily="34" charset="0"/>
                <a:ea typeface="Calibri" pitchFamily="34" charset="-122"/>
                <a:cs typeface="Calibri" pitchFamily="34" charset="-120"/>
              </a:rPr>
              <a:t>"m"</a:t>
            </a:r>
            <a:endParaRPr lang="en-US" sz="3800" dirty="0"/>
          </a:p>
        </p:txBody>
      </p:sp>
      <p:sp>
        <p:nvSpPr>
          <p:cNvPr id="12" name="Shape 10"/>
          <p:cNvSpPr/>
          <p:nvPr/>
        </p:nvSpPr>
        <p:spPr>
          <a:xfrm>
            <a:off x="6126480" y="3840480"/>
            <a:ext cx="2560320" cy="2423160"/>
          </a:xfrm>
          <a:prstGeom prst="roundRect">
            <a:avLst>
              <a:gd name="adj" fmla="val 5660"/>
            </a:avLst>
          </a:prstGeom>
          <a:solidFill>
            <a:srgbClr val="F6F6F6"/>
          </a:solidFill>
          <a:ln w="19050">
            <a:solidFill>
              <a:srgbClr val="FE6768"/>
            </a:solidFill>
            <a:prstDash val="solid"/>
          </a:ln>
        </p:spPr>
      </p:sp>
      <p:sp>
        <p:nvSpPr>
          <p:cNvPr id="13" name="Text 11"/>
          <p:cNvSpPr/>
          <p:nvPr/>
        </p:nvSpPr>
        <p:spPr>
          <a:xfrm>
            <a:off x="6126480" y="3931920"/>
            <a:ext cx="2560320" cy="274320"/>
          </a:xfrm>
          <a:prstGeom prst="rect">
            <a:avLst/>
          </a:prstGeom>
          <a:noFill/>
          <a:ln/>
        </p:spPr>
        <p:txBody>
          <a:bodyPr wrap="square" lIns="0" tIns="0" rIns="0" bIns="0" rtlCol="0" anchor="ctr"/>
          <a:lstStyle/>
          <a:p>
            <a:pPr marL="0" indent="0" algn="ctr">
              <a:buNone/>
            </a:pPr>
            <a:r>
              <a:rPr lang="en-US" sz="900" b="1" kern="0" spc="300" dirty="0">
                <a:solidFill>
                  <a:srgbClr val="FE6768"/>
                </a:solidFill>
                <a:latin typeface="Calibri" pitchFamily="34" charset="0"/>
                <a:ea typeface="Calibri" pitchFamily="34" charset="-122"/>
                <a:cs typeface="Calibri" pitchFamily="34" charset="-120"/>
              </a:rPr>
              <a:t>ORDEN DE TRAZO</a:t>
            </a:r>
            <a:endParaRPr lang="en-US" sz="900" dirty="0"/>
          </a:p>
        </p:txBody>
      </p:sp>
      <p:pic>
        <p:nvPicPr>
          <p:cNvPr id="14" name="Image 0" descr="preencoded.png"/>
          <p:cNvPicPr>
            <a:picLocks noChangeAspect="1"/>
          </p:cNvPicPr>
          <p:nvPr/>
        </p:nvPicPr>
        <p:blipFill>
          <a:blip r:embed="rId3"/>
          <a:stretch>
            <a:fillRect/>
          </a:stretch>
        </p:blipFill>
        <p:spPr>
          <a:xfrm>
            <a:off x="6606540" y="4251960"/>
            <a:ext cx="1600200" cy="1600200"/>
          </a:xfrm>
          <a:prstGeom prst="rect">
            <a:avLst/>
          </a:prstGeom>
        </p:spPr>
      </p:pic>
      <p:sp>
        <p:nvSpPr>
          <p:cNvPr id="15" name="Text 12"/>
          <p:cNvSpPr/>
          <p:nvPr/>
        </p:nvSpPr>
        <p:spPr>
          <a:xfrm>
            <a:off x="6126480" y="5897880"/>
            <a:ext cx="2560320" cy="292608"/>
          </a:xfrm>
          <a:prstGeom prst="rect">
            <a:avLst/>
          </a:prstGeom>
          <a:noFill/>
          <a:ln/>
        </p:spPr>
        <p:txBody>
          <a:bodyPr wrap="square" lIns="0" tIns="0" rIns="0" bIns="0" rtlCol="0" anchor="ctr"/>
          <a:lstStyle/>
          <a:p>
            <a:pPr marL="0" indent="0" algn="ctr">
              <a:buNone/>
            </a:pPr>
            <a:r>
              <a:rPr lang="en-US" sz="1200" i="1" dirty="0">
                <a:solidFill>
                  <a:srgbClr val="4A4A55"/>
                </a:solidFill>
                <a:latin typeface="Calibri" pitchFamily="34" charset="0"/>
                <a:ea typeface="Calibri" pitchFamily="34" charset="-122"/>
                <a:cs typeface="Calibri" pitchFamily="34" charset="-120"/>
              </a:rPr>
              <a:t>3 trazos</a:t>
            </a:r>
            <a:endParaRPr lang="en-US" sz="1200" dirty="0"/>
          </a:p>
        </p:txBody>
      </p:sp>
      <p:sp>
        <p:nvSpPr>
          <p:cNvPr id="16" name="Shape 13"/>
          <p:cNvSpPr/>
          <p:nvPr/>
        </p:nvSpPr>
        <p:spPr>
          <a:xfrm>
            <a:off x="8869680" y="3840480"/>
            <a:ext cx="2743200" cy="2423160"/>
          </a:xfrm>
          <a:prstGeom prst="roundRect">
            <a:avLst>
              <a:gd name="adj" fmla="val 5660"/>
            </a:avLst>
          </a:prstGeom>
          <a:solidFill>
            <a:srgbClr val="FFE0E0"/>
          </a:solidFill>
          <a:ln w="19050">
            <a:solidFill>
              <a:srgbClr val="FE6768"/>
            </a:solidFill>
            <a:prstDash val="solid"/>
          </a:ln>
        </p:spPr>
      </p:sp>
      <p:sp>
        <p:nvSpPr>
          <p:cNvPr id="17" name="Text 14"/>
          <p:cNvSpPr/>
          <p:nvPr/>
        </p:nvSpPr>
        <p:spPr>
          <a:xfrm>
            <a:off x="9006840" y="3931920"/>
            <a:ext cx="2468880" cy="274320"/>
          </a:xfrm>
          <a:prstGeom prst="rect">
            <a:avLst/>
          </a:prstGeom>
          <a:noFill/>
          <a:ln/>
        </p:spPr>
        <p:txBody>
          <a:bodyPr wrap="square" lIns="0" tIns="0" rIns="0" bIns="0" rtlCol="0" anchor="ctr"/>
          <a:lstStyle/>
          <a:p>
            <a:pPr marL="0" indent="0">
              <a:buNone/>
            </a:pPr>
            <a:r>
              <a:rPr lang="en-US" sz="900" b="1" kern="0" spc="300" dirty="0">
                <a:solidFill>
                  <a:srgbClr val="FE6768"/>
                </a:solidFill>
                <a:latin typeface="Calibri" pitchFamily="34" charset="0"/>
                <a:ea typeface="Calibri" pitchFamily="34" charset="-122"/>
                <a:cs typeface="Calibri" pitchFamily="34" charset="-120"/>
              </a:rPr>
              <a:t>EJEMPLOS</a:t>
            </a:r>
            <a:endParaRPr lang="en-US" sz="900" dirty="0"/>
          </a:p>
        </p:txBody>
      </p:sp>
      <p:sp>
        <p:nvSpPr>
          <p:cNvPr id="18" name="Text 15"/>
          <p:cNvSpPr/>
          <p:nvPr/>
        </p:nvSpPr>
        <p:spPr>
          <a:xfrm>
            <a:off x="9006840" y="4297680"/>
            <a:ext cx="2468880" cy="1828800"/>
          </a:xfrm>
          <a:prstGeom prst="rect">
            <a:avLst/>
          </a:prstGeom>
          <a:noFill/>
          <a:ln/>
        </p:spPr>
        <p:txBody>
          <a:bodyPr wrap="square" lIns="0" tIns="0" rIns="0" bIns="0" rtlCol="0" anchor="t"/>
          <a:lstStyle/>
          <a:p>
            <a:pPr marL="0" indent="0">
              <a:spcAft>
                <a:spcPts val="800"/>
              </a:spcAft>
              <a:buNone/>
            </a:pPr>
            <a:r>
              <a:rPr lang="en-US" sz="2200" b="1" dirty="0">
                <a:solidFill>
                  <a:srgbClr val="1E1E2A"/>
                </a:solidFill>
                <a:latin typeface="Malgun Gothic" pitchFamily="34" charset="0"/>
                <a:ea typeface="Malgun Gothic" pitchFamily="34" charset="-122"/>
                <a:cs typeface="Malgun Gothic" pitchFamily="34" charset="-120"/>
              </a:rPr>
              <a:t>엄마</a:t>
            </a:r>
            <a:r>
              <a:rPr lang="en-US" sz="1300" i="1" dirty="0">
                <a:solidFill>
                  <a:srgbClr val="4A4A55"/>
                </a:solidFill>
              </a:rPr>
              <a:t>   mamá</a:t>
            </a:r>
            <a:endParaRPr lang="en-US" sz="2200" dirty="0"/>
          </a:p>
          <a:p>
            <a:pPr marL="0" indent="0">
              <a:spcAft>
                <a:spcPts val="800"/>
              </a:spcAft>
              <a:buNone/>
            </a:pPr>
            <a:r>
              <a:rPr lang="en-US" sz="2200" b="1" dirty="0">
                <a:solidFill>
                  <a:srgbClr val="1E1E2A"/>
                </a:solidFill>
                <a:latin typeface="Malgun Gothic" pitchFamily="34" charset="0"/>
                <a:ea typeface="Malgun Gothic" pitchFamily="34" charset="-122"/>
                <a:cs typeface="Malgun Gothic" pitchFamily="34" charset="-120"/>
              </a:rPr>
              <a:t>물</a:t>
            </a:r>
            <a:r>
              <a:rPr lang="en-US" sz="1300" i="1" dirty="0">
                <a:solidFill>
                  <a:srgbClr val="4A4A55"/>
                </a:solidFill>
              </a:rPr>
              <a:t>   agua</a:t>
            </a:r>
            <a:endParaRPr lang="en-US" sz="2200" dirty="0"/>
          </a:p>
        </p:txBody>
      </p:sp>
      <p:sp>
        <p:nvSpPr>
          <p:cNvPr id="20" name="Text 16"/>
          <p:cNvSpPr/>
          <p:nvPr/>
        </p:nvSpPr>
        <p:spPr>
          <a:xfrm>
            <a:off x="365760" y="6446520"/>
            <a:ext cx="5486400" cy="228600"/>
          </a:xfrm>
          <a:prstGeom prst="rect">
            <a:avLst/>
          </a:prstGeom>
          <a:noFill/>
          <a:ln/>
        </p:spPr>
        <p:txBody>
          <a:bodyPr wrap="square" lIns="0" tIns="0" rIns="0" bIns="0" rtlCol="0" anchor="ctr"/>
          <a:lstStyle/>
          <a:p>
            <a:pPr marL="0" indent="0">
              <a:buNone/>
            </a:pPr>
            <a:r>
              <a:rPr lang="en-US" sz="800" kern="0" spc="300" dirty="0">
                <a:solidFill>
                  <a:srgbClr val="4A4A55"/>
                </a:solidFill>
                <a:latin typeface="Calibri" pitchFamily="34" charset="0"/>
                <a:ea typeface="Calibri" pitchFamily="34" charset="-122"/>
                <a:cs typeface="Calibri" pitchFamily="34" charset="-120"/>
              </a:rPr>
              <a:t>ACADEMIA SEÚL  ·  METHOD CHINGU™</a:t>
            </a:r>
            <a:endParaRPr lang="en-US" sz="800" dirty="0"/>
          </a:p>
        </p:txBody>
      </p:sp>
      <p:sp>
        <p:nvSpPr>
          <p:cNvPr id="21" name="Text 17"/>
          <p:cNvSpPr/>
          <p:nvPr/>
        </p:nvSpPr>
        <p:spPr>
          <a:xfrm>
            <a:off x="11277295" y="6446520"/>
            <a:ext cx="548640" cy="228600"/>
          </a:xfrm>
          <a:prstGeom prst="rect">
            <a:avLst/>
          </a:prstGeom>
          <a:noFill/>
          <a:ln/>
        </p:spPr>
        <p:txBody>
          <a:bodyPr wrap="square" lIns="0" tIns="0" rIns="0" bIns="0" rtlCol="0" anchor="ctr"/>
          <a:lstStyle/>
          <a:p>
            <a:pPr marL="0" indent="0" algn="r">
              <a:buNone/>
            </a:pPr>
            <a:r>
              <a:rPr lang="en-US" sz="800" dirty="0">
                <a:solidFill>
                  <a:srgbClr val="4A4A55"/>
                </a:solidFill>
                <a:latin typeface="Calibri" pitchFamily="34" charset="0"/>
                <a:ea typeface="Calibri" pitchFamily="34" charset="-122"/>
                <a:cs typeface="Calibri" pitchFamily="34" charset="-120"/>
              </a:rPr>
              <a:t>46</a:t>
            </a:r>
            <a:endParaRPr lang="en-US" sz="800" dirty="0"/>
          </a:p>
        </p:txBody>
      </p:sp>
      <p:pic>
        <p:nvPicPr>
          <p:cNvPr id="22" name="Image 0" descr="/sessions/sleepy-zen-cray/mnt/outputs/deck_assets/logo_var2_azul.png">
            <a:extLst>
              <a:ext uri="{FF2B5EF4-FFF2-40B4-BE49-F238E27FC236}">
                <a16:creationId xmlns:a16="http://schemas.microsoft.com/office/drawing/2014/main" id="{D89D4366-92F6-FE9B-058B-AAE2E2B8D70D}"/>
              </a:ext>
            </a:extLst>
          </p:cNvPr>
          <p:cNvPicPr>
            <a:picLocks noChangeAspect="1"/>
          </p:cNvPicPr>
          <p:nvPr/>
        </p:nvPicPr>
        <p:blipFill>
          <a:blip r:embed="rId4"/>
          <a:stretch>
            <a:fillRect/>
          </a:stretch>
        </p:blipFill>
        <p:spPr>
          <a:xfrm>
            <a:off x="9778365" y="-760095"/>
            <a:ext cx="2571750" cy="2571750"/>
          </a:xfrm>
          <a:prstGeom prst="rect">
            <a:avLst/>
          </a:prstGeom>
        </p:spPr>
      </p:pic>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57200" y="411480"/>
            <a:ext cx="10972800" cy="274320"/>
          </a:xfrm>
          <a:prstGeom prst="rect">
            <a:avLst/>
          </a:prstGeom>
          <a:noFill/>
          <a:ln/>
        </p:spPr>
        <p:txBody>
          <a:bodyPr wrap="square" lIns="0" tIns="0" rIns="0" bIns="0" rtlCol="0" anchor="ctr"/>
          <a:lstStyle/>
          <a:p>
            <a:pPr marL="0" indent="0">
              <a:buNone/>
            </a:pPr>
            <a:r>
              <a:rPr lang="en-US" sz="1100" b="1" kern="0" spc="500" dirty="0">
                <a:solidFill>
                  <a:srgbClr val="FE6768"/>
                </a:solidFill>
                <a:latin typeface="Calibri" pitchFamily="34" charset="0"/>
                <a:ea typeface="Calibri" pitchFamily="34" charset="-122"/>
                <a:cs typeface="Calibri" pitchFamily="34" charset="-120"/>
              </a:rPr>
              <a:t>§2.5 · CONSONANTES · 순음</a:t>
            </a:r>
            <a:endParaRPr lang="en-US" sz="1100" dirty="0"/>
          </a:p>
        </p:txBody>
      </p:sp>
      <p:sp>
        <p:nvSpPr>
          <p:cNvPr id="3" name="Text 1"/>
          <p:cNvSpPr/>
          <p:nvPr/>
        </p:nvSpPr>
        <p:spPr>
          <a:xfrm>
            <a:off x="457200" y="777240"/>
            <a:ext cx="10972800" cy="822960"/>
          </a:xfrm>
          <a:prstGeom prst="rect">
            <a:avLst/>
          </a:prstGeom>
          <a:noFill/>
          <a:ln/>
        </p:spPr>
        <p:txBody>
          <a:bodyPr wrap="square" lIns="0" tIns="0" rIns="0" bIns="0" rtlCol="0" anchor="ctr"/>
          <a:lstStyle/>
          <a:p>
            <a:pPr marL="0" indent="0">
              <a:buNone/>
            </a:pPr>
            <a:r>
              <a:rPr lang="en-US" sz="4000" b="1" dirty="0">
                <a:solidFill>
                  <a:srgbClr val="4036ED"/>
                </a:solidFill>
                <a:latin typeface="Calibri" pitchFamily="34" charset="0"/>
                <a:ea typeface="Calibri" pitchFamily="34" charset="-122"/>
                <a:cs typeface="Calibri" pitchFamily="34" charset="-120"/>
              </a:rPr>
              <a:t>Consonante · ㅂ</a:t>
            </a:r>
            <a:endParaRPr lang="en-US" sz="4000" dirty="0"/>
          </a:p>
        </p:txBody>
      </p:sp>
      <p:sp>
        <p:nvSpPr>
          <p:cNvPr id="4" name="Text 2"/>
          <p:cNvSpPr/>
          <p:nvPr/>
        </p:nvSpPr>
        <p:spPr>
          <a:xfrm>
            <a:off x="457200" y="1691640"/>
            <a:ext cx="10972800" cy="457200"/>
          </a:xfrm>
          <a:prstGeom prst="rect">
            <a:avLst/>
          </a:prstGeom>
          <a:noFill/>
          <a:ln/>
        </p:spPr>
        <p:txBody>
          <a:bodyPr wrap="square" lIns="0" tIns="0" rIns="0" bIns="0" rtlCol="0" anchor="ctr"/>
          <a:lstStyle/>
          <a:p>
            <a:pPr marL="0" indent="0">
              <a:buNone/>
            </a:pPr>
            <a:r>
              <a:rPr lang="en-US" sz="1400" i="1" dirty="0">
                <a:solidFill>
                  <a:srgbClr val="4A4A55"/>
                </a:solidFill>
                <a:latin typeface="Calibri" pitchFamily="34" charset="0"/>
                <a:ea typeface="Calibri" pitchFamily="34" charset="-122"/>
                <a:cs typeface="Calibri" pitchFamily="34" charset="-120"/>
              </a:rPr>
              <a:t>"b" entre vocales, "p" al inicio</a:t>
            </a:r>
            <a:endParaRPr lang="en-US" sz="1400" dirty="0"/>
          </a:p>
        </p:txBody>
      </p:sp>
      <p:sp>
        <p:nvSpPr>
          <p:cNvPr id="5" name="Text 3"/>
          <p:cNvSpPr/>
          <p:nvPr/>
        </p:nvSpPr>
        <p:spPr>
          <a:xfrm>
            <a:off x="8488375" y="914400"/>
            <a:ext cx="3200400" cy="365760"/>
          </a:xfrm>
          <a:prstGeom prst="rect">
            <a:avLst/>
          </a:prstGeom>
          <a:noFill/>
          <a:ln/>
        </p:spPr>
        <p:txBody>
          <a:bodyPr wrap="square" lIns="0" tIns="0" rIns="0" bIns="0" rtlCol="0" anchor="ctr"/>
          <a:lstStyle/>
          <a:p>
            <a:pPr marL="0" indent="0" algn="r">
              <a:buNone/>
            </a:pPr>
            <a:r>
              <a:rPr lang="en-US" sz="1100" b="1" kern="0" spc="300" dirty="0">
                <a:solidFill>
                  <a:srgbClr val="FE6768"/>
                </a:solidFill>
                <a:latin typeface="Calibri" pitchFamily="34" charset="0"/>
                <a:ea typeface="Calibri" pitchFamily="34" charset="-122"/>
                <a:cs typeface="Calibri" pitchFamily="34" charset="-120"/>
              </a:rPr>
              <a:t>순음 · LABIOS (BILABIAL)</a:t>
            </a:r>
            <a:endParaRPr lang="en-US" sz="1100" dirty="0"/>
          </a:p>
        </p:txBody>
      </p:sp>
      <p:sp>
        <p:nvSpPr>
          <p:cNvPr id="6" name="Text 4"/>
          <p:cNvSpPr/>
          <p:nvPr/>
        </p:nvSpPr>
        <p:spPr>
          <a:xfrm>
            <a:off x="8488375" y="1280160"/>
            <a:ext cx="3200400" cy="274320"/>
          </a:xfrm>
          <a:prstGeom prst="rect">
            <a:avLst/>
          </a:prstGeom>
          <a:noFill/>
          <a:ln/>
        </p:spPr>
        <p:txBody>
          <a:bodyPr wrap="square" lIns="0" tIns="0" rIns="0" bIns="0" rtlCol="0" anchor="ctr"/>
          <a:lstStyle/>
          <a:p>
            <a:pPr marL="0" indent="0" algn="r">
              <a:buNone/>
            </a:pPr>
            <a:r>
              <a:rPr lang="en-US" sz="900" kern="0" spc="400" dirty="0">
                <a:solidFill>
                  <a:srgbClr val="4A4A55"/>
                </a:solidFill>
                <a:latin typeface="Calibri" pitchFamily="34" charset="0"/>
                <a:ea typeface="Calibri" pitchFamily="34" charset="-122"/>
                <a:cs typeface="Calibri" pitchFamily="34" charset="-120"/>
              </a:rPr>
              <a:t>BÁSICA</a:t>
            </a:r>
            <a:endParaRPr lang="en-US" sz="900" dirty="0"/>
          </a:p>
        </p:txBody>
      </p:sp>
      <p:sp>
        <p:nvSpPr>
          <p:cNvPr id="7" name="Shape 5"/>
          <p:cNvSpPr/>
          <p:nvPr/>
        </p:nvSpPr>
        <p:spPr>
          <a:xfrm>
            <a:off x="640080" y="2606040"/>
            <a:ext cx="5120640" cy="3657600"/>
          </a:xfrm>
          <a:prstGeom prst="roundRect">
            <a:avLst>
              <a:gd name="adj" fmla="val 7500"/>
            </a:avLst>
          </a:prstGeom>
          <a:solidFill>
            <a:srgbClr val="FE6768"/>
          </a:solidFill>
          <a:ln w="12700">
            <a:solidFill>
              <a:srgbClr val="FE6768"/>
            </a:solidFill>
            <a:prstDash val="solid"/>
          </a:ln>
        </p:spPr>
      </p:sp>
      <p:sp>
        <p:nvSpPr>
          <p:cNvPr id="8" name="Text 6"/>
          <p:cNvSpPr/>
          <p:nvPr/>
        </p:nvSpPr>
        <p:spPr>
          <a:xfrm>
            <a:off x="640080" y="2606040"/>
            <a:ext cx="5120640" cy="3657600"/>
          </a:xfrm>
          <a:prstGeom prst="rect">
            <a:avLst/>
          </a:prstGeom>
          <a:noFill/>
          <a:ln/>
        </p:spPr>
        <p:txBody>
          <a:bodyPr wrap="square" lIns="0" tIns="0" rIns="0" bIns="0" rtlCol="0" anchor="ctr"/>
          <a:lstStyle/>
          <a:p>
            <a:pPr marL="0" indent="0" algn="ctr">
              <a:buNone/>
            </a:pPr>
            <a:r>
              <a:rPr lang="en-US" sz="24000" b="1" dirty="0">
                <a:solidFill>
                  <a:srgbClr val="F6F6F6"/>
                </a:solidFill>
                <a:latin typeface="Malgun Gothic" pitchFamily="34" charset="0"/>
                <a:ea typeface="Malgun Gothic" pitchFamily="34" charset="-122"/>
                <a:cs typeface="Malgun Gothic" pitchFamily="34" charset="-120"/>
              </a:rPr>
              <a:t>ㅂ</a:t>
            </a:r>
            <a:endParaRPr lang="en-US" sz="24000" dirty="0"/>
          </a:p>
        </p:txBody>
      </p:sp>
      <p:sp>
        <p:nvSpPr>
          <p:cNvPr id="9" name="Shape 7"/>
          <p:cNvSpPr/>
          <p:nvPr/>
        </p:nvSpPr>
        <p:spPr>
          <a:xfrm>
            <a:off x="6126480" y="2606040"/>
            <a:ext cx="5486400" cy="1097280"/>
          </a:xfrm>
          <a:prstGeom prst="roundRect">
            <a:avLst>
              <a:gd name="adj" fmla="val 12500"/>
            </a:avLst>
          </a:prstGeom>
          <a:solidFill>
            <a:srgbClr val="FFE0E0"/>
          </a:solidFill>
          <a:ln w="19050">
            <a:solidFill>
              <a:srgbClr val="FE6768"/>
            </a:solidFill>
            <a:prstDash val="solid"/>
          </a:ln>
        </p:spPr>
      </p:sp>
      <p:sp>
        <p:nvSpPr>
          <p:cNvPr id="10" name="Text 8"/>
          <p:cNvSpPr/>
          <p:nvPr/>
        </p:nvSpPr>
        <p:spPr>
          <a:xfrm>
            <a:off x="6309360" y="2697480"/>
            <a:ext cx="5120640" cy="274320"/>
          </a:xfrm>
          <a:prstGeom prst="rect">
            <a:avLst/>
          </a:prstGeom>
          <a:noFill/>
          <a:ln/>
        </p:spPr>
        <p:txBody>
          <a:bodyPr wrap="square" lIns="0" tIns="0" rIns="0" bIns="0" rtlCol="0" anchor="ctr"/>
          <a:lstStyle/>
          <a:p>
            <a:pPr marL="0" indent="0">
              <a:buNone/>
            </a:pPr>
            <a:r>
              <a:rPr lang="en-US" sz="900" b="1" kern="0" spc="400" dirty="0">
                <a:solidFill>
                  <a:srgbClr val="FE6768"/>
                </a:solidFill>
                <a:latin typeface="Calibri" pitchFamily="34" charset="0"/>
                <a:ea typeface="Calibri" pitchFamily="34" charset="-122"/>
                <a:cs typeface="Calibri" pitchFamily="34" charset="-120"/>
              </a:rPr>
              <a:t>PRONUNCIACIÓN</a:t>
            </a:r>
            <a:endParaRPr lang="en-US" sz="900" dirty="0"/>
          </a:p>
        </p:txBody>
      </p:sp>
      <p:sp>
        <p:nvSpPr>
          <p:cNvPr id="11" name="Text 9"/>
          <p:cNvSpPr/>
          <p:nvPr/>
        </p:nvSpPr>
        <p:spPr>
          <a:xfrm>
            <a:off x="6309360" y="2971800"/>
            <a:ext cx="5120640" cy="640080"/>
          </a:xfrm>
          <a:prstGeom prst="rect">
            <a:avLst/>
          </a:prstGeom>
          <a:noFill/>
          <a:ln/>
        </p:spPr>
        <p:txBody>
          <a:bodyPr wrap="square" lIns="0" tIns="0" rIns="0" bIns="0" rtlCol="0" anchor="ctr"/>
          <a:lstStyle/>
          <a:p>
            <a:pPr marL="0" indent="0">
              <a:buNone/>
            </a:pPr>
            <a:r>
              <a:rPr lang="en-US" sz="3800" b="1" i="1" dirty="0">
                <a:solidFill>
                  <a:srgbClr val="1E1E2A"/>
                </a:solidFill>
                <a:latin typeface="Calibri" pitchFamily="34" charset="0"/>
                <a:ea typeface="Calibri" pitchFamily="34" charset="-122"/>
                <a:cs typeface="Calibri" pitchFamily="34" charset="-120"/>
              </a:rPr>
              <a:t>"b / p"</a:t>
            </a:r>
            <a:endParaRPr lang="en-US" sz="3800" dirty="0"/>
          </a:p>
        </p:txBody>
      </p:sp>
      <p:sp>
        <p:nvSpPr>
          <p:cNvPr id="12" name="Shape 10"/>
          <p:cNvSpPr/>
          <p:nvPr/>
        </p:nvSpPr>
        <p:spPr>
          <a:xfrm>
            <a:off x="6126480" y="3840480"/>
            <a:ext cx="2560320" cy="2423160"/>
          </a:xfrm>
          <a:prstGeom prst="roundRect">
            <a:avLst>
              <a:gd name="adj" fmla="val 5660"/>
            </a:avLst>
          </a:prstGeom>
          <a:solidFill>
            <a:srgbClr val="F6F6F6"/>
          </a:solidFill>
          <a:ln w="19050">
            <a:solidFill>
              <a:srgbClr val="FE6768"/>
            </a:solidFill>
            <a:prstDash val="solid"/>
          </a:ln>
        </p:spPr>
      </p:sp>
      <p:sp>
        <p:nvSpPr>
          <p:cNvPr id="13" name="Text 11"/>
          <p:cNvSpPr/>
          <p:nvPr/>
        </p:nvSpPr>
        <p:spPr>
          <a:xfrm>
            <a:off x="6126480" y="3931920"/>
            <a:ext cx="2560320" cy="274320"/>
          </a:xfrm>
          <a:prstGeom prst="rect">
            <a:avLst/>
          </a:prstGeom>
          <a:noFill/>
          <a:ln/>
        </p:spPr>
        <p:txBody>
          <a:bodyPr wrap="square" lIns="0" tIns="0" rIns="0" bIns="0" rtlCol="0" anchor="ctr"/>
          <a:lstStyle/>
          <a:p>
            <a:pPr marL="0" indent="0" algn="ctr">
              <a:buNone/>
            </a:pPr>
            <a:r>
              <a:rPr lang="en-US" sz="900" b="1" kern="0" spc="300" dirty="0">
                <a:solidFill>
                  <a:srgbClr val="FE6768"/>
                </a:solidFill>
                <a:latin typeface="Calibri" pitchFamily="34" charset="0"/>
                <a:ea typeface="Calibri" pitchFamily="34" charset="-122"/>
                <a:cs typeface="Calibri" pitchFamily="34" charset="-120"/>
              </a:rPr>
              <a:t>ORDEN DE TRAZO</a:t>
            </a:r>
            <a:endParaRPr lang="en-US" sz="900" dirty="0"/>
          </a:p>
        </p:txBody>
      </p:sp>
      <p:pic>
        <p:nvPicPr>
          <p:cNvPr id="14" name="Image 0" descr="preencoded.png"/>
          <p:cNvPicPr>
            <a:picLocks noChangeAspect="1"/>
          </p:cNvPicPr>
          <p:nvPr/>
        </p:nvPicPr>
        <p:blipFill>
          <a:blip r:embed="rId3"/>
          <a:stretch>
            <a:fillRect/>
          </a:stretch>
        </p:blipFill>
        <p:spPr>
          <a:xfrm>
            <a:off x="6606540" y="4251960"/>
            <a:ext cx="1600200" cy="1600200"/>
          </a:xfrm>
          <a:prstGeom prst="rect">
            <a:avLst/>
          </a:prstGeom>
        </p:spPr>
      </p:pic>
      <p:sp>
        <p:nvSpPr>
          <p:cNvPr id="15" name="Text 12"/>
          <p:cNvSpPr/>
          <p:nvPr/>
        </p:nvSpPr>
        <p:spPr>
          <a:xfrm>
            <a:off x="6126480" y="5897880"/>
            <a:ext cx="2560320" cy="292608"/>
          </a:xfrm>
          <a:prstGeom prst="rect">
            <a:avLst/>
          </a:prstGeom>
          <a:noFill/>
          <a:ln/>
        </p:spPr>
        <p:txBody>
          <a:bodyPr wrap="square" lIns="0" tIns="0" rIns="0" bIns="0" rtlCol="0" anchor="ctr"/>
          <a:lstStyle/>
          <a:p>
            <a:pPr marL="0" indent="0" algn="ctr">
              <a:buNone/>
            </a:pPr>
            <a:r>
              <a:rPr lang="en-US" sz="1200" i="1" dirty="0">
                <a:solidFill>
                  <a:srgbClr val="4A4A55"/>
                </a:solidFill>
                <a:latin typeface="Calibri" pitchFamily="34" charset="0"/>
                <a:ea typeface="Calibri" pitchFamily="34" charset="-122"/>
                <a:cs typeface="Calibri" pitchFamily="34" charset="-120"/>
              </a:rPr>
              <a:t>4 trazos</a:t>
            </a:r>
            <a:endParaRPr lang="en-US" sz="1200" dirty="0"/>
          </a:p>
        </p:txBody>
      </p:sp>
      <p:sp>
        <p:nvSpPr>
          <p:cNvPr id="16" name="Shape 13"/>
          <p:cNvSpPr/>
          <p:nvPr/>
        </p:nvSpPr>
        <p:spPr>
          <a:xfrm>
            <a:off x="8869680" y="3840480"/>
            <a:ext cx="2743200" cy="2423160"/>
          </a:xfrm>
          <a:prstGeom prst="roundRect">
            <a:avLst>
              <a:gd name="adj" fmla="val 5660"/>
            </a:avLst>
          </a:prstGeom>
          <a:solidFill>
            <a:srgbClr val="FFE0E0"/>
          </a:solidFill>
          <a:ln w="19050">
            <a:solidFill>
              <a:srgbClr val="FE6768"/>
            </a:solidFill>
            <a:prstDash val="solid"/>
          </a:ln>
        </p:spPr>
      </p:sp>
      <p:sp>
        <p:nvSpPr>
          <p:cNvPr id="17" name="Text 14"/>
          <p:cNvSpPr/>
          <p:nvPr/>
        </p:nvSpPr>
        <p:spPr>
          <a:xfrm>
            <a:off x="9006840" y="3931920"/>
            <a:ext cx="2468880" cy="274320"/>
          </a:xfrm>
          <a:prstGeom prst="rect">
            <a:avLst/>
          </a:prstGeom>
          <a:noFill/>
          <a:ln/>
        </p:spPr>
        <p:txBody>
          <a:bodyPr wrap="square" lIns="0" tIns="0" rIns="0" bIns="0" rtlCol="0" anchor="ctr"/>
          <a:lstStyle/>
          <a:p>
            <a:pPr marL="0" indent="0">
              <a:buNone/>
            </a:pPr>
            <a:r>
              <a:rPr lang="en-US" sz="900" b="1" kern="0" spc="300" dirty="0">
                <a:solidFill>
                  <a:srgbClr val="FE6768"/>
                </a:solidFill>
                <a:latin typeface="Calibri" pitchFamily="34" charset="0"/>
                <a:ea typeface="Calibri" pitchFamily="34" charset="-122"/>
                <a:cs typeface="Calibri" pitchFamily="34" charset="-120"/>
              </a:rPr>
              <a:t>EJEMPLOS</a:t>
            </a:r>
            <a:endParaRPr lang="en-US" sz="900" dirty="0"/>
          </a:p>
        </p:txBody>
      </p:sp>
      <p:sp>
        <p:nvSpPr>
          <p:cNvPr id="18" name="Text 15"/>
          <p:cNvSpPr/>
          <p:nvPr/>
        </p:nvSpPr>
        <p:spPr>
          <a:xfrm>
            <a:off x="9006840" y="4297680"/>
            <a:ext cx="2468880" cy="1828800"/>
          </a:xfrm>
          <a:prstGeom prst="rect">
            <a:avLst/>
          </a:prstGeom>
          <a:noFill/>
          <a:ln/>
        </p:spPr>
        <p:txBody>
          <a:bodyPr wrap="square" lIns="0" tIns="0" rIns="0" bIns="0" rtlCol="0" anchor="t"/>
          <a:lstStyle/>
          <a:p>
            <a:pPr marL="0" indent="0">
              <a:spcAft>
                <a:spcPts val="800"/>
              </a:spcAft>
              <a:buNone/>
            </a:pPr>
            <a:r>
              <a:rPr lang="en-US" sz="2200" b="1" dirty="0">
                <a:solidFill>
                  <a:srgbClr val="1E1E2A"/>
                </a:solidFill>
                <a:latin typeface="Malgun Gothic" pitchFamily="34" charset="0"/>
                <a:ea typeface="Malgun Gothic" pitchFamily="34" charset="-122"/>
                <a:cs typeface="Malgun Gothic" pitchFamily="34" charset="-120"/>
              </a:rPr>
              <a:t>바다</a:t>
            </a:r>
            <a:r>
              <a:rPr lang="en-US" sz="1300" i="1" dirty="0">
                <a:solidFill>
                  <a:srgbClr val="4A4A55"/>
                </a:solidFill>
              </a:rPr>
              <a:t>   mar</a:t>
            </a:r>
            <a:endParaRPr lang="en-US" sz="2200" dirty="0"/>
          </a:p>
          <a:p>
            <a:pPr marL="0" indent="0">
              <a:spcAft>
                <a:spcPts val="800"/>
              </a:spcAft>
              <a:buNone/>
            </a:pPr>
            <a:r>
              <a:rPr lang="en-US" sz="2200" b="1" dirty="0">
                <a:solidFill>
                  <a:srgbClr val="1E1E2A"/>
                </a:solidFill>
                <a:latin typeface="Malgun Gothic" pitchFamily="34" charset="0"/>
                <a:ea typeface="Malgun Gothic" pitchFamily="34" charset="-122"/>
                <a:cs typeface="Malgun Gothic" pitchFamily="34" charset="-120"/>
              </a:rPr>
              <a:t>비</a:t>
            </a:r>
            <a:r>
              <a:rPr lang="en-US" sz="1300" i="1" dirty="0">
                <a:solidFill>
                  <a:srgbClr val="4A4A55"/>
                </a:solidFill>
              </a:rPr>
              <a:t>   lluvia</a:t>
            </a:r>
            <a:endParaRPr lang="en-US" sz="2200" dirty="0"/>
          </a:p>
        </p:txBody>
      </p:sp>
      <p:sp>
        <p:nvSpPr>
          <p:cNvPr id="20" name="Text 16"/>
          <p:cNvSpPr/>
          <p:nvPr/>
        </p:nvSpPr>
        <p:spPr>
          <a:xfrm>
            <a:off x="365760" y="6446520"/>
            <a:ext cx="5486400" cy="228600"/>
          </a:xfrm>
          <a:prstGeom prst="rect">
            <a:avLst/>
          </a:prstGeom>
          <a:noFill/>
          <a:ln/>
        </p:spPr>
        <p:txBody>
          <a:bodyPr wrap="square" lIns="0" tIns="0" rIns="0" bIns="0" rtlCol="0" anchor="ctr"/>
          <a:lstStyle/>
          <a:p>
            <a:pPr marL="0" indent="0">
              <a:buNone/>
            </a:pPr>
            <a:r>
              <a:rPr lang="en-US" sz="800" kern="0" spc="300" dirty="0">
                <a:solidFill>
                  <a:srgbClr val="4A4A55"/>
                </a:solidFill>
                <a:latin typeface="Calibri" pitchFamily="34" charset="0"/>
                <a:ea typeface="Calibri" pitchFamily="34" charset="-122"/>
                <a:cs typeface="Calibri" pitchFamily="34" charset="-120"/>
              </a:rPr>
              <a:t>ACADEMIA SEÚL  ·  METHOD CHINGU™</a:t>
            </a:r>
            <a:endParaRPr lang="en-US" sz="800" dirty="0"/>
          </a:p>
        </p:txBody>
      </p:sp>
      <p:sp>
        <p:nvSpPr>
          <p:cNvPr id="21" name="Text 17"/>
          <p:cNvSpPr/>
          <p:nvPr/>
        </p:nvSpPr>
        <p:spPr>
          <a:xfrm>
            <a:off x="11277295" y="6446520"/>
            <a:ext cx="548640" cy="228600"/>
          </a:xfrm>
          <a:prstGeom prst="rect">
            <a:avLst/>
          </a:prstGeom>
          <a:noFill/>
          <a:ln/>
        </p:spPr>
        <p:txBody>
          <a:bodyPr wrap="square" lIns="0" tIns="0" rIns="0" bIns="0" rtlCol="0" anchor="ctr"/>
          <a:lstStyle/>
          <a:p>
            <a:pPr marL="0" indent="0" algn="r">
              <a:buNone/>
            </a:pPr>
            <a:r>
              <a:rPr lang="en-US" sz="800" dirty="0">
                <a:solidFill>
                  <a:srgbClr val="4A4A55"/>
                </a:solidFill>
                <a:latin typeface="Calibri" pitchFamily="34" charset="0"/>
                <a:ea typeface="Calibri" pitchFamily="34" charset="-122"/>
                <a:cs typeface="Calibri" pitchFamily="34" charset="-120"/>
              </a:rPr>
              <a:t>47</a:t>
            </a:r>
            <a:endParaRPr lang="en-US" sz="800" dirty="0"/>
          </a:p>
        </p:txBody>
      </p:sp>
      <p:pic>
        <p:nvPicPr>
          <p:cNvPr id="22" name="Image 0" descr="/sessions/sleepy-zen-cray/mnt/outputs/deck_assets/logo_var2_azul.png">
            <a:extLst>
              <a:ext uri="{FF2B5EF4-FFF2-40B4-BE49-F238E27FC236}">
                <a16:creationId xmlns:a16="http://schemas.microsoft.com/office/drawing/2014/main" id="{2166F554-A8AA-E398-E48C-1BB4C5B1685E}"/>
              </a:ext>
            </a:extLst>
          </p:cNvPr>
          <p:cNvPicPr>
            <a:picLocks noChangeAspect="1"/>
          </p:cNvPicPr>
          <p:nvPr/>
        </p:nvPicPr>
        <p:blipFill>
          <a:blip r:embed="rId4"/>
          <a:stretch>
            <a:fillRect/>
          </a:stretch>
        </p:blipFill>
        <p:spPr>
          <a:xfrm>
            <a:off x="9778365" y="-760095"/>
            <a:ext cx="2571750" cy="2571750"/>
          </a:xfrm>
          <a:prstGeom prst="rect">
            <a:avLst/>
          </a:prstGeom>
        </p:spPr>
      </p:pic>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57200" y="411480"/>
            <a:ext cx="10972800" cy="274320"/>
          </a:xfrm>
          <a:prstGeom prst="rect">
            <a:avLst/>
          </a:prstGeom>
          <a:noFill/>
          <a:ln/>
        </p:spPr>
        <p:txBody>
          <a:bodyPr wrap="square" lIns="0" tIns="0" rIns="0" bIns="0" rtlCol="0" anchor="ctr"/>
          <a:lstStyle/>
          <a:p>
            <a:pPr marL="0" indent="0">
              <a:buNone/>
            </a:pPr>
            <a:r>
              <a:rPr lang="en-US" sz="1100" b="1" kern="0" spc="500" dirty="0">
                <a:solidFill>
                  <a:srgbClr val="FE6768"/>
                </a:solidFill>
                <a:latin typeface="Calibri" pitchFamily="34" charset="0"/>
                <a:ea typeface="Calibri" pitchFamily="34" charset="-122"/>
                <a:cs typeface="Calibri" pitchFamily="34" charset="-120"/>
              </a:rPr>
              <a:t>§2.5 · CONSONANTES · 순음</a:t>
            </a:r>
            <a:endParaRPr lang="en-US" sz="1100" dirty="0"/>
          </a:p>
        </p:txBody>
      </p:sp>
      <p:sp>
        <p:nvSpPr>
          <p:cNvPr id="3" name="Text 1"/>
          <p:cNvSpPr/>
          <p:nvPr/>
        </p:nvSpPr>
        <p:spPr>
          <a:xfrm>
            <a:off x="457200" y="777240"/>
            <a:ext cx="10972800" cy="822960"/>
          </a:xfrm>
          <a:prstGeom prst="rect">
            <a:avLst/>
          </a:prstGeom>
          <a:noFill/>
          <a:ln/>
        </p:spPr>
        <p:txBody>
          <a:bodyPr wrap="square" lIns="0" tIns="0" rIns="0" bIns="0" rtlCol="0" anchor="ctr"/>
          <a:lstStyle/>
          <a:p>
            <a:pPr marL="0" indent="0">
              <a:buNone/>
            </a:pPr>
            <a:r>
              <a:rPr lang="en-US" sz="4000" b="1" dirty="0">
                <a:solidFill>
                  <a:srgbClr val="4036ED"/>
                </a:solidFill>
                <a:latin typeface="Calibri" pitchFamily="34" charset="0"/>
                <a:ea typeface="Calibri" pitchFamily="34" charset="-122"/>
                <a:cs typeface="Calibri" pitchFamily="34" charset="-120"/>
              </a:rPr>
              <a:t>Consonante · ㅍ</a:t>
            </a:r>
            <a:endParaRPr lang="en-US" sz="4000" dirty="0"/>
          </a:p>
        </p:txBody>
      </p:sp>
      <p:sp>
        <p:nvSpPr>
          <p:cNvPr id="4" name="Text 2"/>
          <p:cNvSpPr/>
          <p:nvPr/>
        </p:nvSpPr>
        <p:spPr>
          <a:xfrm>
            <a:off x="457200" y="1691640"/>
            <a:ext cx="10972800" cy="457200"/>
          </a:xfrm>
          <a:prstGeom prst="rect">
            <a:avLst/>
          </a:prstGeom>
          <a:noFill/>
          <a:ln/>
        </p:spPr>
        <p:txBody>
          <a:bodyPr wrap="square" lIns="0" tIns="0" rIns="0" bIns="0" rtlCol="0" anchor="ctr"/>
          <a:lstStyle/>
          <a:p>
            <a:pPr marL="0" indent="0">
              <a:buNone/>
            </a:pPr>
            <a:r>
              <a:rPr lang="en-US" sz="1400" i="1" dirty="0">
                <a:solidFill>
                  <a:srgbClr val="4A4A55"/>
                </a:solidFill>
                <a:latin typeface="Calibri" pitchFamily="34" charset="0"/>
                <a:ea typeface="Calibri" pitchFamily="34" charset="-122"/>
                <a:cs typeface="Calibri" pitchFamily="34" charset="-120"/>
              </a:rPr>
              <a:t>"p" aspirada — con un soplo de aire</a:t>
            </a:r>
            <a:endParaRPr lang="en-US" sz="1400" dirty="0"/>
          </a:p>
        </p:txBody>
      </p:sp>
      <p:sp>
        <p:nvSpPr>
          <p:cNvPr id="5" name="Text 3"/>
          <p:cNvSpPr/>
          <p:nvPr/>
        </p:nvSpPr>
        <p:spPr>
          <a:xfrm>
            <a:off x="8488375" y="914400"/>
            <a:ext cx="3200400" cy="365760"/>
          </a:xfrm>
          <a:prstGeom prst="rect">
            <a:avLst/>
          </a:prstGeom>
          <a:noFill/>
          <a:ln/>
        </p:spPr>
        <p:txBody>
          <a:bodyPr wrap="square" lIns="0" tIns="0" rIns="0" bIns="0" rtlCol="0" anchor="ctr"/>
          <a:lstStyle/>
          <a:p>
            <a:pPr marL="0" indent="0" algn="r">
              <a:buNone/>
            </a:pPr>
            <a:r>
              <a:rPr lang="en-US" sz="1100" b="1" kern="0" spc="300" dirty="0">
                <a:solidFill>
                  <a:srgbClr val="FE6768"/>
                </a:solidFill>
                <a:latin typeface="Calibri" pitchFamily="34" charset="0"/>
                <a:ea typeface="Calibri" pitchFamily="34" charset="-122"/>
                <a:cs typeface="Calibri" pitchFamily="34" charset="-120"/>
              </a:rPr>
              <a:t>순음 · LABIOS (BILABIAL)</a:t>
            </a:r>
            <a:endParaRPr lang="en-US" sz="1100" dirty="0"/>
          </a:p>
        </p:txBody>
      </p:sp>
      <p:sp>
        <p:nvSpPr>
          <p:cNvPr id="6" name="Text 4"/>
          <p:cNvSpPr/>
          <p:nvPr/>
        </p:nvSpPr>
        <p:spPr>
          <a:xfrm>
            <a:off x="8488375" y="1280160"/>
            <a:ext cx="3200400" cy="274320"/>
          </a:xfrm>
          <a:prstGeom prst="rect">
            <a:avLst/>
          </a:prstGeom>
          <a:noFill/>
          <a:ln/>
        </p:spPr>
        <p:txBody>
          <a:bodyPr wrap="square" lIns="0" tIns="0" rIns="0" bIns="0" rtlCol="0" anchor="ctr"/>
          <a:lstStyle/>
          <a:p>
            <a:pPr marL="0" indent="0" algn="r">
              <a:buNone/>
            </a:pPr>
            <a:r>
              <a:rPr lang="en-US" sz="900" kern="0" spc="400" dirty="0">
                <a:solidFill>
                  <a:srgbClr val="4A4A55"/>
                </a:solidFill>
                <a:latin typeface="Calibri" pitchFamily="34" charset="0"/>
                <a:ea typeface="Calibri" pitchFamily="34" charset="-122"/>
                <a:cs typeface="Calibri" pitchFamily="34" charset="-120"/>
              </a:rPr>
              <a:t>ASPIRADA</a:t>
            </a:r>
            <a:endParaRPr lang="en-US" sz="900" dirty="0"/>
          </a:p>
        </p:txBody>
      </p:sp>
      <p:sp>
        <p:nvSpPr>
          <p:cNvPr id="7" name="Shape 5"/>
          <p:cNvSpPr/>
          <p:nvPr/>
        </p:nvSpPr>
        <p:spPr>
          <a:xfrm>
            <a:off x="640080" y="2606040"/>
            <a:ext cx="5120640" cy="3657600"/>
          </a:xfrm>
          <a:prstGeom prst="roundRect">
            <a:avLst>
              <a:gd name="adj" fmla="val 7500"/>
            </a:avLst>
          </a:prstGeom>
          <a:solidFill>
            <a:srgbClr val="FE6768"/>
          </a:solidFill>
          <a:ln w="12700">
            <a:solidFill>
              <a:srgbClr val="FE6768"/>
            </a:solidFill>
            <a:prstDash val="solid"/>
          </a:ln>
        </p:spPr>
      </p:sp>
      <p:sp>
        <p:nvSpPr>
          <p:cNvPr id="8" name="Text 6"/>
          <p:cNvSpPr/>
          <p:nvPr/>
        </p:nvSpPr>
        <p:spPr>
          <a:xfrm>
            <a:off x="640080" y="2606040"/>
            <a:ext cx="5120640" cy="3657600"/>
          </a:xfrm>
          <a:prstGeom prst="rect">
            <a:avLst/>
          </a:prstGeom>
          <a:noFill/>
          <a:ln/>
        </p:spPr>
        <p:txBody>
          <a:bodyPr wrap="square" lIns="0" tIns="0" rIns="0" bIns="0" rtlCol="0" anchor="ctr"/>
          <a:lstStyle/>
          <a:p>
            <a:pPr marL="0" indent="0" algn="ctr">
              <a:buNone/>
            </a:pPr>
            <a:r>
              <a:rPr lang="en-US" sz="24000" b="1" dirty="0">
                <a:solidFill>
                  <a:srgbClr val="F6F6F6"/>
                </a:solidFill>
                <a:latin typeface="Malgun Gothic" pitchFamily="34" charset="0"/>
                <a:ea typeface="Malgun Gothic" pitchFamily="34" charset="-122"/>
                <a:cs typeface="Malgun Gothic" pitchFamily="34" charset="-120"/>
              </a:rPr>
              <a:t>ㅍ</a:t>
            </a:r>
            <a:endParaRPr lang="en-US" sz="24000" dirty="0"/>
          </a:p>
        </p:txBody>
      </p:sp>
      <p:sp>
        <p:nvSpPr>
          <p:cNvPr id="9" name="Shape 7"/>
          <p:cNvSpPr/>
          <p:nvPr/>
        </p:nvSpPr>
        <p:spPr>
          <a:xfrm>
            <a:off x="6126480" y="2606040"/>
            <a:ext cx="5486400" cy="1097280"/>
          </a:xfrm>
          <a:prstGeom prst="roundRect">
            <a:avLst>
              <a:gd name="adj" fmla="val 12500"/>
            </a:avLst>
          </a:prstGeom>
          <a:solidFill>
            <a:srgbClr val="FFE0E0"/>
          </a:solidFill>
          <a:ln w="19050">
            <a:solidFill>
              <a:srgbClr val="FE6768"/>
            </a:solidFill>
            <a:prstDash val="solid"/>
          </a:ln>
        </p:spPr>
      </p:sp>
      <p:sp>
        <p:nvSpPr>
          <p:cNvPr id="10" name="Text 8"/>
          <p:cNvSpPr/>
          <p:nvPr/>
        </p:nvSpPr>
        <p:spPr>
          <a:xfrm>
            <a:off x="6309360" y="2697480"/>
            <a:ext cx="5120640" cy="274320"/>
          </a:xfrm>
          <a:prstGeom prst="rect">
            <a:avLst/>
          </a:prstGeom>
          <a:noFill/>
          <a:ln/>
        </p:spPr>
        <p:txBody>
          <a:bodyPr wrap="square" lIns="0" tIns="0" rIns="0" bIns="0" rtlCol="0" anchor="ctr"/>
          <a:lstStyle/>
          <a:p>
            <a:pPr marL="0" indent="0">
              <a:buNone/>
            </a:pPr>
            <a:r>
              <a:rPr lang="en-US" sz="900" b="1" kern="0" spc="400" dirty="0">
                <a:solidFill>
                  <a:srgbClr val="FE6768"/>
                </a:solidFill>
                <a:latin typeface="Calibri" pitchFamily="34" charset="0"/>
                <a:ea typeface="Calibri" pitchFamily="34" charset="-122"/>
                <a:cs typeface="Calibri" pitchFamily="34" charset="-120"/>
              </a:rPr>
              <a:t>PRONUNCIACIÓN</a:t>
            </a:r>
            <a:endParaRPr lang="en-US" sz="900" dirty="0"/>
          </a:p>
        </p:txBody>
      </p:sp>
      <p:sp>
        <p:nvSpPr>
          <p:cNvPr id="11" name="Text 9"/>
          <p:cNvSpPr/>
          <p:nvPr/>
        </p:nvSpPr>
        <p:spPr>
          <a:xfrm>
            <a:off x="6309360" y="2971800"/>
            <a:ext cx="5120640" cy="640080"/>
          </a:xfrm>
          <a:prstGeom prst="rect">
            <a:avLst/>
          </a:prstGeom>
          <a:noFill/>
          <a:ln/>
        </p:spPr>
        <p:txBody>
          <a:bodyPr wrap="square" lIns="0" tIns="0" rIns="0" bIns="0" rtlCol="0" anchor="ctr"/>
          <a:lstStyle/>
          <a:p>
            <a:pPr marL="0" indent="0">
              <a:buNone/>
            </a:pPr>
            <a:r>
              <a:rPr lang="en-US" sz="3800" b="1" i="1" dirty="0">
                <a:solidFill>
                  <a:srgbClr val="1E1E2A"/>
                </a:solidFill>
                <a:latin typeface="Calibri" pitchFamily="34" charset="0"/>
                <a:ea typeface="Calibri" pitchFamily="34" charset="-122"/>
                <a:cs typeface="Calibri" pitchFamily="34" charset="-120"/>
              </a:rPr>
              <a:t>"p"</a:t>
            </a:r>
            <a:endParaRPr lang="en-US" sz="3800" dirty="0"/>
          </a:p>
        </p:txBody>
      </p:sp>
      <p:sp>
        <p:nvSpPr>
          <p:cNvPr id="12" name="Shape 10"/>
          <p:cNvSpPr/>
          <p:nvPr/>
        </p:nvSpPr>
        <p:spPr>
          <a:xfrm>
            <a:off x="6126480" y="3840480"/>
            <a:ext cx="2560320" cy="2423160"/>
          </a:xfrm>
          <a:prstGeom prst="roundRect">
            <a:avLst>
              <a:gd name="adj" fmla="val 5660"/>
            </a:avLst>
          </a:prstGeom>
          <a:solidFill>
            <a:srgbClr val="F6F6F6"/>
          </a:solidFill>
          <a:ln w="19050">
            <a:solidFill>
              <a:srgbClr val="FE6768"/>
            </a:solidFill>
            <a:prstDash val="solid"/>
          </a:ln>
        </p:spPr>
      </p:sp>
      <p:sp>
        <p:nvSpPr>
          <p:cNvPr id="13" name="Text 11"/>
          <p:cNvSpPr/>
          <p:nvPr/>
        </p:nvSpPr>
        <p:spPr>
          <a:xfrm>
            <a:off x="6126480" y="3931920"/>
            <a:ext cx="2560320" cy="274320"/>
          </a:xfrm>
          <a:prstGeom prst="rect">
            <a:avLst/>
          </a:prstGeom>
          <a:noFill/>
          <a:ln/>
        </p:spPr>
        <p:txBody>
          <a:bodyPr wrap="square" lIns="0" tIns="0" rIns="0" bIns="0" rtlCol="0" anchor="ctr"/>
          <a:lstStyle/>
          <a:p>
            <a:pPr marL="0" indent="0" algn="ctr">
              <a:buNone/>
            </a:pPr>
            <a:r>
              <a:rPr lang="en-US" sz="900" b="1" kern="0" spc="300" dirty="0">
                <a:solidFill>
                  <a:srgbClr val="FE6768"/>
                </a:solidFill>
                <a:latin typeface="Calibri" pitchFamily="34" charset="0"/>
                <a:ea typeface="Calibri" pitchFamily="34" charset="-122"/>
                <a:cs typeface="Calibri" pitchFamily="34" charset="-120"/>
              </a:rPr>
              <a:t>ORDEN DE TRAZO</a:t>
            </a:r>
            <a:endParaRPr lang="en-US" sz="900" dirty="0"/>
          </a:p>
        </p:txBody>
      </p:sp>
      <p:pic>
        <p:nvPicPr>
          <p:cNvPr id="14" name="Image 0" descr="preencoded.png"/>
          <p:cNvPicPr>
            <a:picLocks noChangeAspect="1"/>
          </p:cNvPicPr>
          <p:nvPr/>
        </p:nvPicPr>
        <p:blipFill>
          <a:blip r:embed="rId3"/>
          <a:stretch>
            <a:fillRect/>
          </a:stretch>
        </p:blipFill>
        <p:spPr>
          <a:xfrm>
            <a:off x="6606540" y="4251960"/>
            <a:ext cx="1600200" cy="1600200"/>
          </a:xfrm>
          <a:prstGeom prst="rect">
            <a:avLst/>
          </a:prstGeom>
        </p:spPr>
      </p:pic>
      <p:sp>
        <p:nvSpPr>
          <p:cNvPr id="15" name="Text 12"/>
          <p:cNvSpPr/>
          <p:nvPr/>
        </p:nvSpPr>
        <p:spPr>
          <a:xfrm>
            <a:off x="6126480" y="5897880"/>
            <a:ext cx="2560320" cy="292608"/>
          </a:xfrm>
          <a:prstGeom prst="rect">
            <a:avLst/>
          </a:prstGeom>
          <a:noFill/>
          <a:ln/>
        </p:spPr>
        <p:txBody>
          <a:bodyPr wrap="square" lIns="0" tIns="0" rIns="0" bIns="0" rtlCol="0" anchor="ctr"/>
          <a:lstStyle/>
          <a:p>
            <a:pPr marL="0" indent="0" algn="ctr">
              <a:buNone/>
            </a:pPr>
            <a:r>
              <a:rPr lang="en-US" sz="1200" i="1" dirty="0">
                <a:solidFill>
                  <a:srgbClr val="4A4A55"/>
                </a:solidFill>
                <a:latin typeface="Calibri" pitchFamily="34" charset="0"/>
                <a:ea typeface="Calibri" pitchFamily="34" charset="-122"/>
                <a:cs typeface="Calibri" pitchFamily="34" charset="-120"/>
              </a:rPr>
              <a:t>4 trazos</a:t>
            </a:r>
            <a:endParaRPr lang="en-US" sz="1200" dirty="0"/>
          </a:p>
        </p:txBody>
      </p:sp>
      <p:sp>
        <p:nvSpPr>
          <p:cNvPr id="16" name="Shape 13"/>
          <p:cNvSpPr/>
          <p:nvPr/>
        </p:nvSpPr>
        <p:spPr>
          <a:xfrm>
            <a:off x="8869680" y="3840480"/>
            <a:ext cx="2743200" cy="2423160"/>
          </a:xfrm>
          <a:prstGeom prst="roundRect">
            <a:avLst>
              <a:gd name="adj" fmla="val 5660"/>
            </a:avLst>
          </a:prstGeom>
          <a:solidFill>
            <a:srgbClr val="FFE0E0"/>
          </a:solidFill>
          <a:ln w="19050">
            <a:solidFill>
              <a:srgbClr val="FE6768"/>
            </a:solidFill>
            <a:prstDash val="solid"/>
          </a:ln>
        </p:spPr>
      </p:sp>
      <p:sp>
        <p:nvSpPr>
          <p:cNvPr id="17" name="Text 14"/>
          <p:cNvSpPr/>
          <p:nvPr/>
        </p:nvSpPr>
        <p:spPr>
          <a:xfrm>
            <a:off x="9006840" y="3931920"/>
            <a:ext cx="2468880" cy="274320"/>
          </a:xfrm>
          <a:prstGeom prst="rect">
            <a:avLst/>
          </a:prstGeom>
          <a:noFill/>
          <a:ln/>
        </p:spPr>
        <p:txBody>
          <a:bodyPr wrap="square" lIns="0" tIns="0" rIns="0" bIns="0" rtlCol="0" anchor="ctr"/>
          <a:lstStyle/>
          <a:p>
            <a:pPr marL="0" indent="0">
              <a:buNone/>
            </a:pPr>
            <a:r>
              <a:rPr lang="en-US" sz="900" b="1" kern="0" spc="300" dirty="0">
                <a:solidFill>
                  <a:srgbClr val="FE6768"/>
                </a:solidFill>
                <a:latin typeface="Calibri" pitchFamily="34" charset="0"/>
                <a:ea typeface="Calibri" pitchFamily="34" charset="-122"/>
                <a:cs typeface="Calibri" pitchFamily="34" charset="-120"/>
              </a:rPr>
              <a:t>EJEMPLOS</a:t>
            </a:r>
            <a:endParaRPr lang="en-US" sz="900" dirty="0"/>
          </a:p>
        </p:txBody>
      </p:sp>
      <p:sp>
        <p:nvSpPr>
          <p:cNvPr id="18" name="Text 15"/>
          <p:cNvSpPr/>
          <p:nvPr/>
        </p:nvSpPr>
        <p:spPr>
          <a:xfrm>
            <a:off x="9006840" y="4297680"/>
            <a:ext cx="2468880" cy="1828800"/>
          </a:xfrm>
          <a:prstGeom prst="rect">
            <a:avLst/>
          </a:prstGeom>
          <a:noFill/>
          <a:ln/>
        </p:spPr>
        <p:txBody>
          <a:bodyPr wrap="square" lIns="0" tIns="0" rIns="0" bIns="0" rtlCol="0" anchor="t"/>
          <a:lstStyle/>
          <a:p>
            <a:pPr marL="0" indent="0">
              <a:spcAft>
                <a:spcPts val="800"/>
              </a:spcAft>
              <a:buNone/>
            </a:pPr>
            <a:r>
              <a:rPr lang="en-US" sz="2200" b="1" dirty="0">
                <a:solidFill>
                  <a:srgbClr val="1E1E2A"/>
                </a:solidFill>
                <a:latin typeface="Malgun Gothic" pitchFamily="34" charset="0"/>
                <a:ea typeface="Malgun Gothic" pitchFamily="34" charset="-122"/>
                <a:cs typeface="Malgun Gothic" pitchFamily="34" charset="-120"/>
              </a:rPr>
              <a:t>파</a:t>
            </a:r>
            <a:r>
              <a:rPr lang="en-US" sz="1300" i="1" dirty="0">
                <a:solidFill>
                  <a:srgbClr val="4A4A55"/>
                </a:solidFill>
              </a:rPr>
              <a:t>   cebollín</a:t>
            </a:r>
            <a:endParaRPr lang="en-US" sz="2200" dirty="0"/>
          </a:p>
          <a:p>
            <a:pPr marL="0" indent="0">
              <a:spcAft>
                <a:spcPts val="800"/>
              </a:spcAft>
              <a:buNone/>
            </a:pPr>
            <a:r>
              <a:rPr lang="en-US" sz="2200" b="1" dirty="0">
                <a:solidFill>
                  <a:srgbClr val="1E1E2A"/>
                </a:solidFill>
                <a:latin typeface="Malgun Gothic" pitchFamily="34" charset="0"/>
                <a:ea typeface="Malgun Gothic" pitchFamily="34" charset="-122"/>
                <a:cs typeface="Malgun Gothic" pitchFamily="34" charset="-120"/>
              </a:rPr>
              <a:t>포도</a:t>
            </a:r>
            <a:r>
              <a:rPr lang="en-US" sz="1300" i="1" dirty="0">
                <a:solidFill>
                  <a:srgbClr val="4A4A55"/>
                </a:solidFill>
              </a:rPr>
              <a:t>   uva</a:t>
            </a:r>
            <a:endParaRPr lang="en-US" sz="2200" dirty="0"/>
          </a:p>
        </p:txBody>
      </p:sp>
      <p:sp>
        <p:nvSpPr>
          <p:cNvPr id="20" name="Text 16"/>
          <p:cNvSpPr/>
          <p:nvPr/>
        </p:nvSpPr>
        <p:spPr>
          <a:xfrm>
            <a:off x="365760" y="6446520"/>
            <a:ext cx="5486400" cy="228600"/>
          </a:xfrm>
          <a:prstGeom prst="rect">
            <a:avLst/>
          </a:prstGeom>
          <a:noFill/>
          <a:ln/>
        </p:spPr>
        <p:txBody>
          <a:bodyPr wrap="square" lIns="0" tIns="0" rIns="0" bIns="0" rtlCol="0" anchor="ctr"/>
          <a:lstStyle/>
          <a:p>
            <a:pPr marL="0" indent="0">
              <a:buNone/>
            </a:pPr>
            <a:r>
              <a:rPr lang="en-US" sz="800" kern="0" spc="300" dirty="0">
                <a:solidFill>
                  <a:srgbClr val="4A4A55"/>
                </a:solidFill>
                <a:latin typeface="Calibri" pitchFamily="34" charset="0"/>
                <a:ea typeface="Calibri" pitchFamily="34" charset="-122"/>
                <a:cs typeface="Calibri" pitchFamily="34" charset="-120"/>
              </a:rPr>
              <a:t>ACADEMIA SEÚL  ·  METHOD CHINGU™</a:t>
            </a:r>
            <a:endParaRPr lang="en-US" sz="800" dirty="0"/>
          </a:p>
        </p:txBody>
      </p:sp>
      <p:sp>
        <p:nvSpPr>
          <p:cNvPr id="21" name="Text 17"/>
          <p:cNvSpPr/>
          <p:nvPr/>
        </p:nvSpPr>
        <p:spPr>
          <a:xfrm>
            <a:off x="11277295" y="6446520"/>
            <a:ext cx="548640" cy="228600"/>
          </a:xfrm>
          <a:prstGeom prst="rect">
            <a:avLst/>
          </a:prstGeom>
          <a:noFill/>
          <a:ln/>
        </p:spPr>
        <p:txBody>
          <a:bodyPr wrap="square" lIns="0" tIns="0" rIns="0" bIns="0" rtlCol="0" anchor="ctr"/>
          <a:lstStyle/>
          <a:p>
            <a:pPr marL="0" indent="0" algn="r">
              <a:buNone/>
            </a:pPr>
            <a:r>
              <a:rPr lang="en-US" sz="800" dirty="0">
                <a:solidFill>
                  <a:srgbClr val="4A4A55"/>
                </a:solidFill>
                <a:latin typeface="Calibri" pitchFamily="34" charset="0"/>
                <a:ea typeface="Calibri" pitchFamily="34" charset="-122"/>
                <a:cs typeface="Calibri" pitchFamily="34" charset="-120"/>
              </a:rPr>
              <a:t>48</a:t>
            </a:r>
            <a:endParaRPr lang="en-US" sz="800" dirty="0"/>
          </a:p>
        </p:txBody>
      </p:sp>
      <p:pic>
        <p:nvPicPr>
          <p:cNvPr id="22" name="Image 0" descr="/sessions/sleepy-zen-cray/mnt/outputs/deck_assets/logo_var2_azul.png">
            <a:extLst>
              <a:ext uri="{FF2B5EF4-FFF2-40B4-BE49-F238E27FC236}">
                <a16:creationId xmlns:a16="http://schemas.microsoft.com/office/drawing/2014/main" id="{F261FC76-B61F-2C4C-3C68-52967B494E10}"/>
              </a:ext>
            </a:extLst>
          </p:cNvPr>
          <p:cNvPicPr>
            <a:picLocks noChangeAspect="1"/>
          </p:cNvPicPr>
          <p:nvPr/>
        </p:nvPicPr>
        <p:blipFill>
          <a:blip r:embed="rId4"/>
          <a:stretch>
            <a:fillRect/>
          </a:stretch>
        </p:blipFill>
        <p:spPr>
          <a:xfrm>
            <a:off x="9778365" y="-760095"/>
            <a:ext cx="2571750" cy="2571750"/>
          </a:xfrm>
          <a:prstGeom prst="rect">
            <a:avLst/>
          </a:prstGeom>
        </p:spPr>
      </p:pic>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57200" y="411480"/>
            <a:ext cx="10972800" cy="274320"/>
          </a:xfrm>
          <a:prstGeom prst="rect">
            <a:avLst/>
          </a:prstGeom>
          <a:noFill/>
          <a:ln/>
        </p:spPr>
        <p:txBody>
          <a:bodyPr wrap="square" lIns="0" tIns="0" rIns="0" bIns="0" rtlCol="0" anchor="ctr"/>
          <a:lstStyle/>
          <a:p>
            <a:pPr marL="0" indent="0">
              <a:buNone/>
            </a:pPr>
            <a:r>
              <a:rPr lang="en-US" sz="1100" b="1" kern="0" spc="500" dirty="0">
                <a:solidFill>
                  <a:srgbClr val="FE6768"/>
                </a:solidFill>
                <a:latin typeface="Calibri" pitchFamily="34" charset="0"/>
                <a:ea typeface="Calibri" pitchFamily="34" charset="-122"/>
                <a:cs typeface="Calibri" pitchFamily="34" charset="-120"/>
              </a:rPr>
              <a:t>§2.5 · CONSONANTES · 순음</a:t>
            </a:r>
            <a:endParaRPr lang="en-US" sz="1100" dirty="0"/>
          </a:p>
        </p:txBody>
      </p:sp>
      <p:sp>
        <p:nvSpPr>
          <p:cNvPr id="3" name="Text 1"/>
          <p:cNvSpPr/>
          <p:nvPr/>
        </p:nvSpPr>
        <p:spPr>
          <a:xfrm>
            <a:off x="457200" y="777240"/>
            <a:ext cx="10972800" cy="822960"/>
          </a:xfrm>
          <a:prstGeom prst="rect">
            <a:avLst/>
          </a:prstGeom>
          <a:noFill/>
          <a:ln/>
        </p:spPr>
        <p:txBody>
          <a:bodyPr wrap="square" lIns="0" tIns="0" rIns="0" bIns="0" rtlCol="0" anchor="ctr"/>
          <a:lstStyle/>
          <a:p>
            <a:pPr marL="0" indent="0">
              <a:buNone/>
            </a:pPr>
            <a:r>
              <a:rPr lang="en-US" sz="4000" b="1" dirty="0">
                <a:solidFill>
                  <a:srgbClr val="4036ED"/>
                </a:solidFill>
                <a:latin typeface="Calibri" pitchFamily="34" charset="0"/>
                <a:ea typeface="Calibri" pitchFamily="34" charset="-122"/>
                <a:cs typeface="Calibri" pitchFamily="34" charset="-120"/>
              </a:rPr>
              <a:t>Consonante · ㅃ</a:t>
            </a:r>
            <a:endParaRPr lang="en-US" sz="4000" dirty="0"/>
          </a:p>
        </p:txBody>
      </p:sp>
      <p:sp>
        <p:nvSpPr>
          <p:cNvPr id="4" name="Text 2"/>
          <p:cNvSpPr/>
          <p:nvPr/>
        </p:nvSpPr>
        <p:spPr>
          <a:xfrm>
            <a:off x="457200" y="1691640"/>
            <a:ext cx="10972800" cy="457200"/>
          </a:xfrm>
          <a:prstGeom prst="rect">
            <a:avLst/>
          </a:prstGeom>
          <a:noFill/>
          <a:ln/>
        </p:spPr>
        <p:txBody>
          <a:bodyPr wrap="square" lIns="0" tIns="0" rIns="0" bIns="0" rtlCol="0" anchor="ctr"/>
          <a:lstStyle/>
          <a:p>
            <a:pPr marL="0" indent="0">
              <a:buNone/>
            </a:pPr>
            <a:r>
              <a:rPr lang="en-US" sz="1400" i="1" dirty="0">
                <a:solidFill>
                  <a:srgbClr val="4A4A55"/>
                </a:solidFill>
                <a:latin typeface="Calibri" pitchFamily="34" charset="0"/>
                <a:ea typeface="Calibri" pitchFamily="34" charset="-122"/>
                <a:cs typeface="Calibri" pitchFamily="34" charset="-120"/>
              </a:rPr>
              <a:t>"p" tensa — sin soplo, apretada</a:t>
            </a:r>
            <a:endParaRPr lang="en-US" sz="1400" dirty="0"/>
          </a:p>
        </p:txBody>
      </p:sp>
      <p:sp>
        <p:nvSpPr>
          <p:cNvPr id="5" name="Text 3"/>
          <p:cNvSpPr/>
          <p:nvPr/>
        </p:nvSpPr>
        <p:spPr>
          <a:xfrm>
            <a:off x="8488375" y="914400"/>
            <a:ext cx="3200400" cy="365760"/>
          </a:xfrm>
          <a:prstGeom prst="rect">
            <a:avLst/>
          </a:prstGeom>
          <a:noFill/>
          <a:ln/>
        </p:spPr>
        <p:txBody>
          <a:bodyPr wrap="square" lIns="0" tIns="0" rIns="0" bIns="0" rtlCol="0" anchor="ctr"/>
          <a:lstStyle/>
          <a:p>
            <a:pPr marL="0" indent="0" algn="r">
              <a:buNone/>
            </a:pPr>
            <a:r>
              <a:rPr lang="en-US" sz="1100" b="1" kern="0" spc="300" dirty="0">
                <a:solidFill>
                  <a:srgbClr val="FE6768"/>
                </a:solidFill>
                <a:latin typeface="Calibri" pitchFamily="34" charset="0"/>
                <a:ea typeface="Calibri" pitchFamily="34" charset="-122"/>
                <a:cs typeface="Calibri" pitchFamily="34" charset="-120"/>
              </a:rPr>
              <a:t>순음 · LABIOS (BILABIAL)</a:t>
            </a:r>
            <a:endParaRPr lang="en-US" sz="1100" dirty="0"/>
          </a:p>
        </p:txBody>
      </p:sp>
      <p:sp>
        <p:nvSpPr>
          <p:cNvPr id="6" name="Text 4"/>
          <p:cNvSpPr/>
          <p:nvPr/>
        </p:nvSpPr>
        <p:spPr>
          <a:xfrm>
            <a:off x="8488375" y="1280160"/>
            <a:ext cx="3200400" cy="274320"/>
          </a:xfrm>
          <a:prstGeom prst="rect">
            <a:avLst/>
          </a:prstGeom>
          <a:noFill/>
          <a:ln/>
        </p:spPr>
        <p:txBody>
          <a:bodyPr wrap="square" lIns="0" tIns="0" rIns="0" bIns="0" rtlCol="0" anchor="ctr"/>
          <a:lstStyle/>
          <a:p>
            <a:pPr marL="0" indent="0" algn="r">
              <a:buNone/>
            </a:pPr>
            <a:r>
              <a:rPr lang="en-US" sz="900" kern="0" spc="400" dirty="0">
                <a:solidFill>
                  <a:srgbClr val="4A4A55"/>
                </a:solidFill>
                <a:latin typeface="Calibri" pitchFamily="34" charset="0"/>
                <a:ea typeface="Calibri" pitchFamily="34" charset="-122"/>
                <a:cs typeface="Calibri" pitchFamily="34" charset="-120"/>
              </a:rPr>
              <a:t>DOBLE</a:t>
            </a:r>
            <a:endParaRPr lang="en-US" sz="900" dirty="0"/>
          </a:p>
        </p:txBody>
      </p:sp>
      <p:sp>
        <p:nvSpPr>
          <p:cNvPr id="7" name="Shape 5"/>
          <p:cNvSpPr/>
          <p:nvPr/>
        </p:nvSpPr>
        <p:spPr>
          <a:xfrm>
            <a:off x="640080" y="2606040"/>
            <a:ext cx="5120640" cy="3657600"/>
          </a:xfrm>
          <a:prstGeom prst="roundRect">
            <a:avLst>
              <a:gd name="adj" fmla="val 7500"/>
            </a:avLst>
          </a:prstGeom>
          <a:solidFill>
            <a:srgbClr val="FE6768"/>
          </a:solidFill>
          <a:ln w="12700">
            <a:solidFill>
              <a:srgbClr val="FE6768"/>
            </a:solidFill>
            <a:prstDash val="solid"/>
          </a:ln>
        </p:spPr>
      </p:sp>
      <p:sp>
        <p:nvSpPr>
          <p:cNvPr id="8" name="Text 6"/>
          <p:cNvSpPr/>
          <p:nvPr/>
        </p:nvSpPr>
        <p:spPr>
          <a:xfrm>
            <a:off x="640080" y="2606040"/>
            <a:ext cx="5120640" cy="3657600"/>
          </a:xfrm>
          <a:prstGeom prst="rect">
            <a:avLst/>
          </a:prstGeom>
          <a:noFill/>
          <a:ln/>
        </p:spPr>
        <p:txBody>
          <a:bodyPr wrap="square" lIns="0" tIns="0" rIns="0" bIns="0" rtlCol="0" anchor="ctr"/>
          <a:lstStyle/>
          <a:p>
            <a:pPr marL="0" indent="0" algn="ctr">
              <a:buNone/>
            </a:pPr>
            <a:r>
              <a:rPr lang="en-US" sz="24000" b="1" dirty="0">
                <a:solidFill>
                  <a:srgbClr val="F6F6F6"/>
                </a:solidFill>
                <a:latin typeface="Malgun Gothic" pitchFamily="34" charset="0"/>
                <a:ea typeface="Malgun Gothic" pitchFamily="34" charset="-122"/>
                <a:cs typeface="Malgun Gothic" pitchFamily="34" charset="-120"/>
              </a:rPr>
              <a:t>ㅃ</a:t>
            </a:r>
            <a:endParaRPr lang="en-US" sz="24000" dirty="0"/>
          </a:p>
        </p:txBody>
      </p:sp>
      <p:sp>
        <p:nvSpPr>
          <p:cNvPr id="9" name="Shape 7"/>
          <p:cNvSpPr/>
          <p:nvPr/>
        </p:nvSpPr>
        <p:spPr>
          <a:xfrm>
            <a:off x="6126480" y="2606040"/>
            <a:ext cx="5486400" cy="1097280"/>
          </a:xfrm>
          <a:prstGeom prst="roundRect">
            <a:avLst>
              <a:gd name="adj" fmla="val 12500"/>
            </a:avLst>
          </a:prstGeom>
          <a:solidFill>
            <a:srgbClr val="FFE0E0"/>
          </a:solidFill>
          <a:ln w="19050">
            <a:solidFill>
              <a:srgbClr val="FE6768"/>
            </a:solidFill>
            <a:prstDash val="solid"/>
          </a:ln>
        </p:spPr>
      </p:sp>
      <p:sp>
        <p:nvSpPr>
          <p:cNvPr id="10" name="Text 8"/>
          <p:cNvSpPr/>
          <p:nvPr/>
        </p:nvSpPr>
        <p:spPr>
          <a:xfrm>
            <a:off x="6309360" y="2697480"/>
            <a:ext cx="5120640" cy="274320"/>
          </a:xfrm>
          <a:prstGeom prst="rect">
            <a:avLst/>
          </a:prstGeom>
          <a:noFill/>
          <a:ln/>
        </p:spPr>
        <p:txBody>
          <a:bodyPr wrap="square" lIns="0" tIns="0" rIns="0" bIns="0" rtlCol="0" anchor="ctr"/>
          <a:lstStyle/>
          <a:p>
            <a:pPr marL="0" indent="0">
              <a:buNone/>
            </a:pPr>
            <a:r>
              <a:rPr lang="en-US" sz="900" b="1" kern="0" spc="400" dirty="0">
                <a:solidFill>
                  <a:srgbClr val="FE6768"/>
                </a:solidFill>
                <a:latin typeface="Calibri" pitchFamily="34" charset="0"/>
                <a:ea typeface="Calibri" pitchFamily="34" charset="-122"/>
                <a:cs typeface="Calibri" pitchFamily="34" charset="-120"/>
              </a:rPr>
              <a:t>PRONUNCIACIÓN</a:t>
            </a:r>
            <a:endParaRPr lang="en-US" sz="900" dirty="0"/>
          </a:p>
        </p:txBody>
      </p:sp>
      <p:sp>
        <p:nvSpPr>
          <p:cNvPr id="11" name="Text 9"/>
          <p:cNvSpPr/>
          <p:nvPr/>
        </p:nvSpPr>
        <p:spPr>
          <a:xfrm>
            <a:off x="6309360" y="2971800"/>
            <a:ext cx="5120640" cy="640080"/>
          </a:xfrm>
          <a:prstGeom prst="rect">
            <a:avLst/>
          </a:prstGeom>
          <a:noFill/>
          <a:ln/>
        </p:spPr>
        <p:txBody>
          <a:bodyPr wrap="square" lIns="0" tIns="0" rIns="0" bIns="0" rtlCol="0" anchor="ctr"/>
          <a:lstStyle/>
          <a:p>
            <a:pPr marL="0" indent="0">
              <a:buNone/>
            </a:pPr>
            <a:r>
              <a:rPr lang="en-US" sz="3800" b="1" i="1" dirty="0">
                <a:solidFill>
                  <a:srgbClr val="1E1E2A"/>
                </a:solidFill>
                <a:latin typeface="Calibri" pitchFamily="34" charset="0"/>
                <a:ea typeface="Calibri" pitchFamily="34" charset="-122"/>
                <a:cs typeface="Calibri" pitchFamily="34" charset="-120"/>
              </a:rPr>
              <a:t>"pp"</a:t>
            </a:r>
            <a:endParaRPr lang="en-US" sz="3800" dirty="0"/>
          </a:p>
        </p:txBody>
      </p:sp>
      <p:sp>
        <p:nvSpPr>
          <p:cNvPr id="12" name="Shape 10"/>
          <p:cNvSpPr/>
          <p:nvPr/>
        </p:nvSpPr>
        <p:spPr>
          <a:xfrm>
            <a:off x="6126480" y="3840480"/>
            <a:ext cx="2560320" cy="2423160"/>
          </a:xfrm>
          <a:prstGeom prst="roundRect">
            <a:avLst>
              <a:gd name="adj" fmla="val 5660"/>
            </a:avLst>
          </a:prstGeom>
          <a:solidFill>
            <a:srgbClr val="F6F6F6"/>
          </a:solidFill>
          <a:ln w="19050">
            <a:solidFill>
              <a:srgbClr val="FE6768"/>
            </a:solidFill>
            <a:prstDash val="solid"/>
          </a:ln>
        </p:spPr>
      </p:sp>
      <p:sp>
        <p:nvSpPr>
          <p:cNvPr id="13" name="Text 11"/>
          <p:cNvSpPr/>
          <p:nvPr/>
        </p:nvSpPr>
        <p:spPr>
          <a:xfrm>
            <a:off x="6126480" y="3931920"/>
            <a:ext cx="2560320" cy="274320"/>
          </a:xfrm>
          <a:prstGeom prst="rect">
            <a:avLst/>
          </a:prstGeom>
          <a:noFill/>
          <a:ln/>
        </p:spPr>
        <p:txBody>
          <a:bodyPr wrap="square" lIns="0" tIns="0" rIns="0" bIns="0" rtlCol="0" anchor="ctr"/>
          <a:lstStyle/>
          <a:p>
            <a:pPr marL="0" indent="0" algn="ctr">
              <a:buNone/>
            </a:pPr>
            <a:r>
              <a:rPr lang="en-US" sz="900" b="1" kern="0" spc="300" dirty="0">
                <a:solidFill>
                  <a:srgbClr val="FE6768"/>
                </a:solidFill>
                <a:latin typeface="Calibri" pitchFamily="34" charset="0"/>
                <a:ea typeface="Calibri" pitchFamily="34" charset="-122"/>
                <a:cs typeface="Calibri" pitchFamily="34" charset="-120"/>
              </a:rPr>
              <a:t>ORDEN DE TRAZO</a:t>
            </a:r>
            <a:endParaRPr lang="en-US" sz="900" dirty="0"/>
          </a:p>
        </p:txBody>
      </p:sp>
      <p:pic>
        <p:nvPicPr>
          <p:cNvPr id="14" name="Image 0" descr="preencoded.png"/>
          <p:cNvPicPr>
            <a:picLocks noChangeAspect="1"/>
          </p:cNvPicPr>
          <p:nvPr/>
        </p:nvPicPr>
        <p:blipFill>
          <a:blip r:embed="rId3"/>
          <a:stretch>
            <a:fillRect/>
          </a:stretch>
        </p:blipFill>
        <p:spPr>
          <a:xfrm>
            <a:off x="6606540" y="4251960"/>
            <a:ext cx="1600200" cy="1600200"/>
          </a:xfrm>
          <a:prstGeom prst="rect">
            <a:avLst/>
          </a:prstGeom>
        </p:spPr>
      </p:pic>
      <p:sp>
        <p:nvSpPr>
          <p:cNvPr id="15" name="Text 12"/>
          <p:cNvSpPr/>
          <p:nvPr/>
        </p:nvSpPr>
        <p:spPr>
          <a:xfrm>
            <a:off x="6126480" y="5897880"/>
            <a:ext cx="2560320" cy="292608"/>
          </a:xfrm>
          <a:prstGeom prst="rect">
            <a:avLst/>
          </a:prstGeom>
          <a:noFill/>
          <a:ln/>
        </p:spPr>
        <p:txBody>
          <a:bodyPr wrap="square" lIns="0" tIns="0" rIns="0" bIns="0" rtlCol="0" anchor="ctr"/>
          <a:lstStyle/>
          <a:p>
            <a:pPr marL="0" indent="0" algn="ctr">
              <a:buNone/>
            </a:pPr>
            <a:r>
              <a:rPr lang="en-US" sz="1200" i="1" dirty="0">
                <a:solidFill>
                  <a:srgbClr val="4A4A55"/>
                </a:solidFill>
                <a:latin typeface="Calibri" pitchFamily="34" charset="0"/>
                <a:ea typeface="Calibri" pitchFamily="34" charset="-122"/>
                <a:cs typeface="Calibri" pitchFamily="34" charset="-120"/>
              </a:rPr>
              <a:t>8 trazos</a:t>
            </a:r>
            <a:endParaRPr lang="en-US" sz="1200" dirty="0"/>
          </a:p>
        </p:txBody>
      </p:sp>
      <p:sp>
        <p:nvSpPr>
          <p:cNvPr id="16" name="Shape 13"/>
          <p:cNvSpPr/>
          <p:nvPr/>
        </p:nvSpPr>
        <p:spPr>
          <a:xfrm>
            <a:off x="8869680" y="3840480"/>
            <a:ext cx="2743200" cy="2423160"/>
          </a:xfrm>
          <a:prstGeom prst="roundRect">
            <a:avLst>
              <a:gd name="adj" fmla="val 5660"/>
            </a:avLst>
          </a:prstGeom>
          <a:solidFill>
            <a:srgbClr val="FFE0E0"/>
          </a:solidFill>
          <a:ln w="19050">
            <a:solidFill>
              <a:srgbClr val="FE6768"/>
            </a:solidFill>
            <a:prstDash val="solid"/>
          </a:ln>
        </p:spPr>
      </p:sp>
      <p:sp>
        <p:nvSpPr>
          <p:cNvPr id="17" name="Text 14"/>
          <p:cNvSpPr/>
          <p:nvPr/>
        </p:nvSpPr>
        <p:spPr>
          <a:xfrm>
            <a:off x="9006840" y="3931920"/>
            <a:ext cx="2468880" cy="274320"/>
          </a:xfrm>
          <a:prstGeom prst="rect">
            <a:avLst/>
          </a:prstGeom>
          <a:noFill/>
          <a:ln/>
        </p:spPr>
        <p:txBody>
          <a:bodyPr wrap="square" lIns="0" tIns="0" rIns="0" bIns="0" rtlCol="0" anchor="ctr"/>
          <a:lstStyle/>
          <a:p>
            <a:pPr marL="0" indent="0">
              <a:buNone/>
            </a:pPr>
            <a:r>
              <a:rPr lang="en-US" sz="900" b="1" kern="0" spc="300" dirty="0">
                <a:solidFill>
                  <a:srgbClr val="FE6768"/>
                </a:solidFill>
                <a:latin typeface="Calibri" pitchFamily="34" charset="0"/>
                <a:ea typeface="Calibri" pitchFamily="34" charset="-122"/>
                <a:cs typeface="Calibri" pitchFamily="34" charset="-120"/>
              </a:rPr>
              <a:t>EJEMPLOS</a:t>
            </a:r>
            <a:endParaRPr lang="en-US" sz="900" dirty="0"/>
          </a:p>
        </p:txBody>
      </p:sp>
      <p:sp>
        <p:nvSpPr>
          <p:cNvPr id="18" name="Text 15"/>
          <p:cNvSpPr/>
          <p:nvPr/>
        </p:nvSpPr>
        <p:spPr>
          <a:xfrm>
            <a:off x="9006840" y="4297680"/>
            <a:ext cx="2468880" cy="1828800"/>
          </a:xfrm>
          <a:prstGeom prst="rect">
            <a:avLst/>
          </a:prstGeom>
          <a:noFill/>
          <a:ln/>
        </p:spPr>
        <p:txBody>
          <a:bodyPr wrap="square" lIns="0" tIns="0" rIns="0" bIns="0" rtlCol="0" anchor="t"/>
          <a:lstStyle/>
          <a:p>
            <a:pPr marL="0" indent="0">
              <a:spcAft>
                <a:spcPts val="800"/>
              </a:spcAft>
              <a:buNone/>
            </a:pPr>
            <a:r>
              <a:rPr lang="en-US" sz="2200" b="1" dirty="0">
                <a:solidFill>
                  <a:srgbClr val="1E1E2A"/>
                </a:solidFill>
                <a:latin typeface="Malgun Gothic" pitchFamily="34" charset="0"/>
                <a:ea typeface="Malgun Gothic" pitchFamily="34" charset="-122"/>
                <a:cs typeface="Malgun Gothic" pitchFamily="34" charset="-120"/>
              </a:rPr>
              <a:t>아빠</a:t>
            </a:r>
            <a:r>
              <a:rPr lang="en-US" sz="1300" i="1" dirty="0">
                <a:solidFill>
                  <a:srgbClr val="4A4A55"/>
                </a:solidFill>
              </a:rPr>
              <a:t>   papá</a:t>
            </a:r>
            <a:endParaRPr lang="en-US" sz="2200" dirty="0"/>
          </a:p>
          <a:p>
            <a:pPr marL="0" indent="0">
              <a:spcAft>
                <a:spcPts val="800"/>
              </a:spcAft>
              <a:buNone/>
            </a:pPr>
            <a:r>
              <a:rPr lang="en-US" sz="2200" b="1" dirty="0">
                <a:solidFill>
                  <a:srgbClr val="1E1E2A"/>
                </a:solidFill>
                <a:latin typeface="Malgun Gothic" pitchFamily="34" charset="0"/>
                <a:ea typeface="Malgun Gothic" pitchFamily="34" charset="-122"/>
                <a:cs typeface="Malgun Gothic" pitchFamily="34" charset="-120"/>
              </a:rPr>
              <a:t>빵</a:t>
            </a:r>
            <a:r>
              <a:rPr lang="en-US" sz="1300" i="1" dirty="0">
                <a:solidFill>
                  <a:srgbClr val="4A4A55"/>
                </a:solidFill>
              </a:rPr>
              <a:t>   pan</a:t>
            </a:r>
            <a:endParaRPr lang="en-US" sz="2200" dirty="0"/>
          </a:p>
        </p:txBody>
      </p:sp>
      <p:sp>
        <p:nvSpPr>
          <p:cNvPr id="20" name="Text 16"/>
          <p:cNvSpPr/>
          <p:nvPr/>
        </p:nvSpPr>
        <p:spPr>
          <a:xfrm>
            <a:off x="365760" y="6446520"/>
            <a:ext cx="5486400" cy="228600"/>
          </a:xfrm>
          <a:prstGeom prst="rect">
            <a:avLst/>
          </a:prstGeom>
          <a:noFill/>
          <a:ln/>
        </p:spPr>
        <p:txBody>
          <a:bodyPr wrap="square" lIns="0" tIns="0" rIns="0" bIns="0" rtlCol="0" anchor="ctr"/>
          <a:lstStyle/>
          <a:p>
            <a:pPr marL="0" indent="0">
              <a:buNone/>
            </a:pPr>
            <a:r>
              <a:rPr lang="en-US" sz="800" kern="0" spc="300" dirty="0">
                <a:solidFill>
                  <a:srgbClr val="4A4A55"/>
                </a:solidFill>
                <a:latin typeface="Calibri" pitchFamily="34" charset="0"/>
                <a:ea typeface="Calibri" pitchFamily="34" charset="-122"/>
                <a:cs typeface="Calibri" pitchFamily="34" charset="-120"/>
              </a:rPr>
              <a:t>ACADEMIA SEÚL  ·  METHOD CHINGU™</a:t>
            </a:r>
            <a:endParaRPr lang="en-US" sz="800" dirty="0"/>
          </a:p>
        </p:txBody>
      </p:sp>
      <p:sp>
        <p:nvSpPr>
          <p:cNvPr id="21" name="Text 17"/>
          <p:cNvSpPr/>
          <p:nvPr/>
        </p:nvSpPr>
        <p:spPr>
          <a:xfrm>
            <a:off x="11277295" y="6446520"/>
            <a:ext cx="548640" cy="228600"/>
          </a:xfrm>
          <a:prstGeom prst="rect">
            <a:avLst/>
          </a:prstGeom>
          <a:noFill/>
          <a:ln/>
        </p:spPr>
        <p:txBody>
          <a:bodyPr wrap="square" lIns="0" tIns="0" rIns="0" bIns="0" rtlCol="0" anchor="ctr"/>
          <a:lstStyle/>
          <a:p>
            <a:pPr marL="0" indent="0" algn="r">
              <a:buNone/>
            </a:pPr>
            <a:r>
              <a:rPr lang="en-US" sz="800" dirty="0">
                <a:solidFill>
                  <a:srgbClr val="4A4A55"/>
                </a:solidFill>
                <a:latin typeface="Calibri" pitchFamily="34" charset="0"/>
                <a:ea typeface="Calibri" pitchFamily="34" charset="-122"/>
                <a:cs typeface="Calibri" pitchFamily="34" charset="-120"/>
              </a:rPr>
              <a:t>49</a:t>
            </a:r>
            <a:endParaRPr lang="en-US" sz="800" dirty="0"/>
          </a:p>
        </p:txBody>
      </p:sp>
      <p:pic>
        <p:nvPicPr>
          <p:cNvPr id="22" name="Image 0" descr="/sessions/sleepy-zen-cray/mnt/outputs/deck_assets/logo_var2_azul.png">
            <a:extLst>
              <a:ext uri="{FF2B5EF4-FFF2-40B4-BE49-F238E27FC236}">
                <a16:creationId xmlns:a16="http://schemas.microsoft.com/office/drawing/2014/main" id="{5802B54C-0195-75C9-29C5-14880F53E8D1}"/>
              </a:ext>
            </a:extLst>
          </p:cNvPr>
          <p:cNvPicPr>
            <a:picLocks noChangeAspect="1"/>
          </p:cNvPicPr>
          <p:nvPr/>
        </p:nvPicPr>
        <p:blipFill>
          <a:blip r:embed="rId4"/>
          <a:stretch>
            <a:fillRect/>
          </a:stretch>
        </p:blipFill>
        <p:spPr>
          <a:xfrm>
            <a:off x="9778365" y="-760095"/>
            <a:ext cx="2571750" cy="2571750"/>
          </a:xfrm>
          <a:prstGeom prst="rect">
            <a:avLst/>
          </a:prstGeom>
        </p:spPr>
      </p:pic>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57200" y="411480"/>
            <a:ext cx="10972800" cy="274320"/>
          </a:xfrm>
          <a:prstGeom prst="rect">
            <a:avLst/>
          </a:prstGeom>
          <a:noFill/>
          <a:ln/>
        </p:spPr>
        <p:txBody>
          <a:bodyPr wrap="square" lIns="0" tIns="0" rIns="0" bIns="0" rtlCol="0" anchor="ctr"/>
          <a:lstStyle/>
          <a:p>
            <a:pPr marL="0" indent="0">
              <a:buNone/>
            </a:pPr>
            <a:r>
              <a:rPr lang="en-US" sz="1100" b="1" kern="0" spc="500" dirty="0">
                <a:solidFill>
                  <a:srgbClr val="FE6768"/>
                </a:solidFill>
                <a:latin typeface="Calibri" pitchFamily="34" charset="0"/>
                <a:ea typeface="Calibri" pitchFamily="34" charset="-122"/>
                <a:cs typeface="Calibri" pitchFamily="34" charset="-120"/>
              </a:rPr>
              <a:t>§2.6 · CONSONANTES</a:t>
            </a:r>
            <a:endParaRPr lang="en-US" sz="1100" dirty="0"/>
          </a:p>
        </p:txBody>
      </p:sp>
      <p:sp>
        <p:nvSpPr>
          <p:cNvPr id="3" name="Text 1"/>
          <p:cNvSpPr/>
          <p:nvPr/>
        </p:nvSpPr>
        <p:spPr>
          <a:xfrm>
            <a:off x="457200" y="777240"/>
            <a:ext cx="10972800" cy="822960"/>
          </a:xfrm>
          <a:prstGeom prst="rect">
            <a:avLst/>
          </a:prstGeom>
          <a:noFill/>
          <a:ln/>
        </p:spPr>
        <p:txBody>
          <a:bodyPr wrap="square" lIns="0" tIns="0" rIns="0" bIns="0" rtlCol="0" anchor="ctr"/>
          <a:lstStyle/>
          <a:p>
            <a:pPr marL="0" indent="0">
              <a:buNone/>
            </a:pPr>
            <a:r>
              <a:rPr lang="en-US" sz="4000" b="1" dirty="0">
                <a:solidFill>
                  <a:srgbClr val="4036ED"/>
                </a:solidFill>
                <a:latin typeface="Calibri" pitchFamily="34" charset="0"/>
                <a:ea typeface="Calibri" pitchFamily="34" charset="-122"/>
                <a:cs typeface="Calibri" pitchFamily="34" charset="-120"/>
              </a:rPr>
              <a:t>Sonidos de los dientes · 치음</a:t>
            </a:r>
            <a:endParaRPr lang="en-US" sz="4000" dirty="0"/>
          </a:p>
        </p:txBody>
      </p:sp>
      <p:sp>
        <p:nvSpPr>
          <p:cNvPr id="4" name="Text 2"/>
          <p:cNvSpPr/>
          <p:nvPr/>
        </p:nvSpPr>
        <p:spPr>
          <a:xfrm>
            <a:off x="457200" y="1691640"/>
            <a:ext cx="10972800" cy="457200"/>
          </a:xfrm>
          <a:prstGeom prst="rect">
            <a:avLst/>
          </a:prstGeom>
          <a:noFill/>
          <a:ln/>
        </p:spPr>
        <p:txBody>
          <a:bodyPr wrap="square" lIns="0" tIns="0" rIns="0" bIns="0" rtlCol="0" anchor="ctr"/>
          <a:lstStyle/>
          <a:p>
            <a:pPr marL="0" indent="0">
              <a:buNone/>
            </a:pPr>
            <a:r>
              <a:rPr lang="en-US" sz="1400" i="1" dirty="0">
                <a:solidFill>
                  <a:srgbClr val="4A4A55"/>
                </a:solidFill>
                <a:latin typeface="Calibri" pitchFamily="34" charset="0"/>
                <a:ea typeface="Calibri" pitchFamily="34" charset="-122"/>
                <a:cs typeface="Calibri" pitchFamily="34" charset="-120"/>
              </a:rPr>
              <a:t>El aire pasa entre los dientes produciendo un silbido o "ch" suave.</a:t>
            </a:r>
            <a:endParaRPr lang="en-US" sz="1400" dirty="0"/>
          </a:p>
        </p:txBody>
      </p:sp>
      <p:sp>
        <p:nvSpPr>
          <p:cNvPr id="5" name="Shape 3"/>
          <p:cNvSpPr/>
          <p:nvPr/>
        </p:nvSpPr>
        <p:spPr>
          <a:xfrm>
            <a:off x="640080" y="2606040"/>
            <a:ext cx="4572000" cy="3657600"/>
          </a:xfrm>
          <a:prstGeom prst="roundRect">
            <a:avLst>
              <a:gd name="adj" fmla="val 6250"/>
            </a:avLst>
          </a:prstGeom>
          <a:solidFill>
            <a:srgbClr val="FE6768"/>
          </a:solidFill>
          <a:ln w="12700">
            <a:solidFill>
              <a:srgbClr val="FE6768"/>
            </a:solidFill>
            <a:prstDash val="solid"/>
          </a:ln>
        </p:spPr>
      </p:sp>
      <p:sp>
        <p:nvSpPr>
          <p:cNvPr id="6" name="Text 4"/>
          <p:cNvSpPr/>
          <p:nvPr/>
        </p:nvSpPr>
        <p:spPr>
          <a:xfrm>
            <a:off x="640080" y="2697480"/>
            <a:ext cx="4572000" cy="914400"/>
          </a:xfrm>
          <a:prstGeom prst="rect">
            <a:avLst/>
          </a:prstGeom>
          <a:noFill/>
          <a:ln/>
        </p:spPr>
        <p:txBody>
          <a:bodyPr wrap="square" lIns="0" tIns="0" rIns="0" bIns="0" rtlCol="0" anchor="ctr"/>
          <a:lstStyle/>
          <a:p>
            <a:pPr marL="0" indent="0" algn="ctr">
              <a:buNone/>
            </a:pPr>
            <a:r>
              <a:rPr lang="en-US" sz="6000" b="1" dirty="0">
                <a:solidFill>
                  <a:srgbClr val="F6F6F6"/>
                </a:solidFill>
                <a:latin typeface="Malgun Gothic" pitchFamily="34" charset="0"/>
                <a:ea typeface="Malgun Gothic" pitchFamily="34" charset="-122"/>
                <a:cs typeface="Malgun Gothic" pitchFamily="34" charset="-120"/>
              </a:rPr>
              <a:t>치음</a:t>
            </a:r>
            <a:endParaRPr lang="en-US" sz="6000" dirty="0"/>
          </a:p>
        </p:txBody>
      </p:sp>
      <p:sp>
        <p:nvSpPr>
          <p:cNvPr id="7" name="Text 5"/>
          <p:cNvSpPr/>
          <p:nvPr/>
        </p:nvSpPr>
        <p:spPr>
          <a:xfrm>
            <a:off x="640080" y="3611880"/>
            <a:ext cx="4572000" cy="320040"/>
          </a:xfrm>
          <a:prstGeom prst="rect">
            <a:avLst/>
          </a:prstGeom>
          <a:noFill/>
          <a:ln/>
        </p:spPr>
        <p:txBody>
          <a:bodyPr wrap="square" lIns="0" tIns="0" rIns="0" bIns="0" rtlCol="0" anchor="ctr"/>
          <a:lstStyle/>
          <a:p>
            <a:pPr marL="0" indent="0" algn="ctr">
              <a:buNone/>
            </a:pPr>
            <a:r>
              <a:rPr lang="en-US" sz="1400" i="1" dirty="0">
                <a:solidFill>
                  <a:srgbClr val="FFE0E0"/>
                </a:solidFill>
                <a:latin typeface="Calibri" pitchFamily="34" charset="0"/>
                <a:ea typeface="Calibri" pitchFamily="34" charset="-122"/>
                <a:cs typeface="Calibri" pitchFamily="34" charset="-120"/>
              </a:rPr>
              <a:t>chi-eum</a:t>
            </a:r>
            <a:endParaRPr lang="en-US" sz="1400" dirty="0"/>
          </a:p>
        </p:txBody>
      </p:sp>
      <p:pic>
        <p:nvPicPr>
          <p:cNvPr id="8" name="Image 0" descr="preencoded.png"/>
          <p:cNvPicPr>
            <a:picLocks noChangeAspect="1"/>
          </p:cNvPicPr>
          <p:nvPr/>
        </p:nvPicPr>
        <p:blipFill>
          <a:blip r:embed="rId3"/>
          <a:stretch>
            <a:fillRect/>
          </a:stretch>
        </p:blipFill>
        <p:spPr>
          <a:xfrm>
            <a:off x="2148840" y="4023360"/>
            <a:ext cx="1554480" cy="1554480"/>
          </a:xfrm>
          <a:prstGeom prst="rect">
            <a:avLst/>
          </a:prstGeom>
        </p:spPr>
      </p:pic>
      <p:sp>
        <p:nvSpPr>
          <p:cNvPr id="9" name="Text 6"/>
          <p:cNvSpPr/>
          <p:nvPr/>
        </p:nvSpPr>
        <p:spPr>
          <a:xfrm>
            <a:off x="640080" y="5623560"/>
            <a:ext cx="4572000" cy="320040"/>
          </a:xfrm>
          <a:prstGeom prst="rect">
            <a:avLst/>
          </a:prstGeom>
          <a:noFill/>
          <a:ln/>
        </p:spPr>
        <p:txBody>
          <a:bodyPr wrap="square" lIns="0" tIns="0" rIns="0" bIns="0" rtlCol="0" anchor="ctr"/>
          <a:lstStyle/>
          <a:p>
            <a:pPr marL="0" indent="0" algn="ctr">
              <a:buNone/>
            </a:pPr>
            <a:r>
              <a:rPr lang="en-US" sz="1200" b="1" kern="0" spc="500" dirty="0">
                <a:solidFill>
                  <a:srgbClr val="F6F6F6"/>
                </a:solidFill>
                <a:latin typeface="Calibri" pitchFamily="34" charset="0"/>
                <a:ea typeface="Calibri" pitchFamily="34" charset="-122"/>
                <a:cs typeface="Calibri" pitchFamily="34" charset="-120"/>
              </a:rPr>
              <a:t>DIENTES (SIBILANTE)</a:t>
            </a:r>
            <a:endParaRPr lang="en-US" sz="1200" dirty="0"/>
          </a:p>
        </p:txBody>
      </p:sp>
      <p:sp>
        <p:nvSpPr>
          <p:cNvPr id="10" name="Text 7"/>
          <p:cNvSpPr/>
          <p:nvPr/>
        </p:nvSpPr>
        <p:spPr>
          <a:xfrm>
            <a:off x="640080" y="5943600"/>
            <a:ext cx="4572000" cy="365760"/>
          </a:xfrm>
          <a:prstGeom prst="rect">
            <a:avLst/>
          </a:prstGeom>
          <a:noFill/>
          <a:ln/>
        </p:spPr>
        <p:txBody>
          <a:bodyPr wrap="square" lIns="0" tIns="0" rIns="0" bIns="0" rtlCol="0" anchor="ctr"/>
          <a:lstStyle/>
          <a:p>
            <a:pPr marL="0" indent="0" algn="ctr">
              <a:buNone/>
            </a:pPr>
            <a:r>
              <a:rPr lang="en-US" sz="1000" i="1" dirty="0">
                <a:solidFill>
                  <a:srgbClr val="FFE0E0"/>
                </a:solidFill>
                <a:latin typeface="Calibri" pitchFamily="34" charset="0"/>
                <a:ea typeface="Calibri" pitchFamily="34" charset="-122"/>
                <a:cs typeface="Calibri" pitchFamily="34" charset="-120"/>
              </a:rPr>
              <a:t>El aire silba</a:t>
            </a:r>
            <a:endParaRPr lang="en-US" sz="1000" dirty="0"/>
          </a:p>
          <a:p>
            <a:pPr marL="0" indent="0" algn="ctr">
              <a:buNone/>
            </a:pPr>
            <a:r>
              <a:rPr lang="en-US" sz="1000" i="1" dirty="0">
                <a:solidFill>
                  <a:srgbClr val="FFE0E0"/>
                </a:solidFill>
                <a:latin typeface="Calibri" pitchFamily="34" charset="0"/>
                <a:ea typeface="Calibri" pitchFamily="34" charset="-122"/>
                <a:cs typeface="Calibri" pitchFamily="34" charset="-120"/>
              </a:rPr>
              <a:t>entre los dientes</a:t>
            </a:r>
            <a:endParaRPr lang="en-US" sz="1000" dirty="0"/>
          </a:p>
        </p:txBody>
      </p:sp>
      <p:sp>
        <p:nvSpPr>
          <p:cNvPr id="11" name="Shape 8"/>
          <p:cNvSpPr/>
          <p:nvPr/>
        </p:nvSpPr>
        <p:spPr>
          <a:xfrm>
            <a:off x="5669280" y="2606040"/>
            <a:ext cx="1828800" cy="3657600"/>
          </a:xfrm>
          <a:prstGeom prst="roundRect">
            <a:avLst>
              <a:gd name="adj" fmla="val 7500"/>
            </a:avLst>
          </a:prstGeom>
          <a:solidFill>
            <a:srgbClr val="FFE0E0"/>
          </a:solidFill>
          <a:ln w="19050">
            <a:solidFill>
              <a:srgbClr val="FE6768"/>
            </a:solidFill>
            <a:prstDash val="solid"/>
          </a:ln>
        </p:spPr>
      </p:sp>
      <p:sp>
        <p:nvSpPr>
          <p:cNvPr id="12" name="Text 9"/>
          <p:cNvSpPr/>
          <p:nvPr/>
        </p:nvSpPr>
        <p:spPr>
          <a:xfrm>
            <a:off x="5669280" y="2788920"/>
            <a:ext cx="1828800" cy="320040"/>
          </a:xfrm>
          <a:prstGeom prst="rect">
            <a:avLst/>
          </a:prstGeom>
          <a:noFill/>
          <a:ln/>
        </p:spPr>
        <p:txBody>
          <a:bodyPr wrap="square" lIns="0" tIns="0" rIns="0" bIns="0" rtlCol="0" anchor="ctr"/>
          <a:lstStyle/>
          <a:p>
            <a:pPr marL="0" indent="0" algn="ctr">
              <a:buNone/>
            </a:pPr>
            <a:r>
              <a:rPr lang="en-US" sz="1000" b="1" kern="0" spc="400" dirty="0">
                <a:solidFill>
                  <a:srgbClr val="FE6768"/>
                </a:solidFill>
                <a:latin typeface="Calibri" pitchFamily="34" charset="0"/>
                <a:ea typeface="Calibri" pitchFamily="34" charset="-122"/>
                <a:cs typeface="Calibri" pitchFamily="34" charset="-120"/>
              </a:rPr>
              <a:t>BÁSICA</a:t>
            </a:r>
            <a:endParaRPr lang="en-US" sz="1000" dirty="0"/>
          </a:p>
        </p:txBody>
      </p:sp>
      <p:sp>
        <p:nvSpPr>
          <p:cNvPr id="13" name="Text 10"/>
          <p:cNvSpPr/>
          <p:nvPr/>
        </p:nvSpPr>
        <p:spPr>
          <a:xfrm>
            <a:off x="5669280" y="3108960"/>
            <a:ext cx="1828800" cy="320040"/>
          </a:xfrm>
          <a:prstGeom prst="rect">
            <a:avLst/>
          </a:prstGeom>
          <a:noFill/>
          <a:ln/>
        </p:spPr>
        <p:txBody>
          <a:bodyPr wrap="square" lIns="0" tIns="0" rIns="0" bIns="0" rtlCol="0" anchor="ctr"/>
          <a:lstStyle/>
          <a:p>
            <a:pPr marL="0" indent="0" algn="ctr">
              <a:buNone/>
            </a:pPr>
            <a:r>
              <a:rPr lang="en-US" sz="1100" i="1" dirty="0">
                <a:solidFill>
                  <a:srgbClr val="FE6768"/>
                </a:solidFill>
                <a:latin typeface="Malgun Gothic" pitchFamily="34" charset="0"/>
                <a:ea typeface="Malgun Gothic" pitchFamily="34" charset="-122"/>
                <a:cs typeface="Malgun Gothic" pitchFamily="34" charset="-120"/>
              </a:rPr>
              <a:t>기본</a:t>
            </a:r>
            <a:endParaRPr lang="en-US" sz="1100" dirty="0"/>
          </a:p>
        </p:txBody>
      </p:sp>
      <p:sp>
        <p:nvSpPr>
          <p:cNvPr id="14" name="Text 11"/>
          <p:cNvSpPr/>
          <p:nvPr/>
        </p:nvSpPr>
        <p:spPr>
          <a:xfrm>
            <a:off x="5669280" y="3566160"/>
            <a:ext cx="1828800" cy="1325880"/>
          </a:xfrm>
          <a:prstGeom prst="rect">
            <a:avLst/>
          </a:prstGeom>
          <a:noFill/>
          <a:ln/>
        </p:spPr>
        <p:txBody>
          <a:bodyPr wrap="square" lIns="0" tIns="0" rIns="0" bIns="0" rtlCol="0" anchor="ctr"/>
          <a:lstStyle/>
          <a:p>
            <a:pPr marL="0" indent="0" algn="ctr">
              <a:buNone/>
            </a:pPr>
            <a:r>
              <a:rPr lang="en-US" sz="5000" b="1" dirty="0">
                <a:solidFill>
                  <a:srgbClr val="FE6768"/>
                </a:solidFill>
                <a:latin typeface="Malgun Gothic" pitchFamily="34" charset="0"/>
                <a:ea typeface="Malgun Gothic" pitchFamily="34" charset="-122"/>
                <a:cs typeface="Malgun Gothic" pitchFamily="34" charset="-120"/>
              </a:rPr>
              <a:t>ㅅ</a:t>
            </a:r>
            <a:endParaRPr lang="en-US" sz="5000" dirty="0"/>
          </a:p>
        </p:txBody>
      </p:sp>
      <p:sp>
        <p:nvSpPr>
          <p:cNvPr id="15" name="Text 12"/>
          <p:cNvSpPr/>
          <p:nvPr/>
        </p:nvSpPr>
        <p:spPr>
          <a:xfrm>
            <a:off x="5669280" y="4892040"/>
            <a:ext cx="1828800" cy="1325880"/>
          </a:xfrm>
          <a:prstGeom prst="rect">
            <a:avLst/>
          </a:prstGeom>
          <a:noFill/>
          <a:ln/>
        </p:spPr>
        <p:txBody>
          <a:bodyPr wrap="square" lIns="0" tIns="0" rIns="0" bIns="0" rtlCol="0" anchor="ctr"/>
          <a:lstStyle/>
          <a:p>
            <a:pPr marL="0" indent="0" algn="ctr">
              <a:buNone/>
            </a:pPr>
            <a:r>
              <a:rPr lang="en-US" sz="5000" b="1" dirty="0">
                <a:solidFill>
                  <a:srgbClr val="FE6768"/>
                </a:solidFill>
                <a:latin typeface="Malgun Gothic" pitchFamily="34" charset="0"/>
                <a:ea typeface="Malgun Gothic" pitchFamily="34" charset="-122"/>
                <a:cs typeface="Malgun Gothic" pitchFamily="34" charset="-120"/>
              </a:rPr>
              <a:t>ㅈ</a:t>
            </a:r>
            <a:endParaRPr lang="en-US" sz="5000" dirty="0"/>
          </a:p>
        </p:txBody>
      </p:sp>
      <p:sp>
        <p:nvSpPr>
          <p:cNvPr id="16" name="Shape 13"/>
          <p:cNvSpPr/>
          <p:nvPr/>
        </p:nvSpPr>
        <p:spPr>
          <a:xfrm>
            <a:off x="7662672" y="2606040"/>
            <a:ext cx="1828800" cy="3657600"/>
          </a:xfrm>
          <a:prstGeom prst="roundRect">
            <a:avLst>
              <a:gd name="adj" fmla="val 7500"/>
            </a:avLst>
          </a:prstGeom>
          <a:solidFill>
            <a:srgbClr val="FFE0E0"/>
          </a:solidFill>
          <a:ln w="19050">
            <a:solidFill>
              <a:srgbClr val="FE6768"/>
            </a:solidFill>
            <a:prstDash val="solid"/>
          </a:ln>
        </p:spPr>
      </p:sp>
      <p:sp>
        <p:nvSpPr>
          <p:cNvPr id="17" name="Text 14"/>
          <p:cNvSpPr/>
          <p:nvPr/>
        </p:nvSpPr>
        <p:spPr>
          <a:xfrm>
            <a:off x="7662672" y="2788920"/>
            <a:ext cx="1828800" cy="320040"/>
          </a:xfrm>
          <a:prstGeom prst="rect">
            <a:avLst/>
          </a:prstGeom>
          <a:noFill/>
          <a:ln/>
        </p:spPr>
        <p:txBody>
          <a:bodyPr wrap="square" lIns="0" tIns="0" rIns="0" bIns="0" rtlCol="0" anchor="ctr"/>
          <a:lstStyle/>
          <a:p>
            <a:pPr marL="0" indent="0" algn="ctr">
              <a:buNone/>
            </a:pPr>
            <a:r>
              <a:rPr lang="en-US" sz="1000" b="1" kern="0" spc="400" dirty="0">
                <a:solidFill>
                  <a:srgbClr val="FE6768"/>
                </a:solidFill>
                <a:latin typeface="Calibri" pitchFamily="34" charset="0"/>
                <a:ea typeface="Calibri" pitchFamily="34" charset="-122"/>
                <a:cs typeface="Calibri" pitchFamily="34" charset="-120"/>
              </a:rPr>
              <a:t>ASPIRADA</a:t>
            </a:r>
            <a:endParaRPr lang="en-US" sz="1000" dirty="0"/>
          </a:p>
        </p:txBody>
      </p:sp>
      <p:sp>
        <p:nvSpPr>
          <p:cNvPr id="18" name="Text 15"/>
          <p:cNvSpPr/>
          <p:nvPr/>
        </p:nvSpPr>
        <p:spPr>
          <a:xfrm>
            <a:off x="7662672" y="3108960"/>
            <a:ext cx="1828800" cy="320040"/>
          </a:xfrm>
          <a:prstGeom prst="rect">
            <a:avLst/>
          </a:prstGeom>
          <a:noFill/>
          <a:ln/>
        </p:spPr>
        <p:txBody>
          <a:bodyPr wrap="square" lIns="0" tIns="0" rIns="0" bIns="0" rtlCol="0" anchor="ctr"/>
          <a:lstStyle/>
          <a:p>
            <a:pPr marL="0" indent="0" algn="ctr">
              <a:buNone/>
            </a:pPr>
            <a:r>
              <a:rPr lang="en-US" sz="1100" i="1" dirty="0">
                <a:solidFill>
                  <a:srgbClr val="FE6768"/>
                </a:solidFill>
                <a:latin typeface="Malgun Gothic" pitchFamily="34" charset="0"/>
                <a:ea typeface="Malgun Gothic" pitchFamily="34" charset="-122"/>
                <a:cs typeface="Malgun Gothic" pitchFamily="34" charset="-120"/>
              </a:rPr>
              <a:t>거센소리</a:t>
            </a:r>
            <a:endParaRPr lang="en-US" sz="1100" dirty="0"/>
          </a:p>
        </p:txBody>
      </p:sp>
      <p:sp>
        <p:nvSpPr>
          <p:cNvPr id="19" name="Text 16"/>
          <p:cNvSpPr/>
          <p:nvPr/>
        </p:nvSpPr>
        <p:spPr>
          <a:xfrm>
            <a:off x="7662672" y="3566160"/>
            <a:ext cx="1828800" cy="2651760"/>
          </a:xfrm>
          <a:prstGeom prst="rect">
            <a:avLst/>
          </a:prstGeom>
          <a:noFill/>
          <a:ln/>
        </p:spPr>
        <p:txBody>
          <a:bodyPr wrap="square" lIns="0" tIns="0" rIns="0" bIns="0" rtlCol="0" anchor="ctr"/>
          <a:lstStyle/>
          <a:p>
            <a:pPr marL="0" indent="0" algn="ctr">
              <a:buNone/>
            </a:pPr>
            <a:r>
              <a:rPr lang="en-US" sz="5000" b="1" dirty="0">
                <a:solidFill>
                  <a:srgbClr val="FE6768"/>
                </a:solidFill>
                <a:latin typeface="Malgun Gothic" pitchFamily="34" charset="0"/>
                <a:ea typeface="Malgun Gothic" pitchFamily="34" charset="-122"/>
                <a:cs typeface="Malgun Gothic" pitchFamily="34" charset="-120"/>
              </a:rPr>
              <a:t>ㅊ</a:t>
            </a:r>
            <a:endParaRPr lang="en-US" sz="5000" dirty="0"/>
          </a:p>
        </p:txBody>
      </p:sp>
      <p:sp>
        <p:nvSpPr>
          <p:cNvPr id="20" name="Shape 17"/>
          <p:cNvSpPr/>
          <p:nvPr/>
        </p:nvSpPr>
        <p:spPr>
          <a:xfrm>
            <a:off x="9656064" y="2606040"/>
            <a:ext cx="1828800" cy="3657600"/>
          </a:xfrm>
          <a:prstGeom prst="roundRect">
            <a:avLst>
              <a:gd name="adj" fmla="val 7500"/>
            </a:avLst>
          </a:prstGeom>
          <a:solidFill>
            <a:srgbClr val="FFE0E0"/>
          </a:solidFill>
          <a:ln w="19050">
            <a:solidFill>
              <a:srgbClr val="FE6768"/>
            </a:solidFill>
            <a:prstDash val="solid"/>
          </a:ln>
        </p:spPr>
      </p:sp>
      <p:sp>
        <p:nvSpPr>
          <p:cNvPr id="21" name="Text 18"/>
          <p:cNvSpPr/>
          <p:nvPr/>
        </p:nvSpPr>
        <p:spPr>
          <a:xfrm>
            <a:off x="9656064" y="2788920"/>
            <a:ext cx="1828800" cy="320040"/>
          </a:xfrm>
          <a:prstGeom prst="rect">
            <a:avLst/>
          </a:prstGeom>
          <a:noFill/>
          <a:ln/>
        </p:spPr>
        <p:txBody>
          <a:bodyPr wrap="square" lIns="0" tIns="0" rIns="0" bIns="0" rtlCol="0" anchor="ctr"/>
          <a:lstStyle/>
          <a:p>
            <a:pPr marL="0" indent="0" algn="ctr">
              <a:buNone/>
            </a:pPr>
            <a:r>
              <a:rPr lang="en-US" sz="1000" b="1" kern="0" spc="400" dirty="0">
                <a:solidFill>
                  <a:srgbClr val="FE6768"/>
                </a:solidFill>
                <a:latin typeface="Calibri" pitchFamily="34" charset="0"/>
                <a:ea typeface="Calibri" pitchFamily="34" charset="-122"/>
                <a:cs typeface="Calibri" pitchFamily="34" charset="-120"/>
              </a:rPr>
              <a:t>DOBLE</a:t>
            </a:r>
            <a:endParaRPr lang="en-US" sz="1000" dirty="0"/>
          </a:p>
        </p:txBody>
      </p:sp>
      <p:sp>
        <p:nvSpPr>
          <p:cNvPr id="22" name="Text 19"/>
          <p:cNvSpPr/>
          <p:nvPr/>
        </p:nvSpPr>
        <p:spPr>
          <a:xfrm>
            <a:off x="9656064" y="3108960"/>
            <a:ext cx="1828800" cy="320040"/>
          </a:xfrm>
          <a:prstGeom prst="rect">
            <a:avLst/>
          </a:prstGeom>
          <a:noFill/>
          <a:ln/>
        </p:spPr>
        <p:txBody>
          <a:bodyPr wrap="square" lIns="0" tIns="0" rIns="0" bIns="0" rtlCol="0" anchor="ctr"/>
          <a:lstStyle/>
          <a:p>
            <a:pPr marL="0" indent="0" algn="ctr">
              <a:buNone/>
            </a:pPr>
            <a:r>
              <a:rPr lang="en-US" sz="1100" i="1" dirty="0">
                <a:solidFill>
                  <a:srgbClr val="FE6768"/>
                </a:solidFill>
                <a:latin typeface="Malgun Gothic" pitchFamily="34" charset="0"/>
                <a:ea typeface="Malgun Gothic" pitchFamily="34" charset="-122"/>
                <a:cs typeface="Malgun Gothic" pitchFamily="34" charset="-120"/>
              </a:rPr>
              <a:t>쌍소리</a:t>
            </a:r>
            <a:endParaRPr lang="en-US" sz="1100" dirty="0"/>
          </a:p>
        </p:txBody>
      </p:sp>
      <p:sp>
        <p:nvSpPr>
          <p:cNvPr id="23" name="Text 20"/>
          <p:cNvSpPr/>
          <p:nvPr/>
        </p:nvSpPr>
        <p:spPr>
          <a:xfrm>
            <a:off x="9656064" y="3566160"/>
            <a:ext cx="1828800" cy="1325880"/>
          </a:xfrm>
          <a:prstGeom prst="rect">
            <a:avLst/>
          </a:prstGeom>
          <a:noFill/>
          <a:ln/>
        </p:spPr>
        <p:txBody>
          <a:bodyPr wrap="square" lIns="0" tIns="0" rIns="0" bIns="0" rtlCol="0" anchor="ctr"/>
          <a:lstStyle/>
          <a:p>
            <a:pPr marL="0" indent="0" algn="ctr">
              <a:buNone/>
            </a:pPr>
            <a:r>
              <a:rPr lang="en-US" sz="5000" b="1" dirty="0">
                <a:solidFill>
                  <a:srgbClr val="FE6768"/>
                </a:solidFill>
                <a:latin typeface="Malgun Gothic" pitchFamily="34" charset="0"/>
                <a:ea typeface="Malgun Gothic" pitchFamily="34" charset="-122"/>
                <a:cs typeface="Malgun Gothic" pitchFamily="34" charset="-120"/>
              </a:rPr>
              <a:t>ㅆ</a:t>
            </a:r>
            <a:endParaRPr lang="en-US" sz="5000" dirty="0"/>
          </a:p>
        </p:txBody>
      </p:sp>
      <p:sp>
        <p:nvSpPr>
          <p:cNvPr id="24" name="Text 21"/>
          <p:cNvSpPr/>
          <p:nvPr/>
        </p:nvSpPr>
        <p:spPr>
          <a:xfrm>
            <a:off x="9656064" y="4892040"/>
            <a:ext cx="1828800" cy="1325880"/>
          </a:xfrm>
          <a:prstGeom prst="rect">
            <a:avLst/>
          </a:prstGeom>
          <a:noFill/>
          <a:ln/>
        </p:spPr>
        <p:txBody>
          <a:bodyPr wrap="square" lIns="0" tIns="0" rIns="0" bIns="0" rtlCol="0" anchor="ctr"/>
          <a:lstStyle/>
          <a:p>
            <a:pPr marL="0" indent="0" algn="ctr">
              <a:buNone/>
            </a:pPr>
            <a:r>
              <a:rPr lang="en-US" sz="5000" b="1" dirty="0">
                <a:solidFill>
                  <a:srgbClr val="FE6768"/>
                </a:solidFill>
                <a:latin typeface="Malgun Gothic" pitchFamily="34" charset="0"/>
                <a:ea typeface="Malgun Gothic" pitchFamily="34" charset="-122"/>
                <a:cs typeface="Malgun Gothic" pitchFamily="34" charset="-120"/>
              </a:rPr>
              <a:t>ㅉ</a:t>
            </a:r>
            <a:endParaRPr lang="en-US" sz="5000" dirty="0"/>
          </a:p>
        </p:txBody>
      </p:sp>
      <p:sp>
        <p:nvSpPr>
          <p:cNvPr id="26" name="Text 22"/>
          <p:cNvSpPr/>
          <p:nvPr/>
        </p:nvSpPr>
        <p:spPr>
          <a:xfrm>
            <a:off x="365760" y="6446520"/>
            <a:ext cx="5486400" cy="228600"/>
          </a:xfrm>
          <a:prstGeom prst="rect">
            <a:avLst/>
          </a:prstGeom>
          <a:noFill/>
          <a:ln/>
        </p:spPr>
        <p:txBody>
          <a:bodyPr wrap="square" lIns="0" tIns="0" rIns="0" bIns="0" rtlCol="0" anchor="ctr"/>
          <a:lstStyle/>
          <a:p>
            <a:pPr marL="0" indent="0">
              <a:buNone/>
            </a:pPr>
            <a:r>
              <a:rPr lang="en-US" sz="800" kern="0" spc="300" dirty="0">
                <a:solidFill>
                  <a:srgbClr val="4A4A55"/>
                </a:solidFill>
                <a:latin typeface="Calibri" pitchFamily="34" charset="0"/>
                <a:ea typeface="Calibri" pitchFamily="34" charset="-122"/>
                <a:cs typeface="Calibri" pitchFamily="34" charset="-120"/>
              </a:rPr>
              <a:t>ACADEMIA SEÚL  ·  METHOD CHINGU™</a:t>
            </a:r>
            <a:endParaRPr lang="en-US" sz="800" dirty="0"/>
          </a:p>
        </p:txBody>
      </p:sp>
      <p:sp>
        <p:nvSpPr>
          <p:cNvPr id="27" name="Text 23"/>
          <p:cNvSpPr/>
          <p:nvPr/>
        </p:nvSpPr>
        <p:spPr>
          <a:xfrm>
            <a:off x="11277295" y="6446520"/>
            <a:ext cx="548640" cy="228600"/>
          </a:xfrm>
          <a:prstGeom prst="rect">
            <a:avLst/>
          </a:prstGeom>
          <a:noFill/>
          <a:ln/>
        </p:spPr>
        <p:txBody>
          <a:bodyPr wrap="square" lIns="0" tIns="0" rIns="0" bIns="0" rtlCol="0" anchor="ctr"/>
          <a:lstStyle/>
          <a:p>
            <a:pPr marL="0" indent="0" algn="r">
              <a:buNone/>
            </a:pPr>
            <a:r>
              <a:rPr lang="en-US" sz="800" dirty="0">
                <a:solidFill>
                  <a:srgbClr val="4A4A55"/>
                </a:solidFill>
                <a:latin typeface="Calibri" pitchFamily="34" charset="0"/>
                <a:ea typeface="Calibri" pitchFamily="34" charset="-122"/>
                <a:cs typeface="Calibri" pitchFamily="34" charset="-120"/>
              </a:rPr>
              <a:t>50</a:t>
            </a:r>
            <a:endParaRPr lang="en-US" sz="800" dirty="0"/>
          </a:p>
        </p:txBody>
      </p:sp>
      <p:pic>
        <p:nvPicPr>
          <p:cNvPr id="28" name="Image 0" descr="/sessions/sleepy-zen-cray/mnt/outputs/deck_assets/logo_var2_azul.png">
            <a:extLst>
              <a:ext uri="{FF2B5EF4-FFF2-40B4-BE49-F238E27FC236}">
                <a16:creationId xmlns:a16="http://schemas.microsoft.com/office/drawing/2014/main" id="{97E5F8D1-5949-E385-16BC-30EDE63ECF27}"/>
              </a:ext>
            </a:extLst>
          </p:cNvPr>
          <p:cNvPicPr>
            <a:picLocks noChangeAspect="1"/>
          </p:cNvPicPr>
          <p:nvPr/>
        </p:nvPicPr>
        <p:blipFill>
          <a:blip r:embed="rId4"/>
          <a:stretch>
            <a:fillRect/>
          </a:stretch>
        </p:blipFill>
        <p:spPr>
          <a:xfrm>
            <a:off x="9778365" y="-760095"/>
            <a:ext cx="2571750" cy="2571750"/>
          </a:xfrm>
          <a:prstGeom prst="rect">
            <a:avLst/>
          </a:prstGeom>
        </p:spPr>
      </p:pic>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57200" y="411480"/>
            <a:ext cx="10972800" cy="274320"/>
          </a:xfrm>
          <a:prstGeom prst="rect">
            <a:avLst/>
          </a:prstGeom>
          <a:noFill/>
          <a:ln/>
        </p:spPr>
        <p:txBody>
          <a:bodyPr wrap="square" lIns="0" tIns="0" rIns="0" bIns="0" rtlCol="0" anchor="ctr"/>
          <a:lstStyle/>
          <a:p>
            <a:pPr marL="0" indent="0">
              <a:buNone/>
            </a:pPr>
            <a:r>
              <a:rPr lang="en-US" sz="1100" b="1" kern="0" spc="500" dirty="0">
                <a:solidFill>
                  <a:srgbClr val="FE6768"/>
                </a:solidFill>
                <a:latin typeface="Calibri" pitchFamily="34" charset="0"/>
                <a:ea typeface="Calibri" pitchFamily="34" charset="-122"/>
                <a:cs typeface="Calibri" pitchFamily="34" charset="-120"/>
              </a:rPr>
              <a:t>§2.6 · CONSONANTES · 치음</a:t>
            </a:r>
            <a:endParaRPr lang="en-US" sz="1100" dirty="0"/>
          </a:p>
        </p:txBody>
      </p:sp>
      <p:sp>
        <p:nvSpPr>
          <p:cNvPr id="3" name="Text 1"/>
          <p:cNvSpPr/>
          <p:nvPr/>
        </p:nvSpPr>
        <p:spPr>
          <a:xfrm>
            <a:off x="457200" y="777240"/>
            <a:ext cx="10972800" cy="822960"/>
          </a:xfrm>
          <a:prstGeom prst="rect">
            <a:avLst/>
          </a:prstGeom>
          <a:noFill/>
          <a:ln/>
        </p:spPr>
        <p:txBody>
          <a:bodyPr wrap="square" lIns="0" tIns="0" rIns="0" bIns="0" rtlCol="0" anchor="ctr"/>
          <a:lstStyle/>
          <a:p>
            <a:pPr marL="0" indent="0">
              <a:buNone/>
            </a:pPr>
            <a:r>
              <a:rPr lang="en-US" sz="4000" b="1" dirty="0">
                <a:solidFill>
                  <a:srgbClr val="4036ED"/>
                </a:solidFill>
                <a:latin typeface="Calibri" pitchFamily="34" charset="0"/>
                <a:ea typeface="Calibri" pitchFamily="34" charset="-122"/>
                <a:cs typeface="Calibri" pitchFamily="34" charset="-120"/>
              </a:rPr>
              <a:t>Consonante · ㅅ</a:t>
            </a:r>
            <a:endParaRPr lang="en-US" sz="4000" dirty="0"/>
          </a:p>
        </p:txBody>
      </p:sp>
      <p:sp>
        <p:nvSpPr>
          <p:cNvPr id="4" name="Text 2"/>
          <p:cNvSpPr/>
          <p:nvPr/>
        </p:nvSpPr>
        <p:spPr>
          <a:xfrm>
            <a:off x="457200" y="1691640"/>
            <a:ext cx="10972800" cy="457200"/>
          </a:xfrm>
          <a:prstGeom prst="rect">
            <a:avLst/>
          </a:prstGeom>
          <a:noFill/>
          <a:ln/>
        </p:spPr>
        <p:txBody>
          <a:bodyPr wrap="square" lIns="0" tIns="0" rIns="0" bIns="0" rtlCol="0" anchor="ctr"/>
          <a:lstStyle/>
          <a:p>
            <a:pPr marL="0" indent="0">
              <a:buNone/>
            </a:pPr>
            <a:r>
              <a:rPr lang="en-US" sz="1400" i="1" dirty="0">
                <a:solidFill>
                  <a:srgbClr val="4A4A55"/>
                </a:solidFill>
                <a:latin typeface="Calibri" pitchFamily="34" charset="0"/>
                <a:ea typeface="Calibri" pitchFamily="34" charset="-122"/>
                <a:cs typeface="Calibri" pitchFamily="34" charset="-120"/>
              </a:rPr>
              <a:t>"s" como en "sopa", "sh" antes de ㅣ</a:t>
            </a:r>
            <a:endParaRPr lang="en-US" sz="1400" dirty="0"/>
          </a:p>
        </p:txBody>
      </p:sp>
      <p:sp>
        <p:nvSpPr>
          <p:cNvPr id="5" name="Text 3"/>
          <p:cNvSpPr/>
          <p:nvPr/>
        </p:nvSpPr>
        <p:spPr>
          <a:xfrm>
            <a:off x="8488375" y="914400"/>
            <a:ext cx="3200400" cy="365760"/>
          </a:xfrm>
          <a:prstGeom prst="rect">
            <a:avLst/>
          </a:prstGeom>
          <a:noFill/>
          <a:ln/>
        </p:spPr>
        <p:txBody>
          <a:bodyPr wrap="square" lIns="0" tIns="0" rIns="0" bIns="0" rtlCol="0" anchor="ctr"/>
          <a:lstStyle/>
          <a:p>
            <a:pPr marL="0" indent="0" algn="r">
              <a:buNone/>
            </a:pPr>
            <a:r>
              <a:rPr lang="en-US" sz="1100" b="1" kern="0" spc="300" dirty="0">
                <a:solidFill>
                  <a:srgbClr val="FE6768"/>
                </a:solidFill>
                <a:latin typeface="Calibri" pitchFamily="34" charset="0"/>
                <a:ea typeface="Calibri" pitchFamily="34" charset="-122"/>
                <a:cs typeface="Calibri" pitchFamily="34" charset="-120"/>
              </a:rPr>
              <a:t>치음 · DIENTES (SIBILANTE)</a:t>
            </a:r>
            <a:endParaRPr lang="en-US" sz="1100" dirty="0"/>
          </a:p>
        </p:txBody>
      </p:sp>
      <p:sp>
        <p:nvSpPr>
          <p:cNvPr id="6" name="Text 4"/>
          <p:cNvSpPr/>
          <p:nvPr/>
        </p:nvSpPr>
        <p:spPr>
          <a:xfrm>
            <a:off x="8488375" y="1280160"/>
            <a:ext cx="3200400" cy="274320"/>
          </a:xfrm>
          <a:prstGeom prst="rect">
            <a:avLst/>
          </a:prstGeom>
          <a:noFill/>
          <a:ln/>
        </p:spPr>
        <p:txBody>
          <a:bodyPr wrap="square" lIns="0" tIns="0" rIns="0" bIns="0" rtlCol="0" anchor="ctr"/>
          <a:lstStyle/>
          <a:p>
            <a:pPr marL="0" indent="0" algn="r">
              <a:buNone/>
            </a:pPr>
            <a:r>
              <a:rPr lang="en-US" sz="900" kern="0" spc="400" dirty="0">
                <a:solidFill>
                  <a:srgbClr val="4A4A55"/>
                </a:solidFill>
                <a:latin typeface="Calibri" pitchFamily="34" charset="0"/>
                <a:ea typeface="Calibri" pitchFamily="34" charset="-122"/>
                <a:cs typeface="Calibri" pitchFamily="34" charset="-120"/>
              </a:rPr>
              <a:t>BÁSICA</a:t>
            </a:r>
            <a:endParaRPr lang="en-US" sz="900" dirty="0"/>
          </a:p>
        </p:txBody>
      </p:sp>
      <p:sp>
        <p:nvSpPr>
          <p:cNvPr id="7" name="Shape 5"/>
          <p:cNvSpPr/>
          <p:nvPr/>
        </p:nvSpPr>
        <p:spPr>
          <a:xfrm>
            <a:off x="640080" y="2606040"/>
            <a:ext cx="5120640" cy="3657600"/>
          </a:xfrm>
          <a:prstGeom prst="roundRect">
            <a:avLst>
              <a:gd name="adj" fmla="val 7500"/>
            </a:avLst>
          </a:prstGeom>
          <a:solidFill>
            <a:srgbClr val="FE6768"/>
          </a:solidFill>
          <a:ln w="12700">
            <a:solidFill>
              <a:srgbClr val="FE6768"/>
            </a:solidFill>
            <a:prstDash val="solid"/>
          </a:ln>
        </p:spPr>
      </p:sp>
      <p:sp>
        <p:nvSpPr>
          <p:cNvPr id="8" name="Text 6"/>
          <p:cNvSpPr/>
          <p:nvPr/>
        </p:nvSpPr>
        <p:spPr>
          <a:xfrm>
            <a:off x="640080" y="2606040"/>
            <a:ext cx="5120640" cy="3657600"/>
          </a:xfrm>
          <a:prstGeom prst="rect">
            <a:avLst/>
          </a:prstGeom>
          <a:noFill/>
          <a:ln/>
        </p:spPr>
        <p:txBody>
          <a:bodyPr wrap="square" lIns="0" tIns="0" rIns="0" bIns="0" rtlCol="0" anchor="ctr"/>
          <a:lstStyle/>
          <a:p>
            <a:pPr marL="0" indent="0" algn="ctr">
              <a:buNone/>
            </a:pPr>
            <a:r>
              <a:rPr lang="en-US" sz="24000" b="1" dirty="0">
                <a:solidFill>
                  <a:srgbClr val="F6F6F6"/>
                </a:solidFill>
                <a:latin typeface="Malgun Gothic" pitchFamily="34" charset="0"/>
                <a:ea typeface="Malgun Gothic" pitchFamily="34" charset="-122"/>
                <a:cs typeface="Malgun Gothic" pitchFamily="34" charset="-120"/>
              </a:rPr>
              <a:t>ㅅ</a:t>
            </a:r>
            <a:endParaRPr lang="en-US" sz="24000" dirty="0"/>
          </a:p>
        </p:txBody>
      </p:sp>
      <p:sp>
        <p:nvSpPr>
          <p:cNvPr id="9" name="Shape 7"/>
          <p:cNvSpPr/>
          <p:nvPr/>
        </p:nvSpPr>
        <p:spPr>
          <a:xfrm>
            <a:off x="6126480" y="2606040"/>
            <a:ext cx="5486400" cy="1097280"/>
          </a:xfrm>
          <a:prstGeom prst="roundRect">
            <a:avLst>
              <a:gd name="adj" fmla="val 12500"/>
            </a:avLst>
          </a:prstGeom>
          <a:solidFill>
            <a:srgbClr val="FFE0E0"/>
          </a:solidFill>
          <a:ln w="19050">
            <a:solidFill>
              <a:srgbClr val="FE6768"/>
            </a:solidFill>
            <a:prstDash val="solid"/>
          </a:ln>
        </p:spPr>
      </p:sp>
      <p:sp>
        <p:nvSpPr>
          <p:cNvPr id="10" name="Text 8"/>
          <p:cNvSpPr/>
          <p:nvPr/>
        </p:nvSpPr>
        <p:spPr>
          <a:xfrm>
            <a:off x="6309360" y="2697480"/>
            <a:ext cx="5120640" cy="274320"/>
          </a:xfrm>
          <a:prstGeom prst="rect">
            <a:avLst/>
          </a:prstGeom>
          <a:noFill/>
          <a:ln/>
        </p:spPr>
        <p:txBody>
          <a:bodyPr wrap="square" lIns="0" tIns="0" rIns="0" bIns="0" rtlCol="0" anchor="ctr"/>
          <a:lstStyle/>
          <a:p>
            <a:pPr marL="0" indent="0">
              <a:buNone/>
            </a:pPr>
            <a:r>
              <a:rPr lang="en-US" sz="900" b="1" kern="0" spc="400" dirty="0">
                <a:solidFill>
                  <a:srgbClr val="FE6768"/>
                </a:solidFill>
                <a:latin typeface="Calibri" pitchFamily="34" charset="0"/>
                <a:ea typeface="Calibri" pitchFamily="34" charset="-122"/>
                <a:cs typeface="Calibri" pitchFamily="34" charset="-120"/>
              </a:rPr>
              <a:t>PRONUNCIACIÓN</a:t>
            </a:r>
            <a:endParaRPr lang="en-US" sz="900" dirty="0"/>
          </a:p>
        </p:txBody>
      </p:sp>
      <p:sp>
        <p:nvSpPr>
          <p:cNvPr id="11" name="Text 9"/>
          <p:cNvSpPr/>
          <p:nvPr/>
        </p:nvSpPr>
        <p:spPr>
          <a:xfrm>
            <a:off x="6309360" y="2971800"/>
            <a:ext cx="5120640" cy="640080"/>
          </a:xfrm>
          <a:prstGeom prst="rect">
            <a:avLst/>
          </a:prstGeom>
          <a:noFill/>
          <a:ln/>
        </p:spPr>
        <p:txBody>
          <a:bodyPr wrap="square" lIns="0" tIns="0" rIns="0" bIns="0" rtlCol="0" anchor="ctr"/>
          <a:lstStyle/>
          <a:p>
            <a:pPr marL="0" indent="0">
              <a:buNone/>
            </a:pPr>
            <a:r>
              <a:rPr lang="en-US" sz="3800" b="1" i="1" dirty="0">
                <a:solidFill>
                  <a:srgbClr val="1E1E2A"/>
                </a:solidFill>
                <a:latin typeface="Calibri" pitchFamily="34" charset="0"/>
                <a:ea typeface="Calibri" pitchFamily="34" charset="-122"/>
                <a:cs typeface="Calibri" pitchFamily="34" charset="-120"/>
              </a:rPr>
              <a:t>"s / sh"</a:t>
            </a:r>
            <a:endParaRPr lang="en-US" sz="3800" dirty="0"/>
          </a:p>
        </p:txBody>
      </p:sp>
      <p:sp>
        <p:nvSpPr>
          <p:cNvPr id="12" name="Shape 10"/>
          <p:cNvSpPr/>
          <p:nvPr/>
        </p:nvSpPr>
        <p:spPr>
          <a:xfrm>
            <a:off x="6126480" y="3840480"/>
            <a:ext cx="2560320" cy="2423160"/>
          </a:xfrm>
          <a:prstGeom prst="roundRect">
            <a:avLst>
              <a:gd name="adj" fmla="val 5660"/>
            </a:avLst>
          </a:prstGeom>
          <a:solidFill>
            <a:srgbClr val="F6F6F6"/>
          </a:solidFill>
          <a:ln w="19050">
            <a:solidFill>
              <a:srgbClr val="FE6768"/>
            </a:solidFill>
            <a:prstDash val="solid"/>
          </a:ln>
        </p:spPr>
      </p:sp>
      <p:sp>
        <p:nvSpPr>
          <p:cNvPr id="13" name="Text 11"/>
          <p:cNvSpPr/>
          <p:nvPr/>
        </p:nvSpPr>
        <p:spPr>
          <a:xfrm>
            <a:off x="6126480" y="3931920"/>
            <a:ext cx="2560320" cy="274320"/>
          </a:xfrm>
          <a:prstGeom prst="rect">
            <a:avLst/>
          </a:prstGeom>
          <a:noFill/>
          <a:ln/>
        </p:spPr>
        <p:txBody>
          <a:bodyPr wrap="square" lIns="0" tIns="0" rIns="0" bIns="0" rtlCol="0" anchor="ctr"/>
          <a:lstStyle/>
          <a:p>
            <a:pPr marL="0" indent="0" algn="ctr">
              <a:buNone/>
            </a:pPr>
            <a:r>
              <a:rPr lang="en-US" sz="900" b="1" kern="0" spc="300" dirty="0">
                <a:solidFill>
                  <a:srgbClr val="FE6768"/>
                </a:solidFill>
                <a:latin typeface="Calibri" pitchFamily="34" charset="0"/>
                <a:ea typeface="Calibri" pitchFamily="34" charset="-122"/>
                <a:cs typeface="Calibri" pitchFamily="34" charset="-120"/>
              </a:rPr>
              <a:t>ORDEN DE TRAZO</a:t>
            </a:r>
            <a:endParaRPr lang="en-US" sz="900" dirty="0"/>
          </a:p>
        </p:txBody>
      </p:sp>
      <p:pic>
        <p:nvPicPr>
          <p:cNvPr id="14" name="Image 0" descr="preencoded.png"/>
          <p:cNvPicPr>
            <a:picLocks noChangeAspect="1"/>
          </p:cNvPicPr>
          <p:nvPr/>
        </p:nvPicPr>
        <p:blipFill>
          <a:blip r:embed="rId3"/>
          <a:stretch>
            <a:fillRect/>
          </a:stretch>
        </p:blipFill>
        <p:spPr>
          <a:xfrm>
            <a:off x="6606540" y="4251960"/>
            <a:ext cx="1600200" cy="1600200"/>
          </a:xfrm>
          <a:prstGeom prst="rect">
            <a:avLst/>
          </a:prstGeom>
        </p:spPr>
      </p:pic>
      <p:sp>
        <p:nvSpPr>
          <p:cNvPr id="15" name="Text 12"/>
          <p:cNvSpPr/>
          <p:nvPr/>
        </p:nvSpPr>
        <p:spPr>
          <a:xfrm>
            <a:off x="6126480" y="5897880"/>
            <a:ext cx="2560320" cy="292608"/>
          </a:xfrm>
          <a:prstGeom prst="rect">
            <a:avLst/>
          </a:prstGeom>
          <a:noFill/>
          <a:ln/>
        </p:spPr>
        <p:txBody>
          <a:bodyPr wrap="square" lIns="0" tIns="0" rIns="0" bIns="0" rtlCol="0" anchor="ctr"/>
          <a:lstStyle/>
          <a:p>
            <a:pPr marL="0" indent="0" algn="ctr">
              <a:buNone/>
            </a:pPr>
            <a:r>
              <a:rPr lang="en-US" sz="1200" i="1" dirty="0">
                <a:solidFill>
                  <a:srgbClr val="4A4A55"/>
                </a:solidFill>
                <a:latin typeface="Calibri" pitchFamily="34" charset="0"/>
                <a:ea typeface="Calibri" pitchFamily="34" charset="-122"/>
                <a:cs typeface="Calibri" pitchFamily="34" charset="-120"/>
              </a:rPr>
              <a:t>2 trazos</a:t>
            </a:r>
            <a:endParaRPr lang="en-US" sz="1200" dirty="0"/>
          </a:p>
        </p:txBody>
      </p:sp>
      <p:sp>
        <p:nvSpPr>
          <p:cNvPr id="16" name="Shape 13"/>
          <p:cNvSpPr/>
          <p:nvPr/>
        </p:nvSpPr>
        <p:spPr>
          <a:xfrm>
            <a:off x="8869680" y="3840480"/>
            <a:ext cx="2743200" cy="2423160"/>
          </a:xfrm>
          <a:prstGeom prst="roundRect">
            <a:avLst>
              <a:gd name="adj" fmla="val 5660"/>
            </a:avLst>
          </a:prstGeom>
          <a:solidFill>
            <a:srgbClr val="FFE0E0"/>
          </a:solidFill>
          <a:ln w="19050">
            <a:solidFill>
              <a:srgbClr val="FE6768"/>
            </a:solidFill>
            <a:prstDash val="solid"/>
          </a:ln>
        </p:spPr>
      </p:sp>
      <p:sp>
        <p:nvSpPr>
          <p:cNvPr id="17" name="Text 14"/>
          <p:cNvSpPr/>
          <p:nvPr/>
        </p:nvSpPr>
        <p:spPr>
          <a:xfrm>
            <a:off x="9006840" y="3931920"/>
            <a:ext cx="2468880" cy="274320"/>
          </a:xfrm>
          <a:prstGeom prst="rect">
            <a:avLst/>
          </a:prstGeom>
          <a:noFill/>
          <a:ln/>
        </p:spPr>
        <p:txBody>
          <a:bodyPr wrap="square" lIns="0" tIns="0" rIns="0" bIns="0" rtlCol="0" anchor="ctr"/>
          <a:lstStyle/>
          <a:p>
            <a:pPr marL="0" indent="0">
              <a:buNone/>
            </a:pPr>
            <a:r>
              <a:rPr lang="en-US" sz="900" b="1" kern="0" spc="300" dirty="0">
                <a:solidFill>
                  <a:srgbClr val="FE6768"/>
                </a:solidFill>
                <a:latin typeface="Calibri" pitchFamily="34" charset="0"/>
                <a:ea typeface="Calibri" pitchFamily="34" charset="-122"/>
                <a:cs typeface="Calibri" pitchFamily="34" charset="-120"/>
              </a:rPr>
              <a:t>EJEMPLOS</a:t>
            </a:r>
            <a:endParaRPr lang="en-US" sz="900" dirty="0"/>
          </a:p>
        </p:txBody>
      </p:sp>
      <p:sp>
        <p:nvSpPr>
          <p:cNvPr id="18" name="Text 15"/>
          <p:cNvSpPr/>
          <p:nvPr/>
        </p:nvSpPr>
        <p:spPr>
          <a:xfrm>
            <a:off x="9006840" y="4297680"/>
            <a:ext cx="2468880" cy="1828800"/>
          </a:xfrm>
          <a:prstGeom prst="rect">
            <a:avLst/>
          </a:prstGeom>
          <a:noFill/>
          <a:ln/>
        </p:spPr>
        <p:txBody>
          <a:bodyPr wrap="square" lIns="0" tIns="0" rIns="0" bIns="0" rtlCol="0" anchor="t"/>
          <a:lstStyle/>
          <a:p>
            <a:pPr marL="0" indent="0">
              <a:spcAft>
                <a:spcPts val="800"/>
              </a:spcAft>
              <a:buNone/>
            </a:pPr>
            <a:r>
              <a:rPr lang="en-US" sz="2200" b="1" dirty="0">
                <a:solidFill>
                  <a:srgbClr val="1E1E2A"/>
                </a:solidFill>
                <a:latin typeface="Malgun Gothic" pitchFamily="34" charset="0"/>
                <a:ea typeface="Malgun Gothic" pitchFamily="34" charset="-122"/>
                <a:cs typeface="Malgun Gothic" pitchFamily="34" charset="-120"/>
              </a:rPr>
              <a:t>사랑</a:t>
            </a:r>
            <a:r>
              <a:rPr lang="en-US" sz="1300" i="1" dirty="0">
                <a:solidFill>
                  <a:srgbClr val="4A4A55"/>
                </a:solidFill>
              </a:rPr>
              <a:t>   amor</a:t>
            </a:r>
            <a:endParaRPr lang="en-US" sz="2200" dirty="0"/>
          </a:p>
          <a:p>
            <a:pPr marL="0" indent="0">
              <a:spcAft>
                <a:spcPts val="800"/>
              </a:spcAft>
              <a:buNone/>
            </a:pPr>
            <a:r>
              <a:rPr lang="en-US" sz="2200" b="1" dirty="0">
                <a:solidFill>
                  <a:srgbClr val="1E1E2A"/>
                </a:solidFill>
                <a:latin typeface="Malgun Gothic" pitchFamily="34" charset="0"/>
                <a:ea typeface="Malgun Gothic" pitchFamily="34" charset="-122"/>
                <a:cs typeface="Malgun Gothic" pitchFamily="34" charset="-120"/>
              </a:rPr>
              <a:t>시간</a:t>
            </a:r>
            <a:r>
              <a:rPr lang="en-US" sz="1300" i="1" dirty="0">
                <a:solidFill>
                  <a:srgbClr val="4A4A55"/>
                </a:solidFill>
              </a:rPr>
              <a:t>   tiempo</a:t>
            </a:r>
            <a:endParaRPr lang="en-US" sz="2200" dirty="0"/>
          </a:p>
        </p:txBody>
      </p:sp>
      <p:sp>
        <p:nvSpPr>
          <p:cNvPr id="20" name="Text 16"/>
          <p:cNvSpPr/>
          <p:nvPr/>
        </p:nvSpPr>
        <p:spPr>
          <a:xfrm>
            <a:off x="365760" y="6446520"/>
            <a:ext cx="5486400" cy="228600"/>
          </a:xfrm>
          <a:prstGeom prst="rect">
            <a:avLst/>
          </a:prstGeom>
          <a:noFill/>
          <a:ln/>
        </p:spPr>
        <p:txBody>
          <a:bodyPr wrap="square" lIns="0" tIns="0" rIns="0" bIns="0" rtlCol="0" anchor="ctr"/>
          <a:lstStyle/>
          <a:p>
            <a:pPr marL="0" indent="0">
              <a:buNone/>
            </a:pPr>
            <a:r>
              <a:rPr lang="en-US" sz="800" kern="0" spc="300" dirty="0">
                <a:solidFill>
                  <a:srgbClr val="4A4A55"/>
                </a:solidFill>
                <a:latin typeface="Calibri" pitchFamily="34" charset="0"/>
                <a:ea typeface="Calibri" pitchFamily="34" charset="-122"/>
                <a:cs typeface="Calibri" pitchFamily="34" charset="-120"/>
              </a:rPr>
              <a:t>ACADEMIA SEÚL  ·  METHOD CHINGU™</a:t>
            </a:r>
            <a:endParaRPr lang="en-US" sz="800" dirty="0"/>
          </a:p>
        </p:txBody>
      </p:sp>
      <p:sp>
        <p:nvSpPr>
          <p:cNvPr id="21" name="Text 17"/>
          <p:cNvSpPr/>
          <p:nvPr/>
        </p:nvSpPr>
        <p:spPr>
          <a:xfrm>
            <a:off x="11277295" y="6446520"/>
            <a:ext cx="548640" cy="228600"/>
          </a:xfrm>
          <a:prstGeom prst="rect">
            <a:avLst/>
          </a:prstGeom>
          <a:noFill/>
          <a:ln/>
        </p:spPr>
        <p:txBody>
          <a:bodyPr wrap="square" lIns="0" tIns="0" rIns="0" bIns="0" rtlCol="0" anchor="ctr"/>
          <a:lstStyle/>
          <a:p>
            <a:pPr marL="0" indent="0" algn="r">
              <a:buNone/>
            </a:pPr>
            <a:r>
              <a:rPr lang="en-US" sz="800" dirty="0">
                <a:solidFill>
                  <a:srgbClr val="4A4A55"/>
                </a:solidFill>
                <a:latin typeface="Calibri" pitchFamily="34" charset="0"/>
                <a:ea typeface="Calibri" pitchFamily="34" charset="-122"/>
                <a:cs typeface="Calibri" pitchFamily="34" charset="-120"/>
              </a:rPr>
              <a:t>51</a:t>
            </a:r>
            <a:endParaRPr lang="en-US" sz="800" dirty="0"/>
          </a:p>
        </p:txBody>
      </p:sp>
      <p:pic>
        <p:nvPicPr>
          <p:cNvPr id="22" name="Image 0" descr="/sessions/sleepy-zen-cray/mnt/outputs/deck_assets/logo_var2_azul.png">
            <a:extLst>
              <a:ext uri="{FF2B5EF4-FFF2-40B4-BE49-F238E27FC236}">
                <a16:creationId xmlns:a16="http://schemas.microsoft.com/office/drawing/2014/main" id="{4619E610-918B-7FB2-54C3-85FF428693A3}"/>
              </a:ext>
            </a:extLst>
          </p:cNvPr>
          <p:cNvPicPr>
            <a:picLocks noChangeAspect="1"/>
          </p:cNvPicPr>
          <p:nvPr/>
        </p:nvPicPr>
        <p:blipFill>
          <a:blip r:embed="rId4"/>
          <a:stretch>
            <a:fillRect/>
          </a:stretch>
        </p:blipFill>
        <p:spPr>
          <a:xfrm>
            <a:off x="9778365" y="-760095"/>
            <a:ext cx="2571750" cy="2571750"/>
          </a:xfrm>
          <a:prstGeom prst="rect">
            <a:avLst/>
          </a:prstGeom>
        </p:spPr>
      </p:pic>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57200" y="411480"/>
            <a:ext cx="10972800" cy="274320"/>
          </a:xfrm>
          <a:prstGeom prst="rect">
            <a:avLst/>
          </a:prstGeom>
          <a:noFill/>
          <a:ln/>
        </p:spPr>
        <p:txBody>
          <a:bodyPr wrap="square" lIns="0" tIns="0" rIns="0" bIns="0" rtlCol="0" anchor="ctr"/>
          <a:lstStyle/>
          <a:p>
            <a:pPr marL="0" indent="0">
              <a:buNone/>
            </a:pPr>
            <a:r>
              <a:rPr lang="en-US" sz="1100" b="1" kern="0" spc="500" dirty="0">
                <a:solidFill>
                  <a:srgbClr val="FE6768"/>
                </a:solidFill>
                <a:latin typeface="Calibri" pitchFamily="34" charset="0"/>
                <a:ea typeface="Calibri" pitchFamily="34" charset="-122"/>
                <a:cs typeface="Calibri" pitchFamily="34" charset="-120"/>
              </a:rPr>
              <a:t>§2.6 · CONSONANTES · 치음</a:t>
            </a:r>
            <a:endParaRPr lang="en-US" sz="1100" dirty="0"/>
          </a:p>
        </p:txBody>
      </p:sp>
      <p:sp>
        <p:nvSpPr>
          <p:cNvPr id="3" name="Text 1"/>
          <p:cNvSpPr/>
          <p:nvPr/>
        </p:nvSpPr>
        <p:spPr>
          <a:xfrm>
            <a:off x="457200" y="777240"/>
            <a:ext cx="11018520" cy="822960"/>
          </a:xfrm>
          <a:prstGeom prst="rect">
            <a:avLst/>
          </a:prstGeom>
          <a:noFill/>
          <a:ln/>
        </p:spPr>
        <p:txBody>
          <a:bodyPr wrap="square" lIns="0" tIns="0" rIns="0" bIns="0" rtlCol="0" anchor="ctr"/>
          <a:lstStyle/>
          <a:p>
            <a:pPr marL="0" indent="0">
              <a:buNone/>
            </a:pPr>
            <a:r>
              <a:rPr lang="en-US" sz="4000" b="1" dirty="0">
                <a:solidFill>
                  <a:srgbClr val="4036ED"/>
                </a:solidFill>
                <a:latin typeface="Calibri" pitchFamily="34" charset="0"/>
                <a:ea typeface="Calibri" pitchFamily="34" charset="-122"/>
                <a:cs typeface="Calibri" pitchFamily="34" charset="-120"/>
              </a:rPr>
              <a:t>Consonante · ㅈ</a:t>
            </a:r>
            <a:endParaRPr lang="en-US" sz="4000" dirty="0"/>
          </a:p>
        </p:txBody>
      </p:sp>
      <p:sp>
        <p:nvSpPr>
          <p:cNvPr id="4" name="Text 2"/>
          <p:cNvSpPr/>
          <p:nvPr/>
        </p:nvSpPr>
        <p:spPr>
          <a:xfrm>
            <a:off x="457200" y="1691640"/>
            <a:ext cx="10972800" cy="457200"/>
          </a:xfrm>
          <a:prstGeom prst="rect">
            <a:avLst/>
          </a:prstGeom>
          <a:noFill/>
          <a:ln/>
        </p:spPr>
        <p:txBody>
          <a:bodyPr wrap="square" lIns="0" tIns="0" rIns="0" bIns="0" rtlCol="0" anchor="ctr"/>
          <a:lstStyle/>
          <a:p>
            <a:pPr marL="0" indent="0">
              <a:buNone/>
            </a:pPr>
            <a:r>
              <a:rPr lang="en-US" sz="1400" i="1" dirty="0">
                <a:solidFill>
                  <a:srgbClr val="4A4A55"/>
                </a:solidFill>
                <a:latin typeface="Calibri" pitchFamily="34" charset="0"/>
                <a:ea typeface="Calibri" pitchFamily="34" charset="-122"/>
                <a:cs typeface="Calibri" pitchFamily="34" charset="-120"/>
              </a:rPr>
              <a:t>"y" suave entre vocales, "ch" suave al inicio</a:t>
            </a:r>
            <a:endParaRPr lang="en-US" sz="1400" dirty="0"/>
          </a:p>
        </p:txBody>
      </p:sp>
      <p:sp>
        <p:nvSpPr>
          <p:cNvPr id="5" name="Text 3"/>
          <p:cNvSpPr/>
          <p:nvPr/>
        </p:nvSpPr>
        <p:spPr>
          <a:xfrm>
            <a:off x="8488375" y="914400"/>
            <a:ext cx="3200400" cy="365760"/>
          </a:xfrm>
          <a:prstGeom prst="rect">
            <a:avLst/>
          </a:prstGeom>
          <a:noFill/>
          <a:ln/>
        </p:spPr>
        <p:txBody>
          <a:bodyPr wrap="square" lIns="0" tIns="0" rIns="0" bIns="0" rtlCol="0" anchor="ctr"/>
          <a:lstStyle/>
          <a:p>
            <a:pPr marL="0" indent="0" algn="r">
              <a:buNone/>
            </a:pPr>
            <a:r>
              <a:rPr lang="en-US" sz="1100" b="1" kern="0" spc="300" dirty="0">
                <a:solidFill>
                  <a:srgbClr val="FE6768"/>
                </a:solidFill>
                <a:latin typeface="Calibri" pitchFamily="34" charset="0"/>
                <a:ea typeface="Calibri" pitchFamily="34" charset="-122"/>
                <a:cs typeface="Calibri" pitchFamily="34" charset="-120"/>
              </a:rPr>
              <a:t>치음 · DIENTES (SIBILANTE)</a:t>
            </a:r>
            <a:endParaRPr lang="en-US" sz="1100" dirty="0"/>
          </a:p>
        </p:txBody>
      </p:sp>
      <p:sp>
        <p:nvSpPr>
          <p:cNvPr id="6" name="Text 4"/>
          <p:cNvSpPr/>
          <p:nvPr/>
        </p:nvSpPr>
        <p:spPr>
          <a:xfrm>
            <a:off x="8488375" y="1280160"/>
            <a:ext cx="3200400" cy="274320"/>
          </a:xfrm>
          <a:prstGeom prst="rect">
            <a:avLst/>
          </a:prstGeom>
          <a:noFill/>
          <a:ln/>
        </p:spPr>
        <p:txBody>
          <a:bodyPr wrap="square" lIns="0" tIns="0" rIns="0" bIns="0" rtlCol="0" anchor="ctr"/>
          <a:lstStyle/>
          <a:p>
            <a:pPr marL="0" indent="0" algn="r">
              <a:buNone/>
            </a:pPr>
            <a:r>
              <a:rPr lang="en-US" sz="900" kern="0" spc="400" dirty="0">
                <a:solidFill>
                  <a:srgbClr val="4A4A55"/>
                </a:solidFill>
                <a:latin typeface="Calibri" pitchFamily="34" charset="0"/>
                <a:ea typeface="Calibri" pitchFamily="34" charset="-122"/>
                <a:cs typeface="Calibri" pitchFamily="34" charset="-120"/>
              </a:rPr>
              <a:t>BÁSICA</a:t>
            </a:r>
            <a:endParaRPr lang="en-US" sz="900" dirty="0"/>
          </a:p>
        </p:txBody>
      </p:sp>
      <p:sp>
        <p:nvSpPr>
          <p:cNvPr id="7" name="Shape 5"/>
          <p:cNvSpPr/>
          <p:nvPr/>
        </p:nvSpPr>
        <p:spPr>
          <a:xfrm>
            <a:off x="640080" y="2606040"/>
            <a:ext cx="5120640" cy="3657600"/>
          </a:xfrm>
          <a:prstGeom prst="roundRect">
            <a:avLst>
              <a:gd name="adj" fmla="val 7500"/>
            </a:avLst>
          </a:prstGeom>
          <a:solidFill>
            <a:srgbClr val="FE6768"/>
          </a:solidFill>
          <a:ln w="12700">
            <a:solidFill>
              <a:srgbClr val="FE6768"/>
            </a:solidFill>
            <a:prstDash val="solid"/>
          </a:ln>
        </p:spPr>
      </p:sp>
      <p:sp>
        <p:nvSpPr>
          <p:cNvPr id="8" name="Text 6"/>
          <p:cNvSpPr/>
          <p:nvPr/>
        </p:nvSpPr>
        <p:spPr>
          <a:xfrm>
            <a:off x="640080" y="2606040"/>
            <a:ext cx="5120640" cy="3657600"/>
          </a:xfrm>
          <a:prstGeom prst="rect">
            <a:avLst/>
          </a:prstGeom>
          <a:noFill/>
          <a:ln/>
        </p:spPr>
        <p:txBody>
          <a:bodyPr wrap="square" lIns="0" tIns="0" rIns="0" bIns="0" rtlCol="0" anchor="ctr"/>
          <a:lstStyle/>
          <a:p>
            <a:pPr marL="0" indent="0" algn="ctr">
              <a:buNone/>
            </a:pPr>
            <a:r>
              <a:rPr lang="en-US" sz="24000" b="1" dirty="0">
                <a:solidFill>
                  <a:srgbClr val="F6F6F6"/>
                </a:solidFill>
                <a:latin typeface="Malgun Gothic" pitchFamily="34" charset="0"/>
                <a:ea typeface="Malgun Gothic" pitchFamily="34" charset="-122"/>
                <a:cs typeface="Malgun Gothic" pitchFamily="34" charset="-120"/>
              </a:rPr>
              <a:t>ㅈ</a:t>
            </a:r>
            <a:endParaRPr lang="en-US" sz="24000" dirty="0"/>
          </a:p>
        </p:txBody>
      </p:sp>
      <p:sp>
        <p:nvSpPr>
          <p:cNvPr id="9" name="Shape 7"/>
          <p:cNvSpPr/>
          <p:nvPr/>
        </p:nvSpPr>
        <p:spPr>
          <a:xfrm>
            <a:off x="6126480" y="2606040"/>
            <a:ext cx="5486400" cy="1097280"/>
          </a:xfrm>
          <a:prstGeom prst="roundRect">
            <a:avLst>
              <a:gd name="adj" fmla="val 12500"/>
            </a:avLst>
          </a:prstGeom>
          <a:solidFill>
            <a:srgbClr val="FFE0E0"/>
          </a:solidFill>
          <a:ln w="19050">
            <a:solidFill>
              <a:srgbClr val="FE6768"/>
            </a:solidFill>
            <a:prstDash val="solid"/>
          </a:ln>
        </p:spPr>
      </p:sp>
      <p:sp>
        <p:nvSpPr>
          <p:cNvPr id="10" name="Text 8"/>
          <p:cNvSpPr/>
          <p:nvPr/>
        </p:nvSpPr>
        <p:spPr>
          <a:xfrm>
            <a:off x="6309360" y="2697480"/>
            <a:ext cx="5120640" cy="274320"/>
          </a:xfrm>
          <a:prstGeom prst="rect">
            <a:avLst/>
          </a:prstGeom>
          <a:noFill/>
          <a:ln/>
        </p:spPr>
        <p:txBody>
          <a:bodyPr wrap="square" lIns="0" tIns="0" rIns="0" bIns="0" rtlCol="0" anchor="ctr"/>
          <a:lstStyle/>
          <a:p>
            <a:pPr marL="0" indent="0">
              <a:buNone/>
            </a:pPr>
            <a:r>
              <a:rPr lang="en-US" sz="900" b="1" kern="0" spc="400" dirty="0">
                <a:solidFill>
                  <a:srgbClr val="FE6768"/>
                </a:solidFill>
                <a:latin typeface="Calibri" pitchFamily="34" charset="0"/>
                <a:ea typeface="Calibri" pitchFamily="34" charset="-122"/>
                <a:cs typeface="Calibri" pitchFamily="34" charset="-120"/>
              </a:rPr>
              <a:t>PRONUNCIACIÓN</a:t>
            </a:r>
            <a:endParaRPr lang="en-US" sz="900" dirty="0"/>
          </a:p>
        </p:txBody>
      </p:sp>
      <p:sp>
        <p:nvSpPr>
          <p:cNvPr id="11" name="Text 9"/>
          <p:cNvSpPr/>
          <p:nvPr/>
        </p:nvSpPr>
        <p:spPr>
          <a:xfrm>
            <a:off x="6309360" y="2971800"/>
            <a:ext cx="5120640" cy="640080"/>
          </a:xfrm>
          <a:prstGeom prst="rect">
            <a:avLst/>
          </a:prstGeom>
          <a:noFill/>
          <a:ln/>
        </p:spPr>
        <p:txBody>
          <a:bodyPr wrap="square" lIns="0" tIns="0" rIns="0" bIns="0" rtlCol="0" anchor="ctr"/>
          <a:lstStyle/>
          <a:p>
            <a:pPr marL="0" indent="0">
              <a:buNone/>
            </a:pPr>
            <a:r>
              <a:rPr lang="en-US" sz="3800" b="1" i="1" dirty="0">
                <a:solidFill>
                  <a:srgbClr val="1E1E2A"/>
                </a:solidFill>
                <a:latin typeface="Calibri" pitchFamily="34" charset="0"/>
                <a:ea typeface="Calibri" pitchFamily="34" charset="-122"/>
                <a:cs typeface="Calibri" pitchFamily="34" charset="-120"/>
              </a:rPr>
              <a:t>"j / ch"</a:t>
            </a:r>
            <a:endParaRPr lang="en-US" sz="3800" dirty="0"/>
          </a:p>
        </p:txBody>
      </p:sp>
      <p:sp>
        <p:nvSpPr>
          <p:cNvPr id="12" name="Shape 10"/>
          <p:cNvSpPr/>
          <p:nvPr/>
        </p:nvSpPr>
        <p:spPr>
          <a:xfrm>
            <a:off x="6126480" y="3840480"/>
            <a:ext cx="2560320" cy="2423160"/>
          </a:xfrm>
          <a:prstGeom prst="roundRect">
            <a:avLst>
              <a:gd name="adj" fmla="val 5660"/>
            </a:avLst>
          </a:prstGeom>
          <a:solidFill>
            <a:srgbClr val="F6F6F6"/>
          </a:solidFill>
          <a:ln w="19050">
            <a:solidFill>
              <a:srgbClr val="FE6768"/>
            </a:solidFill>
            <a:prstDash val="solid"/>
          </a:ln>
        </p:spPr>
      </p:sp>
      <p:sp>
        <p:nvSpPr>
          <p:cNvPr id="13" name="Text 11"/>
          <p:cNvSpPr/>
          <p:nvPr/>
        </p:nvSpPr>
        <p:spPr>
          <a:xfrm>
            <a:off x="6126480" y="3931920"/>
            <a:ext cx="2560320" cy="274320"/>
          </a:xfrm>
          <a:prstGeom prst="rect">
            <a:avLst/>
          </a:prstGeom>
          <a:noFill/>
          <a:ln/>
        </p:spPr>
        <p:txBody>
          <a:bodyPr wrap="square" lIns="0" tIns="0" rIns="0" bIns="0" rtlCol="0" anchor="ctr"/>
          <a:lstStyle/>
          <a:p>
            <a:pPr marL="0" indent="0" algn="ctr">
              <a:buNone/>
            </a:pPr>
            <a:r>
              <a:rPr lang="en-US" sz="900" b="1" kern="0" spc="300" dirty="0">
                <a:solidFill>
                  <a:srgbClr val="FE6768"/>
                </a:solidFill>
                <a:latin typeface="Calibri" pitchFamily="34" charset="0"/>
                <a:ea typeface="Calibri" pitchFamily="34" charset="-122"/>
                <a:cs typeface="Calibri" pitchFamily="34" charset="-120"/>
              </a:rPr>
              <a:t>ORDEN DE TRAZO</a:t>
            </a:r>
            <a:endParaRPr lang="en-US" sz="900" dirty="0"/>
          </a:p>
        </p:txBody>
      </p:sp>
      <p:pic>
        <p:nvPicPr>
          <p:cNvPr id="14" name="Image 0" descr="preencoded.png"/>
          <p:cNvPicPr>
            <a:picLocks noChangeAspect="1"/>
          </p:cNvPicPr>
          <p:nvPr/>
        </p:nvPicPr>
        <p:blipFill>
          <a:blip r:embed="rId3"/>
          <a:stretch>
            <a:fillRect/>
          </a:stretch>
        </p:blipFill>
        <p:spPr>
          <a:xfrm>
            <a:off x="6606540" y="4251960"/>
            <a:ext cx="1600200" cy="1600200"/>
          </a:xfrm>
          <a:prstGeom prst="rect">
            <a:avLst/>
          </a:prstGeom>
        </p:spPr>
      </p:pic>
      <p:sp>
        <p:nvSpPr>
          <p:cNvPr id="15" name="Text 12"/>
          <p:cNvSpPr/>
          <p:nvPr/>
        </p:nvSpPr>
        <p:spPr>
          <a:xfrm>
            <a:off x="6126480" y="5897880"/>
            <a:ext cx="2560320" cy="292608"/>
          </a:xfrm>
          <a:prstGeom prst="rect">
            <a:avLst/>
          </a:prstGeom>
          <a:noFill/>
          <a:ln/>
        </p:spPr>
        <p:txBody>
          <a:bodyPr wrap="square" lIns="0" tIns="0" rIns="0" bIns="0" rtlCol="0" anchor="ctr"/>
          <a:lstStyle/>
          <a:p>
            <a:pPr marL="0" indent="0" algn="ctr">
              <a:buNone/>
            </a:pPr>
            <a:r>
              <a:rPr lang="en-US" sz="1200" i="1" dirty="0">
                <a:solidFill>
                  <a:srgbClr val="4A4A55"/>
                </a:solidFill>
                <a:latin typeface="Calibri" pitchFamily="34" charset="0"/>
                <a:ea typeface="Calibri" pitchFamily="34" charset="-122"/>
                <a:cs typeface="Calibri" pitchFamily="34" charset="-120"/>
              </a:rPr>
              <a:t>3 trazos</a:t>
            </a:r>
            <a:endParaRPr lang="en-US" sz="1200" dirty="0"/>
          </a:p>
        </p:txBody>
      </p:sp>
      <p:sp>
        <p:nvSpPr>
          <p:cNvPr id="16" name="Shape 13"/>
          <p:cNvSpPr/>
          <p:nvPr/>
        </p:nvSpPr>
        <p:spPr>
          <a:xfrm>
            <a:off x="8869680" y="3840480"/>
            <a:ext cx="2743200" cy="2423160"/>
          </a:xfrm>
          <a:prstGeom prst="roundRect">
            <a:avLst>
              <a:gd name="adj" fmla="val 5660"/>
            </a:avLst>
          </a:prstGeom>
          <a:solidFill>
            <a:srgbClr val="FFE0E0"/>
          </a:solidFill>
          <a:ln w="19050">
            <a:solidFill>
              <a:srgbClr val="FE6768"/>
            </a:solidFill>
            <a:prstDash val="solid"/>
          </a:ln>
        </p:spPr>
      </p:sp>
      <p:sp>
        <p:nvSpPr>
          <p:cNvPr id="17" name="Text 14"/>
          <p:cNvSpPr/>
          <p:nvPr/>
        </p:nvSpPr>
        <p:spPr>
          <a:xfrm>
            <a:off x="9006840" y="3931920"/>
            <a:ext cx="2468880" cy="274320"/>
          </a:xfrm>
          <a:prstGeom prst="rect">
            <a:avLst/>
          </a:prstGeom>
          <a:noFill/>
          <a:ln/>
        </p:spPr>
        <p:txBody>
          <a:bodyPr wrap="square" lIns="0" tIns="0" rIns="0" bIns="0" rtlCol="0" anchor="ctr"/>
          <a:lstStyle/>
          <a:p>
            <a:pPr marL="0" indent="0">
              <a:buNone/>
            </a:pPr>
            <a:r>
              <a:rPr lang="en-US" sz="900" b="1" kern="0" spc="300" dirty="0">
                <a:solidFill>
                  <a:srgbClr val="FE6768"/>
                </a:solidFill>
                <a:latin typeface="Calibri" pitchFamily="34" charset="0"/>
                <a:ea typeface="Calibri" pitchFamily="34" charset="-122"/>
                <a:cs typeface="Calibri" pitchFamily="34" charset="-120"/>
              </a:rPr>
              <a:t>EJEMPLOS</a:t>
            </a:r>
            <a:endParaRPr lang="en-US" sz="900" dirty="0"/>
          </a:p>
        </p:txBody>
      </p:sp>
      <p:sp>
        <p:nvSpPr>
          <p:cNvPr id="18" name="Text 15"/>
          <p:cNvSpPr/>
          <p:nvPr/>
        </p:nvSpPr>
        <p:spPr>
          <a:xfrm>
            <a:off x="9006840" y="4297680"/>
            <a:ext cx="2468880" cy="1828800"/>
          </a:xfrm>
          <a:prstGeom prst="rect">
            <a:avLst/>
          </a:prstGeom>
          <a:noFill/>
          <a:ln/>
        </p:spPr>
        <p:txBody>
          <a:bodyPr wrap="square" lIns="0" tIns="0" rIns="0" bIns="0" rtlCol="0" anchor="t"/>
          <a:lstStyle/>
          <a:p>
            <a:pPr marL="0" indent="0">
              <a:spcAft>
                <a:spcPts val="800"/>
              </a:spcAft>
              <a:buNone/>
            </a:pPr>
            <a:r>
              <a:rPr lang="en-US" sz="2200" b="1" dirty="0">
                <a:solidFill>
                  <a:srgbClr val="1E1E2A"/>
                </a:solidFill>
                <a:latin typeface="Malgun Gothic" pitchFamily="34" charset="0"/>
                <a:ea typeface="Malgun Gothic" pitchFamily="34" charset="-122"/>
                <a:cs typeface="Malgun Gothic" pitchFamily="34" charset="-120"/>
              </a:rPr>
              <a:t>집</a:t>
            </a:r>
            <a:r>
              <a:rPr lang="en-US" sz="1300" i="1" dirty="0">
                <a:solidFill>
                  <a:srgbClr val="4A4A55"/>
                </a:solidFill>
              </a:rPr>
              <a:t>   casa</a:t>
            </a:r>
            <a:endParaRPr lang="en-US" sz="2200" dirty="0"/>
          </a:p>
          <a:p>
            <a:pPr marL="0" indent="0">
              <a:spcAft>
                <a:spcPts val="800"/>
              </a:spcAft>
              <a:buNone/>
            </a:pPr>
            <a:r>
              <a:rPr lang="en-US" sz="2200" b="1" dirty="0">
                <a:solidFill>
                  <a:srgbClr val="1E1E2A"/>
                </a:solidFill>
                <a:latin typeface="Malgun Gothic" pitchFamily="34" charset="0"/>
                <a:ea typeface="Malgun Gothic" pitchFamily="34" charset="-122"/>
                <a:cs typeface="Malgun Gothic" pitchFamily="34" charset="-120"/>
              </a:rPr>
              <a:t>주말</a:t>
            </a:r>
            <a:r>
              <a:rPr lang="en-US" sz="1300" i="1" dirty="0">
                <a:solidFill>
                  <a:srgbClr val="4A4A55"/>
                </a:solidFill>
              </a:rPr>
              <a:t>   fin de semana</a:t>
            </a:r>
            <a:endParaRPr lang="en-US" sz="2200" dirty="0"/>
          </a:p>
        </p:txBody>
      </p:sp>
      <p:sp>
        <p:nvSpPr>
          <p:cNvPr id="20" name="Text 16"/>
          <p:cNvSpPr/>
          <p:nvPr/>
        </p:nvSpPr>
        <p:spPr>
          <a:xfrm>
            <a:off x="365760" y="6446520"/>
            <a:ext cx="5486400" cy="228600"/>
          </a:xfrm>
          <a:prstGeom prst="rect">
            <a:avLst/>
          </a:prstGeom>
          <a:noFill/>
          <a:ln/>
        </p:spPr>
        <p:txBody>
          <a:bodyPr wrap="square" lIns="0" tIns="0" rIns="0" bIns="0" rtlCol="0" anchor="ctr"/>
          <a:lstStyle/>
          <a:p>
            <a:pPr marL="0" indent="0">
              <a:buNone/>
            </a:pPr>
            <a:r>
              <a:rPr lang="en-US" sz="800" kern="0" spc="300" dirty="0">
                <a:solidFill>
                  <a:srgbClr val="4A4A55"/>
                </a:solidFill>
                <a:latin typeface="Calibri" pitchFamily="34" charset="0"/>
                <a:ea typeface="Calibri" pitchFamily="34" charset="-122"/>
                <a:cs typeface="Calibri" pitchFamily="34" charset="-120"/>
              </a:rPr>
              <a:t>ACADEMIA SEÚL  ·  METHOD CHINGU™</a:t>
            </a:r>
            <a:endParaRPr lang="en-US" sz="800" dirty="0"/>
          </a:p>
        </p:txBody>
      </p:sp>
      <p:sp>
        <p:nvSpPr>
          <p:cNvPr id="21" name="Text 17"/>
          <p:cNvSpPr/>
          <p:nvPr/>
        </p:nvSpPr>
        <p:spPr>
          <a:xfrm>
            <a:off x="11277295" y="6446520"/>
            <a:ext cx="548640" cy="228600"/>
          </a:xfrm>
          <a:prstGeom prst="rect">
            <a:avLst/>
          </a:prstGeom>
          <a:noFill/>
          <a:ln/>
        </p:spPr>
        <p:txBody>
          <a:bodyPr wrap="square" lIns="0" tIns="0" rIns="0" bIns="0" rtlCol="0" anchor="ctr"/>
          <a:lstStyle/>
          <a:p>
            <a:pPr marL="0" indent="0" algn="r">
              <a:buNone/>
            </a:pPr>
            <a:r>
              <a:rPr lang="en-US" sz="800" dirty="0">
                <a:solidFill>
                  <a:srgbClr val="4A4A55"/>
                </a:solidFill>
                <a:latin typeface="Calibri" pitchFamily="34" charset="0"/>
                <a:ea typeface="Calibri" pitchFamily="34" charset="-122"/>
                <a:cs typeface="Calibri" pitchFamily="34" charset="-120"/>
              </a:rPr>
              <a:t>52</a:t>
            </a:r>
            <a:endParaRPr lang="en-US" sz="800" dirty="0"/>
          </a:p>
        </p:txBody>
      </p:sp>
      <p:pic>
        <p:nvPicPr>
          <p:cNvPr id="23" name="Image 0" descr="/sessions/sleepy-zen-cray/mnt/outputs/deck_assets/logo_var2_azul.png">
            <a:extLst>
              <a:ext uri="{FF2B5EF4-FFF2-40B4-BE49-F238E27FC236}">
                <a16:creationId xmlns:a16="http://schemas.microsoft.com/office/drawing/2014/main" id="{4978DC9E-425C-87D5-2913-55F91102E443}"/>
              </a:ext>
            </a:extLst>
          </p:cNvPr>
          <p:cNvPicPr>
            <a:picLocks noChangeAspect="1"/>
          </p:cNvPicPr>
          <p:nvPr/>
        </p:nvPicPr>
        <p:blipFill>
          <a:blip r:embed="rId4"/>
          <a:stretch>
            <a:fillRect/>
          </a:stretch>
        </p:blipFill>
        <p:spPr>
          <a:xfrm>
            <a:off x="9778365" y="-760095"/>
            <a:ext cx="2571750" cy="2571750"/>
          </a:xfrm>
          <a:prstGeom prst="rect">
            <a:avLst/>
          </a:prstGeom>
        </p:spPr>
      </p:pic>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57200" y="411480"/>
            <a:ext cx="10972800" cy="274320"/>
          </a:xfrm>
          <a:prstGeom prst="rect">
            <a:avLst/>
          </a:prstGeom>
          <a:noFill/>
          <a:ln/>
        </p:spPr>
        <p:txBody>
          <a:bodyPr wrap="square" lIns="0" tIns="0" rIns="0" bIns="0" rtlCol="0" anchor="ctr"/>
          <a:lstStyle/>
          <a:p>
            <a:pPr marL="0" indent="0">
              <a:buNone/>
            </a:pPr>
            <a:r>
              <a:rPr lang="en-US" sz="1100" b="1" kern="0" spc="500" dirty="0">
                <a:solidFill>
                  <a:srgbClr val="FE6768"/>
                </a:solidFill>
                <a:latin typeface="Calibri" pitchFamily="34" charset="0"/>
                <a:ea typeface="Calibri" pitchFamily="34" charset="-122"/>
                <a:cs typeface="Calibri" pitchFamily="34" charset="-120"/>
              </a:rPr>
              <a:t>§2.6 · CONSONANTES · 치음</a:t>
            </a:r>
            <a:endParaRPr lang="en-US" sz="1100" dirty="0"/>
          </a:p>
        </p:txBody>
      </p:sp>
      <p:sp>
        <p:nvSpPr>
          <p:cNvPr id="3" name="Text 1"/>
          <p:cNvSpPr/>
          <p:nvPr/>
        </p:nvSpPr>
        <p:spPr>
          <a:xfrm>
            <a:off x="457200" y="777240"/>
            <a:ext cx="10972800" cy="822960"/>
          </a:xfrm>
          <a:prstGeom prst="rect">
            <a:avLst/>
          </a:prstGeom>
          <a:noFill/>
          <a:ln/>
        </p:spPr>
        <p:txBody>
          <a:bodyPr wrap="square" lIns="0" tIns="0" rIns="0" bIns="0" rtlCol="0" anchor="ctr"/>
          <a:lstStyle/>
          <a:p>
            <a:pPr marL="0" indent="0">
              <a:buNone/>
            </a:pPr>
            <a:r>
              <a:rPr lang="en-US" sz="4000" b="1" dirty="0">
                <a:solidFill>
                  <a:srgbClr val="4036ED"/>
                </a:solidFill>
                <a:latin typeface="Calibri" pitchFamily="34" charset="0"/>
                <a:ea typeface="Calibri" pitchFamily="34" charset="-122"/>
                <a:cs typeface="Calibri" pitchFamily="34" charset="-120"/>
              </a:rPr>
              <a:t>Consonante · ㅊ</a:t>
            </a:r>
            <a:endParaRPr lang="en-US" sz="4000" dirty="0"/>
          </a:p>
        </p:txBody>
      </p:sp>
      <p:sp>
        <p:nvSpPr>
          <p:cNvPr id="4" name="Text 2"/>
          <p:cNvSpPr/>
          <p:nvPr/>
        </p:nvSpPr>
        <p:spPr>
          <a:xfrm>
            <a:off x="457200" y="1691640"/>
            <a:ext cx="10972800" cy="457200"/>
          </a:xfrm>
          <a:prstGeom prst="rect">
            <a:avLst/>
          </a:prstGeom>
          <a:noFill/>
          <a:ln/>
        </p:spPr>
        <p:txBody>
          <a:bodyPr wrap="square" lIns="0" tIns="0" rIns="0" bIns="0" rtlCol="0" anchor="ctr"/>
          <a:lstStyle/>
          <a:p>
            <a:pPr marL="0" indent="0">
              <a:buNone/>
            </a:pPr>
            <a:r>
              <a:rPr lang="en-US" sz="1400" i="1" dirty="0">
                <a:solidFill>
                  <a:srgbClr val="4A4A55"/>
                </a:solidFill>
                <a:latin typeface="Calibri" pitchFamily="34" charset="0"/>
                <a:ea typeface="Calibri" pitchFamily="34" charset="-122"/>
                <a:cs typeface="Calibri" pitchFamily="34" charset="-120"/>
              </a:rPr>
              <a:t>"ch" aspirada — con soplo fuerte</a:t>
            </a:r>
            <a:endParaRPr lang="en-US" sz="1400" dirty="0"/>
          </a:p>
        </p:txBody>
      </p:sp>
      <p:sp>
        <p:nvSpPr>
          <p:cNvPr id="7" name="Shape 5"/>
          <p:cNvSpPr/>
          <p:nvPr/>
        </p:nvSpPr>
        <p:spPr>
          <a:xfrm>
            <a:off x="640080" y="2606040"/>
            <a:ext cx="5120640" cy="3657600"/>
          </a:xfrm>
          <a:prstGeom prst="roundRect">
            <a:avLst>
              <a:gd name="adj" fmla="val 7500"/>
            </a:avLst>
          </a:prstGeom>
          <a:solidFill>
            <a:srgbClr val="FE6768"/>
          </a:solidFill>
          <a:ln w="12700">
            <a:solidFill>
              <a:srgbClr val="FE6768"/>
            </a:solidFill>
            <a:prstDash val="solid"/>
          </a:ln>
        </p:spPr>
      </p:sp>
      <p:sp>
        <p:nvSpPr>
          <p:cNvPr id="8" name="Text 6"/>
          <p:cNvSpPr/>
          <p:nvPr/>
        </p:nvSpPr>
        <p:spPr>
          <a:xfrm>
            <a:off x="640080" y="2606040"/>
            <a:ext cx="5120640" cy="3657600"/>
          </a:xfrm>
          <a:prstGeom prst="rect">
            <a:avLst/>
          </a:prstGeom>
          <a:noFill/>
          <a:ln/>
        </p:spPr>
        <p:txBody>
          <a:bodyPr wrap="square" lIns="0" tIns="0" rIns="0" bIns="0" rtlCol="0" anchor="ctr"/>
          <a:lstStyle/>
          <a:p>
            <a:pPr marL="0" indent="0" algn="ctr">
              <a:buNone/>
            </a:pPr>
            <a:r>
              <a:rPr lang="en-US" sz="24000" b="1" dirty="0">
                <a:solidFill>
                  <a:srgbClr val="F6F6F6"/>
                </a:solidFill>
                <a:latin typeface="Malgun Gothic" pitchFamily="34" charset="0"/>
                <a:ea typeface="Malgun Gothic" pitchFamily="34" charset="-122"/>
                <a:cs typeface="Malgun Gothic" pitchFamily="34" charset="-120"/>
              </a:rPr>
              <a:t>ㅊ</a:t>
            </a:r>
            <a:endParaRPr lang="en-US" sz="24000" dirty="0"/>
          </a:p>
        </p:txBody>
      </p:sp>
      <p:sp>
        <p:nvSpPr>
          <p:cNvPr id="9" name="Shape 7"/>
          <p:cNvSpPr/>
          <p:nvPr/>
        </p:nvSpPr>
        <p:spPr>
          <a:xfrm>
            <a:off x="6126480" y="2606040"/>
            <a:ext cx="5486400" cy="1097280"/>
          </a:xfrm>
          <a:prstGeom prst="roundRect">
            <a:avLst>
              <a:gd name="adj" fmla="val 12500"/>
            </a:avLst>
          </a:prstGeom>
          <a:solidFill>
            <a:srgbClr val="FFE0E0"/>
          </a:solidFill>
          <a:ln w="19050">
            <a:solidFill>
              <a:srgbClr val="FE6768"/>
            </a:solidFill>
            <a:prstDash val="solid"/>
          </a:ln>
        </p:spPr>
      </p:sp>
      <p:sp>
        <p:nvSpPr>
          <p:cNvPr id="10" name="Text 8"/>
          <p:cNvSpPr/>
          <p:nvPr/>
        </p:nvSpPr>
        <p:spPr>
          <a:xfrm>
            <a:off x="6309360" y="2697480"/>
            <a:ext cx="5120640" cy="274320"/>
          </a:xfrm>
          <a:prstGeom prst="rect">
            <a:avLst/>
          </a:prstGeom>
          <a:noFill/>
          <a:ln/>
        </p:spPr>
        <p:txBody>
          <a:bodyPr wrap="square" lIns="0" tIns="0" rIns="0" bIns="0" rtlCol="0" anchor="ctr"/>
          <a:lstStyle/>
          <a:p>
            <a:pPr marL="0" indent="0">
              <a:buNone/>
            </a:pPr>
            <a:r>
              <a:rPr lang="en-US" sz="900" b="1" kern="0" spc="400" dirty="0">
                <a:solidFill>
                  <a:srgbClr val="FE6768"/>
                </a:solidFill>
                <a:latin typeface="Calibri" pitchFamily="34" charset="0"/>
                <a:ea typeface="Calibri" pitchFamily="34" charset="-122"/>
                <a:cs typeface="Calibri" pitchFamily="34" charset="-120"/>
              </a:rPr>
              <a:t>PRONUNCIACIÓN</a:t>
            </a:r>
            <a:endParaRPr lang="en-US" sz="900" dirty="0"/>
          </a:p>
        </p:txBody>
      </p:sp>
      <p:sp>
        <p:nvSpPr>
          <p:cNvPr id="11" name="Text 9"/>
          <p:cNvSpPr/>
          <p:nvPr/>
        </p:nvSpPr>
        <p:spPr>
          <a:xfrm>
            <a:off x="6309360" y="2971800"/>
            <a:ext cx="5120640" cy="640080"/>
          </a:xfrm>
          <a:prstGeom prst="rect">
            <a:avLst/>
          </a:prstGeom>
          <a:noFill/>
          <a:ln/>
        </p:spPr>
        <p:txBody>
          <a:bodyPr wrap="square" lIns="0" tIns="0" rIns="0" bIns="0" rtlCol="0" anchor="ctr"/>
          <a:lstStyle/>
          <a:p>
            <a:pPr marL="0" indent="0">
              <a:buNone/>
            </a:pPr>
            <a:r>
              <a:rPr lang="en-US" sz="3800" b="1" i="1" dirty="0">
                <a:solidFill>
                  <a:srgbClr val="1E1E2A"/>
                </a:solidFill>
                <a:latin typeface="Calibri" pitchFamily="34" charset="0"/>
                <a:ea typeface="Calibri" pitchFamily="34" charset="-122"/>
                <a:cs typeface="Calibri" pitchFamily="34" charset="-120"/>
              </a:rPr>
              <a:t>"ch"</a:t>
            </a:r>
            <a:endParaRPr lang="en-US" sz="3800" dirty="0"/>
          </a:p>
        </p:txBody>
      </p:sp>
      <p:sp>
        <p:nvSpPr>
          <p:cNvPr id="12" name="Shape 10"/>
          <p:cNvSpPr/>
          <p:nvPr/>
        </p:nvSpPr>
        <p:spPr>
          <a:xfrm>
            <a:off x="6126480" y="3840480"/>
            <a:ext cx="2560320" cy="2423160"/>
          </a:xfrm>
          <a:prstGeom prst="roundRect">
            <a:avLst>
              <a:gd name="adj" fmla="val 5660"/>
            </a:avLst>
          </a:prstGeom>
          <a:solidFill>
            <a:srgbClr val="F6F6F6"/>
          </a:solidFill>
          <a:ln w="19050">
            <a:solidFill>
              <a:srgbClr val="FE6768"/>
            </a:solidFill>
            <a:prstDash val="solid"/>
          </a:ln>
        </p:spPr>
      </p:sp>
      <p:sp>
        <p:nvSpPr>
          <p:cNvPr id="13" name="Text 11"/>
          <p:cNvSpPr/>
          <p:nvPr/>
        </p:nvSpPr>
        <p:spPr>
          <a:xfrm>
            <a:off x="6126480" y="3931920"/>
            <a:ext cx="2560320" cy="274320"/>
          </a:xfrm>
          <a:prstGeom prst="rect">
            <a:avLst/>
          </a:prstGeom>
          <a:noFill/>
          <a:ln/>
        </p:spPr>
        <p:txBody>
          <a:bodyPr wrap="square" lIns="0" tIns="0" rIns="0" bIns="0" rtlCol="0" anchor="ctr"/>
          <a:lstStyle/>
          <a:p>
            <a:pPr marL="0" indent="0" algn="ctr">
              <a:buNone/>
            </a:pPr>
            <a:r>
              <a:rPr lang="en-US" sz="900" b="1" kern="0" spc="300" dirty="0">
                <a:solidFill>
                  <a:srgbClr val="FE6768"/>
                </a:solidFill>
                <a:latin typeface="Calibri" pitchFamily="34" charset="0"/>
                <a:ea typeface="Calibri" pitchFamily="34" charset="-122"/>
                <a:cs typeface="Calibri" pitchFamily="34" charset="-120"/>
              </a:rPr>
              <a:t>ORDEN DE TRAZO</a:t>
            </a:r>
            <a:endParaRPr lang="en-US" sz="900" dirty="0"/>
          </a:p>
        </p:txBody>
      </p:sp>
      <p:pic>
        <p:nvPicPr>
          <p:cNvPr id="14" name="Image 0" descr="preencoded.png"/>
          <p:cNvPicPr>
            <a:picLocks noChangeAspect="1"/>
          </p:cNvPicPr>
          <p:nvPr/>
        </p:nvPicPr>
        <p:blipFill>
          <a:blip r:embed="rId3"/>
          <a:stretch>
            <a:fillRect/>
          </a:stretch>
        </p:blipFill>
        <p:spPr>
          <a:xfrm>
            <a:off x="6606540" y="4251960"/>
            <a:ext cx="1600200" cy="1600200"/>
          </a:xfrm>
          <a:prstGeom prst="rect">
            <a:avLst/>
          </a:prstGeom>
        </p:spPr>
      </p:pic>
      <p:sp>
        <p:nvSpPr>
          <p:cNvPr id="15" name="Text 12"/>
          <p:cNvSpPr/>
          <p:nvPr/>
        </p:nvSpPr>
        <p:spPr>
          <a:xfrm>
            <a:off x="6126480" y="5897880"/>
            <a:ext cx="2560320" cy="292608"/>
          </a:xfrm>
          <a:prstGeom prst="rect">
            <a:avLst/>
          </a:prstGeom>
          <a:noFill/>
          <a:ln/>
        </p:spPr>
        <p:txBody>
          <a:bodyPr wrap="square" lIns="0" tIns="0" rIns="0" bIns="0" rtlCol="0" anchor="ctr"/>
          <a:lstStyle/>
          <a:p>
            <a:pPr marL="0" indent="0" algn="ctr">
              <a:buNone/>
            </a:pPr>
            <a:r>
              <a:rPr lang="en-US" sz="1200" i="1" dirty="0">
                <a:solidFill>
                  <a:srgbClr val="4A4A55"/>
                </a:solidFill>
                <a:latin typeface="Calibri" pitchFamily="34" charset="0"/>
                <a:ea typeface="Calibri" pitchFamily="34" charset="-122"/>
                <a:cs typeface="Calibri" pitchFamily="34" charset="-120"/>
              </a:rPr>
              <a:t>4 trazos</a:t>
            </a:r>
            <a:endParaRPr lang="en-US" sz="1200" dirty="0"/>
          </a:p>
        </p:txBody>
      </p:sp>
      <p:sp>
        <p:nvSpPr>
          <p:cNvPr id="16" name="Shape 13"/>
          <p:cNvSpPr/>
          <p:nvPr/>
        </p:nvSpPr>
        <p:spPr>
          <a:xfrm>
            <a:off x="8869680" y="3840480"/>
            <a:ext cx="2743200" cy="2423160"/>
          </a:xfrm>
          <a:prstGeom prst="roundRect">
            <a:avLst>
              <a:gd name="adj" fmla="val 5660"/>
            </a:avLst>
          </a:prstGeom>
          <a:solidFill>
            <a:srgbClr val="FFE0E0"/>
          </a:solidFill>
          <a:ln w="19050">
            <a:solidFill>
              <a:srgbClr val="FE6768"/>
            </a:solidFill>
            <a:prstDash val="solid"/>
          </a:ln>
        </p:spPr>
      </p:sp>
      <p:sp>
        <p:nvSpPr>
          <p:cNvPr id="17" name="Text 14"/>
          <p:cNvSpPr/>
          <p:nvPr/>
        </p:nvSpPr>
        <p:spPr>
          <a:xfrm>
            <a:off x="9006840" y="3931920"/>
            <a:ext cx="2468880" cy="274320"/>
          </a:xfrm>
          <a:prstGeom prst="rect">
            <a:avLst/>
          </a:prstGeom>
          <a:noFill/>
          <a:ln/>
        </p:spPr>
        <p:txBody>
          <a:bodyPr wrap="square" lIns="0" tIns="0" rIns="0" bIns="0" rtlCol="0" anchor="ctr"/>
          <a:lstStyle/>
          <a:p>
            <a:pPr marL="0" indent="0">
              <a:buNone/>
            </a:pPr>
            <a:r>
              <a:rPr lang="en-US" sz="900" b="1" kern="0" spc="300" dirty="0">
                <a:solidFill>
                  <a:srgbClr val="FE6768"/>
                </a:solidFill>
                <a:latin typeface="Calibri" pitchFamily="34" charset="0"/>
                <a:ea typeface="Calibri" pitchFamily="34" charset="-122"/>
                <a:cs typeface="Calibri" pitchFamily="34" charset="-120"/>
              </a:rPr>
              <a:t>EJEMPLOS</a:t>
            </a:r>
            <a:endParaRPr lang="en-US" sz="900" dirty="0"/>
          </a:p>
        </p:txBody>
      </p:sp>
      <p:sp>
        <p:nvSpPr>
          <p:cNvPr id="18" name="Text 15"/>
          <p:cNvSpPr/>
          <p:nvPr/>
        </p:nvSpPr>
        <p:spPr>
          <a:xfrm>
            <a:off x="9006840" y="4297680"/>
            <a:ext cx="2468880" cy="1828800"/>
          </a:xfrm>
          <a:prstGeom prst="rect">
            <a:avLst/>
          </a:prstGeom>
          <a:noFill/>
          <a:ln/>
        </p:spPr>
        <p:txBody>
          <a:bodyPr wrap="square" lIns="0" tIns="0" rIns="0" bIns="0" rtlCol="0" anchor="t"/>
          <a:lstStyle/>
          <a:p>
            <a:pPr marL="0" indent="0">
              <a:spcAft>
                <a:spcPts val="800"/>
              </a:spcAft>
              <a:buNone/>
            </a:pPr>
            <a:r>
              <a:rPr lang="en-US" sz="2200" b="1" dirty="0">
                <a:solidFill>
                  <a:srgbClr val="1E1E2A"/>
                </a:solidFill>
                <a:latin typeface="Malgun Gothic" pitchFamily="34" charset="0"/>
                <a:ea typeface="Malgun Gothic" pitchFamily="34" charset="-122"/>
                <a:cs typeface="Malgun Gothic" pitchFamily="34" charset="-120"/>
              </a:rPr>
              <a:t>차</a:t>
            </a:r>
            <a:r>
              <a:rPr lang="en-US" sz="1300" i="1" dirty="0">
                <a:solidFill>
                  <a:srgbClr val="4A4A55"/>
                </a:solidFill>
              </a:rPr>
              <a:t>   té / coche</a:t>
            </a:r>
            <a:endParaRPr lang="en-US" sz="2200" dirty="0"/>
          </a:p>
          <a:p>
            <a:pPr marL="0" indent="0">
              <a:spcAft>
                <a:spcPts val="800"/>
              </a:spcAft>
              <a:buNone/>
            </a:pPr>
            <a:r>
              <a:rPr lang="en-US" sz="2200" b="1" dirty="0">
                <a:solidFill>
                  <a:srgbClr val="1E1E2A"/>
                </a:solidFill>
                <a:latin typeface="Malgun Gothic" pitchFamily="34" charset="0"/>
                <a:ea typeface="Malgun Gothic" pitchFamily="34" charset="-122"/>
                <a:cs typeface="Malgun Gothic" pitchFamily="34" charset="-120"/>
              </a:rPr>
              <a:t>책</a:t>
            </a:r>
            <a:r>
              <a:rPr lang="en-US" sz="1300" i="1" dirty="0">
                <a:solidFill>
                  <a:srgbClr val="4A4A55"/>
                </a:solidFill>
              </a:rPr>
              <a:t>   libro</a:t>
            </a:r>
            <a:endParaRPr lang="en-US" sz="2200" dirty="0"/>
          </a:p>
        </p:txBody>
      </p:sp>
      <p:sp>
        <p:nvSpPr>
          <p:cNvPr id="20" name="Text 16"/>
          <p:cNvSpPr/>
          <p:nvPr/>
        </p:nvSpPr>
        <p:spPr>
          <a:xfrm>
            <a:off x="365760" y="6446520"/>
            <a:ext cx="5486400" cy="228600"/>
          </a:xfrm>
          <a:prstGeom prst="rect">
            <a:avLst/>
          </a:prstGeom>
          <a:noFill/>
          <a:ln/>
        </p:spPr>
        <p:txBody>
          <a:bodyPr wrap="square" lIns="0" tIns="0" rIns="0" bIns="0" rtlCol="0" anchor="ctr"/>
          <a:lstStyle/>
          <a:p>
            <a:pPr marL="0" indent="0">
              <a:buNone/>
            </a:pPr>
            <a:r>
              <a:rPr lang="en-US" sz="800" kern="0" spc="300" dirty="0">
                <a:solidFill>
                  <a:srgbClr val="4A4A55"/>
                </a:solidFill>
                <a:latin typeface="Calibri" pitchFamily="34" charset="0"/>
                <a:ea typeface="Calibri" pitchFamily="34" charset="-122"/>
                <a:cs typeface="Calibri" pitchFamily="34" charset="-120"/>
              </a:rPr>
              <a:t>ACADEMIA SEÚL  ·  METHOD CHINGU™</a:t>
            </a:r>
            <a:endParaRPr lang="en-US" sz="800" dirty="0"/>
          </a:p>
        </p:txBody>
      </p:sp>
      <p:sp>
        <p:nvSpPr>
          <p:cNvPr id="21" name="Text 17"/>
          <p:cNvSpPr/>
          <p:nvPr/>
        </p:nvSpPr>
        <p:spPr>
          <a:xfrm>
            <a:off x="11277295" y="6446520"/>
            <a:ext cx="548640" cy="228600"/>
          </a:xfrm>
          <a:prstGeom prst="rect">
            <a:avLst/>
          </a:prstGeom>
          <a:noFill/>
          <a:ln/>
        </p:spPr>
        <p:txBody>
          <a:bodyPr wrap="square" lIns="0" tIns="0" rIns="0" bIns="0" rtlCol="0" anchor="ctr"/>
          <a:lstStyle/>
          <a:p>
            <a:pPr marL="0" indent="0" algn="r">
              <a:buNone/>
            </a:pPr>
            <a:r>
              <a:rPr lang="en-US" sz="800" dirty="0">
                <a:solidFill>
                  <a:srgbClr val="4A4A55"/>
                </a:solidFill>
                <a:latin typeface="Calibri" pitchFamily="34" charset="0"/>
                <a:ea typeface="Calibri" pitchFamily="34" charset="-122"/>
                <a:cs typeface="Calibri" pitchFamily="34" charset="-120"/>
              </a:rPr>
              <a:t>53</a:t>
            </a:r>
            <a:endParaRPr lang="en-US" sz="800" dirty="0"/>
          </a:p>
        </p:txBody>
      </p:sp>
      <p:sp>
        <p:nvSpPr>
          <p:cNvPr id="22" name="Text 3">
            <a:extLst>
              <a:ext uri="{FF2B5EF4-FFF2-40B4-BE49-F238E27FC236}">
                <a16:creationId xmlns:a16="http://schemas.microsoft.com/office/drawing/2014/main" id="{123C5C48-822B-6F4C-81DE-EB501843F8CF}"/>
              </a:ext>
            </a:extLst>
          </p:cNvPr>
          <p:cNvSpPr/>
          <p:nvPr/>
        </p:nvSpPr>
        <p:spPr>
          <a:xfrm>
            <a:off x="8488375" y="982980"/>
            <a:ext cx="3200400" cy="365760"/>
          </a:xfrm>
          <a:prstGeom prst="rect">
            <a:avLst/>
          </a:prstGeom>
          <a:noFill/>
          <a:ln/>
        </p:spPr>
        <p:txBody>
          <a:bodyPr wrap="square" lIns="0" tIns="0" rIns="0" bIns="0" rtlCol="0" anchor="ctr"/>
          <a:lstStyle/>
          <a:p>
            <a:pPr marL="0" indent="0" algn="r">
              <a:buNone/>
            </a:pPr>
            <a:r>
              <a:rPr lang="en-US" sz="1100" b="1" kern="0" spc="300" dirty="0">
                <a:solidFill>
                  <a:srgbClr val="FE6768"/>
                </a:solidFill>
                <a:latin typeface="Calibri" pitchFamily="34" charset="0"/>
                <a:ea typeface="Calibri" pitchFamily="34" charset="-122"/>
                <a:cs typeface="Calibri" pitchFamily="34" charset="-120"/>
              </a:rPr>
              <a:t>치음 · DIENTES (SIBILANTE)</a:t>
            </a:r>
            <a:endParaRPr lang="en-US" sz="1100" dirty="0"/>
          </a:p>
        </p:txBody>
      </p:sp>
      <p:sp>
        <p:nvSpPr>
          <p:cNvPr id="23" name="Text 4">
            <a:extLst>
              <a:ext uri="{FF2B5EF4-FFF2-40B4-BE49-F238E27FC236}">
                <a16:creationId xmlns:a16="http://schemas.microsoft.com/office/drawing/2014/main" id="{19BCC0A4-6DF3-0401-70DE-F0A0816EFCDC}"/>
              </a:ext>
            </a:extLst>
          </p:cNvPr>
          <p:cNvSpPr/>
          <p:nvPr/>
        </p:nvSpPr>
        <p:spPr>
          <a:xfrm>
            <a:off x="8488375" y="1348740"/>
            <a:ext cx="3200400" cy="274320"/>
          </a:xfrm>
          <a:prstGeom prst="rect">
            <a:avLst/>
          </a:prstGeom>
          <a:noFill/>
          <a:ln/>
        </p:spPr>
        <p:txBody>
          <a:bodyPr wrap="square" lIns="0" tIns="0" rIns="0" bIns="0" rtlCol="0" anchor="ctr"/>
          <a:lstStyle/>
          <a:p>
            <a:pPr marL="0" indent="0" algn="r">
              <a:buNone/>
            </a:pPr>
            <a:r>
              <a:rPr lang="en-US" sz="900" kern="0" spc="400" dirty="0">
                <a:solidFill>
                  <a:srgbClr val="4A4A55"/>
                </a:solidFill>
                <a:latin typeface="Calibri" pitchFamily="34" charset="0"/>
                <a:ea typeface="Calibri" pitchFamily="34" charset="-122"/>
                <a:cs typeface="Calibri" pitchFamily="34" charset="-120"/>
              </a:rPr>
              <a:t>DOBLE</a:t>
            </a:r>
            <a:endParaRPr lang="en-US" sz="900" dirty="0"/>
          </a:p>
        </p:txBody>
      </p:sp>
      <p:pic>
        <p:nvPicPr>
          <p:cNvPr id="24" name="Image 0" descr="/sessions/sleepy-zen-cray/mnt/outputs/deck_assets/logo_var2_azul.png">
            <a:extLst>
              <a:ext uri="{FF2B5EF4-FFF2-40B4-BE49-F238E27FC236}">
                <a16:creationId xmlns:a16="http://schemas.microsoft.com/office/drawing/2014/main" id="{0D0C40DA-BFCE-87D0-5F2E-D38DAF529D7A}"/>
              </a:ext>
            </a:extLst>
          </p:cNvPr>
          <p:cNvPicPr>
            <a:picLocks noChangeAspect="1"/>
          </p:cNvPicPr>
          <p:nvPr/>
        </p:nvPicPr>
        <p:blipFill>
          <a:blip r:embed="rId4"/>
          <a:stretch>
            <a:fillRect/>
          </a:stretch>
        </p:blipFill>
        <p:spPr>
          <a:xfrm>
            <a:off x="9778365" y="-760095"/>
            <a:ext cx="2571750" cy="2571750"/>
          </a:xfrm>
          <a:prstGeom prst="rect">
            <a:avLst/>
          </a:prstGeom>
        </p:spPr>
      </p:pic>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57200" y="411480"/>
            <a:ext cx="10972800" cy="274320"/>
          </a:xfrm>
          <a:prstGeom prst="rect">
            <a:avLst/>
          </a:prstGeom>
          <a:noFill/>
          <a:ln/>
        </p:spPr>
        <p:txBody>
          <a:bodyPr wrap="square" lIns="0" tIns="0" rIns="0" bIns="0" rtlCol="0" anchor="ctr"/>
          <a:lstStyle/>
          <a:p>
            <a:pPr marL="0" indent="0">
              <a:buNone/>
            </a:pPr>
            <a:r>
              <a:rPr lang="en-US" sz="1100" b="1" kern="0" spc="500" dirty="0">
                <a:solidFill>
                  <a:srgbClr val="FE6768"/>
                </a:solidFill>
                <a:latin typeface="Calibri" pitchFamily="34" charset="0"/>
                <a:ea typeface="Calibri" pitchFamily="34" charset="-122"/>
                <a:cs typeface="Calibri" pitchFamily="34" charset="-120"/>
              </a:rPr>
              <a:t>§2.6 · CONSONANTES · 치음</a:t>
            </a:r>
            <a:endParaRPr lang="en-US" sz="1100" dirty="0"/>
          </a:p>
        </p:txBody>
      </p:sp>
      <p:sp>
        <p:nvSpPr>
          <p:cNvPr id="3" name="Text 1"/>
          <p:cNvSpPr/>
          <p:nvPr/>
        </p:nvSpPr>
        <p:spPr>
          <a:xfrm>
            <a:off x="457200" y="777240"/>
            <a:ext cx="10972800" cy="822960"/>
          </a:xfrm>
          <a:prstGeom prst="rect">
            <a:avLst/>
          </a:prstGeom>
          <a:noFill/>
          <a:ln/>
        </p:spPr>
        <p:txBody>
          <a:bodyPr wrap="square" lIns="0" tIns="0" rIns="0" bIns="0" rtlCol="0" anchor="ctr"/>
          <a:lstStyle/>
          <a:p>
            <a:pPr marL="0" indent="0">
              <a:buNone/>
            </a:pPr>
            <a:r>
              <a:rPr lang="en-US" sz="4000" b="1" dirty="0">
                <a:solidFill>
                  <a:srgbClr val="4036ED"/>
                </a:solidFill>
                <a:latin typeface="Calibri" pitchFamily="34" charset="0"/>
                <a:ea typeface="Calibri" pitchFamily="34" charset="-122"/>
                <a:cs typeface="Calibri" pitchFamily="34" charset="-120"/>
              </a:rPr>
              <a:t>Consonante · ㅆ</a:t>
            </a:r>
            <a:endParaRPr lang="en-US" sz="4000" dirty="0"/>
          </a:p>
        </p:txBody>
      </p:sp>
      <p:sp>
        <p:nvSpPr>
          <p:cNvPr id="4" name="Text 2"/>
          <p:cNvSpPr/>
          <p:nvPr/>
        </p:nvSpPr>
        <p:spPr>
          <a:xfrm>
            <a:off x="457200" y="1691640"/>
            <a:ext cx="10972800" cy="457200"/>
          </a:xfrm>
          <a:prstGeom prst="rect">
            <a:avLst/>
          </a:prstGeom>
          <a:noFill/>
          <a:ln/>
        </p:spPr>
        <p:txBody>
          <a:bodyPr wrap="square" lIns="0" tIns="0" rIns="0" bIns="0" rtlCol="0" anchor="ctr"/>
          <a:lstStyle/>
          <a:p>
            <a:pPr marL="0" indent="0">
              <a:buNone/>
            </a:pPr>
            <a:r>
              <a:rPr lang="en-US" sz="1400" i="1" dirty="0">
                <a:solidFill>
                  <a:srgbClr val="4A4A55"/>
                </a:solidFill>
                <a:latin typeface="Calibri" pitchFamily="34" charset="0"/>
                <a:ea typeface="Calibri" pitchFamily="34" charset="-122"/>
                <a:cs typeface="Calibri" pitchFamily="34" charset="-120"/>
              </a:rPr>
              <a:t>"s" tensa — más fuerte y apretada</a:t>
            </a:r>
            <a:endParaRPr lang="en-US" sz="1400" dirty="0"/>
          </a:p>
        </p:txBody>
      </p:sp>
      <p:sp>
        <p:nvSpPr>
          <p:cNvPr id="5" name="Text 3"/>
          <p:cNvSpPr/>
          <p:nvPr/>
        </p:nvSpPr>
        <p:spPr>
          <a:xfrm>
            <a:off x="8488375" y="982980"/>
            <a:ext cx="3200400" cy="365760"/>
          </a:xfrm>
          <a:prstGeom prst="rect">
            <a:avLst/>
          </a:prstGeom>
          <a:noFill/>
          <a:ln/>
        </p:spPr>
        <p:txBody>
          <a:bodyPr wrap="square" lIns="0" tIns="0" rIns="0" bIns="0" rtlCol="0" anchor="ctr"/>
          <a:lstStyle/>
          <a:p>
            <a:pPr marL="0" indent="0" algn="r">
              <a:buNone/>
            </a:pPr>
            <a:r>
              <a:rPr lang="en-US" sz="1100" b="1" kern="0" spc="300" dirty="0">
                <a:solidFill>
                  <a:srgbClr val="FE6768"/>
                </a:solidFill>
                <a:latin typeface="Calibri" pitchFamily="34" charset="0"/>
                <a:ea typeface="Calibri" pitchFamily="34" charset="-122"/>
                <a:cs typeface="Calibri" pitchFamily="34" charset="-120"/>
              </a:rPr>
              <a:t>치음 · DIENTES (SIBILANTE)</a:t>
            </a:r>
            <a:endParaRPr lang="en-US" sz="1100" dirty="0"/>
          </a:p>
        </p:txBody>
      </p:sp>
      <p:sp>
        <p:nvSpPr>
          <p:cNvPr id="6" name="Text 4"/>
          <p:cNvSpPr/>
          <p:nvPr/>
        </p:nvSpPr>
        <p:spPr>
          <a:xfrm>
            <a:off x="8488375" y="1348740"/>
            <a:ext cx="3200400" cy="274320"/>
          </a:xfrm>
          <a:prstGeom prst="rect">
            <a:avLst/>
          </a:prstGeom>
          <a:noFill/>
          <a:ln/>
        </p:spPr>
        <p:txBody>
          <a:bodyPr wrap="square" lIns="0" tIns="0" rIns="0" bIns="0" rtlCol="0" anchor="ctr"/>
          <a:lstStyle/>
          <a:p>
            <a:pPr marL="0" indent="0" algn="r">
              <a:buNone/>
            </a:pPr>
            <a:r>
              <a:rPr lang="en-US" sz="900" kern="0" spc="400" dirty="0">
                <a:solidFill>
                  <a:srgbClr val="4A4A55"/>
                </a:solidFill>
                <a:latin typeface="Calibri" pitchFamily="34" charset="0"/>
                <a:ea typeface="Calibri" pitchFamily="34" charset="-122"/>
                <a:cs typeface="Calibri" pitchFamily="34" charset="-120"/>
              </a:rPr>
              <a:t>DOBLE</a:t>
            </a:r>
            <a:endParaRPr lang="en-US" sz="900" dirty="0"/>
          </a:p>
        </p:txBody>
      </p:sp>
      <p:sp>
        <p:nvSpPr>
          <p:cNvPr id="7" name="Shape 5"/>
          <p:cNvSpPr/>
          <p:nvPr/>
        </p:nvSpPr>
        <p:spPr>
          <a:xfrm>
            <a:off x="640080" y="2606040"/>
            <a:ext cx="5120640" cy="3657600"/>
          </a:xfrm>
          <a:prstGeom prst="roundRect">
            <a:avLst>
              <a:gd name="adj" fmla="val 7500"/>
            </a:avLst>
          </a:prstGeom>
          <a:solidFill>
            <a:srgbClr val="FE6768"/>
          </a:solidFill>
          <a:ln w="12700">
            <a:solidFill>
              <a:srgbClr val="FE6768"/>
            </a:solidFill>
            <a:prstDash val="solid"/>
          </a:ln>
        </p:spPr>
      </p:sp>
      <p:sp>
        <p:nvSpPr>
          <p:cNvPr id="8" name="Text 6"/>
          <p:cNvSpPr/>
          <p:nvPr/>
        </p:nvSpPr>
        <p:spPr>
          <a:xfrm>
            <a:off x="640080" y="2606040"/>
            <a:ext cx="5120640" cy="3657600"/>
          </a:xfrm>
          <a:prstGeom prst="rect">
            <a:avLst/>
          </a:prstGeom>
          <a:noFill/>
          <a:ln/>
        </p:spPr>
        <p:txBody>
          <a:bodyPr wrap="square" lIns="0" tIns="0" rIns="0" bIns="0" rtlCol="0" anchor="ctr"/>
          <a:lstStyle/>
          <a:p>
            <a:pPr marL="0" indent="0" algn="ctr">
              <a:buNone/>
            </a:pPr>
            <a:r>
              <a:rPr lang="en-US" sz="24000" b="1" dirty="0">
                <a:solidFill>
                  <a:srgbClr val="F6F6F6"/>
                </a:solidFill>
                <a:latin typeface="Malgun Gothic" pitchFamily="34" charset="0"/>
                <a:ea typeface="Malgun Gothic" pitchFamily="34" charset="-122"/>
                <a:cs typeface="Malgun Gothic" pitchFamily="34" charset="-120"/>
              </a:rPr>
              <a:t>ㅆ</a:t>
            </a:r>
            <a:endParaRPr lang="en-US" sz="24000" dirty="0"/>
          </a:p>
        </p:txBody>
      </p:sp>
      <p:sp>
        <p:nvSpPr>
          <p:cNvPr id="9" name="Shape 7"/>
          <p:cNvSpPr/>
          <p:nvPr/>
        </p:nvSpPr>
        <p:spPr>
          <a:xfrm>
            <a:off x="6126480" y="2606040"/>
            <a:ext cx="5486400" cy="1097280"/>
          </a:xfrm>
          <a:prstGeom prst="roundRect">
            <a:avLst>
              <a:gd name="adj" fmla="val 12500"/>
            </a:avLst>
          </a:prstGeom>
          <a:solidFill>
            <a:srgbClr val="FFE0E0"/>
          </a:solidFill>
          <a:ln w="19050">
            <a:solidFill>
              <a:srgbClr val="FE6768"/>
            </a:solidFill>
            <a:prstDash val="solid"/>
          </a:ln>
        </p:spPr>
      </p:sp>
      <p:sp>
        <p:nvSpPr>
          <p:cNvPr id="10" name="Text 8"/>
          <p:cNvSpPr/>
          <p:nvPr/>
        </p:nvSpPr>
        <p:spPr>
          <a:xfrm>
            <a:off x="6309360" y="2697480"/>
            <a:ext cx="5120640" cy="274320"/>
          </a:xfrm>
          <a:prstGeom prst="rect">
            <a:avLst/>
          </a:prstGeom>
          <a:noFill/>
          <a:ln/>
        </p:spPr>
        <p:txBody>
          <a:bodyPr wrap="square" lIns="0" tIns="0" rIns="0" bIns="0" rtlCol="0" anchor="ctr"/>
          <a:lstStyle/>
          <a:p>
            <a:pPr marL="0" indent="0">
              <a:buNone/>
            </a:pPr>
            <a:r>
              <a:rPr lang="en-US" sz="900" b="1" kern="0" spc="400" dirty="0">
                <a:solidFill>
                  <a:srgbClr val="FE6768"/>
                </a:solidFill>
                <a:latin typeface="Calibri" pitchFamily="34" charset="0"/>
                <a:ea typeface="Calibri" pitchFamily="34" charset="-122"/>
                <a:cs typeface="Calibri" pitchFamily="34" charset="-120"/>
              </a:rPr>
              <a:t>PRONUNCIACIÓN</a:t>
            </a:r>
            <a:endParaRPr lang="en-US" sz="900" dirty="0"/>
          </a:p>
        </p:txBody>
      </p:sp>
      <p:sp>
        <p:nvSpPr>
          <p:cNvPr id="11" name="Text 9"/>
          <p:cNvSpPr/>
          <p:nvPr/>
        </p:nvSpPr>
        <p:spPr>
          <a:xfrm>
            <a:off x="6309360" y="2971800"/>
            <a:ext cx="5120640" cy="640080"/>
          </a:xfrm>
          <a:prstGeom prst="rect">
            <a:avLst/>
          </a:prstGeom>
          <a:noFill/>
          <a:ln/>
        </p:spPr>
        <p:txBody>
          <a:bodyPr wrap="square" lIns="0" tIns="0" rIns="0" bIns="0" rtlCol="0" anchor="ctr"/>
          <a:lstStyle/>
          <a:p>
            <a:pPr marL="0" indent="0">
              <a:buNone/>
            </a:pPr>
            <a:r>
              <a:rPr lang="en-US" sz="3800" b="1" i="1" dirty="0">
                <a:solidFill>
                  <a:srgbClr val="1E1E2A"/>
                </a:solidFill>
                <a:latin typeface="Calibri" pitchFamily="34" charset="0"/>
                <a:ea typeface="Calibri" pitchFamily="34" charset="-122"/>
                <a:cs typeface="Calibri" pitchFamily="34" charset="-120"/>
              </a:rPr>
              <a:t>"ss"</a:t>
            </a:r>
            <a:endParaRPr lang="en-US" sz="3800" dirty="0"/>
          </a:p>
        </p:txBody>
      </p:sp>
      <p:sp>
        <p:nvSpPr>
          <p:cNvPr id="12" name="Shape 10"/>
          <p:cNvSpPr/>
          <p:nvPr/>
        </p:nvSpPr>
        <p:spPr>
          <a:xfrm>
            <a:off x="6126480" y="3840480"/>
            <a:ext cx="2560320" cy="2423160"/>
          </a:xfrm>
          <a:prstGeom prst="roundRect">
            <a:avLst>
              <a:gd name="adj" fmla="val 5660"/>
            </a:avLst>
          </a:prstGeom>
          <a:solidFill>
            <a:srgbClr val="F6F6F6"/>
          </a:solidFill>
          <a:ln w="19050">
            <a:solidFill>
              <a:srgbClr val="FE6768"/>
            </a:solidFill>
            <a:prstDash val="solid"/>
          </a:ln>
        </p:spPr>
      </p:sp>
      <p:sp>
        <p:nvSpPr>
          <p:cNvPr id="13" name="Text 11"/>
          <p:cNvSpPr/>
          <p:nvPr/>
        </p:nvSpPr>
        <p:spPr>
          <a:xfrm>
            <a:off x="6126480" y="3931920"/>
            <a:ext cx="2560320" cy="274320"/>
          </a:xfrm>
          <a:prstGeom prst="rect">
            <a:avLst/>
          </a:prstGeom>
          <a:noFill/>
          <a:ln/>
        </p:spPr>
        <p:txBody>
          <a:bodyPr wrap="square" lIns="0" tIns="0" rIns="0" bIns="0" rtlCol="0" anchor="ctr"/>
          <a:lstStyle/>
          <a:p>
            <a:pPr marL="0" indent="0" algn="ctr">
              <a:buNone/>
            </a:pPr>
            <a:r>
              <a:rPr lang="en-US" sz="900" b="1" kern="0" spc="300" dirty="0">
                <a:solidFill>
                  <a:srgbClr val="FE6768"/>
                </a:solidFill>
                <a:latin typeface="Calibri" pitchFamily="34" charset="0"/>
                <a:ea typeface="Calibri" pitchFamily="34" charset="-122"/>
                <a:cs typeface="Calibri" pitchFamily="34" charset="-120"/>
              </a:rPr>
              <a:t>ORDEN DE TRAZO</a:t>
            </a:r>
            <a:endParaRPr lang="en-US" sz="900" dirty="0"/>
          </a:p>
        </p:txBody>
      </p:sp>
      <p:pic>
        <p:nvPicPr>
          <p:cNvPr id="14" name="Image 0" descr="preencoded.png"/>
          <p:cNvPicPr>
            <a:picLocks noChangeAspect="1"/>
          </p:cNvPicPr>
          <p:nvPr/>
        </p:nvPicPr>
        <p:blipFill>
          <a:blip r:embed="rId3"/>
          <a:stretch>
            <a:fillRect/>
          </a:stretch>
        </p:blipFill>
        <p:spPr>
          <a:xfrm>
            <a:off x="6606540" y="4251960"/>
            <a:ext cx="1600200" cy="1600200"/>
          </a:xfrm>
          <a:prstGeom prst="rect">
            <a:avLst/>
          </a:prstGeom>
        </p:spPr>
      </p:pic>
      <p:sp>
        <p:nvSpPr>
          <p:cNvPr id="15" name="Text 12"/>
          <p:cNvSpPr/>
          <p:nvPr/>
        </p:nvSpPr>
        <p:spPr>
          <a:xfrm>
            <a:off x="6126480" y="5897880"/>
            <a:ext cx="2560320" cy="292608"/>
          </a:xfrm>
          <a:prstGeom prst="rect">
            <a:avLst/>
          </a:prstGeom>
          <a:noFill/>
          <a:ln/>
        </p:spPr>
        <p:txBody>
          <a:bodyPr wrap="square" lIns="0" tIns="0" rIns="0" bIns="0" rtlCol="0" anchor="ctr"/>
          <a:lstStyle/>
          <a:p>
            <a:pPr marL="0" indent="0" algn="ctr">
              <a:buNone/>
            </a:pPr>
            <a:r>
              <a:rPr lang="en-US" sz="1200" i="1" dirty="0">
                <a:solidFill>
                  <a:srgbClr val="4A4A55"/>
                </a:solidFill>
                <a:latin typeface="Calibri" pitchFamily="34" charset="0"/>
                <a:ea typeface="Calibri" pitchFamily="34" charset="-122"/>
                <a:cs typeface="Calibri" pitchFamily="34" charset="-120"/>
              </a:rPr>
              <a:t>4 trazos</a:t>
            </a:r>
            <a:endParaRPr lang="en-US" sz="1200" dirty="0"/>
          </a:p>
        </p:txBody>
      </p:sp>
      <p:sp>
        <p:nvSpPr>
          <p:cNvPr id="16" name="Shape 13"/>
          <p:cNvSpPr/>
          <p:nvPr/>
        </p:nvSpPr>
        <p:spPr>
          <a:xfrm>
            <a:off x="8869680" y="3840480"/>
            <a:ext cx="2743200" cy="2423160"/>
          </a:xfrm>
          <a:prstGeom prst="roundRect">
            <a:avLst>
              <a:gd name="adj" fmla="val 5660"/>
            </a:avLst>
          </a:prstGeom>
          <a:solidFill>
            <a:srgbClr val="FFE0E0"/>
          </a:solidFill>
          <a:ln w="19050">
            <a:solidFill>
              <a:srgbClr val="FE6768"/>
            </a:solidFill>
            <a:prstDash val="solid"/>
          </a:ln>
        </p:spPr>
      </p:sp>
      <p:sp>
        <p:nvSpPr>
          <p:cNvPr id="17" name="Text 14"/>
          <p:cNvSpPr/>
          <p:nvPr/>
        </p:nvSpPr>
        <p:spPr>
          <a:xfrm>
            <a:off x="9006840" y="3931920"/>
            <a:ext cx="2468880" cy="274320"/>
          </a:xfrm>
          <a:prstGeom prst="rect">
            <a:avLst/>
          </a:prstGeom>
          <a:noFill/>
          <a:ln/>
        </p:spPr>
        <p:txBody>
          <a:bodyPr wrap="square" lIns="0" tIns="0" rIns="0" bIns="0" rtlCol="0" anchor="ctr"/>
          <a:lstStyle/>
          <a:p>
            <a:pPr marL="0" indent="0">
              <a:buNone/>
            </a:pPr>
            <a:r>
              <a:rPr lang="en-US" sz="900" b="1" kern="0" spc="300" dirty="0">
                <a:solidFill>
                  <a:srgbClr val="FE6768"/>
                </a:solidFill>
                <a:latin typeface="Calibri" pitchFamily="34" charset="0"/>
                <a:ea typeface="Calibri" pitchFamily="34" charset="-122"/>
                <a:cs typeface="Calibri" pitchFamily="34" charset="-120"/>
              </a:rPr>
              <a:t>EJEMPLOS</a:t>
            </a:r>
            <a:endParaRPr lang="en-US" sz="900" dirty="0"/>
          </a:p>
        </p:txBody>
      </p:sp>
      <p:sp>
        <p:nvSpPr>
          <p:cNvPr id="18" name="Text 15"/>
          <p:cNvSpPr/>
          <p:nvPr/>
        </p:nvSpPr>
        <p:spPr>
          <a:xfrm>
            <a:off x="9006840" y="4297680"/>
            <a:ext cx="2468880" cy="1828800"/>
          </a:xfrm>
          <a:prstGeom prst="rect">
            <a:avLst/>
          </a:prstGeom>
          <a:noFill/>
          <a:ln/>
        </p:spPr>
        <p:txBody>
          <a:bodyPr wrap="square" lIns="0" tIns="0" rIns="0" bIns="0" rtlCol="0" anchor="t"/>
          <a:lstStyle/>
          <a:p>
            <a:pPr marL="0" indent="0">
              <a:spcAft>
                <a:spcPts val="800"/>
              </a:spcAft>
              <a:buNone/>
            </a:pPr>
            <a:r>
              <a:rPr lang="en-US" sz="2200" b="1" dirty="0">
                <a:solidFill>
                  <a:srgbClr val="1E1E2A"/>
                </a:solidFill>
                <a:latin typeface="Malgun Gothic" pitchFamily="34" charset="0"/>
                <a:ea typeface="Malgun Gothic" pitchFamily="34" charset="-122"/>
                <a:cs typeface="Malgun Gothic" pitchFamily="34" charset="-120"/>
              </a:rPr>
              <a:t>쌀</a:t>
            </a:r>
            <a:r>
              <a:rPr lang="en-US" sz="1300" i="1" dirty="0">
                <a:solidFill>
                  <a:srgbClr val="4A4A55"/>
                </a:solidFill>
              </a:rPr>
              <a:t>   arroz</a:t>
            </a:r>
            <a:endParaRPr lang="en-US" sz="2200" dirty="0"/>
          </a:p>
          <a:p>
            <a:pPr marL="0" indent="0">
              <a:spcAft>
                <a:spcPts val="800"/>
              </a:spcAft>
              <a:buNone/>
            </a:pPr>
            <a:r>
              <a:rPr lang="en-US" sz="2200" b="1" dirty="0">
                <a:solidFill>
                  <a:srgbClr val="1E1E2A"/>
                </a:solidFill>
                <a:latin typeface="Malgun Gothic" pitchFamily="34" charset="0"/>
                <a:ea typeface="Malgun Gothic" pitchFamily="34" charset="-122"/>
                <a:cs typeface="Malgun Gothic" pitchFamily="34" charset="-120"/>
              </a:rPr>
              <a:t>싸다</a:t>
            </a:r>
            <a:r>
              <a:rPr lang="en-US" sz="1300" i="1" dirty="0">
                <a:solidFill>
                  <a:srgbClr val="4A4A55"/>
                </a:solidFill>
              </a:rPr>
              <a:t>   barato</a:t>
            </a:r>
            <a:endParaRPr lang="en-US" sz="2200" dirty="0"/>
          </a:p>
        </p:txBody>
      </p:sp>
      <p:sp>
        <p:nvSpPr>
          <p:cNvPr id="20" name="Text 16"/>
          <p:cNvSpPr/>
          <p:nvPr/>
        </p:nvSpPr>
        <p:spPr>
          <a:xfrm>
            <a:off x="365760" y="6446520"/>
            <a:ext cx="5486400" cy="228600"/>
          </a:xfrm>
          <a:prstGeom prst="rect">
            <a:avLst/>
          </a:prstGeom>
          <a:noFill/>
          <a:ln/>
        </p:spPr>
        <p:txBody>
          <a:bodyPr wrap="square" lIns="0" tIns="0" rIns="0" bIns="0" rtlCol="0" anchor="ctr"/>
          <a:lstStyle/>
          <a:p>
            <a:pPr marL="0" indent="0">
              <a:buNone/>
            </a:pPr>
            <a:r>
              <a:rPr lang="en-US" sz="800" kern="0" spc="300" dirty="0">
                <a:solidFill>
                  <a:srgbClr val="4A4A55"/>
                </a:solidFill>
                <a:latin typeface="Calibri" pitchFamily="34" charset="0"/>
                <a:ea typeface="Calibri" pitchFamily="34" charset="-122"/>
                <a:cs typeface="Calibri" pitchFamily="34" charset="-120"/>
              </a:rPr>
              <a:t>ACADEMIA SEÚL  ·  METHOD CHINGU™</a:t>
            </a:r>
            <a:endParaRPr lang="en-US" sz="800" dirty="0"/>
          </a:p>
        </p:txBody>
      </p:sp>
      <p:sp>
        <p:nvSpPr>
          <p:cNvPr id="21" name="Text 17"/>
          <p:cNvSpPr/>
          <p:nvPr/>
        </p:nvSpPr>
        <p:spPr>
          <a:xfrm>
            <a:off x="11277295" y="6446520"/>
            <a:ext cx="548640" cy="228600"/>
          </a:xfrm>
          <a:prstGeom prst="rect">
            <a:avLst/>
          </a:prstGeom>
          <a:noFill/>
          <a:ln/>
        </p:spPr>
        <p:txBody>
          <a:bodyPr wrap="square" lIns="0" tIns="0" rIns="0" bIns="0" rtlCol="0" anchor="ctr"/>
          <a:lstStyle/>
          <a:p>
            <a:pPr marL="0" indent="0" algn="r">
              <a:buNone/>
            </a:pPr>
            <a:r>
              <a:rPr lang="en-US" sz="800" dirty="0">
                <a:solidFill>
                  <a:srgbClr val="4A4A55"/>
                </a:solidFill>
                <a:latin typeface="Calibri" pitchFamily="34" charset="0"/>
                <a:ea typeface="Calibri" pitchFamily="34" charset="-122"/>
                <a:cs typeface="Calibri" pitchFamily="34" charset="-120"/>
              </a:rPr>
              <a:t>54</a:t>
            </a:r>
            <a:endParaRPr lang="en-US" sz="800" dirty="0"/>
          </a:p>
        </p:txBody>
      </p:sp>
      <p:pic>
        <p:nvPicPr>
          <p:cNvPr id="22" name="Image 0" descr="/sessions/sleepy-zen-cray/mnt/outputs/deck_assets/logo_var2_azul.png">
            <a:extLst>
              <a:ext uri="{FF2B5EF4-FFF2-40B4-BE49-F238E27FC236}">
                <a16:creationId xmlns:a16="http://schemas.microsoft.com/office/drawing/2014/main" id="{C469E058-4884-490D-0DD7-29EDEC7A7F56}"/>
              </a:ext>
            </a:extLst>
          </p:cNvPr>
          <p:cNvPicPr>
            <a:picLocks noChangeAspect="1"/>
          </p:cNvPicPr>
          <p:nvPr/>
        </p:nvPicPr>
        <p:blipFill>
          <a:blip r:embed="rId4"/>
          <a:stretch>
            <a:fillRect/>
          </a:stretch>
        </p:blipFill>
        <p:spPr>
          <a:xfrm>
            <a:off x="9778365" y="-651510"/>
            <a:ext cx="2571750" cy="2571750"/>
          </a:xfrm>
          <a:prstGeom prst="rect">
            <a:avLst/>
          </a:prstGeom>
        </p:spPr>
      </p:pic>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57200" y="411480"/>
            <a:ext cx="10972800" cy="274320"/>
          </a:xfrm>
          <a:prstGeom prst="rect">
            <a:avLst/>
          </a:prstGeom>
          <a:noFill/>
          <a:ln/>
        </p:spPr>
        <p:txBody>
          <a:bodyPr wrap="square" lIns="0" tIns="0" rIns="0" bIns="0" rtlCol="0" anchor="ctr"/>
          <a:lstStyle/>
          <a:p>
            <a:pPr marL="0" indent="0">
              <a:buNone/>
            </a:pPr>
            <a:r>
              <a:rPr lang="en-US" sz="1100" b="1" kern="0" spc="500" dirty="0">
                <a:solidFill>
                  <a:srgbClr val="FE6768"/>
                </a:solidFill>
                <a:latin typeface="Calibri" pitchFamily="34" charset="0"/>
                <a:ea typeface="Calibri" pitchFamily="34" charset="-122"/>
                <a:cs typeface="Calibri" pitchFamily="34" charset="-120"/>
              </a:rPr>
              <a:t>§2.6 · CONSONANTES · 치음</a:t>
            </a:r>
            <a:endParaRPr lang="en-US" sz="1100" dirty="0"/>
          </a:p>
        </p:txBody>
      </p:sp>
      <p:sp>
        <p:nvSpPr>
          <p:cNvPr id="3" name="Text 1"/>
          <p:cNvSpPr/>
          <p:nvPr/>
        </p:nvSpPr>
        <p:spPr>
          <a:xfrm>
            <a:off x="457200" y="777240"/>
            <a:ext cx="10972800" cy="822960"/>
          </a:xfrm>
          <a:prstGeom prst="rect">
            <a:avLst/>
          </a:prstGeom>
          <a:noFill/>
          <a:ln/>
        </p:spPr>
        <p:txBody>
          <a:bodyPr wrap="square" lIns="0" tIns="0" rIns="0" bIns="0" rtlCol="0" anchor="ctr"/>
          <a:lstStyle/>
          <a:p>
            <a:pPr marL="0" indent="0">
              <a:buNone/>
            </a:pPr>
            <a:r>
              <a:rPr lang="en-US" sz="4000" b="1" dirty="0">
                <a:solidFill>
                  <a:srgbClr val="4036ED"/>
                </a:solidFill>
                <a:latin typeface="Calibri" pitchFamily="34" charset="0"/>
                <a:ea typeface="Calibri" pitchFamily="34" charset="-122"/>
                <a:cs typeface="Calibri" pitchFamily="34" charset="-120"/>
              </a:rPr>
              <a:t>Consonante · ㅉ</a:t>
            </a:r>
            <a:endParaRPr lang="en-US" sz="4000" dirty="0"/>
          </a:p>
        </p:txBody>
      </p:sp>
      <p:sp>
        <p:nvSpPr>
          <p:cNvPr id="4" name="Text 2"/>
          <p:cNvSpPr/>
          <p:nvPr/>
        </p:nvSpPr>
        <p:spPr>
          <a:xfrm>
            <a:off x="457200" y="1691640"/>
            <a:ext cx="10972800" cy="457200"/>
          </a:xfrm>
          <a:prstGeom prst="rect">
            <a:avLst/>
          </a:prstGeom>
          <a:noFill/>
          <a:ln/>
        </p:spPr>
        <p:txBody>
          <a:bodyPr wrap="square" lIns="0" tIns="0" rIns="0" bIns="0" rtlCol="0" anchor="ctr"/>
          <a:lstStyle/>
          <a:p>
            <a:pPr marL="0" indent="0">
              <a:buNone/>
            </a:pPr>
            <a:r>
              <a:rPr lang="en-US" sz="1400" i="1" dirty="0">
                <a:solidFill>
                  <a:srgbClr val="4A4A55"/>
                </a:solidFill>
                <a:latin typeface="Calibri" pitchFamily="34" charset="0"/>
                <a:ea typeface="Calibri" pitchFamily="34" charset="-122"/>
                <a:cs typeface="Calibri" pitchFamily="34" charset="-120"/>
              </a:rPr>
              <a:t>"ch" tensa — sin soplo, apretada</a:t>
            </a:r>
            <a:endParaRPr lang="en-US" sz="1400" dirty="0"/>
          </a:p>
        </p:txBody>
      </p:sp>
      <p:sp>
        <p:nvSpPr>
          <p:cNvPr id="5" name="Text 3"/>
          <p:cNvSpPr/>
          <p:nvPr/>
        </p:nvSpPr>
        <p:spPr>
          <a:xfrm>
            <a:off x="8488375" y="914400"/>
            <a:ext cx="3200400" cy="365760"/>
          </a:xfrm>
          <a:prstGeom prst="rect">
            <a:avLst/>
          </a:prstGeom>
          <a:noFill/>
          <a:ln/>
        </p:spPr>
        <p:txBody>
          <a:bodyPr wrap="square" lIns="0" tIns="0" rIns="0" bIns="0" rtlCol="0" anchor="ctr"/>
          <a:lstStyle/>
          <a:p>
            <a:pPr marL="0" indent="0" algn="r">
              <a:buNone/>
            </a:pPr>
            <a:r>
              <a:rPr lang="en-US" sz="1100" b="1" kern="0" spc="300" dirty="0">
                <a:solidFill>
                  <a:srgbClr val="FE6768"/>
                </a:solidFill>
                <a:latin typeface="Calibri" pitchFamily="34" charset="0"/>
                <a:ea typeface="Calibri" pitchFamily="34" charset="-122"/>
                <a:cs typeface="Calibri" pitchFamily="34" charset="-120"/>
              </a:rPr>
              <a:t>치음 · DIENTES (SIBILANTE)</a:t>
            </a:r>
            <a:endParaRPr lang="en-US" sz="1100" dirty="0"/>
          </a:p>
        </p:txBody>
      </p:sp>
      <p:sp>
        <p:nvSpPr>
          <p:cNvPr id="6" name="Text 4"/>
          <p:cNvSpPr/>
          <p:nvPr/>
        </p:nvSpPr>
        <p:spPr>
          <a:xfrm>
            <a:off x="8488375" y="1280160"/>
            <a:ext cx="3200400" cy="274320"/>
          </a:xfrm>
          <a:prstGeom prst="rect">
            <a:avLst/>
          </a:prstGeom>
          <a:noFill/>
          <a:ln/>
        </p:spPr>
        <p:txBody>
          <a:bodyPr wrap="square" lIns="0" tIns="0" rIns="0" bIns="0" rtlCol="0" anchor="ctr"/>
          <a:lstStyle/>
          <a:p>
            <a:pPr marL="0" indent="0" algn="r">
              <a:buNone/>
            </a:pPr>
            <a:r>
              <a:rPr lang="en-US" sz="900" kern="0" spc="400" dirty="0">
                <a:solidFill>
                  <a:srgbClr val="4A4A55"/>
                </a:solidFill>
                <a:latin typeface="Calibri" pitchFamily="34" charset="0"/>
                <a:ea typeface="Calibri" pitchFamily="34" charset="-122"/>
                <a:cs typeface="Calibri" pitchFamily="34" charset="-120"/>
              </a:rPr>
              <a:t>DOBLE</a:t>
            </a:r>
            <a:endParaRPr lang="en-US" sz="900" dirty="0"/>
          </a:p>
        </p:txBody>
      </p:sp>
      <p:sp>
        <p:nvSpPr>
          <p:cNvPr id="7" name="Shape 5"/>
          <p:cNvSpPr/>
          <p:nvPr/>
        </p:nvSpPr>
        <p:spPr>
          <a:xfrm>
            <a:off x="640080" y="2606040"/>
            <a:ext cx="5120640" cy="3657600"/>
          </a:xfrm>
          <a:prstGeom prst="roundRect">
            <a:avLst>
              <a:gd name="adj" fmla="val 7500"/>
            </a:avLst>
          </a:prstGeom>
          <a:solidFill>
            <a:srgbClr val="FE6768"/>
          </a:solidFill>
          <a:ln w="12700">
            <a:solidFill>
              <a:srgbClr val="FE6768"/>
            </a:solidFill>
            <a:prstDash val="solid"/>
          </a:ln>
        </p:spPr>
      </p:sp>
      <p:sp>
        <p:nvSpPr>
          <p:cNvPr id="8" name="Text 6"/>
          <p:cNvSpPr/>
          <p:nvPr/>
        </p:nvSpPr>
        <p:spPr>
          <a:xfrm>
            <a:off x="640080" y="2606040"/>
            <a:ext cx="5120640" cy="3657600"/>
          </a:xfrm>
          <a:prstGeom prst="rect">
            <a:avLst/>
          </a:prstGeom>
          <a:noFill/>
          <a:ln/>
        </p:spPr>
        <p:txBody>
          <a:bodyPr wrap="square" lIns="0" tIns="0" rIns="0" bIns="0" rtlCol="0" anchor="ctr"/>
          <a:lstStyle/>
          <a:p>
            <a:pPr marL="0" indent="0" algn="ctr">
              <a:buNone/>
            </a:pPr>
            <a:r>
              <a:rPr lang="en-US" sz="24000" b="1" dirty="0">
                <a:solidFill>
                  <a:srgbClr val="F6F6F6"/>
                </a:solidFill>
                <a:latin typeface="Malgun Gothic" pitchFamily="34" charset="0"/>
                <a:ea typeface="Malgun Gothic" pitchFamily="34" charset="-122"/>
                <a:cs typeface="Malgun Gothic" pitchFamily="34" charset="-120"/>
              </a:rPr>
              <a:t>ㅉ</a:t>
            </a:r>
            <a:endParaRPr lang="en-US" sz="24000" dirty="0"/>
          </a:p>
        </p:txBody>
      </p:sp>
      <p:sp>
        <p:nvSpPr>
          <p:cNvPr id="9" name="Shape 7"/>
          <p:cNvSpPr/>
          <p:nvPr/>
        </p:nvSpPr>
        <p:spPr>
          <a:xfrm>
            <a:off x="6126480" y="2606040"/>
            <a:ext cx="5486400" cy="1097280"/>
          </a:xfrm>
          <a:prstGeom prst="roundRect">
            <a:avLst>
              <a:gd name="adj" fmla="val 12500"/>
            </a:avLst>
          </a:prstGeom>
          <a:solidFill>
            <a:srgbClr val="FFE0E0"/>
          </a:solidFill>
          <a:ln w="19050">
            <a:solidFill>
              <a:srgbClr val="FE6768"/>
            </a:solidFill>
            <a:prstDash val="solid"/>
          </a:ln>
        </p:spPr>
      </p:sp>
      <p:sp>
        <p:nvSpPr>
          <p:cNvPr id="10" name="Text 8"/>
          <p:cNvSpPr/>
          <p:nvPr/>
        </p:nvSpPr>
        <p:spPr>
          <a:xfrm>
            <a:off x="6309360" y="2697480"/>
            <a:ext cx="5120640" cy="274320"/>
          </a:xfrm>
          <a:prstGeom prst="rect">
            <a:avLst/>
          </a:prstGeom>
          <a:noFill/>
          <a:ln/>
        </p:spPr>
        <p:txBody>
          <a:bodyPr wrap="square" lIns="0" tIns="0" rIns="0" bIns="0" rtlCol="0" anchor="ctr"/>
          <a:lstStyle/>
          <a:p>
            <a:pPr marL="0" indent="0">
              <a:buNone/>
            </a:pPr>
            <a:r>
              <a:rPr lang="en-US" sz="900" b="1" kern="0" spc="400" dirty="0">
                <a:solidFill>
                  <a:srgbClr val="FE6768"/>
                </a:solidFill>
                <a:latin typeface="Calibri" pitchFamily="34" charset="0"/>
                <a:ea typeface="Calibri" pitchFamily="34" charset="-122"/>
                <a:cs typeface="Calibri" pitchFamily="34" charset="-120"/>
              </a:rPr>
              <a:t>PRONUNCIACIÓN</a:t>
            </a:r>
            <a:endParaRPr lang="en-US" sz="900" dirty="0"/>
          </a:p>
        </p:txBody>
      </p:sp>
      <p:sp>
        <p:nvSpPr>
          <p:cNvPr id="11" name="Text 9"/>
          <p:cNvSpPr/>
          <p:nvPr/>
        </p:nvSpPr>
        <p:spPr>
          <a:xfrm>
            <a:off x="6309360" y="2971800"/>
            <a:ext cx="5120640" cy="640080"/>
          </a:xfrm>
          <a:prstGeom prst="rect">
            <a:avLst/>
          </a:prstGeom>
          <a:noFill/>
          <a:ln/>
        </p:spPr>
        <p:txBody>
          <a:bodyPr wrap="square" lIns="0" tIns="0" rIns="0" bIns="0" rtlCol="0" anchor="ctr"/>
          <a:lstStyle/>
          <a:p>
            <a:pPr marL="0" indent="0">
              <a:buNone/>
            </a:pPr>
            <a:r>
              <a:rPr lang="en-US" sz="3800" b="1" i="1" dirty="0">
                <a:solidFill>
                  <a:srgbClr val="1E1E2A"/>
                </a:solidFill>
                <a:latin typeface="Calibri" pitchFamily="34" charset="0"/>
                <a:ea typeface="Calibri" pitchFamily="34" charset="-122"/>
                <a:cs typeface="Calibri" pitchFamily="34" charset="-120"/>
              </a:rPr>
              <a:t>"jj"</a:t>
            </a:r>
            <a:endParaRPr lang="en-US" sz="3800" dirty="0"/>
          </a:p>
        </p:txBody>
      </p:sp>
      <p:sp>
        <p:nvSpPr>
          <p:cNvPr id="12" name="Shape 10"/>
          <p:cNvSpPr/>
          <p:nvPr/>
        </p:nvSpPr>
        <p:spPr>
          <a:xfrm>
            <a:off x="6126480" y="3840480"/>
            <a:ext cx="2560320" cy="2423160"/>
          </a:xfrm>
          <a:prstGeom prst="roundRect">
            <a:avLst>
              <a:gd name="adj" fmla="val 5660"/>
            </a:avLst>
          </a:prstGeom>
          <a:solidFill>
            <a:srgbClr val="F6F6F6"/>
          </a:solidFill>
          <a:ln w="19050">
            <a:solidFill>
              <a:srgbClr val="FE6768"/>
            </a:solidFill>
            <a:prstDash val="solid"/>
          </a:ln>
        </p:spPr>
      </p:sp>
      <p:sp>
        <p:nvSpPr>
          <p:cNvPr id="13" name="Text 11"/>
          <p:cNvSpPr/>
          <p:nvPr/>
        </p:nvSpPr>
        <p:spPr>
          <a:xfrm>
            <a:off x="6126480" y="3931920"/>
            <a:ext cx="2560320" cy="274320"/>
          </a:xfrm>
          <a:prstGeom prst="rect">
            <a:avLst/>
          </a:prstGeom>
          <a:noFill/>
          <a:ln/>
        </p:spPr>
        <p:txBody>
          <a:bodyPr wrap="square" lIns="0" tIns="0" rIns="0" bIns="0" rtlCol="0" anchor="ctr"/>
          <a:lstStyle/>
          <a:p>
            <a:pPr marL="0" indent="0" algn="ctr">
              <a:buNone/>
            </a:pPr>
            <a:r>
              <a:rPr lang="en-US" sz="900" b="1" kern="0" spc="300" dirty="0">
                <a:solidFill>
                  <a:srgbClr val="FE6768"/>
                </a:solidFill>
                <a:latin typeface="Calibri" pitchFamily="34" charset="0"/>
                <a:ea typeface="Calibri" pitchFamily="34" charset="-122"/>
                <a:cs typeface="Calibri" pitchFamily="34" charset="-120"/>
              </a:rPr>
              <a:t>ORDEN DE TRAZO</a:t>
            </a:r>
            <a:endParaRPr lang="en-US" sz="900" dirty="0"/>
          </a:p>
        </p:txBody>
      </p:sp>
      <p:pic>
        <p:nvPicPr>
          <p:cNvPr id="14" name="Image 0" descr="preencoded.png"/>
          <p:cNvPicPr>
            <a:picLocks noChangeAspect="1"/>
          </p:cNvPicPr>
          <p:nvPr/>
        </p:nvPicPr>
        <p:blipFill>
          <a:blip r:embed="rId3"/>
          <a:stretch>
            <a:fillRect/>
          </a:stretch>
        </p:blipFill>
        <p:spPr>
          <a:xfrm>
            <a:off x="6606540" y="4251960"/>
            <a:ext cx="1600200" cy="1600200"/>
          </a:xfrm>
          <a:prstGeom prst="rect">
            <a:avLst/>
          </a:prstGeom>
        </p:spPr>
      </p:pic>
      <p:sp>
        <p:nvSpPr>
          <p:cNvPr id="15" name="Text 12"/>
          <p:cNvSpPr/>
          <p:nvPr/>
        </p:nvSpPr>
        <p:spPr>
          <a:xfrm>
            <a:off x="6126480" y="5897880"/>
            <a:ext cx="2560320" cy="292608"/>
          </a:xfrm>
          <a:prstGeom prst="rect">
            <a:avLst/>
          </a:prstGeom>
          <a:noFill/>
          <a:ln/>
        </p:spPr>
        <p:txBody>
          <a:bodyPr wrap="square" lIns="0" tIns="0" rIns="0" bIns="0" rtlCol="0" anchor="ctr"/>
          <a:lstStyle/>
          <a:p>
            <a:pPr marL="0" indent="0" algn="ctr">
              <a:buNone/>
            </a:pPr>
            <a:r>
              <a:rPr lang="en-US" sz="1200" i="1" dirty="0">
                <a:solidFill>
                  <a:srgbClr val="4A4A55"/>
                </a:solidFill>
                <a:latin typeface="Calibri" pitchFamily="34" charset="0"/>
                <a:ea typeface="Calibri" pitchFamily="34" charset="-122"/>
                <a:cs typeface="Calibri" pitchFamily="34" charset="-120"/>
              </a:rPr>
              <a:t>6 trazos</a:t>
            </a:r>
            <a:endParaRPr lang="en-US" sz="1200" dirty="0"/>
          </a:p>
        </p:txBody>
      </p:sp>
      <p:sp>
        <p:nvSpPr>
          <p:cNvPr id="16" name="Shape 13"/>
          <p:cNvSpPr/>
          <p:nvPr/>
        </p:nvSpPr>
        <p:spPr>
          <a:xfrm>
            <a:off x="8869680" y="3840480"/>
            <a:ext cx="2743200" cy="2423160"/>
          </a:xfrm>
          <a:prstGeom prst="roundRect">
            <a:avLst>
              <a:gd name="adj" fmla="val 5660"/>
            </a:avLst>
          </a:prstGeom>
          <a:solidFill>
            <a:srgbClr val="FFE0E0"/>
          </a:solidFill>
          <a:ln w="19050">
            <a:solidFill>
              <a:srgbClr val="FE6768"/>
            </a:solidFill>
            <a:prstDash val="solid"/>
          </a:ln>
        </p:spPr>
      </p:sp>
      <p:sp>
        <p:nvSpPr>
          <p:cNvPr id="17" name="Text 14"/>
          <p:cNvSpPr/>
          <p:nvPr/>
        </p:nvSpPr>
        <p:spPr>
          <a:xfrm>
            <a:off x="9006840" y="3931920"/>
            <a:ext cx="2468880" cy="274320"/>
          </a:xfrm>
          <a:prstGeom prst="rect">
            <a:avLst/>
          </a:prstGeom>
          <a:noFill/>
          <a:ln/>
        </p:spPr>
        <p:txBody>
          <a:bodyPr wrap="square" lIns="0" tIns="0" rIns="0" bIns="0" rtlCol="0" anchor="ctr"/>
          <a:lstStyle/>
          <a:p>
            <a:pPr marL="0" indent="0">
              <a:buNone/>
            </a:pPr>
            <a:r>
              <a:rPr lang="en-US" sz="900" b="1" kern="0" spc="300" dirty="0">
                <a:solidFill>
                  <a:srgbClr val="FE6768"/>
                </a:solidFill>
                <a:latin typeface="Calibri" pitchFamily="34" charset="0"/>
                <a:ea typeface="Calibri" pitchFamily="34" charset="-122"/>
                <a:cs typeface="Calibri" pitchFamily="34" charset="-120"/>
              </a:rPr>
              <a:t>EJEMPLOS</a:t>
            </a:r>
            <a:endParaRPr lang="en-US" sz="900" dirty="0"/>
          </a:p>
        </p:txBody>
      </p:sp>
      <p:sp>
        <p:nvSpPr>
          <p:cNvPr id="18" name="Text 15"/>
          <p:cNvSpPr/>
          <p:nvPr/>
        </p:nvSpPr>
        <p:spPr>
          <a:xfrm>
            <a:off x="9006840" y="4297680"/>
            <a:ext cx="2468880" cy="1828800"/>
          </a:xfrm>
          <a:prstGeom prst="rect">
            <a:avLst/>
          </a:prstGeom>
          <a:noFill/>
          <a:ln/>
        </p:spPr>
        <p:txBody>
          <a:bodyPr wrap="square" lIns="0" tIns="0" rIns="0" bIns="0" rtlCol="0" anchor="t"/>
          <a:lstStyle/>
          <a:p>
            <a:pPr marL="0" indent="0">
              <a:spcAft>
                <a:spcPts val="800"/>
              </a:spcAft>
              <a:buNone/>
            </a:pPr>
            <a:r>
              <a:rPr lang="en-US" sz="2200" b="1" dirty="0">
                <a:solidFill>
                  <a:srgbClr val="1E1E2A"/>
                </a:solidFill>
                <a:latin typeface="Malgun Gothic" pitchFamily="34" charset="0"/>
                <a:ea typeface="Malgun Gothic" pitchFamily="34" charset="-122"/>
                <a:cs typeface="Malgun Gothic" pitchFamily="34" charset="-120"/>
              </a:rPr>
              <a:t>짜다</a:t>
            </a:r>
            <a:r>
              <a:rPr lang="en-US" sz="1300" i="1" dirty="0">
                <a:solidFill>
                  <a:srgbClr val="4A4A55"/>
                </a:solidFill>
              </a:rPr>
              <a:t>   salado</a:t>
            </a:r>
            <a:endParaRPr lang="en-US" sz="2200" dirty="0"/>
          </a:p>
          <a:p>
            <a:pPr marL="0" indent="0">
              <a:spcAft>
                <a:spcPts val="800"/>
              </a:spcAft>
              <a:buNone/>
            </a:pPr>
            <a:r>
              <a:rPr lang="en-US" sz="2200" b="1" dirty="0">
                <a:solidFill>
                  <a:srgbClr val="1E1E2A"/>
                </a:solidFill>
                <a:latin typeface="Malgun Gothic" pitchFamily="34" charset="0"/>
                <a:ea typeface="Malgun Gothic" pitchFamily="34" charset="-122"/>
                <a:cs typeface="Malgun Gothic" pitchFamily="34" charset="-120"/>
              </a:rPr>
              <a:t>찌개</a:t>
            </a:r>
            <a:r>
              <a:rPr lang="en-US" sz="1300" i="1" dirty="0">
                <a:solidFill>
                  <a:srgbClr val="4A4A55"/>
                </a:solidFill>
              </a:rPr>
              <a:t>   guiso</a:t>
            </a:r>
            <a:endParaRPr lang="en-US" sz="2200" dirty="0"/>
          </a:p>
        </p:txBody>
      </p:sp>
      <p:sp>
        <p:nvSpPr>
          <p:cNvPr id="20" name="Text 16"/>
          <p:cNvSpPr/>
          <p:nvPr/>
        </p:nvSpPr>
        <p:spPr>
          <a:xfrm>
            <a:off x="365760" y="6446520"/>
            <a:ext cx="5486400" cy="228600"/>
          </a:xfrm>
          <a:prstGeom prst="rect">
            <a:avLst/>
          </a:prstGeom>
          <a:noFill/>
          <a:ln/>
        </p:spPr>
        <p:txBody>
          <a:bodyPr wrap="square" lIns="0" tIns="0" rIns="0" bIns="0" rtlCol="0" anchor="ctr"/>
          <a:lstStyle/>
          <a:p>
            <a:pPr marL="0" indent="0">
              <a:buNone/>
            </a:pPr>
            <a:r>
              <a:rPr lang="en-US" sz="800" kern="0" spc="300" dirty="0">
                <a:solidFill>
                  <a:srgbClr val="4A4A55"/>
                </a:solidFill>
                <a:latin typeface="Calibri" pitchFamily="34" charset="0"/>
                <a:ea typeface="Calibri" pitchFamily="34" charset="-122"/>
                <a:cs typeface="Calibri" pitchFamily="34" charset="-120"/>
              </a:rPr>
              <a:t>ACADEMIA SEÚL  ·  METHOD CHINGU™</a:t>
            </a:r>
            <a:endParaRPr lang="en-US" sz="800" dirty="0"/>
          </a:p>
        </p:txBody>
      </p:sp>
      <p:sp>
        <p:nvSpPr>
          <p:cNvPr id="21" name="Text 17"/>
          <p:cNvSpPr/>
          <p:nvPr/>
        </p:nvSpPr>
        <p:spPr>
          <a:xfrm>
            <a:off x="11277295" y="6446520"/>
            <a:ext cx="548640" cy="228600"/>
          </a:xfrm>
          <a:prstGeom prst="rect">
            <a:avLst/>
          </a:prstGeom>
          <a:noFill/>
          <a:ln/>
        </p:spPr>
        <p:txBody>
          <a:bodyPr wrap="square" lIns="0" tIns="0" rIns="0" bIns="0" rtlCol="0" anchor="ctr"/>
          <a:lstStyle/>
          <a:p>
            <a:pPr marL="0" indent="0" algn="r">
              <a:buNone/>
            </a:pPr>
            <a:r>
              <a:rPr lang="en-US" sz="800" dirty="0">
                <a:solidFill>
                  <a:srgbClr val="4A4A55"/>
                </a:solidFill>
                <a:latin typeface="Calibri" pitchFamily="34" charset="0"/>
                <a:ea typeface="Calibri" pitchFamily="34" charset="-122"/>
                <a:cs typeface="Calibri" pitchFamily="34" charset="-120"/>
              </a:rPr>
              <a:t>55</a:t>
            </a:r>
            <a:endParaRPr lang="en-US" sz="800" dirty="0"/>
          </a:p>
        </p:txBody>
      </p:sp>
      <p:pic>
        <p:nvPicPr>
          <p:cNvPr id="22" name="Image 0" descr="/sessions/sleepy-zen-cray/mnt/outputs/deck_assets/logo_var2_azul.png">
            <a:extLst>
              <a:ext uri="{FF2B5EF4-FFF2-40B4-BE49-F238E27FC236}">
                <a16:creationId xmlns:a16="http://schemas.microsoft.com/office/drawing/2014/main" id="{7B068B24-CEB1-4D25-3EC6-842BF0A0B798}"/>
              </a:ext>
            </a:extLst>
          </p:cNvPr>
          <p:cNvPicPr>
            <a:picLocks noChangeAspect="1"/>
          </p:cNvPicPr>
          <p:nvPr/>
        </p:nvPicPr>
        <p:blipFill>
          <a:blip r:embed="rId4"/>
          <a:stretch>
            <a:fillRect/>
          </a:stretch>
        </p:blipFill>
        <p:spPr>
          <a:xfrm>
            <a:off x="9778365" y="-760095"/>
            <a:ext cx="2571750" cy="2571750"/>
          </a:xfrm>
          <a:prstGeom prst="rect">
            <a:avLst/>
          </a:prstGeom>
        </p:spPr>
      </p:pic>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6FDF9D-B5CA-31B7-0F34-FC1566469651}"/>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9479E5BE-023C-1071-932B-7F23F1B82C80}"/>
              </a:ext>
            </a:extLst>
          </p:cNvPr>
          <p:cNvSpPr/>
          <p:nvPr/>
        </p:nvSpPr>
        <p:spPr>
          <a:xfrm>
            <a:off x="457200" y="411480"/>
            <a:ext cx="10972800" cy="274320"/>
          </a:xfrm>
          <a:prstGeom prst="rect">
            <a:avLst/>
          </a:prstGeom>
          <a:noFill/>
          <a:ln/>
        </p:spPr>
        <p:txBody>
          <a:bodyPr wrap="square" lIns="0" tIns="0" rIns="0" bIns="0" rtlCol="0" anchor="ctr"/>
          <a:lstStyle/>
          <a:p>
            <a:pPr marL="0" indent="0">
              <a:buNone/>
            </a:pPr>
            <a:r>
              <a:rPr lang="en-US" sz="1100" b="1" kern="0" spc="500" dirty="0">
                <a:solidFill>
                  <a:srgbClr val="FE6768"/>
                </a:solidFill>
                <a:latin typeface="Calibri" pitchFamily="34" charset="0"/>
                <a:ea typeface="Calibri" pitchFamily="34" charset="-122"/>
                <a:cs typeface="Calibri" pitchFamily="34" charset="-120"/>
              </a:rPr>
              <a:t>§2.8</a:t>
            </a:r>
            <a:endParaRPr lang="en-US" sz="1100" dirty="0"/>
          </a:p>
        </p:txBody>
      </p:sp>
      <p:sp>
        <p:nvSpPr>
          <p:cNvPr id="3" name="Text 1">
            <a:extLst>
              <a:ext uri="{FF2B5EF4-FFF2-40B4-BE49-F238E27FC236}">
                <a16:creationId xmlns:a16="http://schemas.microsoft.com/office/drawing/2014/main" id="{00543D09-A6A9-1A95-6A17-03ADC8E7C3C2}"/>
              </a:ext>
            </a:extLst>
          </p:cNvPr>
          <p:cNvSpPr/>
          <p:nvPr/>
        </p:nvSpPr>
        <p:spPr>
          <a:xfrm>
            <a:off x="457200" y="777240"/>
            <a:ext cx="10972800" cy="822960"/>
          </a:xfrm>
          <a:prstGeom prst="rect">
            <a:avLst/>
          </a:prstGeom>
          <a:noFill/>
          <a:ln/>
        </p:spPr>
        <p:txBody>
          <a:bodyPr wrap="square" lIns="0" tIns="0" rIns="0" bIns="0" rtlCol="0" anchor="ctr"/>
          <a:lstStyle/>
          <a:p>
            <a:pPr marL="0" indent="0">
              <a:buNone/>
            </a:pPr>
            <a:r>
              <a:rPr lang="en-US" sz="4000" b="1" dirty="0">
                <a:solidFill>
                  <a:srgbClr val="4036ED"/>
                </a:solidFill>
                <a:latin typeface="Calibri" pitchFamily="34" charset="0"/>
                <a:ea typeface="Calibri" pitchFamily="34" charset="-122"/>
                <a:cs typeface="Calibri" pitchFamily="34" charset="-120"/>
              </a:rPr>
              <a:t>Las 19 consonantes</a:t>
            </a:r>
            <a:endParaRPr lang="en-US" sz="4000" dirty="0"/>
          </a:p>
        </p:txBody>
      </p:sp>
      <p:sp>
        <p:nvSpPr>
          <p:cNvPr id="4" name="Text 2">
            <a:extLst>
              <a:ext uri="{FF2B5EF4-FFF2-40B4-BE49-F238E27FC236}">
                <a16:creationId xmlns:a16="http://schemas.microsoft.com/office/drawing/2014/main" id="{CB92F106-896F-2926-6776-A7ABE6C0909C}"/>
              </a:ext>
            </a:extLst>
          </p:cNvPr>
          <p:cNvSpPr/>
          <p:nvPr/>
        </p:nvSpPr>
        <p:spPr>
          <a:xfrm>
            <a:off x="457200" y="1691640"/>
            <a:ext cx="10972800" cy="457200"/>
          </a:xfrm>
          <a:prstGeom prst="rect">
            <a:avLst/>
          </a:prstGeom>
          <a:noFill/>
          <a:ln/>
        </p:spPr>
        <p:txBody>
          <a:bodyPr wrap="square" lIns="0" tIns="0" rIns="0" bIns="0" rtlCol="0" anchor="ctr"/>
          <a:lstStyle/>
          <a:p>
            <a:pPr marL="0" indent="0">
              <a:buNone/>
            </a:pPr>
            <a:r>
              <a:rPr lang="en-US" sz="1400" i="1" dirty="0">
                <a:solidFill>
                  <a:srgbClr val="4A4A55"/>
                </a:solidFill>
                <a:latin typeface="Calibri" pitchFamily="34" charset="0"/>
                <a:ea typeface="Calibri" pitchFamily="34" charset="-122"/>
                <a:cs typeface="Calibri" pitchFamily="34" charset="-120"/>
              </a:rPr>
              <a:t>14 básicas / aspiradas  +  5 dobles  =  el sistema completo.</a:t>
            </a:r>
            <a:endParaRPr lang="en-US" sz="1400" dirty="0"/>
          </a:p>
        </p:txBody>
      </p:sp>
      <p:sp>
        <p:nvSpPr>
          <p:cNvPr id="5" name="Shape 3">
            <a:extLst>
              <a:ext uri="{FF2B5EF4-FFF2-40B4-BE49-F238E27FC236}">
                <a16:creationId xmlns:a16="http://schemas.microsoft.com/office/drawing/2014/main" id="{5DE23432-0D9D-8952-A47D-979E57C24427}"/>
              </a:ext>
            </a:extLst>
          </p:cNvPr>
          <p:cNvSpPr/>
          <p:nvPr/>
        </p:nvSpPr>
        <p:spPr>
          <a:xfrm>
            <a:off x="640080" y="2468880"/>
            <a:ext cx="10911535" cy="685800"/>
          </a:xfrm>
          <a:prstGeom prst="roundRect">
            <a:avLst>
              <a:gd name="adj" fmla="val 16000"/>
            </a:avLst>
          </a:prstGeom>
          <a:solidFill>
            <a:srgbClr val="F6F6F6"/>
          </a:solidFill>
          <a:ln w="19050">
            <a:solidFill>
              <a:srgbClr val="4036ED"/>
            </a:solidFill>
            <a:prstDash val="solid"/>
          </a:ln>
        </p:spPr>
      </p:sp>
      <p:sp>
        <p:nvSpPr>
          <p:cNvPr id="6" name="Text 4">
            <a:extLst>
              <a:ext uri="{FF2B5EF4-FFF2-40B4-BE49-F238E27FC236}">
                <a16:creationId xmlns:a16="http://schemas.microsoft.com/office/drawing/2014/main" id="{D15F58D7-B23A-623A-ED7A-E8CA03AE1F44}"/>
              </a:ext>
            </a:extLst>
          </p:cNvPr>
          <p:cNvSpPr/>
          <p:nvPr/>
        </p:nvSpPr>
        <p:spPr>
          <a:xfrm>
            <a:off x="822960" y="2468880"/>
            <a:ext cx="2743200" cy="685800"/>
          </a:xfrm>
          <a:prstGeom prst="rect">
            <a:avLst/>
          </a:prstGeom>
          <a:noFill/>
          <a:ln/>
        </p:spPr>
        <p:txBody>
          <a:bodyPr wrap="square" lIns="0" tIns="0" rIns="0" bIns="0" rtlCol="0" anchor="ctr"/>
          <a:lstStyle/>
          <a:p>
            <a:pPr marL="0" indent="0">
              <a:buNone/>
            </a:pPr>
            <a:r>
              <a:rPr lang="en-US" sz="1200" b="1" kern="0" spc="300" dirty="0">
                <a:solidFill>
                  <a:srgbClr val="4036ED"/>
                </a:solidFill>
                <a:latin typeface="Calibri" pitchFamily="34" charset="0"/>
                <a:ea typeface="Calibri" pitchFamily="34" charset="-122"/>
                <a:cs typeface="Calibri" pitchFamily="34" charset="-120"/>
              </a:rPr>
              <a:t>아음 · paladar</a:t>
            </a:r>
            <a:endParaRPr lang="en-US" sz="1200" dirty="0"/>
          </a:p>
        </p:txBody>
      </p:sp>
      <p:sp>
        <p:nvSpPr>
          <p:cNvPr id="7" name="Text 5">
            <a:extLst>
              <a:ext uri="{FF2B5EF4-FFF2-40B4-BE49-F238E27FC236}">
                <a16:creationId xmlns:a16="http://schemas.microsoft.com/office/drawing/2014/main" id="{2DB96466-C725-40E5-1DF8-88EC31EBBEF9}"/>
              </a:ext>
            </a:extLst>
          </p:cNvPr>
          <p:cNvSpPr/>
          <p:nvPr/>
        </p:nvSpPr>
        <p:spPr>
          <a:xfrm>
            <a:off x="3566160" y="2468880"/>
            <a:ext cx="2661818" cy="685800"/>
          </a:xfrm>
          <a:prstGeom prst="rect">
            <a:avLst/>
          </a:prstGeom>
          <a:noFill/>
          <a:ln/>
        </p:spPr>
        <p:txBody>
          <a:bodyPr wrap="square" lIns="0" tIns="0" rIns="0" bIns="0" rtlCol="0" anchor="ctr"/>
          <a:lstStyle/>
          <a:p>
            <a:pPr marL="0" indent="0" algn="ctr">
              <a:buNone/>
            </a:pPr>
            <a:r>
              <a:rPr lang="en-US" sz="3200" b="1" dirty="0">
                <a:solidFill>
                  <a:srgbClr val="4036ED"/>
                </a:solidFill>
                <a:latin typeface="Malgun Gothic" pitchFamily="34" charset="0"/>
                <a:ea typeface="Malgun Gothic" pitchFamily="34" charset="-122"/>
                <a:cs typeface="Malgun Gothic" pitchFamily="34" charset="-120"/>
              </a:rPr>
              <a:t>ㄱ</a:t>
            </a:r>
            <a:endParaRPr lang="en-US" sz="3200" dirty="0"/>
          </a:p>
        </p:txBody>
      </p:sp>
      <p:sp>
        <p:nvSpPr>
          <p:cNvPr id="8" name="Text 6">
            <a:extLst>
              <a:ext uri="{FF2B5EF4-FFF2-40B4-BE49-F238E27FC236}">
                <a16:creationId xmlns:a16="http://schemas.microsoft.com/office/drawing/2014/main" id="{E7D429DA-8382-7252-F592-36C0FB34147B}"/>
              </a:ext>
            </a:extLst>
          </p:cNvPr>
          <p:cNvSpPr/>
          <p:nvPr/>
        </p:nvSpPr>
        <p:spPr>
          <a:xfrm>
            <a:off x="6227978" y="2468880"/>
            <a:ext cx="2661818" cy="685800"/>
          </a:xfrm>
          <a:prstGeom prst="rect">
            <a:avLst/>
          </a:prstGeom>
          <a:noFill/>
          <a:ln/>
        </p:spPr>
        <p:txBody>
          <a:bodyPr wrap="square" lIns="0" tIns="0" rIns="0" bIns="0" rtlCol="0" anchor="ctr"/>
          <a:lstStyle/>
          <a:p>
            <a:pPr marL="0" indent="0" algn="ctr">
              <a:buNone/>
            </a:pPr>
            <a:r>
              <a:rPr lang="en-US" sz="3200" b="1" dirty="0">
                <a:solidFill>
                  <a:srgbClr val="4036ED"/>
                </a:solidFill>
                <a:latin typeface="Malgun Gothic" pitchFamily="34" charset="0"/>
                <a:ea typeface="Malgun Gothic" pitchFamily="34" charset="-122"/>
                <a:cs typeface="Malgun Gothic" pitchFamily="34" charset="-120"/>
              </a:rPr>
              <a:t>ㅋ</a:t>
            </a:r>
            <a:endParaRPr lang="en-US" sz="3200" dirty="0"/>
          </a:p>
        </p:txBody>
      </p:sp>
      <p:sp>
        <p:nvSpPr>
          <p:cNvPr id="9" name="Text 7">
            <a:extLst>
              <a:ext uri="{FF2B5EF4-FFF2-40B4-BE49-F238E27FC236}">
                <a16:creationId xmlns:a16="http://schemas.microsoft.com/office/drawing/2014/main" id="{BC23A000-521A-EE73-8FE0-07239CE136C8}"/>
              </a:ext>
            </a:extLst>
          </p:cNvPr>
          <p:cNvSpPr/>
          <p:nvPr/>
        </p:nvSpPr>
        <p:spPr>
          <a:xfrm>
            <a:off x="8889797" y="2468880"/>
            <a:ext cx="2661818" cy="685800"/>
          </a:xfrm>
          <a:prstGeom prst="rect">
            <a:avLst/>
          </a:prstGeom>
          <a:noFill/>
          <a:ln/>
        </p:spPr>
        <p:txBody>
          <a:bodyPr wrap="square" lIns="0" tIns="0" rIns="0" bIns="0" rtlCol="0" anchor="ctr"/>
          <a:lstStyle/>
          <a:p>
            <a:pPr marL="0" indent="0" algn="ctr">
              <a:buNone/>
            </a:pPr>
            <a:r>
              <a:rPr lang="en-US" sz="3200" b="1" dirty="0">
                <a:solidFill>
                  <a:srgbClr val="4036ED"/>
                </a:solidFill>
                <a:latin typeface="Malgun Gothic" pitchFamily="34" charset="0"/>
                <a:ea typeface="Malgun Gothic" pitchFamily="34" charset="-122"/>
                <a:cs typeface="Malgun Gothic" pitchFamily="34" charset="-120"/>
              </a:rPr>
              <a:t>ㄲ</a:t>
            </a:r>
            <a:endParaRPr lang="en-US" sz="3200" dirty="0"/>
          </a:p>
        </p:txBody>
      </p:sp>
      <p:sp>
        <p:nvSpPr>
          <p:cNvPr id="10" name="Shape 8">
            <a:extLst>
              <a:ext uri="{FF2B5EF4-FFF2-40B4-BE49-F238E27FC236}">
                <a16:creationId xmlns:a16="http://schemas.microsoft.com/office/drawing/2014/main" id="{96F95897-A0A3-F2A8-D348-0ABE1422FA61}"/>
              </a:ext>
            </a:extLst>
          </p:cNvPr>
          <p:cNvSpPr/>
          <p:nvPr/>
        </p:nvSpPr>
        <p:spPr>
          <a:xfrm>
            <a:off x="685800" y="3246120"/>
            <a:ext cx="10911535" cy="685800"/>
          </a:xfrm>
          <a:prstGeom prst="roundRect">
            <a:avLst>
              <a:gd name="adj" fmla="val 16000"/>
            </a:avLst>
          </a:prstGeom>
          <a:solidFill>
            <a:srgbClr val="F6F6F6"/>
          </a:solidFill>
          <a:ln w="19050">
            <a:solidFill>
              <a:srgbClr val="A79BFF"/>
            </a:solidFill>
            <a:prstDash val="solid"/>
          </a:ln>
        </p:spPr>
      </p:sp>
      <p:sp>
        <p:nvSpPr>
          <p:cNvPr id="11" name="Text 9">
            <a:extLst>
              <a:ext uri="{FF2B5EF4-FFF2-40B4-BE49-F238E27FC236}">
                <a16:creationId xmlns:a16="http://schemas.microsoft.com/office/drawing/2014/main" id="{9C9BB336-2E02-4E02-3830-FAFBCA8082BA}"/>
              </a:ext>
            </a:extLst>
          </p:cNvPr>
          <p:cNvSpPr/>
          <p:nvPr/>
        </p:nvSpPr>
        <p:spPr>
          <a:xfrm>
            <a:off x="822960" y="3246120"/>
            <a:ext cx="2743200" cy="685800"/>
          </a:xfrm>
          <a:prstGeom prst="rect">
            <a:avLst/>
          </a:prstGeom>
          <a:noFill/>
          <a:ln/>
        </p:spPr>
        <p:txBody>
          <a:bodyPr wrap="square" lIns="0" tIns="0" rIns="0" bIns="0" rtlCol="0" anchor="ctr"/>
          <a:lstStyle/>
          <a:p>
            <a:pPr marL="0" indent="0">
              <a:buNone/>
            </a:pPr>
            <a:r>
              <a:rPr lang="en-US" sz="1200" b="1" kern="0" spc="300" dirty="0">
                <a:solidFill>
                  <a:srgbClr val="A79BFF"/>
                </a:solidFill>
                <a:latin typeface="Calibri" pitchFamily="34" charset="0"/>
                <a:ea typeface="Calibri" pitchFamily="34" charset="-122"/>
                <a:cs typeface="Calibri" pitchFamily="34" charset="-120"/>
              </a:rPr>
              <a:t>설음 · lengua</a:t>
            </a:r>
            <a:endParaRPr lang="en-US" sz="1200" dirty="0"/>
          </a:p>
        </p:txBody>
      </p:sp>
      <p:sp>
        <p:nvSpPr>
          <p:cNvPr id="12" name="Text 10">
            <a:extLst>
              <a:ext uri="{FF2B5EF4-FFF2-40B4-BE49-F238E27FC236}">
                <a16:creationId xmlns:a16="http://schemas.microsoft.com/office/drawing/2014/main" id="{B102D015-488E-1B28-83D5-E0FBB8C20DBA}"/>
              </a:ext>
            </a:extLst>
          </p:cNvPr>
          <p:cNvSpPr/>
          <p:nvPr/>
        </p:nvSpPr>
        <p:spPr>
          <a:xfrm>
            <a:off x="3566160" y="3246120"/>
            <a:ext cx="1597091" cy="685800"/>
          </a:xfrm>
          <a:prstGeom prst="rect">
            <a:avLst/>
          </a:prstGeom>
          <a:noFill/>
          <a:ln/>
        </p:spPr>
        <p:txBody>
          <a:bodyPr wrap="square" lIns="0" tIns="0" rIns="0" bIns="0" rtlCol="0" anchor="ctr"/>
          <a:lstStyle/>
          <a:p>
            <a:pPr marL="0" indent="0" algn="ctr">
              <a:buNone/>
            </a:pPr>
            <a:r>
              <a:rPr lang="en-US" sz="3200" b="1" dirty="0">
                <a:solidFill>
                  <a:srgbClr val="A79BFF"/>
                </a:solidFill>
                <a:latin typeface="Malgun Gothic" pitchFamily="34" charset="0"/>
                <a:ea typeface="Malgun Gothic" pitchFamily="34" charset="-122"/>
                <a:cs typeface="Malgun Gothic" pitchFamily="34" charset="-120"/>
              </a:rPr>
              <a:t>ㄴ</a:t>
            </a:r>
            <a:endParaRPr lang="en-US" sz="3200" dirty="0"/>
          </a:p>
        </p:txBody>
      </p:sp>
      <p:sp>
        <p:nvSpPr>
          <p:cNvPr id="13" name="Text 11">
            <a:extLst>
              <a:ext uri="{FF2B5EF4-FFF2-40B4-BE49-F238E27FC236}">
                <a16:creationId xmlns:a16="http://schemas.microsoft.com/office/drawing/2014/main" id="{6D4AF492-D56D-2914-F6A6-52F74B2F15BA}"/>
              </a:ext>
            </a:extLst>
          </p:cNvPr>
          <p:cNvSpPr/>
          <p:nvPr/>
        </p:nvSpPr>
        <p:spPr>
          <a:xfrm>
            <a:off x="5163251" y="3246120"/>
            <a:ext cx="1597091" cy="685800"/>
          </a:xfrm>
          <a:prstGeom prst="rect">
            <a:avLst/>
          </a:prstGeom>
          <a:noFill/>
          <a:ln/>
        </p:spPr>
        <p:txBody>
          <a:bodyPr wrap="square" lIns="0" tIns="0" rIns="0" bIns="0" rtlCol="0" anchor="ctr"/>
          <a:lstStyle/>
          <a:p>
            <a:pPr marL="0" indent="0" algn="ctr">
              <a:buNone/>
            </a:pPr>
            <a:r>
              <a:rPr lang="en-US" sz="3200" b="1" dirty="0">
                <a:solidFill>
                  <a:srgbClr val="A79BFF"/>
                </a:solidFill>
                <a:latin typeface="Malgun Gothic" pitchFamily="34" charset="0"/>
                <a:ea typeface="Malgun Gothic" pitchFamily="34" charset="-122"/>
                <a:cs typeface="Malgun Gothic" pitchFamily="34" charset="-120"/>
              </a:rPr>
              <a:t>ㄷ</a:t>
            </a:r>
            <a:endParaRPr lang="en-US" sz="3200" dirty="0"/>
          </a:p>
        </p:txBody>
      </p:sp>
      <p:sp>
        <p:nvSpPr>
          <p:cNvPr id="14" name="Text 12">
            <a:extLst>
              <a:ext uri="{FF2B5EF4-FFF2-40B4-BE49-F238E27FC236}">
                <a16:creationId xmlns:a16="http://schemas.microsoft.com/office/drawing/2014/main" id="{4A40C356-45D0-3F2F-67A2-FCB4B8B2E8D3}"/>
              </a:ext>
            </a:extLst>
          </p:cNvPr>
          <p:cNvSpPr/>
          <p:nvPr/>
        </p:nvSpPr>
        <p:spPr>
          <a:xfrm>
            <a:off x="6760342" y="3246120"/>
            <a:ext cx="1597091" cy="685800"/>
          </a:xfrm>
          <a:prstGeom prst="rect">
            <a:avLst/>
          </a:prstGeom>
          <a:noFill/>
          <a:ln/>
        </p:spPr>
        <p:txBody>
          <a:bodyPr wrap="square" lIns="0" tIns="0" rIns="0" bIns="0" rtlCol="0" anchor="ctr"/>
          <a:lstStyle/>
          <a:p>
            <a:pPr marL="0" indent="0" algn="ctr">
              <a:buNone/>
            </a:pPr>
            <a:r>
              <a:rPr lang="en-US" sz="3200" b="1" dirty="0">
                <a:solidFill>
                  <a:srgbClr val="A79BFF"/>
                </a:solidFill>
                <a:latin typeface="Malgun Gothic" pitchFamily="34" charset="0"/>
                <a:ea typeface="Malgun Gothic" pitchFamily="34" charset="-122"/>
                <a:cs typeface="Malgun Gothic" pitchFamily="34" charset="-120"/>
              </a:rPr>
              <a:t>ㅌ</a:t>
            </a:r>
            <a:endParaRPr lang="en-US" sz="3200" dirty="0"/>
          </a:p>
        </p:txBody>
      </p:sp>
      <p:sp>
        <p:nvSpPr>
          <p:cNvPr id="15" name="Text 13">
            <a:extLst>
              <a:ext uri="{FF2B5EF4-FFF2-40B4-BE49-F238E27FC236}">
                <a16:creationId xmlns:a16="http://schemas.microsoft.com/office/drawing/2014/main" id="{C2754572-3BEB-FD94-4EBD-15C4411399E5}"/>
              </a:ext>
            </a:extLst>
          </p:cNvPr>
          <p:cNvSpPr/>
          <p:nvPr/>
        </p:nvSpPr>
        <p:spPr>
          <a:xfrm>
            <a:off x="8357433" y="3246120"/>
            <a:ext cx="1597091" cy="685800"/>
          </a:xfrm>
          <a:prstGeom prst="rect">
            <a:avLst/>
          </a:prstGeom>
          <a:noFill/>
          <a:ln/>
        </p:spPr>
        <p:txBody>
          <a:bodyPr wrap="square" lIns="0" tIns="0" rIns="0" bIns="0" rtlCol="0" anchor="ctr"/>
          <a:lstStyle/>
          <a:p>
            <a:pPr marL="0" indent="0" algn="ctr">
              <a:buNone/>
            </a:pPr>
            <a:r>
              <a:rPr lang="en-US" sz="3200" b="1" dirty="0">
                <a:solidFill>
                  <a:srgbClr val="A79BFF"/>
                </a:solidFill>
                <a:latin typeface="Malgun Gothic" pitchFamily="34" charset="0"/>
                <a:ea typeface="Malgun Gothic" pitchFamily="34" charset="-122"/>
                <a:cs typeface="Malgun Gothic" pitchFamily="34" charset="-120"/>
              </a:rPr>
              <a:t>ㄸ</a:t>
            </a:r>
            <a:endParaRPr lang="en-US" sz="3200" dirty="0"/>
          </a:p>
        </p:txBody>
      </p:sp>
      <p:sp>
        <p:nvSpPr>
          <p:cNvPr id="16" name="Text 14">
            <a:extLst>
              <a:ext uri="{FF2B5EF4-FFF2-40B4-BE49-F238E27FC236}">
                <a16:creationId xmlns:a16="http://schemas.microsoft.com/office/drawing/2014/main" id="{316A1083-2746-503B-4BA8-9CAB30FC22C4}"/>
              </a:ext>
            </a:extLst>
          </p:cNvPr>
          <p:cNvSpPr/>
          <p:nvPr/>
        </p:nvSpPr>
        <p:spPr>
          <a:xfrm>
            <a:off x="9954524" y="3246120"/>
            <a:ext cx="1597091" cy="685800"/>
          </a:xfrm>
          <a:prstGeom prst="rect">
            <a:avLst/>
          </a:prstGeom>
          <a:noFill/>
          <a:ln/>
        </p:spPr>
        <p:txBody>
          <a:bodyPr wrap="square" lIns="0" tIns="0" rIns="0" bIns="0" rtlCol="0" anchor="ctr"/>
          <a:lstStyle/>
          <a:p>
            <a:pPr marL="0" indent="0" algn="ctr">
              <a:buNone/>
            </a:pPr>
            <a:r>
              <a:rPr lang="en-US" sz="3200" b="1" dirty="0">
                <a:solidFill>
                  <a:srgbClr val="A79BFF"/>
                </a:solidFill>
                <a:latin typeface="Malgun Gothic" pitchFamily="34" charset="0"/>
                <a:ea typeface="Malgun Gothic" pitchFamily="34" charset="-122"/>
                <a:cs typeface="Malgun Gothic" pitchFamily="34" charset="-120"/>
              </a:rPr>
              <a:t>ㄹ</a:t>
            </a:r>
            <a:endParaRPr lang="en-US" sz="3200" dirty="0"/>
          </a:p>
        </p:txBody>
      </p:sp>
      <p:sp>
        <p:nvSpPr>
          <p:cNvPr id="17" name="Shape 15">
            <a:extLst>
              <a:ext uri="{FF2B5EF4-FFF2-40B4-BE49-F238E27FC236}">
                <a16:creationId xmlns:a16="http://schemas.microsoft.com/office/drawing/2014/main" id="{AC7E3D4E-F5FA-F591-0EEA-2A184B9B7C7F}"/>
              </a:ext>
            </a:extLst>
          </p:cNvPr>
          <p:cNvSpPr/>
          <p:nvPr/>
        </p:nvSpPr>
        <p:spPr>
          <a:xfrm>
            <a:off x="626445" y="4023360"/>
            <a:ext cx="10911535" cy="685800"/>
          </a:xfrm>
          <a:prstGeom prst="roundRect">
            <a:avLst>
              <a:gd name="adj" fmla="val 16000"/>
            </a:avLst>
          </a:prstGeom>
          <a:solidFill>
            <a:srgbClr val="F6F6F6"/>
          </a:solidFill>
          <a:ln w="19050">
            <a:solidFill>
              <a:srgbClr val="FE6768"/>
            </a:solidFill>
            <a:prstDash val="solid"/>
          </a:ln>
        </p:spPr>
      </p:sp>
      <p:sp>
        <p:nvSpPr>
          <p:cNvPr id="18" name="Text 16">
            <a:extLst>
              <a:ext uri="{FF2B5EF4-FFF2-40B4-BE49-F238E27FC236}">
                <a16:creationId xmlns:a16="http://schemas.microsoft.com/office/drawing/2014/main" id="{4499E03D-7FFB-6B72-9AB9-5952261CC7FD}"/>
              </a:ext>
            </a:extLst>
          </p:cNvPr>
          <p:cNvSpPr/>
          <p:nvPr/>
        </p:nvSpPr>
        <p:spPr>
          <a:xfrm>
            <a:off x="822960" y="4023360"/>
            <a:ext cx="2743200" cy="685800"/>
          </a:xfrm>
          <a:prstGeom prst="rect">
            <a:avLst/>
          </a:prstGeom>
          <a:noFill/>
          <a:ln/>
        </p:spPr>
        <p:txBody>
          <a:bodyPr wrap="square" lIns="0" tIns="0" rIns="0" bIns="0" rtlCol="0" anchor="ctr"/>
          <a:lstStyle/>
          <a:p>
            <a:pPr marL="0" indent="0">
              <a:buNone/>
            </a:pPr>
            <a:r>
              <a:rPr lang="en-US" sz="1200" b="1" kern="0" spc="300" dirty="0">
                <a:solidFill>
                  <a:srgbClr val="FE6768"/>
                </a:solidFill>
                <a:latin typeface="Calibri" pitchFamily="34" charset="0"/>
                <a:ea typeface="Calibri" pitchFamily="34" charset="-122"/>
                <a:cs typeface="Calibri" pitchFamily="34" charset="-120"/>
              </a:rPr>
              <a:t>순음 · labios</a:t>
            </a:r>
            <a:endParaRPr lang="en-US" sz="1200" dirty="0"/>
          </a:p>
        </p:txBody>
      </p:sp>
      <p:sp>
        <p:nvSpPr>
          <p:cNvPr id="19" name="Text 17">
            <a:extLst>
              <a:ext uri="{FF2B5EF4-FFF2-40B4-BE49-F238E27FC236}">
                <a16:creationId xmlns:a16="http://schemas.microsoft.com/office/drawing/2014/main" id="{0C30A979-F135-A57C-182D-77AC61488467}"/>
              </a:ext>
            </a:extLst>
          </p:cNvPr>
          <p:cNvSpPr/>
          <p:nvPr/>
        </p:nvSpPr>
        <p:spPr>
          <a:xfrm>
            <a:off x="3566160" y="4023360"/>
            <a:ext cx="1996364" cy="685800"/>
          </a:xfrm>
          <a:prstGeom prst="rect">
            <a:avLst/>
          </a:prstGeom>
          <a:noFill/>
          <a:ln/>
        </p:spPr>
        <p:txBody>
          <a:bodyPr wrap="square" lIns="0" tIns="0" rIns="0" bIns="0" rtlCol="0" anchor="ctr"/>
          <a:lstStyle/>
          <a:p>
            <a:pPr marL="0" indent="0" algn="ctr">
              <a:buNone/>
            </a:pPr>
            <a:r>
              <a:rPr lang="en-US" sz="3200" b="1" dirty="0">
                <a:solidFill>
                  <a:srgbClr val="FE6768"/>
                </a:solidFill>
                <a:latin typeface="Malgun Gothic" pitchFamily="34" charset="0"/>
                <a:ea typeface="Malgun Gothic" pitchFamily="34" charset="-122"/>
                <a:cs typeface="Malgun Gothic" pitchFamily="34" charset="-120"/>
              </a:rPr>
              <a:t>ㅁ</a:t>
            </a:r>
            <a:endParaRPr lang="en-US" sz="3200" dirty="0"/>
          </a:p>
        </p:txBody>
      </p:sp>
      <p:sp>
        <p:nvSpPr>
          <p:cNvPr id="20" name="Text 18">
            <a:extLst>
              <a:ext uri="{FF2B5EF4-FFF2-40B4-BE49-F238E27FC236}">
                <a16:creationId xmlns:a16="http://schemas.microsoft.com/office/drawing/2014/main" id="{023B13F7-0853-5A4A-12A6-73FAC158A7CC}"/>
              </a:ext>
            </a:extLst>
          </p:cNvPr>
          <p:cNvSpPr/>
          <p:nvPr/>
        </p:nvSpPr>
        <p:spPr>
          <a:xfrm>
            <a:off x="5562524" y="4023360"/>
            <a:ext cx="1996364" cy="685800"/>
          </a:xfrm>
          <a:prstGeom prst="rect">
            <a:avLst/>
          </a:prstGeom>
          <a:noFill/>
          <a:ln/>
        </p:spPr>
        <p:txBody>
          <a:bodyPr wrap="square" lIns="0" tIns="0" rIns="0" bIns="0" rtlCol="0" anchor="ctr"/>
          <a:lstStyle/>
          <a:p>
            <a:pPr marL="0" indent="0" algn="ctr">
              <a:buNone/>
            </a:pPr>
            <a:r>
              <a:rPr lang="en-US" sz="3200" b="1" dirty="0">
                <a:solidFill>
                  <a:srgbClr val="FE6768"/>
                </a:solidFill>
                <a:latin typeface="Malgun Gothic" pitchFamily="34" charset="0"/>
                <a:ea typeface="Malgun Gothic" pitchFamily="34" charset="-122"/>
                <a:cs typeface="Malgun Gothic" pitchFamily="34" charset="-120"/>
              </a:rPr>
              <a:t>ㅂ</a:t>
            </a:r>
            <a:endParaRPr lang="en-US" sz="3200" dirty="0"/>
          </a:p>
        </p:txBody>
      </p:sp>
      <p:sp>
        <p:nvSpPr>
          <p:cNvPr id="21" name="Text 19">
            <a:extLst>
              <a:ext uri="{FF2B5EF4-FFF2-40B4-BE49-F238E27FC236}">
                <a16:creationId xmlns:a16="http://schemas.microsoft.com/office/drawing/2014/main" id="{D64A4652-BB14-1EE1-93A9-45F561054444}"/>
              </a:ext>
            </a:extLst>
          </p:cNvPr>
          <p:cNvSpPr/>
          <p:nvPr/>
        </p:nvSpPr>
        <p:spPr>
          <a:xfrm>
            <a:off x="7558888" y="4023360"/>
            <a:ext cx="1996364" cy="685800"/>
          </a:xfrm>
          <a:prstGeom prst="rect">
            <a:avLst/>
          </a:prstGeom>
          <a:noFill/>
          <a:ln/>
        </p:spPr>
        <p:txBody>
          <a:bodyPr wrap="square" lIns="0" tIns="0" rIns="0" bIns="0" rtlCol="0" anchor="ctr"/>
          <a:lstStyle/>
          <a:p>
            <a:pPr marL="0" indent="0" algn="ctr">
              <a:buNone/>
            </a:pPr>
            <a:r>
              <a:rPr lang="en-US" sz="3200" b="1" dirty="0">
                <a:solidFill>
                  <a:srgbClr val="FE6768"/>
                </a:solidFill>
                <a:latin typeface="Malgun Gothic" pitchFamily="34" charset="0"/>
                <a:ea typeface="Malgun Gothic" pitchFamily="34" charset="-122"/>
                <a:cs typeface="Malgun Gothic" pitchFamily="34" charset="-120"/>
              </a:rPr>
              <a:t>ㅍ</a:t>
            </a:r>
            <a:endParaRPr lang="en-US" sz="3200" dirty="0"/>
          </a:p>
        </p:txBody>
      </p:sp>
      <p:sp>
        <p:nvSpPr>
          <p:cNvPr id="22" name="Text 20">
            <a:extLst>
              <a:ext uri="{FF2B5EF4-FFF2-40B4-BE49-F238E27FC236}">
                <a16:creationId xmlns:a16="http://schemas.microsoft.com/office/drawing/2014/main" id="{6FD8EC09-48F5-3D60-A160-895BD2C89A89}"/>
              </a:ext>
            </a:extLst>
          </p:cNvPr>
          <p:cNvSpPr/>
          <p:nvPr/>
        </p:nvSpPr>
        <p:spPr>
          <a:xfrm>
            <a:off x="9555251" y="4023360"/>
            <a:ext cx="1996364" cy="685800"/>
          </a:xfrm>
          <a:prstGeom prst="rect">
            <a:avLst/>
          </a:prstGeom>
          <a:noFill/>
          <a:ln/>
        </p:spPr>
        <p:txBody>
          <a:bodyPr wrap="square" lIns="0" tIns="0" rIns="0" bIns="0" rtlCol="0" anchor="ctr"/>
          <a:lstStyle/>
          <a:p>
            <a:pPr marL="0" indent="0" algn="ctr">
              <a:buNone/>
            </a:pPr>
            <a:r>
              <a:rPr lang="en-US" sz="3200" b="1" dirty="0">
                <a:solidFill>
                  <a:srgbClr val="FE6768"/>
                </a:solidFill>
                <a:latin typeface="Malgun Gothic" pitchFamily="34" charset="0"/>
                <a:ea typeface="Malgun Gothic" pitchFamily="34" charset="-122"/>
                <a:cs typeface="Malgun Gothic" pitchFamily="34" charset="-120"/>
              </a:rPr>
              <a:t>ㅃ</a:t>
            </a:r>
            <a:endParaRPr lang="en-US" sz="3200" dirty="0"/>
          </a:p>
        </p:txBody>
      </p:sp>
      <p:sp>
        <p:nvSpPr>
          <p:cNvPr id="23" name="Shape 21">
            <a:extLst>
              <a:ext uri="{FF2B5EF4-FFF2-40B4-BE49-F238E27FC236}">
                <a16:creationId xmlns:a16="http://schemas.microsoft.com/office/drawing/2014/main" id="{C1DFE266-A2F2-5C4B-7463-8811B2730CAB}"/>
              </a:ext>
            </a:extLst>
          </p:cNvPr>
          <p:cNvSpPr/>
          <p:nvPr/>
        </p:nvSpPr>
        <p:spPr>
          <a:xfrm>
            <a:off x="640080" y="4800600"/>
            <a:ext cx="10911535" cy="685800"/>
          </a:xfrm>
          <a:prstGeom prst="roundRect">
            <a:avLst>
              <a:gd name="adj" fmla="val 16000"/>
            </a:avLst>
          </a:prstGeom>
          <a:solidFill>
            <a:srgbClr val="F6F6F6"/>
          </a:solidFill>
          <a:ln w="19050">
            <a:solidFill>
              <a:srgbClr val="FE6768"/>
            </a:solidFill>
            <a:prstDash val="solid"/>
          </a:ln>
        </p:spPr>
      </p:sp>
      <p:sp>
        <p:nvSpPr>
          <p:cNvPr id="24" name="Text 22">
            <a:extLst>
              <a:ext uri="{FF2B5EF4-FFF2-40B4-BE49-F238E27FC236}">
                <a16:creationId xmlns:a16="http://schemas.microsoft.com/office/drawing/2014/main" id="{87DD95CD-53A5-CC14-14D1-84DD046C03EE}"/>
              </a:ext>
            </a:extLst>
          </p:cNvPr>
          <p:cNvSpPr/>
          <p:nvPr/>
        </p:nvSpPr>
        <p:spPr>
          <a:xfrm>
            <a:off x="822960" y="4800600"/>
            <a:ext cx="2743200" cy="685800"/>
          </a:xfrm>
          <a:prstGeom prst="rect">
            <a:avLst/>
          </a:prstGeom>
          <a:noFill/>
          <a:ln/>
        </p:spPr>
        <p:txBody>
          <a:bodyPr wrap="square" lIns="0" tIns="0" rIns="0" bIns="0" rtlCol="0" anchor="ctr"/>
          <a:lstStyle/>
          <a:p>
            <a:pPr marL="0" indent="0">
              <a:buNone/>
            </a:pPr>
            <a:r>
              <a:rPr lang="en-US" sz="1200" b="1" kern="0" spc="300" dirty="0">
                <a:solidFill>
                  <a:srgbClr val="FE6768"/>
                </a:solidFill>
                <a:latin typeface="Calibri" pitchFamily="34" charset="0"/>
                <a:ea typeface="Calibri" pitchFamily="34" charset="-122"/>
                <a:cs typeface="Calibri" pitchFamily="34" charset="-120"/>
              </a:rPr>
              <a:t>치음 · dientes</a:t>
            </a:r>
            <a:endParaRPr lang="en-US" sz="1200" dirty="0"/>
          </a:p>
        </p:txBody>
      </p:sp>
      <p:sp>
        <p:nvSpPr>
          <p:cNvPr id="25" name="Text 23">
            <a:extLst>
              <a:ext uri="{FF2B5EF4-FFF2-40B4-BE49-F238E27FC236}">
                <a16:creationId xmlns:a16="http://schemas.microsoft.com/office/drawing/2014/main" id="{01F4816A-D7D2-C203-50DE-2F508DC02B32}"/>
              </a:ext>
            </a:extLst>
          </p:cNvPr>
          <p:cNvSpPr/>
          <p:nvPr/>
        </p:nvSpPr>
        <p:spPr>
          <a:xfrm>
            <a:off x="3566160" y="4800600"/>
            <a:ext cx="1597091" cy="685800"/>
          </a:xfrm>
          <a:prstGeom prst="rect">
            <a:avLst/>
          </a:prstGeom>
          <a:noFill/>
          <a:ln/>
        </p:spPr>
        <p:txBody>
          <a:bodyPr wrap="square" lIns="0" tIns="0" rIns="0" bIns="0" rtlCol="0" anchor="ctr"/>
          <a:lstStyle/>
          <a:p>
            <a:pPr marL="0" indent="0" algn="ctr">
              <a:buNone/>
            </a:pPr>
            <a:r>
              <a:rPr lang="en-US" sz="3200" b="1" dirty="0">
                <a:solidFill>
                  <a:srgbClr val="FE6768"/>
                </a:solidFill>
                <a:latin typeface="Malgun Gothic" pitchFamily="34" charset="0"/>
                <a:ea typeface="Malgun Gothic" pitchFamily="34" charset="-122"/>
                <a:cs typeface="Malgun Gothic" pitchFamily="34" charset="-120"/>
              </a:rPr>
              <a:t>ㅅ</a:t>
            </a:r>
            <a:endParaRPr lang="en-US" sz="3200" dirty="0"/>
          </a:p>
        </p:txBody>
      </p:sp>
      <p:sp>
        <p:nvSpPr>
          <p:cNvPr id="26" name="Text 24">
            <a:extLst>
              <a:ext uri="{FF2B5EF4-FFF2-40B4-BE49-F238E27FC236}">
                <a16:creationId xmlns:a16="http://schemas.microsoft.com/office/drawing/2014/main" id="{048A5BBE-7BC2-8522-263E-0E350E14F25A}"/>
              </a:ext>
            </a:extLst>
          </p:cNvPr>
          <p:cNvSpPr/>
          <p:nvPr/>
        </p:nvSpPr>
        <p:spPr>
          <a:xfrm>
            <a:off x="5163251" y="4800600"/>
            <a:ext cx="1597091" cy="685800"/>
          </a:xfrm>
          <a:prstGeom prst="rect">
            <a:avLst/>
          </a:prstGeom>
          <a:noFill/>
          <a:ln/>
        </p:spPr>
        <p:txBody>
          <a:bodyPr wrap="square" lIns="0" tIns="0" rIns="0" bIns="0" rtlCol="0" anchor="ctr"/>
          <a:lstStyle/>
          <a:p>
            <a:pPr marL="0" indent="0" algn="ctr">
              <a:buNone/>
            </a:pPr>
            <a:r>
              <a:rPr lang="en-US" sz="3200" b="1" dirty="0">
                <a:solidFill>
                  <a:srgbClr val="FE6768"/>
                </a:solidFill>
                <a:latin typeface="Malgun Gothic" pitchFamily="34" charset="0"/>
                <a:ea typeface="Malgun Gothic" pitchFamily="34" charset="-122"/>
                <a:cs typeface="Malgun Gothic" pitchFamily="34" charset="-120"/>
              </a:rPr>
              <a:t>ㅈ</a:t>
            </a:r>
            <a:endParaRPr lang="en-US" sz="3200" dirty="0"/>
          </a:p>
        </p:txBody>
      </p:sp>
      <p:sp>
        <p:nvSpPr>
          <p:cNvPr id="27" name="Text 25">
            <a:extLst>
              <a:ext uri="{FF2B5EF4-FFF2-40B4-BE49-F238E27FC236}">
                <a16:creationId xmlns:a16="http://schemas.microsoft.com/office/drawing/2014/main" id="{62387AA2-E861-9A1A-895E-9B5203020735}"/>
              </a:ext>
            </a:extLst>
          </p:cNvPr>
          <p:cNvSpPr/>
          <p:nvPr/>
        </p:nvSpPr>
        <p:spPr>
          <a:xfrm>
            <a:off x="6760342" y="4800600"/>
            <a:ext cx="1597091" cy="685800"/>
          </a:xfrm>
          <a:prstGeom prst="rect">
            <a:avLst/>
          </a:prstGeom>
          <a:noFill/>
          <a:ln/>
        </p:spPr>
        <p:txBody>
          <a:bodyPr wrap="square" lIns="0" tIns="0" rIns="0" bIns="0" rtlCol="0" anchor="ctr"/>
          <a:lstStyle/>
          <a:p>
            <a:pPr marL="0" indent="0" algn="ctr">
              <a:buNone/>
            </a:pPr>
            <a:r>
              <a:rPr lang="en-US" sz="3200" b="1" dirty="0">
                <a:solidFill>
                  <a:srgbClr val="FE6768"/>
                </a:solidFill>
                <a:latin typeface="Malgun Gothic" pitchFamily="34" charset="0"/>
                <a:ea typeface="Malgun Gothic" pitchFamily="34" charset="-122"/>
                <a:cs typeface="Malgun Gothic" pitchFamily="34" charset="-120"/>
              </a:rPr>
              <a:t>ㅊ</a:t>
            </a:r>
            <a:endParaRPr lang="en-US" sz="3200" dirty="0"/>
          </a:p>
        </p:txBody>
      </p:sp>
      <p:sp>
        <p:nvSpPr>
          <p:cNvPr id="28" name="Text 26">
            <a:extLst>
              <a:ext uri="{FF2B5EF4-FFF2-40B4-BE49-F238E27FC236}">
                <a16:creationId xmlns:a16="http://schemas.microsoft.com/office/drawing/2014/main" id="{8E573605-1503-C7AC-5ABA-19E3995A64BA}"/>
              </a:ext>
            </a:extLst>
          </p:cNvPr>
          <p:cNvSpPr/>
          <p:nvPr/>
        </p:nvSpPr>
        <p:spPr>
          <a:xfrm>
            <a:off x="8357433" y="4800600"/>
            <a:ext cx="1597091" cy="685800"/>
          </a:xfrm>
          <a:prstGeom prst="rect">
            <a:avLst/>
          </a:prstGeom>
          <a:noFill/>
          <a:ln/>
        </p:spPr>
        <p:txBody>
          <a:bodyPr wrap="square" lIns="0" tIns="0" rIns="0" bIns="0" rtlCol="0" anchor="ctr"/>
          <a:lstStyle/>
          <a:p>
            <a:pPr marL="0" indent="0" algn="ctr">
              <a:buNone/>
            </a:pPr>
            <a:r>
              <a:rPr lang="en-US" sz="3200" b="1" dirty="0">
                <a:solidFill>
                  <a:srgbClr val="FE6768"/>
                </a:solidFill>
                <a:latin typeface="Malgun Gothic" pitchFamily="34" charset="0"/>
                <a:ea typeface="Malgun Gothic" pitchFamily="34" charset="-122"/>
                <a:cs typeface="Malgun Gothic" pitchFamily="34" charset="-120"/>
              </a:rPr>
              <a:t>ㅆ</a:t>
            </a:r>
            <a:endParaRPr lang="en-US" sz="3200" dirty="0"/>
          </a:p>
        </p:txBody>
      </p:sp>
      <p:sp>
        <p:nvSpPr>
          <p:cNvPr id="29" name="Text 27">
            <a:extLst>
              <a:ext uri="{FF2B5EF4-FFF2-40B4-BE49-F238E27FC236}">
                <a16:creationId xmlns:a16="http://schemas.microsoft.com/office/drawing/2014/main" id="{B1F506A3-1443-20F8-F65A-4872A399592F}"/>
              </a:ext>
            </a:extLst>
          </p:cNvPr>
          <p:cNvSpPr/>
          <p:nvPr/>
        </p:nvSpPr>
        <p:spPr>
          <a:xfrm>
            <a:off x="9954524" y="4800600"/>
            <a:ext cx="1597091" cy="685800"/>
          </a:xfrm>
          <a:prstGeom prst="rect">
            <a:avLst/>
          </a:prstGeom>
          <a:noFill/>
          <a:ln/>
        </p:spPr>
        <p:txBody>
          <a:bodyPr wrap="square" lIns="0" tIns="0" rIns="0" bIns="0" rtlCol="0" anchor="ctr"/>
          <a:lstStyle/>
          <a:p>
            <a:pPr marL="0" indent="0" algn="ctr">
              <a:buNone/>
            </a:pPr>
            <a:r>
              <a:rPr lang="en-US" sz="3200" b="1" dirty="0">
                <a:solidFill>
                  <a:srgbClr val="FE6768"/>
                </a:solidFill>
                <a:latin typeface="Malgun Gothic" pitchFamily="34" charset="0"/>
                <a:ea typeface="Malgun Gothic" pitchFamily="34" charset="-122"/>
                <a:cs typeface="Malgun Gothic" pitchFamily="34" charset="-120"/>
              </a:rPr>
              <a:t>ㅉ</a:t>
            </a:r>
            <a:endParaRPr lang="en-US" sz="3200" dirty="0"/>
          </a:p>
        </p:txBody>
      </p:sp>
      <p:sp>
        <p:nvSpPr>
          <p:cNvPr id="30" name="Shape 28">
            <a:extLst>
              <a:ext uri="{FF2B5EF4-FFF2-40B4-BE49-F238E27FC236}">
                <a16:creationId xmlns:a16="http://schemas.microsoft.com/office/drawing/2014/main" id="{07265F30-C27A-A3E1-F08B-33130694D64B}"/>
              </a:ext>
            </a:extLst>
          </p:cNvPr>
          <p:cNvSpPr/>
          <p:nvPr/>
        </p:nvSpPr>
        <p:spPr>
          <a:xfrm>
            <a:off x="640080" y="5577840"/>
            <a:ext cx="10911535" cy="685800"/>
          </a:xfrm>
          <a:prstGeom prst="roundRect">
            <a:avLst>
              <a:gd name="adj" fmla="val 16000"/>
            </a:avLst>
          </a:prstGeom>
          <a:solidFill>
            <a:srgbClr val="F6F6F6"/>
          </a:solidFill>
          <a:ln w="19050">
            <a:solidFill>
              <a:srgbClr val="4036ED"/>
            </a:solidFill>
            <a:prstDash val="solid"/>
          </a:ln>
        </p:spPr>
      </p:sp>
      <p:sp>
        <p:nvSpPr>
          <p:cNvPr id="31" name="Text 29">
            <a:extLst>
              <a:ext uri="{FF2B5EF4-FFF2-40B4-BE49-F238E27FC236}">
                <a16:creationId xmlns:a16="http://schemas.microsoft.com/office/drawing/2014/main" id="{F0E8AC61-DB19-632A-24DE-6FC591EFFDFF}"/>
              </a:ext>
            </a:extLst>
          </p:cNvPr>
          <p:cNvSpPr/>
          <p:nvPr/>
        </p:nvSpPr>
        <p:spPr>
          <a:xfrm>
            <a:off x="822960" y="5577840"/>
            <a:ext cx="2743200" cy="685800"/>
          </a:xfrm>
          <a:prstGeom prst="rect">
            <a:avLst/>
          </a:prstGeom>
          <a:noFill/>
          <a:ln/>
        </p:spPr>
        <p:txBody>
          <a:bodyPr wrap="square" lIns="0" tIns="0" rIns="0" bIns="0" rtlCol="0" anchor="ctr"/>
          <a:lstStyle/>
          <a:p>
            <a:pPr marL="0" indent="0">
              <a:buNone/>
            </a:pPr>
            <a:r>
              <a:rPr lang="en-US" sz="1200" b="1" kern="0" spc="300" dirty="0">
                <a:solidFill>
                  <a:srgbClr val="4036ED"/>
                </a:solidFill>
                <a:latin typeface="Calibri" pitchFamily="34" charset="0"/>
                <a:ea typeface="Calibri" pitchFamily="34" charset="-122"/>
                <a:cs typeface="Calibri" pitchFamily="34" charset="-120"/>
              </a:rPr>
              <a:t>후음 · garganta</a:t>
            </a:r>
            <a:endParaRPr lang="en-US" sz="1200" dirty="0"/>
          </a:p>
        </p:txBody>
      </p:sp>
      <p:sp>
        <p:nvSpPr>
          <p:cNvPr id="32" name="Text 30">
            <a:extLst>
              <a:ext uri="{FF2B5EF4-FFF2-40B4-BE49-F238E27FC236}">
                <a16:creationId xmlns:a16="http://schemas.microsoft.com/office/drawing/2014/main" id="{FBBD611D-40D7-E64F-58BE-26A83BB34D29}"/>
              </a:ext>
            </a:extLst>
          </p:cNvPr>
          <p:cNvSpPr/>
          <p:nvPr/>
        </p:nvSpPr>
        <p:spPr>
          <a:xfrm>
            <a:off x="3566160" y="5577840"/>
            <a:ext cx="3992728" cy="685800"/>
          </a:xfrm>
          <a:prstGeom prst="rect">
            <a:avLst/>
          </a:prstGeom>
          <a:noFill/>
          <a:ln/>
        </p:spPr>
        <p:txBody>
          <a:bodyPr wrap="square" lIns="0" tIns="0" rIns="0" bIns="0" rtlCol="0" anchor="ctr"/>
          <a:lstStyle/>
          <a:p>
            <a:pPr marL="0" indent="0" algn="ctr">
              <a:buNone/>
            </a:pPr>
            <a:r>
              <a:rPr lang="en-US" sz="3200" b="1" dirty="0">
                <a:solidFill>
                  <a:srgbClr val="4036ED"/>
                </a:solidFill>
                <a:latin typeface="Malgun Gothic" pitchFamily="34" charset="0"/>
                <a:ea typeface="Malgun Gothic" pitchFamily="34" charset="-122"/>
                <a:cs typeface="Malgun Gothic" pitchFamily="34" charset="-120"/>
              </a:rPr>
              <a:t>ㅇ</a:t>
            </a:r>
            <a:endParaRPr lang="en-US" sz="3200" dirty="0"/>
          </a:p>
        </p:txBody>
      </p:sp>
      <p:sp>
        <p:nvSpPr>
          <p:cNvPr id="33" name="Text 31">
            <a:extLst>
              <a:ext uri="{FF2B5EF4-FFF2-40B4-BE49-F238E27FC236}">
                <a16:creationId xmlns:a16="http://schemas.microsoft.com/office/drawing/2014/main" id="{26D6730B-B2CF-0978-485A-02FDFF7E2F29}"/>
              </a:ext>
            </a:extLst>
          </p:cNvPr>
          <p:cNvSpPr/>
          <p:nvPr/>
        </p:nvSpPr>
        <p:spPr>
          <a:xfrm>
            <a:off x="7558888" y="5577840"/>
            <a:ext cx="3992728" cy="685800"/>
          </a:xfrm>
          <a:prstGeom prst="rect">
            <a:avLst/>
          </a:prstGeom>
          <a:noFill/>
          <a:ln/>
        </p:spPr>
        <p:txBody>
          <a:bodyPr wrap="square" lIns="0" tIns="0" rIns="0" bIns="0" rtlCol="0" anchor="ctr"/>
          <a:lstStyle/>
          <a:p>
            <a:pPr marL="0" indent="0" algn="ctr">
              <a:buNone/>
            </a:pPr>
            <a:r>
              <a:rPr lang="en-US" sz="3200" b="1" dirty="0">
                <a:solidFill>
                  <a:srgbClr val="4036ED"/>
                </a:solidFill>
                <a:latin typeface="Malgun Gothic" pitchFamily="34" charset="0"/>
                <a:ea typeface="Malgun Gothic" pitchFamily="34" charset="-122"/>
                <a:cs typeface="Malgun Gothic" pitchFamily="34" charset="-120"/>
              </a:rPr>
              <a:t>ㅎ</a:t>
            </a:r>
            <a:endParaRPr lang="en-US" sz="3200" dirty="0"/>
          </a:p>
        </p:txBody>
      </p:sp>
      <p:sp>
        <p:nvSpPr>
          <p:cNvPr id="35" name="Text 32">
            <a:extLst>
              <a:ext uri="{FF2B5EF4-FFF2-40B4-BE49-F238E27FC236}">
                <a16:creationId xmlns:a16="http://schemas.microsoft.com/office/drawing/2014/main" id="{9F00B1CD-4B71-AF22-B6A2-3A5063C920C3}"/>
              </a:ext>
            </a:extLst>
          </p:cNvPr>
          <p:cNvSpPr/>
          <p:nvPr/>
        </p:nvSpPr>
        <p:spPr>
          <a:xfrm>
            <a:off x="365760" y="6446520"/>
            <a:ext cx="5486400" cy="228600"/>
          </a:xfrm>
          <a:prstGeom prst="rect">
            <a:avLst/>
          </a:prstGeom>
          <a:noFill/>
          <a:ln/>
        </p:spPr>
        <p:txBody>
          <a:bodyPr wrap="square" lIns="0" tIns="0" rIns="0" bIns="0" rtlCol="0" anchor="ctr"/>
          <a:lstStyle/>
          <a:p>
            <a:pPr marL="0" indent="0">
              <a:buNone/>
            </a:pPr>
            <a:r>
              <a:rPr lang="en-US" sz="800" kern="0" spc="300" dirty="0">
                <a:solidFill>
                  <a:srgbClr val="4A4A55"/>
                </a:solidFill>
                <a:latin typeface="Calibri" pitchFamily="34" charset="0"/>
                <a:ea typeface="Calibri" pitchFamily="34" charset="-122"/>
                <a:cs typeface="Calibri" pitchFamily="34" charset="-120"/>
              </a:rPr>
              <a:t>ACADEMIA SEÚL  ·  METHOD CHINGU™</a:t>
            </a:r>
            <a:endParaRPr lang="en-US" sz="800" dirty="0"/>
          </a:p>
        </p:txBody>
      </p:sp>
      <p:sp>
        <p:nvSpPr>
          <p:cNvPr id="36" name="Text 33">
            <a:extLst>
              <a:ext uri="{FF2B5EF4-FFF2-40B4-BE49-F238E27FC236}">
                <a16:creationId xmlns:a16="http://schemas.microsoft.com/office/drawing/2014/main" id="{6A5E5B29-60E5-7558-4037-C1CD2C7DCFE1}"/>
              </a:ext>
            </a:extLst>
          </p:cNvPr>
          <p:cNvSpPr/>
          <p:nvPr/>
        </p:nvSpPr>
        <p:spPr>
          <a:xfrm>
            <a:off x="11277295" y="6446520"/>
            <a:ext cx="548640" cy="228600"/>
          </a:xfrm>
          <a:prstGeom prst="rect">
            <a:avLst/>
          </a:prstGeom>
          <a:noFill/>
          <a:ln/>
        </p:spPr>
        <p:txBody>
          <a:bodyPr wrap="square" lIns="0" tIns="0" rIns="0" bIns="0" rtlCol="0" anchor="ctr"/>
          <a:lstStyle/>
          <a:p>
            <a:pPr marL="0" indent="0" algn="r">
              <a:buNone/>
            </a:pPr>
            <a:r>
              <a:rPr lang="en-US" sz="800" dirty="0">
                <a:solidFill>
                  <a:srgbClr val="4A4A55"/>
                </a:solidFill>
                <a:latin typeface="Calibri" pitchFamily="34" charset="0"/>
                <a:ea typeface="Calibri" pitchFamily="34" charset="-122"/>
                <a:cs typeface="Calibri" pitchFamily="34" charset="-120"/>
              </a:rPr>
              <a:t>59</a:t>
            </a:r>
            <a:endParaRPr lang="en-US" sz="800" dirty="0"/>
          </a:p>
        </p:txBody>
      </p:sp>
      <p:sp>
        <p:nvSpPr>
          <p:cNvPr id="37" name="TextBox 36">
            <a:extLst>
              <a:ext uri="{FF2B5EF4-FFF2-40B4-BE49-F238E27FC236}">
                <a16:creationId xmlns:a16="http://schemas.microsoft.com/office/drawing/2014/main" id="{D483500D-A880-E4D8-BE76-0C030FFF9FF8}"/>
              </a:ext>
            </a:extLst>
          </p:cNvPr>
          <p:cNvSpPr txBox="1"/>
          <p:nvPr/>
        </p:nvSpPr>
        <p:spPr>
          <a:xfrm>
            <a:off x="4759594" y="2826912"/>
            <a:ext cx="293670" cy="369332"/>
          </a:xfrm>
          <a:prstGeom prst="rect">
            <a:avLst/>
          </a:prstGeom>
          <a:noFill/>
        </p:spPr>
        <p:txBody>
          <a:bodyPr wrap="none" rtlCol="0">
            <a:spAutoFit/>
          </a:bodyPr>
          <a:lstStyle/>
          <a:p>
            <a:r>
              <a:rPr lang="es-CL" dirty="0"/>
              <a:t>g</a:t>
            </a:r>
          </a:p>
        </p:txBody>
      </p:sp>
      <p:sp>
        <p:nvSpPr>
          <p:cNvPr id="38" name="TextBox 37">
            <a:extLst>
              <a:ext uri="{FF2B5EF4-FFF2-40B4-BE49-F238E27FC236}">
                <a16:creationId xmlns:a16="http://schemas.microsoft.com/office/drawing/2014/main" id="{2D60BBB3-3F76-4CCE-0367-4976EC2F75E9}"/>
              </a:ext>
            </a:extLst>
          </p:cNvPr>
          <p:cNvSpPr txBox="1"/>
          <p:nvPr/>
        </p:nvSpPr>
        <p:spPr>
          <a:xfrm>
            <a:off x="7421412" y="2835224"/>
            <a:ext cx="713657" cy="369332"/>
          </a:xfrm>
          <a:prstGeom prst="rect">
            <a:avLst/>
          </a:prstGeom>
          <a:noFill/>
        </p:spPr>
        <p:txBody>
          <a:bodyPr wrap="none" rtlCol="0">
            <a:spAutoFit/>
          </a:bodyPr>
          <a:lstStyle/>
          <a:p>
            <a:r>
              <a:rPr lang="es-CL" dirty="0"/>
              <a:t>k(</a:t>
            </a:r>
            <a:r>
              <a:rPr lang="es-CL" dirty="0" err="1"/>
              <a:t>ing</a:t>
            </a:r>
            <a:r>
              <a:rPr lang="es-CL" dirty="0"/>
              <a:t>)</a:t>
            </a:r>
          </a:p>
        </p:txBody>
      </p:sp>
      <p:sp>
        <p:nvSpPr>
          <p:cNvPr id="39" name="TextBox 38">
            <a:extLst>
              <a:ext uri="{FF2B5EF4-FFF2-40B4-BE49-F238E27FC236}">
                <a16:creationId xmlns:a16="http://schemas.microsoft.com/office/drawing/2014/main" id="{D1E14CE3-C09F-3E8E-F3A3-2A17FADCFCA4}"/>
              </a:ext>
            </a:extLst>
          </p:cNvPr>
          <p:cNvSpPr txBox="1"/>
          <p:nvPr/>
        </p:nvSpPr>
        <p:spPr>
          <a:xfrm>
            <a:off x="9808580" y="2876788"/>
            <a:ext cx="944489" cy="369332"/>
          </a:xfrm>
          <a:prstGeom prst="rect">
            <a:avLst/>
          </a:prstGeom>
          <a:noFill/>
        </p:spPr>
        <p:txBody>
          <a:bodyPr wrap="none" rtlCol="0">
            <a:spAutoFit/>
          </a:bodyPr>
          <a:lstStyle/>
          <a:p>
            <a:r>
              <a:rPr lang="es-CL" dirty="0"/>
              <a:t>c/k(</a:t>
            </a:r>
            <a:r>
              <a:rPr lang="es-CL" dirty="0" err="1"/>
              <a:t>esp</a:t>
            </a:r>
            <a:r>
              <a:rPr lang="es-CL" dirty="0"/>
              <a:t>)</a:t>
            </a:r>
          </a:p>
        </p:txBody>
      </p:sp>
      <p:sp>
        <p:nvSpPr>
          <p:cNvPr id="40" name="TextBox 39">
            <a:extLst>
              <a:ext uri="{FF2B5EF4-FFF2-40B4-BE49-F238E27FC236}">
                <a16:creationId xmlns:a16="http://schemas.microsoft.com/office/drawing/2014/main" id="{8275F712-1566-2598-BA39-78768D3D5620}"/>
              </a:ext>
            </a:extLst>
          </p:cNvPr>
          <p:cNvSpPr txBox="1"/>
          <p:nvPr/>
        </p:nvSpPr>
        <p:spPr>
          <a:xfrm>
            <a:off x="4217870" y="3566391"/>
            <a:ext cx="306494" cy="369332"/>
          </a:xfrm>
          <a:prstGeom prst="rect">
            <a:avLst/>
          </a:prstGeom>
          <a:noFill/>
        </p:spPr>
        <p:txBody>
          <a:bodyPr wrap="none" rtlCol="0">
            <a:spAutoFit/>
          </a:bodyPr>
          <a:lstStyle/>
          <a:p>
            <a:r>
              <a:rPr lang="es-CL" dirty="0"/>
              <a:t>n</a:t>
            </a:r>
          </a:p>
        </p:txBody>
      </p:sp>
      <p:sp>
        <p:nvSpPr>
          <p:cNvPr id="41" name="TextBox 40">
            <a:extLst>
              <a:ext uri="{FF2B5EF4-FFF2-40B4-BE49-F238E27FC236}">
                <a16:creationId xmlns:a16="http://schemas.microsoft.com/office/drawing/2014/main" id="{D95DAE77-01A8-D36D-AC51-6FC8512C1C34}"/>
              </a:ext>
            </a:extLst>
          </p:cNvPr>
          <p:cNvSpPr txBox="1"/>
          <p:nvPr/>
        </p:nvSpPr>
        <p:spPr>
          <a:xfrm>
            <a:off x="5808549" y="3604152"/>
            <a:ext cx="306494" cy="369332"/>
          </a:xfrm>
          <a:prstGeom prst="rect">
            <a:avLst/>
          </a:prstGeom>
          <a:noFill/>
        </p:spPr>
        <p:txBody>
          <a:bodyPr wrap="none" rtlCol="0">
            <a:spAutoFit/>
          </a:bodyPr>
          <a:lstStyle/>
          <a:p>
            <a:r>
              <a:rPr lang="es-CL" dirty="0"/>
              <a:t>d</a:t>
            </a:r>
          </a:p>
        </p:txBody>
      </p:sp>
      <p:sp>
        <p:nvSpPr>
          <p:cNvPr id="42" name="TextBox 41">
            <a:extLst>
              <a:ext uri="{FF2B5EF4-FFF2-40B4-BE49-F238E27FC236}">
                <a16:creationId xmlns:a16="http://schemas.microsoft.com/office/drawing/2014/main" id="{06D71A85-DBF0-B3BE-B7D5-400ABAF8E4BA}"/>
              </a:ext>
            </a:extLst>
          </p:cNvPr>
          <p:cNvSpPr txBox="1"/>
          <p:nvPr/>
        </p:nvSpPr>
        <p:spPr>
          <a:xfrm>
            <a:off x="7399228" y="3612464"/>
            <a:ext cx="686406" cy="369332"/>
          </a:xfrm>
          <a:prstGeom prst="rect">
            <a:avLst/>
          </a:prstGeom>
          <a:noFill/>
        </p:spPr>
        <p:txBody>
          <a:bodyPr wrap="none" rtlCol="0">
            <a:spAutoFit/>
          </a:bodyPr>
          <a:lstStyle/>
          <a:p>
            <a:r>
              <a:rPr lang="es-CL" dirty="0"/>
              <a:t>t(</a:t>
            </a:r>
            <a:r>
              <a:rPr lang="es-CL" dirty="0" err="1"/>
              <a:t>ing</a:t>
            </a:r>
            <a:r>
              <a:rPr lang="es-CL" dirty="0"/>
              <a:t>)</a:t>
            </a:r>
          </a:p>
        </p:txBody>
      </p:sp>
      <p:sp>
        <p:nvSpPr>
          <p:cNvPr id="43" name="TextBox 42">
            <a:extLst>
              <a:ext uri="{FF2B5EF4-FFF2-40B4-BE49-F238E27FC236}">
                <a16:creationId xmlns:a16="http://schemas.microsoft.com/office/drawing/2014/main" id="{FBC6CB51-51DB-64CF-7E29-C68758829AF5}"/>
              </a:ext>
            </a:extLst>
          </p:cNvPr>
          <p:cNvSpPr txBox="1"/>
          <p:nvPr/>
        </p:nvSpPr>
        <p:spPr>
          <a:xfrm>
            <a:off x="8825565" y="3590066"/>
            <a:ext cx="729687" cy="369332"/>
          </a:xfrm>
          <a:prstGeom prst="rect">
            <a:avLst/>
          </a:prstGeom>
          <a:noFill/>
        </p:spPr>
        <p:txBody>
          <a:bodyPr wrap="none" rtlCol="0">
            <a:spAutoFit/>
          </a:bodyPr>
          <a:lstStyle/>
          <a:p>
            <a:r>
              <a:rPr lang="es-CL" dirty="0"/>
              <a:t>t(</a:t>
            </a:r>
            <a:r>
              <a:rPr lang="es-CL" dirty="0" err="1"/>
              <a:t>esp</a:t>
            </a:r>
            <a:r>
              <a:rPr lang="es-CL" dirty="0"/>
              <a:t>)</a:t>
            </a:r>
          </a:p>
        </p:txBody>
      </p:sp>
      <p:sp>
        <p:nvSpPr>
          <p:cNvPr id="44" name="TextBox 43">
            <a:extLst>
              <a:ext uri="{FF2B5EF4-FFF2-40B4-BE49-F238E27FC236}">
                <a16:creationId xmlns:a16="http://schemas.microsoft.com/office/drawing/2014/main" id="{F2E21CB5-E613-48E5-27C0-EE8224AFDCFE}"/>
              </a:ext>
            </a:extLst>
          </p:cNvPr>
          <p:cNvSpPr txBox="1"/>
          <p:nvPr/>
        </p:nvSpPr>
        <p:spPr>
          <a:xfrm>
            <a:off x="10620661" y="3629090"/>
            <a:ext cx="264816" cy="369332"/>
          </a:xfrm>
          <a:prstGeom prst="rect">
            <a:avLst/>
          </a:prstGeom>
          <a:noFill/>
        </p:spPr>
        <p:txBody>
          <a:bodyPr wrap="none" rtlCol="0">
            <a:spAutoFit/>
          </a:bodyPr>
          <a:lstStyle/>
          <a:p>
            <a:r>
              <a:rPr lang="es-CL" dirty="0"/>
              <a:t>r</a:t>
            </a:r>
          </a:p>
        </p:txBody>
      </p:sp>
      <p:sp>
        <p:nvSpPr>
          <p:cNvPr id="45" name="TextBox 44">
            <a:extLst>
              <a:ext uri="{FF2B5EF4-FFF2-40B4-BE49-F238E27FC236}">
                <a16:creationId xmlns:a16="http://schemas.microsoft.com/office/drawing/2014/main" id="{A6B65C16-674E-220B-B1D5-0B69E0425BCE}"/>
              </a:ext>
            </a:extLst>
          </p:cNvPr>
          <p:cNvSpPr txBox="1"/>
          <p:nvPr/>
        </p:nvSpPr>
        <p:spPr>
          <a:xfrm>
            <a:off x="4398364" y="4366260"/>
            <a:ext cx="369012" cy="369332"/>
          </a:xfrm>
          <a:prstGeom prst="rect">
            <a:avLst/>
          </a:prstGeom>
          <a:noFill/>
        </p:spPr>
        <p:txBody>
          <a:bodyPr wrap="none" rtlCol="0">
            <a:spAutoFit/>
          </a:bodyPr>
          <a:lstStyle/>
          <a:p>
            <a:r>
              <a:rPr lang="es-CL" dirty="0"/>
              <a:t>m</a:t>
            </a:r>
          </a:p>
        </p:txBody>
      </p:sp>
      <p:sp>
        <p:nvSpPr>
          <p:cNvPr id="46" name="TextBox 45">
            <a:extLst>
              <a:ext uri="{FF2B5EF4-FFF2-40B4-BE49-F238E27FC236}">
                <a16:creationId xmlns:a16="http://schemas.microsoft.com/office/drawing/2014/main" id="{17F589A9-76CE-C0F4-5CC5-A803C31E200D}"/>
              </a:ext>
            </a:extLst>
          </p:cNvPr>
          <p:cNvSpPr txBox="1"/>
          <p:nvPr/>
        </p:nvSpPr>
        <p:spPr>
          <a:xfrm>
            <a:off x="6407459" y="4389704"/>
            <a:ext cx="306494" cy="369332"/>
          </a:xfrm>
          <a:prstGeom prst="rect">
            <a:avLst/>
          </a:prstGeom>
          <a:noFill/>
        </p:spPr>
        <p:txBody>
          <a:bodyPr wrap="none" rtlCol="0">
            <a:spAutoFit/>
          </a:bodyPr>
          <a:lstStyle/>
          <a:p>
            <a:r>
              <a:rPr lang="es-CL" dirty="0"/>
              <a:t>b</a:t>
            </a:r>
          </a:p>
        </p:txBody>
      </p:sp>
      <p:sp>
        <p:nvSpPr>
          <p:cNvPr id="47" name="TextBox 46">
            <a:extLst>
              <a:ext uri="{FF2B5EF4-FFF2-40B4-BE49-F238E27FC236}">
                <a16:creationId xmlns:a16="http://schemas.microsoft.com/office/drawing/2014/main" id="{8F6D2D97-0702-1D61-6216-58FCAB557E7B}"/>
              </a:ext>
            </a:extLst>
          </p:cNvPr>
          <p:cNvSpPr txBox="1"/>
          <p:nvPr/>
        </p:nvSpPr>
        <p:spPr>
          <a:xfrm>
            <a:off x="8198870" y="4366260"/>
            <a:ext cx="731290" cy="369332"/>
          </a:xfrm>
          <a:prstGeom prst="rect">
            <a:avLst/>
          </a:prstGeom>
          <a:noFill/>
        </p:spPr>
        <p:txBody>
          <a:bodyPr wrap="none" rtlCol="0">
            <a:spAutoFit/>
          </a:bodyPr>
          <a:lstStyle/>
          <a:p>
            <a:r>
              <a:rPr lang="es-CL" dirty="0"/>
              <a:t>p(</a:t>
            </a:r>
            <a:r>
              <a:rPr lang="es-CL" dirty="0" err="1"/>
              <a:t>ing</a:t>
            </a:r>
            <a:r>
              <a:rPr lang="es-CL" dirty="0"/>
              <a:t>)</a:t>
            </a:r>
          </a:p>
        </p:txBody>
      </p:sp>
      <p:sp>
        <p:nvSpPr>
          <p:cNvPr id="48" name="TextBox 47">
            <a:extLst>
              <a:ext uri="{FF2B5EF4-FFF2-40B4-BE49-F238E27FC236}">
                <a16:creationId xmlns:a16="http://schemas.microsoft.com/office/drawing/2014/main" id="{7D608120-B9C9-AD5D-A921-05030B27756A}"/>
              </a:ext>
            </a:extLst>
          </p:cNvPr>
          <p:cNvSpPr txBox="1"/>
          <p:nvPr/>
        </p:nvSpPr>
        <p:spPr>
          <a:xfrm>
            <a:off x="10187788" y="4397325"/>
            <a:ext cx="774571" cy="369332"/>
          </a:xfrm>
          <a:prstGeom prst="rect">
            <a:avLst/>
          </a:prstGeom>
          <a:noFill/>
        </p:spPr>
        <p:txBody>
          <a:bodyPr wrap="none" rtlCol="0">
            <a:spAutoFit/>
          </a:bodyPr>
          <a:lstStyle/>
          <a:p>
            <a:r>
              <a:rPr lang="es-CL" dirty="0"/>
              <a:t>p(</a:t>
            </a:r>
            <a:r>
              <a:rPr lang="es-CL" dirty="0" err="1"/>
              <a:t>esp</a:t>
            </a:r>
            <a:r>
              <a:rPr lang="es-CL" dirty="0"/>
              <a:t>)</a:t>
            </a:r>
          </a:p>
        </p:txBody>
      </p:sp>
      <p:sp>
        <p:nvSpPr>
          <p:cNvPr id="49" name="TextBox 48">
            <a:extLst>
              <a:ext uri="{FF2B5EF4-FFF2-40B4-BE49-F238E27FC236}">
                <a16:creationId xmlns:a16="http://schemas.microsoft.com/office/drawing/2014/main" id="{00E1FC1D-7332-696A-C541-E6411C919EBF}"/>
              </a:ext>
            </a:extLst>
          </p:cNvPr>
          <p:cNvSpPr txBox="1"/>
          <p:nvPr/>
        </p:nvSpPr>
        <p:spPr>
          <a:xfrm>
            <a:off x="3999060" y="5158632"/>
            <a:ext cx="699230" cy="369332"/>
          </a:xfrm>
          <a:prstGeom prst="rect">
            <a:avLst/>
          </a:prstGeom>
          <a:noFill/>
        </p:spPr>
        <p:txBody>
          <a:bodyPr wrap="none" rtlCol="0">
            <a:spAutoFit/>
          </a:bodyPr>
          <a:lstStyle/>
          <a:p>
            <a:r>
              <a:rPr lang="es-CL" dirty="0"/>
              <a:t>s(</a:t>
            </a:r>
            <a:r>
              <a:rPr lang="es-CL" dirty="0" err="1"/>
              <a:t>ing</a:t>
            </a:r>
            <a:r>
              <a:rPr lang="es-CL" dirty="0"/>
              <a:t>)</a:t>
            </a:r>
          </a:p>
        </p:txBody>
      </p:sp>
      <p:sp>
        <p:nvSpPr>
          <p:cNvPr id="50" name="TextBox 49">
            <a:extLst>
              <a:ext uri="{FF2B5EF4-FFF2-40B4-BE49-F238E27FC236}">
                <a16:creationId xmlns:a16="http://schemas.microsoft.com/office/drawing/2014/main" id="{24ED60F5-B502-F559-5BF9-A04657C9A679}"/>
              </a:ext>
            </a:extLst>
          </p:cNvPr>
          <p:cNvSpPr txBox="1"/>
          <p:nvPr/>
        </p:nvSpPr>
        <p:spPr>
          <a:xfrm>
            <a:off x="5628212" y="5166944"/>
            <a:ext cx="663964" cy="369332"/>
          </a:xfrm>
          <a:prstGeom prst="rect">
            <a:avLst/>
          </a:prstGeom>
          <a:noFill/>
        </p:spPr>
        <p:txBody>
          <a:bodyPr wrap="none" rtlCol="0">
            <a:spAutoFit/>
          </a:bodyPr>
          <a:lstStyle/>
          <a:p>
            <a:r>
              <a:rPr lang="es-CL" dirty="0"/>
              <a:t>j(</a:t>
            </a:r>
            <a:r>
              <a:rPr lang="es-CL" dirty="0" err="1"/>
              <a:t>ing</a:t>
            </a:r>
            <a:r>
              <a:rPr lang="es-CL" dirty="0"/>
              <a:t>)</a:t>
            </a:r>
          </a:p>
        </p:txBody>
      </p:sp>
      <p:sp>
        <p:nvSpPr>
          <p:cNvPr id="51" name="TextBox 50">
            <a:extLst>
              <a:ext uri="{FF2B5EF4-FFF2-40B4-BE49-F238E27FC236}">
                <a16:creationId xmlns:a16="http://schemas.microsoft.com/office/drawing/2014/main" id="{5C24AA9A-E562-3100-10EE-8BD626341D83}"/>
              </a:ext>
            </a:extLst>
          </p:cNvPr>
          <p:cNvSpPr txBox="1"/>
          <p:nvPr/>
        </p:nvSpPr>
        <p:spPr>
          <a:xfrm>
            <a:off x="7373962" y="5166360"/>
            <a:ext cx="404278" cy="369332"/>
          </a:xfrm>
          <a:prstGeom prst="rect">
            <a:avLst/>
          </a:prstGeom>
          <a:noFill/>
        </p:spPr>
        <p:txBody>
          <a:bodyPr wrap="none" rtlCol="0">
            <a:spAutoFit/>
          </a:bodyPr>
          <a:lstStyle/>
          <a:p>
            <a:r>
              <a:rPr lang="es-CL" dirty="0"/>
              <a:t>ch</a:t>
            </a:r>
          </a:p>
        </p:txBody>
      </p:sp>
      <p:sp>
        <p:nvSpPr>
          <p:cNvPr id="52" name="TextBox 51">
            <a:extLst>
              <a:ext uri="{FF2B5EF4-FFF2-40B4-BE49-F238E27FC236}">
                <a16:creationId xmlns:a16="http://schemas.microsoft.com/office/drawing/2014/main" id="{7751F454-52DE-2780-2CF4-3EA140F26212}"/>
              </a:ext>
            </a:extLst>
          </p:cNvPr>
          <p:cNvSpPr txBox="1"/>
          <p:nvPr/>
        </p:nvSpPr>
        <p:spPr>
          <a:xfrm>
            <a:off x="9033924" y="5182076"/>
            <a:ext cx="274434" cy="369332"/>
          </a:xfrm>
          <a:prstGeom prst="rect">
            <a:avLst/>
          </a:prstGeom>
          <a:noFill/>
        </p:spPr>
        <p:txBody>
          <a:bodyPr wrap="none" rtlCol="0">
            <a:spAutoFit/>
          </a:bodyPr>
          <a:lstStyle/>
          <a:p>
            <a:r>
              <a:rPr lang="es-CL" dirty="0"/>
              <a:t>s</a:t>
            </a:r>
          </a:p>
        </p:txBody>
      </p:sp>
      <p:sp>
        <p:nvSpPr>
          <p:cNvPr id="53" name="TextBox 52">
            <a:extLst>
              <a:ext uri="{FF2B5EF4-FFF2-40B4-BE49-F238E27FC236}">
                <a16:creationId xmlns:a16="http://schemas.microsoft.com/office/drawing/2014/main" id="{1C696C47-8ABA-FA22-B490-2F632803AA8A}"/>
              </a:ext>
            </a:extLst>
          </p:cNvPr>
          <p:cNvSpPr txBox="1"/>
          <p:nvPr/>
        </p:nvSpPr>
        <p:spPr>
          <a:xfrm>
            <a:off x="10280824" y="5208508"/>
            <a:ext cx="986424" cy="369332"/>
          </a:xfrm>
          <a:prstGeom prst="rect">
            <a:avLst/>
          </a:prstGeom>
          <a:noFill/>
        </p:spPr>
        <p:txBody>
          <a:bodyPr wrap="none" rtlCol="0">
            <a:spAutoFit/>
          </a:bodyPr>
          <a:lstStyle/>
          <a:p>
            <a:r>
              <a:rPr lang="es-CL" dirty="0"/>
              <a:t>Tcha/</a:t>
            </a:r>
            <a:r>
              <a:rPr lang="es-CL" dirty="0" err="1"/>
              <a:t>zza</a:t>
            </a:r>
            <a:endParaRPr lang="es-CL" dirty="0"/>
          </a:p>
        </p:txBody>
      </p:sp>
      <p:sp>
        <p:nvSpPr>
          <p:cNvPr id="54" name="TextBox 53">
            <a:extLst>
              <a:ext uri="{FF2B5EF4-FFF2-40B4-BE49-F238E27FC236}">
                <a16:creationId xmlns:a16="http://schemas.microsoft.com/office/drawing/2014/main" id="{E845422C-277F-FDBB-6B40-C189299342ED}"/>
              </a:ext>
            </a:extLst>
          </p:cNvPr>
          <p:cNvSpPr txBox="1"/>
          <p:nvPr/>
        </p:nvSpPr>
        <p:spPr>
          <a:xfrm>
            <a:off x="5098458" y="5962888"/>
            <a:ext cx="997389" cy="369332"/>
          </a:xfrm>
          <a:prstGeom prst="rect">
            <a:avLst/>
          </a:prstGeom>
          <a:noFill/>
        </p:spPr>
        <p:txBody>
          <a:bodyPr wrap="none" rtlCol="0">
            <a:spAutoFit/>
          </a:bodyPr>
          <a:lstStyle/>
          <a:p>
            <a:r>
              <a:rPr lang="es-CL" dirty="0"/>
              <a:t>h(mudo)</a:t>
            </a:r>
          </a:p>
        </p:txBody>
      </p:sp>
      <p:sp>
        <p:nvSpPr>
          <p:cNvPr id="55" name="TextBox 54">
            <a:extLst>
              <a:ext uri="{FF2B5EF4-FFF2-40B4-BE49-F238E27FC236}">
                <a16:creationId xmlns:a16="http://schemas.microsoft.com/office/drawing/2014/main" id="{E022A997-C56D-CBF5-DF4A-4743822A9C9A}"/>
              </a:ext>
            </a:extLst>
          </p:cNvPr>
          <p:cNvSpPr txBox="1"/>
          <p:nvPr/>
        </p:nvSpPr>
        <p:spPr>
          <a:xfrm>
            <a:off x="9435668" y="5945061"/>
            <a:ext cx="239168" cy="369332"/>
          </a:xfrm>
          <a:prstGeom prst="rect">
            <a:avLst/>
          </a:prstGeom>
          <a:noFill/>
        </p:spPr>
        <p:txBody>
          <a:bodyPr wrap="none" rtlCol="0">
            <a:spAutoFit/>
          </a:bodyPr>
          <a:lstStyle/>
          <a:p>
            <a:r>
              <a:rPr lang="es-CL" dirty="0"/>
              <a:t>j</a:t>
            </a:r>
          </a:p>
        </p:txBody>
      </p:sp>
      <p:pic>
        <p:nvPicPr>
          <p:cNvPr id="56" name="Image 0" descr="/sessions/sleepy-zen-cray/mnt/outputs/deck_assets/logo_var2_azul.png">
            <a:extLst>
              <a:ext uri="{FF2B5EF4-FFF2-40B4-BE49-F238E27FC236}">
                <a16:creationId xmlns:a16="http://schemas.microsoft.com/office/drawing/2014/main" id="{0852BB60-E894-C57D-E9D5-19E68C16FD99}"/>
              </a:ext>
            </a:extLst>
          </p:cNvPr>
          <p:cNvPicPr>
            <a:picLocks noChangeAspect="1"/>
          </p:cNvPicPr>
          <p:nvPr/>
        </p:nvPicPr>
        <p:blipFill>
          <a:blip r:embed="rId3"/>
          <a:stretch>
            <a:fillRect/>
          </a:stretch>
        </p:blipFill>
        <p:spPr>
          <a:xfrm>
            <a:off x="9778365" y="-600075"/>
            <a:ext cx="2571750" cy="2571750"/>
          </a:xfrm>
          <a:prstGeom prst="rect">
            <a:avLst/>
          </a:prstGeom>
        </p:spPr>
      </p:pic>
    </p:spTree>
    <p:extLst>
      <p:ext uri="{BB962C8B-B14F-4D97-AF65-F5344CB8AC3E}">
        <p14:creationId xmlns:p14="http://schemas.microsoft.com/office/powerpoint/2010/main" val="1438769465"/>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marL="0" indent="0">
              <a:buNone/>
            </a:pPr>
            <a:r>
              <a:rPr lang="en-US" sz="900" b="1" kern="0" spc="600" dirty="0">
                <a:solidFill>
                  <a:srgbClr val="3D2EE8"/>
                </a:solidFill>
                <a:latin typeface="Calibri" pitchFamily="34" charset="0"/>
                <a:ea typeface="Calibri" pitchFamily="34" charset="-122"/>
                <a:cs typeface="Calibri" pitchFamily="34" charset="-120"/>
              </a:rPr>
              <a:t>§5.1 · CONSONANTES</a:t>
            </a:r>
            <a:endParaRPr lang="en-US" sz="900" dirty="0"/>
          </a:p>
        </p:txBody>
      </p:sp>
      <p:sp>
        <p:nvSpPr>
          <p:cNvPr id="3" name="Text 1"/>
          <p:cNvSpPr/>
          <p:nvPr/>
        </p:nvSpPr>
        <p:spPr>
          <a:xfrm>
            <a:off x="548640" y="822960"/>
            <a:ext cx="10515600" cy="640080"/>
          </a:xfrm>
          <a:prstGeom prst="rect">
            <a:avLst/>
          </a:prstGeom>
          <a:noFill/>
          <a:ln/>
        </p:spPr>
        <p:txBody>
          <a:bodyPr wrap="square" rtlCol="0" anchor="ctr"/>
          <a:lstStyle/>
          <a:p>
            <a:pPr marL="0" indent="0">
              <a:buNone/>
            </a:pPr>
            <a:r>
              <a:rPr lang="en-US" sz="2600" b="1" dirty="0">
                <a:solidFill>
                  <a:srgbClr val="1A1A2E"/>
                </a:solidFill>
                <a:latin typeface="Calibri" pitchFamily="34" charset="0"/>
                <a:ea typeface="Calibri" pitchFamily="34" charset="-122"/>
                <a:cs typeface="Calibri" pitchFamily="34" charset="-120"/>
              </a:rPr>
              <a:t>ㄱ · ㄴ · ㄷ</a:t>
            </a:r>
            <a:endParaRPr lang="en-US" sz="2600" dirty="0"/>
          </a:p>
        </p:txBody>
      </p:sp>
      <p:sp>
        <p:nvSpPr>
          <p:cNvPr id="4" name="Text 2"/>
          <p:cNvSpPr/>
          <p:nvPr/>
        </p:nvSpPr>
        <p:spPr>
          <a:xfrm>
            <a:off x="548640" y="1828800"/>
            <a:ext cx="5486400" cy="4389120"/>
          </a:xfrm>
          <a:prstGeom prst="rect">
            <a:avLst/>
          </a:prstGeom>
          <a:noFill/>
          <a:ln/>
        </p:spPr>
        <p:txBody>
          <a:bodyPr wrap="square" rtlCol="0" anchor="t"/>
          <a:lstStyle/>
          <a:p>
            <a:pPr marL="0" indent="0">
              <a:lnSpc>
                <a:spcPct val="140000"/>
              </a:lnSpc>
              <a:buNone/>
            </a:pPr>
            <a:r>
              <a:rPr lang="en-US" sz="1400" dirty="0">
                <a:solidFill>
                  <a:srgbClr val="1A1A2E"/>
                </a:solidFill>
                <a:latin typeface="Calibri" pitchFamily="34" charset="0"/>
                <a:ea typeface="Calibri" pitchFamily="34" charset="-122"/>
                <a:cs typeface="Calibri" pitchFamily="34" charset="-120"/>
              </a:rPr>
              <a:t>ㄱ → La lengua tocando el paladar.</a:t>
            </a:r>
            <a:endParaRPr lang="en-US" sz="1400" dirty="0"/>
          </a:p>
          <a:p>
            <a:pPr marL="0" indent="0">
              <a:lnSpc>
                <a:spcPct val="140000"/>
              </a:lnSpc>
              <a:buNone/>
            </a:pPr>
            <a:r>
              <a:rPr lang="en-US" sz="1400" dirty="0">
                <a:solidFill>
                  <a:srgbClr val="1A1A2E"/>
                </a:solidFill>
                <a:latin typeface="Calibri" pitchFamily="34" charset="0"/>
                <a:ea typeface="Calibri" pitchFamily="34" charset="-122"/>
                <a:cs typeface="Calibri" pitchFamily="34" charset="-120"/>
              </a:rPr>
              <a:t>Sonido 'g' o 'k'. Al inicio de palabra suena más 'k'.</a:t>
            </a:r>
            <a:endParaRPr lang="en-US" sz="1400" dirty="0"/>
          </a:p>
          <a:p>
            <a:pPr marL="0" indent="0">
              <a:lnSpc>
                <a:spcPct val="140000"/>
              </a:lnSpc>
              <a:buNone/>
            </a:pPr>
            <a:r>
              <a:rPr lang="en-US" sz="1400" dirty="0">
                <a:solidFill>
                  <a:srgbClr val="1A1A2E"/>
                </a:solidFill>
                <a:latin typeface="Calibri" pitchFamily="34" charset="0"/>
                <a:ea typeface="Calibri" pitchFamily="34" charset="-122"/>
                <a:cs typeface="Calibri" pitchFamily="34" charset="-120"/>
              </a:rPr>
              <a:t>Ejemplo: 김치 (Kimchi). 김 = kim.</a:t>
            </a:r>
            <a:endParaRPr lang="en-US" sz="1400" dirty="0"/>
          </a:p>
          <a:p>
            <a:pPr marL="0" indent="0">
              <a:lnSpc>
                <a:spcPct val="140000"/>
              </a:lnSpc>
              <a:buNone/>
            </a:pPr>
            <a:endParaRPr lang="en-US" sz="1400" dirty="0"/>
          </a:p>
          <a:p>
            <a:pPr marL="0" indent="0">
              <a:lnSpc>
                <a:spcPct val="140000"/>
              </a:lnSpc>
              <a:buNone/>
            </a:pPr>
            <a:r>
              <a:rPr lang="en-US" sz="1400" dirty="0">
                <a:solidFill>
                  <a:srgbClr val="1A1A2E"/>
                </a:solidFill>
                <a:latin typeface="Calibri" pitchFamily="34" charset="0"/>
                <a:ea typeface="Calibri" pitchFamily="34" charset="-122"/>
                <a:cs typeface="Calibri" pitchFamily="34" charset="-120"/>
              </a:rPr>
              <a:t>ㄴ → Lengua arriba detrás de los dientes.</a:t>
            </a:r>
            <a:endParaRPr lang="en-US" sz="1400" dirty="0"/>
          </a:p>
          <a:p>
            <a:pPr marL="0" indent="0">
              <a:lnSpc>
                <a:spcPct val="140000"/>
              </a:lnSpc>
              <a:buNone/>
            </a:pPr>
            <a:r>
              <a:rPr lang="en-US" sz="1400" dirty="0">
                <a:solidFill>
                  <a:srgbClr val="1A1A2E"/>
                </a:solidFill>
                <a:latin typeface="Calibri" pitchFamily="34" charset="0"/>
                <a:ea typeface="Calibri" pitchFamily="34" charset="-122"/>
                <a:cs typeface="Calibri" pitchFamily="34" charset="-120"/>
              </a:rPr>
              <a:t>Sonido 'n'. Igual que en español.</a:t>
            </a:r>
            <a:endParaRPr lang="en-US" sz="1400" dirty="0"/>
          </a:p>
          <a:p>
            <a:pPr marL="0" indent="0">
              <a:lnSpc>
                <a:spcPct val="140000"/>
              </a:lnSpc>
              <a:buNone/>
            </a:pPr>
            <a:r>
              <a:rPr lang="en-US" sz="1400" dirty="0">
                <a:solidFill>
                  <a:srgbClr val="1A1A2E"/>
                </a:solidFill>
                <a:latin typeface="Calibri" pitchFamily="34" charset="0"/>
                <a:ea typeface="Calibri" pitchFamily="34" charset="-122"/>
                <a:cs typeface="Calibri" pitchFamily="34" charset="-120"/>
              </a:rPr>
              <a:t>나 → na (yo)</a:t>
            </a:r>
            <a:endParaRPr lang="en-US" sz="1400" dirty="0"/>
          </a:p>
          <a:p>
            <a:pPr marL="0" indent="0">
              <a:lnSpc>
                <a:spcPct val="140000"/>
              </a:lnSpc>
              <a:buNone/>
            </a:pPr>
            <a:r>
              <a:rPr lang="en-US" sz="1400" dirty="0">
                <a:solidFill>
                  <a:srgbClr val="1A1A2E"/>
                </a:solidFill>
                <a:latin typeface="Calibri" pitchFamily="34" charset="0"/>
                <a:ea typeface="Calibri" pitchFamily="34" charset="-122"/>
                <a:cs typeface="Calibri" pitchFamily="34" charset="-120"/>
              </a:rPr>
              <a:t>너 → neo (tú)</a:t>
            </a:r>
            <a:endParaRPr lang="en-US" sz="1400" dirty="0"/>
          </a:p>
          <a:p>
            <a:pPr marL="0" indent="0">
              <a:lnSpc>
                <a:spcPct val="140000"/>
              </a:lnSpc>
              <a:buNone/>
            </a:pPr>
            <a:endParaRPr lang="en-US" sz="1400" dirty="0"/>
          </a:p>
          <a:p>
            <a:pPr marL="0" indent="0">
              <a:lnSpc>
                <a:spcPct val="140000"/>
              </a:lnSpc>
              <a:buNone/>
            </a:pPr>
            <a:r>
              <a:rPr lang="en-US" sz="1400" dirty="0">
                <a:solidFill>
                  <a:srgbClr val="1A1A2E"/>
                </a:solidFill>
                <a:latin typeface="Calibri" pitchFamily="34" charset="0"/>
                <a:ea typeface="Calibri" pitchFamily="34" charset="-122"/>
                <a:cs typeface="Calibri" pitchFamily="34" charset="-120"/>
              </a:rPr>
              <a:t>ㄷ → La lengua hace forma de 'C' al revés.</a:t>
            </a:r>
            <a:endParaRPr lang="en-US" sz="1400" dirty="0"/>
          </a:p>
          <a:p>
            <a:pPr marL="0" indent="0">
              <a:lnSpc>
                <a:spcPct val="140000"/>
              </a:lnSpc>
              <a:buNone/>
            </a:pPr>
            <a:r>
              <a:rPr lang="en-US" sz="1400" dirty="0">
                <a:solidFill>
                  <a:srgbClr val="1A1A2E"/>
                </a:solidFill>
                <a:latin typeface="Calibri" pitchFamily="34" charset="0"/>
                <a:ea typeface="Calibri" pitchFamily="34" charset="-122"/>
                <a:cs typeface="Calibri" pitchFamily="34" charset="-120"/>
              </a:rPr>
              <a:t>Sonido 'd' o 't'.</a:t>
            </a:r>
            <a:endParaRPr lang="en-US" sz="1400" dirty="0"/>
          </a:p>
          <a:p>
            <a:pPr marL="0" indent="0">
              <a:lnSpc>
                <a:spcPct val="140000"/>
              </a:lnSpc>
              <a:buNone/>
            </a:pPr>
            <a:r>
              <a:rPr lang="en-US" sz="1400" dirty="0">
                <a:solidFill>
                  <a:srgbClr val="1A1A2E"/>
                </a:solidFill>
                <a:latin typeface="Calibri" pitchFamily="34" charset="0"/>
                <a:ea typeface="Calibri" pitchFamily="34" charset="-122"/>
                <a:cs typeface="Calibri" pitchFamily="34" charset="-120"/>
              </a:rPr>
              <a:t>다 → da</a:t>
            </a:r>
            <a:endParaRPr lang="en-US" sz="1400" dirty="0"/>
          </a:p>
        </p:txBody>
      </p:sp>
      <p:sp>
        <p:nvSpPr>
          <p:cNvPr id="5" name="Shape 3"/>
          <p:cNvSpPr/>
          <p:nvPr/>
        </p:nvSpPr>
        <p:spPr>
          <a:xfrm>
            <a:off x="6766560" y="1828800"/>
            <a:ext cx="4846320" cy="4389120"/>
          </a:xfrm>
          <a:prstGeom prst="roundRect">
            <a:avLst>
              <a:gd name="adj" fmla="val 3125"/>
            </a:avLst>
          </a:prstGeom>
          <a:solidFill>
            <a:srgbClr val="3D2EE8"/>
          </a:solidFill>
          <a:ln w="12700">
            <a:solidFill>
              <a:srgbClr val="3D2EE8"/>
            </a:solidFill>
            <a:prstDash val="solid"/>
          </a:ln>
        </p:spPr>
      </p:sp>
      <p:sp>
        <p:nvSpPr>
          <p:cNvPr id="6" name="Text 4"/>
          <p:cNvSpPr/>
          <p:nvPr/>
        </p:nvSpPr>
        <p:spPr>
          <a:xfrm>
            <a:off x="6766560" y="2560320"/>
            <a:ext cx="4846320" cy="1645920"/>
          </a:xfrm>
          <a:prstGeom prst="rect">
            <a:avLst/>
          </a:prstGeom>
          <a:noFill/>
          <a:ln/>
        </p:spPr>
        <p:txBody>
          <a:bodyPr wrap="square" rtlCol="0" anchor="ctr"/>
          <a:lstStyle/>
          <a:p>
            <a:pPr marL="0" indent="0" algn="ctr">
              <a:buNone/>
            </a:pPr>
            <a:r>
              <a:rPr lang="en-US" sz="8000" b="1" dirty="0">
                <a:solidFill>
                  <a:srgbClr val="FFFFFF"/>
                </a:solidFill>
                <a:latin typeface="Malgun Gothic" pitchFamily="34" charset="0"/>
                <a:ea typeface="Malgun Gothic" pitchFamily="34" charset="-122"/>
                <a:cs typeface="Malgun Gothic" pitchFamily="34" charset="-120"/>
              </a:rPr>
              <a:t>ㄱ ㄴ ㄷ</a:t>
            </a:r>
            <a:endParaRPr lang="en-US" sz="8000" dirty="0"/>
          </a:p>
        </p:txBody>
      </p:sp>
      <p:sp>
        <p:nvSpPr>
          <p:cNvPr id="7" name="Text 5"/>
          <p:cNvSpPr/>
          <p:nvPr/>
        </p:nvSpPr>
        <p:spPr>
          <a:xfrm>
            <a:off x="6766560" y="4297680"/>
            <a:ext cx="4846320" cy="548640"/>
          </a:xfrm>
          <a:prstGeom prst="rect">
            <a:avLst/>
          </a:prstGeom>
          <a:noFill/>
          <a:ln/>
        </p:spPr>
        <p:txBody>
          <a:bodyPr wrap="square" rtlCol="0" anchor="ctr"/>
          <a:lstStyle/>
          <a:p>
            <a:pPr marL="0" indent="0" algn="ctr">
              <a:buNone/>
            </a:pPr>
            <a:r>
              <a:rPr lang="en-US" sz="1800" i="1" dirty="0">
                <a:solidFill>
                  <a:srgbClr val="FFFFFF"/>
                </a:solidFill>
                <a:latin typeface="Calibri" pitchFamily="34" charset="0"/>
                <a:ea typeface="Calibri" pitchFamily="34" charset="-122"/>
                <a:cs typeface="Calibri" pitchFamily="34" charset="-120"/>
              </a:rPr>
              <a:t>(paladar, lengua, dientes)</a:t>
            </a:r>
            <a:endParaRPr lang="en-US" sz="1800" dirty="0"/>
          </a:p>
        </p:txBody>
      </p:sp>
      <p:sp>
        <p:nvSpPr>
          <p:cNvPr id="8" name="Text 6"/>
          <p:cNvSpPr/>
          <p:nvPr/>
        </p:nvSpPr>
        <p:spPr>
          <a:xfrm>
            <a:off x="6766560" y="4937760"/>
            <a:ext cx="4846320" cy="457200"/>
          </a:xfrm>
          <a:prstGeom prst="rect">
            <a:avLst/>
          </a:prstGeom>
          <a:noFill/>
          <a:ln/>
        </p:spPr>
        <p:txBody>
          <a:bodyPr wrap="square" rtlCol="0" anchor="ctr"/>
          <a:lstStyle/>
          <a:p>
            <a:pPr marL="0" indent="0" algn="ctr">
              <a:buNone/>
            </a:pPr>
            <a:r>
              <a:rPr lang="en-US" sz="1400" dirty="0">
                <a:solidFill>
                  <a:srgbClr val="FFFFFF"/>
                </a:solidFill>
                <a:latin typeface="Calibri" pitchFamily="34" charset="0"/>
                <a:ea typeface="Calibri" pitchFamily="34" charset="-122"/>
                <a:cs typeface="Calibri" pitchFamily="34" charset="-120"/>
              </a:rPr>
              <a:t>Mostrá tu boca</a:t>
            </a:r>
            <a:endParaRPr lang="en-US" sz="1400" dirty="0"/>
          </a:p>
        </p:txBody>
      </p:sp>
      <p:pic>
        <p:nvPicPr>
          <p:cNvPr id="10" name="Image 1" descr="/sessions/sleepy-zen-cray/mnt/outputs/deck_assets/sello_linea_v1_01.png"/>
          <p:cNvPicPr>
            <a:picLocks noChangeAspect="1"/>
          </p:cNvPicPr>
          <p:nvPr/>
        </p:nvPicPr>
        <p:blipFill>
          <a:blip r:embed="rId3"/>
          <a:stretch>
            <a:fillRect/>
          </a:stretch>
        </p:blipFill>
        <p:spPr>
          <a:xfrm>
            <a:off x="365760" y="6355080"/>
            <a:ext cx="411480" cy="411480"/>
          </a:xfrm>
          <a:prstGeom prst="rect">
            <a:avLst/>
          </a:prstGeom>
        </p:spPr>
      </p:pic>
      <p:sp>
        <p:nvSpPr>
          <p:cNvPr id="11" name="Text 7"/>
          <p:cNvSpPr/>
          <p:nvPr/>
        </p:nvSpPr>
        <p:spPr>
          <a:xfrm>
            <a:off x="914400" y="6492240"/>
            <a:ext cx="4572000" cy="228600"/>
          </a:xfrm>
          <a:prstGeom prst="rect">
            <a:avLst/>
          </a:prstGeom>
          <a:noFill/>
          <a:ln/>
        </p:spPr>
        <p:txBody>
          <a:bodyPr wrap="square" rtlCol="0" anchor="ctr"/>
          <a:lstStyle/>
          <a:p>
            <a:pPr marL="0" indent="0">
              <a:buNone/>
            </a:pPr>
            <a:r>
              <a:rPr lang="en-US" sz="800" b="1" dirty="0">
                <a:solidFill>
                  <a:srgbClr val="6B6B7C"/>
                </a:solidFill>
                <a:latin typeface="Calibri" pitchFamily="34" charset="0"/>
                <a:ea typeface="Calibri" pitchFamily="34" charset="-122"/>
                <a:cs typeface="Calibri" pitchFamily="34" charset="-120"/>
              </a:rPr>
              <a:t>ACADEMIA SEÚL  ·  MÉTODO CHINGU™</a:t>
            </a:r>
            <a:endParaRPr lang="en-US" sz="800" dirty="0"/>
          </a:p>
        </p:txBody>
      </p:sp>
      <p:sp>
        <p:nvSpPr>
          <p:cNvPr id="12" name="Text 8"/>
          <p:cNvSpPr/>
          <p:nvPr/>
        </p:nvSpPr>
        <p:spPr>
          <a:xfrm>
            <a:off x="7315200" y="6492240"/>
            <a:ext cx="4572000" cy="228600"/>
          </a:xfrm>
          <a:prstGeom prst="rect">
            <a:avLst/>
          </a:prstGeom>
          <a:noFill/>
          <a:ln/>
        </p:spPr>
        <p:txBody>
          <a:bodyPr wrap="square" rtlCol="0" anchor="ctr"/>
          <a:lstStyle/>
          <a:p>
            <a:pPr marL="0" indent="0" algn="r">
              <a:buNone/>
            </a:pPr>
            <a:r>
              <a:rPr lang="en-US" sz="800" b="1" dirty="0">
                <a:solidFill>
                  <a:srgbClr val="6B6B7C"/>
                </a:solidFill>
                <a:latin typeface="Calibri" pitchFamily="34" charset="0"/>
                <a:ea typeface="Calibri" pitchFamily="34" charset="-122"/>
                <a:cs typeface="Calibri" pitchFamily="34" charset="-120"/>
              </a:rPr>
              <a:t>SES 13  ·  TALLER</a:t>
            </a:r>
            <a:endParaRPr lang="en-US" sz="800" dirty="0"/>
          </a:p>
        </p:txBody>
      </p:sp>
      <p:pic>
        <p:nvPicPr>
          <p:cNvPr id="13" name="Image 0" descr="/sessions/sleepy-zen-cray/mnt/outputs/deck_assets/logo_var2_azul.png">
            <a:extLst>
              <a:ext uri="{FF2B5EF4-FFF2-40B4-BE49-F238E27FC236}">
                <a16:creationId xmlns:a16="http://schemas.microsoft.com/office/drawing/2014/main" id="{51A0C07B-7FD5-9019-354C-6C0EBAEB9EEC}"/>
              </a:ext>
            </a:extLst>
          </p:cNvPr>
          <p:cNvPicPr>
            <a:picLocks noChangeAspect="1"/>
          </p:cNvPicPr>
          <p:nvPr/>
        </p:nvPicPr>
        <p:blipFill>
          <a:blip r:embed="rId4"/>
          <a:stretch>
            <a:fillRect/>
          </a:stretch>
        </p:blipFill>
        <p:spPr>
          <a:xfrm>
            <a:off x="9778365" y="-600075"/>
            <a:ext cx="2571750" cy="2571750"/>
          </a:xfrm>
          <a:prstGeom prst="rect">
            <a:avLst/>
          </a:prstGeom>
        </p:spPr>
      </p:pic>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marL="0" indent="0">
              <a:buNone/>
            </a:pPr>
            <a:r>
              <a:rPr lang="en-US" sz="900" b="1" kern="0" spc="600" dirty="0">
                <a:solidFill>
                  <a:srgbClr val="3D2EE8"/>
                </a:solidFill>
                <a:latin typeface="Calibri" pitchFamily="34" charset="0"/>
                <a:ea typeface="Calibri" pitchFamily="34" charset="-122"/>
                <a:cs typeface="Calibri" pitchFamily="34" charset="-120"/>
              </a:rPr>
              <a:t>§5.2 · CONSONANTES</a:t>
            </a:r>
            <a:endParaRPr lang="en-US" sz="900" dirty="0"/>
          </a:p>
        </p:txBody>
      </p:sp>
      <p:sp>
        <p:nvSpPr>
          <p:cNvPr id="3" name="Text 1"/>
          <p:cNvSpPr/>
          <p:nvPr/>
        </p:nvSpPr>
        <p:spPr>
          <a:xfrm>
            <a:off x="548640" y="822960"/>
            <a:ext cx="10515600" cy="640080"/>
          </a:xfrm>
          <a:prstGeom prst="rect">
            <a:avLst/>
          </a:prstGeom>
          <a:noFill/>
          <a:ln/>
        </p:spPr>
        <p:txBody>
          <a:bodyPr wrap="square" rtlCol="0" anchor="ctr"/>
          <a:lstStyle/>
          <a:p>
            <a:pPr marL="0" indent="0">
              <a:buNone/>
            </a:pPr>
            <a:r>
              <a:rPr lang="en-US" sz="2600" b="1" dirty="0">
                <a:solidFill>
                  <a:srgbClr val="1A1A2E"/>
                </a:solidFill>
                <a:latin typeface="Calibri" pitchFamily="34" charset="0"/>
                <a:ea typeface="Calibri" pitchFamily="34" charset="-122"/>
                <a:cs typeface="Calibri" pitchFamily="34" charset="-120"/>
              </a:rPr>
              <a:t>ㄹ · ㅁ · ㅂ</a:t>
            </a:r>
            <a:endParaRPr lang="en-US" sz="2600" dirty="0"/>
          </a:p>
        </p:txBody>
      </p:sp>
      <p:sp>
        <p:nvSpPr>
          <p:cNvPr id="4" name="Text 2"/>
          <p:cNvSpPr/>
          <p:nvPr/>
        </p:nvSpPr>
        <p:spPr>
          <a:xfrm>
            <a:off x="548640" y="1828800"/>
            <a:ext cx="5486400" cy="4389120"/>
          </a:xfrm>
          <a:prstGeom prst="rect">
            <a:avLst/>
          </a:prstGeom>
          <a:noFill/>
          <a:ln/>
        </p:spPr>
        <p:txBody>
          <a:bodyPr wrap="square" rtlCol="0" anchor="t"/>
          <a:lstStyle/>
          <a:p>
            <a:pPr marL="0" indent="0">
              <a:lnSpc>
                <a:spcPct val="140000"/>
              </a:lnSpc>
              <a:buNone/>
            </a:pPr>
            <a:r>
              <a:rPr lang="en-US" sz="1400" dirty="0">
                <a:solidFill>
                  <a:srgbClr val="1A1A2E"/>
                </a:solidFill>
                <a:latin typeface="Calibri" pitchFamily="34" charset="0"/>
                <a:ea typeface="Calibri" pitchFamily="34" charset="-122"/>
                <a:cs typeface="Calibri" pitchFamily="34" charset="-120"/>
              </a:rPr>
              <a:t>ㄹ → ¡La famosa! Es a la vez 'r' y 'l'.</a:t>
            </a:r>
            <a:endParaRPr lang="en-US" sz="1400" dirty="0"/>
          </a:p>
          <a:p>
            <a:pPr marL="0" indent="0">
              <a:lnSpc>
                <a:spcPct val="140000"/>
              </a:lnSpc>
              <a:buNone/>
            </a:pPr>
            <a:r>
              <a:rPr lang="en-US" sz="1400" dirty="0">
                <a:solidFill>
                  <a:srgbClr val="1A1A2E"/>
                </a:solidFill>
                <a:latin typeface="Calibri" pitchFamily="34" charset="0"/>
                <a:ea typeface="Calibri" pitchFamily="34" charset="-122"/>
                <a:cs typeface="Calibri" pitchFamily="34" charset="-120"/>
              </a:rPr>
              <a:t>Suena suave, como en 'pero' (no 'perro').</a:t>
            </a:r>
            <a:endParaRPr lang="en-US" sz="1400" dirty="0"/>
          </a:p>
          <a:p>
            <a:pPr marL="0" indent="0">
              <a:lnSpc>
                <a:spcPct val="140000"/>
              </a:lnSpc>
              <a:buNone/>
            </a:pPr>
            <a:endParaRPr lang="en-US" sz="1400" dirty="0"/>
          </a:p>
          <a:p>
            <a:pPr marL="0" indent="0">
              <a:lnSpc>
                <a:spcPct val="140000"/>
              </a:lnSpc>
              <a:buNone/>
            </a:pPr>
            <a:r>
              <a:rPr lang="en-US" sz="1400" dirty="0">
                <a:solidFill>
                  <a:srgbClr val="1A1A2E"/>
                </a:solidFill>
                <a:latin typeface="Calibri" pitchFamily="34" charset="0"/>
                <a:ea typeface="Calibri" pitchFamily="34" charset="-122"/>
                <a:cs typeface="Calibri" pitchFamily="34" charset="-120"/>
              </a:rPr>
              <a:t>Ejemplo MÍTICO: 사랑 → sarang.</a:t>
            </a:r>
            <a:endParaRPr lang="en-US" sz="1400" dirty="0"/>
          </a:p>
          <a:p>
            <a:pPr marL="0" indent="0">
              <a:lnSpc>
                <a:spcPct val="140000"/>
              </a:lnSpc>
              <a:buNone/>
            </a:pPr>
            <a:r>
              <a:rPr lang="en-US" sz="1400" dirty="0">
                <a:solidFill>
                  <a:srgbClr val="1A1A2E"/>
                </a:solidFill>
                <a:latin typeface="Calibri" pitchFamily="34" charset="0"/>
                <a:ea typeface="Calibri" pitchFamily="34" charset="-122"/>
                <a:cs typeface="Calibri" pitchFamily="34" charset="-120"/>
              </a:rPr>
              <a:t>¿Saben qué significa? AMOR.</a:t>
            </a:r>
            <a:endParaRPr lang="en-US" sz="1400" dirty="0"/>
          </a:p>
          <a:p>
            <a:pPr marL="0" indent="0">
              <a:lnSpc>
                <a:spcPct val="140000"/>
              </a:lnSpc>
              <a:buNone/>
            </a:pPr>
            <a:r>
              <a:rPr lang="en-US" sz="1400" dirty="0">
                <a:solidFill>
                  <a:srgbClr val="1A1A2E"/>
                </a:solidFill>
                <a:latin typeface="Calibri" pitchFamily="34" charset="0"/>
                <a:ea typeface="Calibri" pitchFamily="34" charset="-122"/>
                <a:cs typeface="Calibri" pitchFamily="34" charset="-120"/>
              </a:rPr>
              <a:t>사랑해 → saranghae = te amo.</a:t>
            </a:r>
            <a:endParaRPr lang="en-US" sz="1400" dirty="0"/>
          </a:p>
          <a:p>
            <a:pPr marL="0" indent="0">
              <a:lnSpc>
                <a:spcPct val="140000"/>
              </a:lnSpc>
              <a:buNone/>
            </a:pPr>
            <a:endParaRPr lang="en-US" sz="1400" dirty="0"/>
          </a:p>
          <a:p>
            <a:pPr marL="0" indent="0">
              <a:lnSpc>
                <a:spcPct val="140000"/>
              </a:lnSpc>
              <a:buNone/>
            </a:pPr>
            <a:r>
              <a:rPr lang="en-US" sz="1400" dirty="0">
                <a:solidFill>
                  <a:srgbClr val="1A1A2E"/>
                </a:solidFill>
                <a:latin typeface="Calibri" pitchFamily="34" charset="0"/>
                <a:ea typeface="Calibri" pitchFamily="34" charset="-122"/>
                <a:cs typeface="Calibri" pitchFamily="34" charset="-120"/>
              </a:rPr>
              <a:t>ㅁ → Labios cerrados, forma cuadrada. 'm'.</a:t>
            </a:r>
            <a:endParaRPr lang="en-US" sz="1400" dirty="0"/>
          </a:p>
          <a:p>
            <a:pPr marL="0" indent="0">
              <a:lnSpc>
                <a:spcPct val="140000"/>
              </a:lnSpc>
              <a:buNone/>
            </a:pPr>
            <a:r>
              <a:rPr lang="en-US" sz="1400" dirty="0">
                <a:solidFill>
                  <a:srgbClr val="1A1A2E"/>
                </a:solidFill>
                <a:latin typeface="Calibri" pitchFamily="34" charset="0"/>
                <a:ea typeface="Calibri" pitchFamily="34" charset="-122"/>
                <a:cs typeface="Calibri" pitchFamily="34" charset="-120"/>
              </a:rPr>
              <a:t>마 → ma</a:t>
            </a:r>
            <a:endParaRPr lang="en-US" sz="1400" dirty="0"/>
          </a:p>
          <a:p>
            <a:pPr marL="0" indent="0">
              <a:lnSpc>
                <a:spcPct val="140000"/>
              </a:lnSpc>
              <a:buNone/>
            </a:pPr>
            <a:endParaRPr lang="en-US" sz="1400" dirty="0"/>
          </a:p>
          <a:p>
            <a:pPr marL="0" indent="0">
              <a:lnSpc>
                <a:spcPct val="140000"/>
              </a:lnSpc>
              <a:buNone/>
            </a:pPr>
            <a:r>
              <a:rPr lang="en-US" sz="1400" dirty="0">
                <a:solidFill>
                  <a:srgbClr val="1A1A2E"/>
                </a:solidFill>
                <a:latin typeface="Calibri" pitchFamily="34" charset="0"/>
                <a:ea typeface="Calibri" pitchFamily="34" charset="-122"/>
                <a:cs typeface="Calibri" pitchFamily="34" charset="-120"/>
              </a:rPr>
              <a:t>ㅂ → Labios juntos abriéndose. 'b' o 'p'.</a:t>
            </a:r>
            <a:endParaRPr lang="en-US" sz="1400" dirty="0"/>
          </a:p>
          <a:p>
            <a:pPr marL="0" indent="0">
              <a:lnSpc>
                <a:spcPct val="140000"/>
              </a:lnSpc>
              <a:buNone/>
            </a:pPr>
            <a:r>
              <a:rPr lang="en-US" sz="1400" dirty="0">
                <a:solidFill>
                  <a:srgbClr val="1A1A2E"/>
                </a:solidFill>
                <a:latin typeface="Calibri" pitchFamily="34" charset="0"/>
                <a:ea typeface="Calibri" pitchFamily="34" charset="-122"/>
                <a:cs typeface="Calibri" pitchFamily="34" charset="-120"/>
              </a:rPr>
              <a:t>밥 → bap (arroz/comida)</a:t>
            </a:r>
            <a:endParaRPr lang="en-US" sz="1400" dirty="0"/>
          </a:p>
          <a:p>
            <a:pPr marL="0" indent="0">
              <a:lnSpc>
                <a:spcPct val="140000"/>
              </a:lnSpc>
              <a:buNone/>
            </a:pPr>
            <a:r>
              <a:rPr lang="en-US" sz="1400" dirty="0">
                <a:solidFill>
                  <a:srgbClr val="1A1A2E"/>
                </a:solidFill>
                <a:latin typeface="Calibri" pitchFamily="34" charset="0"/>
                <a:ea typeface="Calibri" pitchFamily="34" charset="-122"/>
                <a:cs typeface="Calibri" pitchFamily="34" charset="-120"/>
              </a:rPr>
              <a:t>'밥 먹었어요?' = '¿Comiste?' (saludo en Corea)</a:t>
            </a:r>
            <a:endParaRPr lang="en-US" sz="1400" dirty="0"/>
          </a:p>
        </p:txBody>
      </p:sp>
      <p:sp>
        <p:nvSpPr>
          <p:cNvPr id="5" name="Shape 3"/>
          <p:cNvSpPr/>
          <p:nvPr/>
        </p:nvSpPr>
        <p:spPr>
          <a:xfrm>
            <a:off x="6766560" y="1828800"/>
            <a:ext cx="4846320" cy="4389120"/>
          </a:xfrm>
          <a:prstGeom prst="roundRect">
            <a:avLst>
              <a:gd name="adj" fmla="val 3125"/>
            </a:avLst>
          </a:prstGeom>
          <a:solidFill>
            <a:srgbClr val="FF5C5C"/>
          </a:solidFill>
          <a:ln w="12700">
            <a:solidFill>
              <a:srgbClr val="FF5C5C"/>
            </a:solidFill>
            <a:prstDash val="solid"/>
          </a:ln>
        </p:spPr>
      </p:sp>
      <p:sp>
        <p:nvSpPr>
          <p:cNvPr id="6" name="Text 4"/>
          <p:cNvSpPr/>
          <p:nvPr/>
        </p:nvSpPr>
        <p:spPr>
          <a:xfrm>
            <a:off x="6766560" y="2560320"/>
            <a:ext cx="4846320" cy="1645920"/>
          </a:xfrm>
          <a:prstGeom prst="rect">
            <a:avLst/>
          </a:prstGeom>
          <a:noFill/>
          <a:ln/>
        </p:spPr>
        <p:txBody>
          <a:bodyPr wrap="square" rtlCol="0" anchor="ctr"/>
          <a:lstStyle/>
          <a:p>
            <a:pPr marL="0" indent="0" algn="ctr">
              <a:buNone/>
            </a:pPr>
            <a:r>
              <a:rPr lang="en-US" sz="8000" b="1" dirty="0">
                <a:solidFill>
                  <a:srgbClr val="FFFFFF"/>
                </a:solidFill>
                <a:latin typeface="Malgun Gothic" pitchFamily="34" charset="0"/>
                <a:ea typeface="Malgun Gothic" pitchFamily="34" charset="-122"/>
                <a:cs typeface="Malgun Gothic" pitchFamily="34" charset="-120"/>
              </a:rPr>
              <a:t>사랑</a:t>
            </a:r>
            <a:endParaRPr lang="en-US" sz="8000" dirty="0"/>
          </a:p>
        </p:txBody>
      </p:sp>
      <p:sp>
        <p:nvSpPr>
          <p:cNvPr id="7" name="Text 5"/>
          <p:cNvSpPr/>
          <p:nvPr/>
        </p:nvSpPr>
        <p:spPr>
          <a:xfrm>
            <a:off x="6766560" y="4297680"/>
            <a:ext cx="4846320" cy="548640"/>
          </a:xfrm>
          <a:prstGeom prst="rect">
            <a:avLst/>
          </a:prstGeom>
          <a:noFill/>
          <a:ln/>
        </p:spPr>
        <p:txBody>
          <a:bodyPr wrap="square" rtlCol="0" anchor="ctr"/>
          <a:lstStyle/>
          <a:p>
            <a:pPr marL="0" indent="0" algn="ctr">
              <a:buNone/>
            </a:pPr>
            <a:r>
              <a:rPr lang="en-US" sz="1800" i="1" dirty="0">
                <a:solidFill>
                  <a:srgbClr val="FFFFFF"/>
                </a:solidFill>
                <a:latin typeface="Calibri" pitchFamily="34" charset="0"/>
                <a:ea typeface="Calibri" pitchFamily="34" charset="-122"/>
                <a:cs typeface="Calibri" pitchFamily="34" charset="-120"/>
              </a:rPr>
              <a:t>sarang</a:t>
            </a:r>
            <a:endParaRPr lang="en-US" sz="1800" dirty="0"/>
          </a:p>
        </p:txBody>
      </p:sp>
      <p:sp>
        <p:nvSpPr>
          <p:cNvPr id="8" name="Text 6"/>
          <p:cNvSpPr/>
          <p:nvPr/>
        </p:nvSpPr>
        <p:spPr>
          <a:xfrm>
            <a:off x="6766560" y="4937760"/>
            <a:ext cx="4846320" cy="457200"/>
          </a:xfrm>
          <a:prstGeom prst="rect">
            <a:avLst/>
          </a:prstGeom>
          <a:noFill/>
          <a:ln/>
        </p:spPr>
        <p:txBody>
          <a:bodyPr wrap="square" rtlCol="0" anchor="ctr"/>
          <a:lstStyle/>
          <a:p>
            <a:pPr marL="0" indent="0" algn="ctr">
              <a:buNone/>
            </a:pPr>
            <a:r>
              <a:rPr lang="en-US" sz="1400" dirty="0">
                <a:solidFill>
                  <a:srgbClr val="FFFFFF"/>
                </a:solidFill>
                <a:latin typeface="Calibri" pitchFamily="34" charset="0"/>
                <a:ea typeface="Calibri" pitchFamily="34" charset="-122"/>
                <a:cs typeface="Calibri" pitchFamily="34" charset="-120"/>
              </a:rPr>
              <a:t>AMOR</a:t>
            </a:r>
            <a:endParaRPr lang="en-US" sz="1400" dirty="0"/>
          </a:p>
        </p:txBody>
      </p:sp>
      <p:pic>
        <p:nvPicPr>
          <p:cNvPr id="10" name="Image 1" descr="/sessions/sleepy-zen-cray/mnt/outputs/deck_assets/sello_linea_v1_01.png"/>
          <p:cNvPicPr>
            <a:picLocks noChangeAspect="1"/>
          </p:cNvPicPr>
          <p:nvPr/>
        </p:nvPicPr>
        <p:blipFill>
          <a:blip r:embed="rId3"/>
          <a:stretch>
            <a:fillRect/>
          </a:stretch>
        </p:blipFill>
        <p:spPr>
          <a:xfrm>
            <a:off x="365760" y="6355080"/>
            <a:ext cx="411480" cy="411480"/>
          </a:xfrm>
          <a:prstGeom prst="rect">
            <a:avLst/>
          </a:prstGeom>
        </p:spPr>
      </p:pic>
      <p:sp>
        <p:nvSpPr>
          <p:cNvPr id="11" name="Text 7"/>
          <p:cNvSpPr/>
          <p:nvPr/>
        </p:nvSpPr>
        <p:spPr>
          <a:xfrm>
            <a:off x="914400" y="6492240"/>
            <a:ext cx="4572000" cy="228600"/>
          </a:xfrm>
          <a:prstGeom prst="rect">
            <a:avLst/>
          </a:prstGeom>
          <a:noFill/>
          <a:ln/>
        </p:spPr>
        <p:txBody>
          <a:bodyPr wrap="square" rtlCol="0" anchor="ctr"/>
          <a:lstStyle/>
          <a:p>
            <a:pPr marL="0" indent="0">
              <a:buNone/>
            </a:pPr>
            <a:r>
              <a:rPr lang="en-US" sz="800" b="1" dirty="0">
                <a:solidFill>
                  <a:srgbClr val="6B6B7C"/>
                </a:solidFill>
                <a:latin typeface="Calibri" pitchFamily="34" charset="0"/>
                <a:ea typeface="Calibri" pitchFamily="34" charset="-122"/>
                <a:cs typeface="Calibri" pitchFamily="34" charset="-120"/>
              </a:rPr>
              <a:t>ACADEMIA SEÚL  ·  MÉTODO CHINGU™</a:t>
            </a:r>
            <a:endParaRPr lang="en-US" sz="800" dirty="0"/>
          </a:p>
        </p:txBody>
      </p:sp>
      <p:sp>
        <p:nvSpPr>
          <p:cNvPr id="12" name="Text 8"/>
          <p:cNvSpPr/>
          <p:nvPr/>
        </p:nvSpPr>
        <p:spPr>
          <a:xfrm>
            <a:off x="7315200" y="6492240"/>
            <a:ext cx="4572000" cy="228600"/>
          </a:xfrm>
          <a:prstGeom prst="rect">
            <a:avLst/>
          </a:prstGeom>
          <a:noFill/>
          <a:ln/>
        </p:spPr>
        <p:txBody>
          <a:bodyPr wrap="square" rtlCol="0" anchor="ctr"/>
          <a:lstStyle/>
          <a:p>
            <a:pPr marL="0" indent="0" algn="r">
              <a:buNone/>
            </a:pPr>
            <a:r>
              <a:rPr lang="en-US" sz="800" b="1" dirty="0">
                <a:solidFill>
                  <a:srgbClr val="6B6B7C"/>
                </a:solidFill>
                <a:latin typeface="Calibri" pitchFamily="34" charset="0"/>
                <a:ea typeface="Calibri" pitchFamily="34" charset="-122"/>
                <a:cs typeface="Calibri" pitchFamily="34" charset="-120"/>
              </a:rPr>
              <a:t>SES 14  ·  TALLER</a:t>
            </a:r>
            <a:endParaRPr lang="en-US" sz="800" dirty="0"/>
          </a:p>
        </p:txBody>
      </p:sp>
      <p:pic>
        <p:nvPicPr>
          <p:cNvPr id="13" name="Image 0" descr="/sessions/sleepy-zen-cray/mnt/outputs/deck_assets/logo_var2_azul.png">
            <a:extLst>
              <a:ext uri="{FF2B5EF4-FFF2-40B4-BE49-F238E27FC236}">
                <a16:creationId xmlns:a16="http://schemas.microsoft.com/office/drawing/2014/main" id="{C847D6E7-4634-200C-BDE9-D7FD4CCAD2DF}"/>
              </a:ext>
            </a:extLst>
          </p:cNvPr>
          <p:cNvPicPr>
            <a:picLocks noChangeAspect="1"/>
          </p:cNvPicPr>
          <p:nvPr/>
        </p:nvPicPr>
        <p:blipFill>
          <a:blip r:embed="rId4"/>
          <a:stretch>
            <a:fillRect/>
          </a:stretch>
        </p:blipFill>
        <p:spPr>
          <a:xfrm>
            <a:off x="9778365" y="-600075"/>
            <a:ext cx="2571750" cy="2571750"/>
          </a:xfrm>
          <a:prstGeom prst="rect">
            <a:avLst/>
          </a:prstGeom>
        </p:spPr>
      </p:pic>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marL="0" indent="0">
              <a:buNone/>
            </a:pPr>
            <a:r>
              <a:rPr lang="en-US" sz="900" b="1" kern="0" spc="600" dirty="0">
                <a:solidFill>
                  <a:srgbClr val="3D2EE8"/>
                </a:solidFill>
                <a:latin typeface="Calibri" pitchFamily="34" charset="0"/>
                <a:ea typeface="Calibri" pitchFamily="34" charset="-122"/>
                <a:cs typeface="Calibri" pitchFamily="34" charset="-120"/>
              </a:rPr>
              <a:t>§5.3 · CONSONANTES</a:t>
            </a:r>
            <a:endParaRPr lang="en-US" sz="900" dirty="0"/>
          </a:p>
        </p:txBody>
      </p:sp>
      <p:sp>
        <p:nvSpPr>
          <p:cNvPr id="3" name="Text 1"/>
          <p:cNvSpPr/>
          <p:nvPr/>
        </p:nvSpPr>
        <p:spPr>
          <a:xfrm>
            <a:off x="548640" y="822960"/>
            <a:ext cx="10515600" cy="640080"/>
          </a:xfrm>
          <a:prstGeom prst="rect">
            <a:avLst/>
          </a:prstGeom>
          <a:noFill/>
          <a:ln/>
        </p:spPr>
        <p:txBody>
          <a:bodyPr wrap="square" rtlCol="0" anchor="ctr"/>
          <a:lstStyle/>
          <a:p>
            <a:pPr marL="0" indent="0">
              <a:buNone/>
            </a:pPr>
            <a:r>
              <a:rPr lang="en-US" sz="2600" b="1" dirty="0">
                <a:solidFill>
                  <a:srgbClr val="1A1A2E"/>
                </a:solidFill>
                <a:latin typeface="Calibri" pitchFamily="34" charset="0"/>
                <a:ea typeface="Calibri" pitchFamily="34" charset="-122"/>
                <a:cs typeface="Calibri" pitchFamily="34" charset="-120"/>
              </a:rPr>
              <a:t>ㅅ + Repaso · ya tenés 13 letras</a:t>
            </a:r>
            <a:endParaRPr lang="en-US" sz="2600" dirty="0"/>
          </a:p>
        </p:txBody>
      </p:sp>
      <p:sp>
        <p:nvSpPr>
          <p:cNvPr id="4" name="Text 2"/>
          <p:cNvSpPr/>
          <p:nvPr/>
        </p:nvSpPr>
        <p:spPr>
          <a:xfrm>
            <a:off x="548640" y="1828800"/>
            <a:ext cx="5486400" cy="4389120"/>
          </a:xfrm>
          <a:prstGeom prst="rect">
            <a:avLst/>
          </a:prstGeom>
          <a:noFill/>
          <a:ln/>
        </p:spPr>
        <p:txBody>
          <a:bodyPr wrap="square" rtlCol="0" anchor="t"/>
          <a:lstStyle/>
          <a:p>
            <a:pPr marL="0" indent="0">
              <a:lnSpc>
                <a:spcPct val="140000"/>
              </a:lnSpc>
              <a:buNone/>
            </a:pPr>
            <a:r>
              <a:rPr lang="en-US" sz="1400" dirty="0">
                <a:solidFill>
                  <a:srgbClr val="1A1A2E"/>
                </a:solidFill>
                <a:latin typeface="Calibri" pitchFamily="34" charset="0"/>
                <a:ea typeface="Calibri" pitchFamily="34" charset="-122"/>
                <a:cs typeface="Calibri" pitchFamily="34" charset="-120"/>
              </a:rPr>
              <a:t>ㅅ → Forma de techo o 'V' invertida.</a:t>
            </a:r>
            <a:endParaRPr lang="en-US" sz="1400" dirty="0"/>
          </a:p>
          <a:p>
            <a:pPr marL="0" indent="0">
              <a:lnSpc>
                <a:spcPct val="140000"/>
              </a:lnSpc>
              <a:buNone/>
            </a:pPr>
            <a:r>
              <a:rPr lang="en-US" sz="1400" dirty="0">
                <a:solidFill>
                  <a:srgbClr val="1A1A2E"/>
                </a:solidFill>
                <a:latin typeface="Calibri" pitchFamily="34" charset="0"/>
                <a:ea typeface="Calibri" pitchFamily="34" charset="-122"/>
                <a:cs typeface="Calibri" pitchFamily="34" charset="-120"/>
              </a:rPr>
              <a:t>Suena 's' como en español. 사 → sa.</a:t>
            </a:r>
            <a:endParaRPr lang="en-US" sz="1400" dirty="0"/>
          </a:p>
          <a:p>
            <a:pPr marL="0" indent="0">
              <a:lnSpc>
                <a:spcPct val="140000"/>
              </a:lnSpc>
              <a:buNone/>
            </a:pPr>
            <a:endParaRPr lang="en-US" sz="1400" dirty="0"/>
          </a:p>
          <a:p>
            <a:pPr marL="0" indent="0">
              <a:lnSpc>
                <a:spcPct val="140000"/>
              </a:lnSpc>
              <a:buNone/>
            </a:pPr>
            <a:r>
              <a:rPr lang="en-US" sz="1400" dirty="0">
                <a:solidFill>
                  <a:srgbClr val="1A1A2E"/>
                </a:solidFill>
                <a:latin typeface="Calibri" pitchFamily="34" charset="0"/>
                <a:ea typeface="Calibri" pitchFamily="34" charset="-122"/>
                <a:cs typeface="Calibri" pitchFamily="34" charset="-120"/>
              </a:rPr>
              <a:t>La ciudad de SEÚL se escribe: 서울</a:t>
            </a:r>
            <a:endParaRPr lang="en-US" sz="1400" dirty="0"/>
          </a:p>
          <a:p>
            <a:pPr marL="0" indent="0">
              <a:lnSpc>
                <a:spcPct val="140000"/>
              </a:lnSpc>
              <a:buNone/>
            </a:pPr>
            <a:endParaRPr lang="en-US" sz="1400" dirty="0"/>
          </a:p>
          <a:p>
            <a:pPr marL="0" indent="0">
              <a:lnSpc>
                <a:spcPct val="140000"/>
              </a:lnSpc>
              <a:buNone/>
            </a:pPr>
            <a:r>
              <a:rPr lang="en-US" sz="1400" dirty="0">
                <a:solidFill>
                  <a:srgbClr val="1A1A2E"/>
                </a:solidFill>
                <a:latin typeface="Calibri" pitchFamily="34" charset="0"/>
                <a:ea typeface="Calibri" pitchFamily="34" charset="-122"/>
                <a:cs typeface="Calibri" pitchFamily="34" charset="-120"/>
              </a:rPr>
              <a:t>Vamos a leerla: ㅅ + ㅓ + ㅇ + ㅜ + ㄹ</a:t>
            </a:r>
            <a:endParaRPr lang="en-US" sz="1400" dirty="0"/>
          </a:p>
          <a:p>
            <a:pPr marL="0" indent="0">
              <a:lnSpc>
                <a:spcPct val="140000"/>
              </a:lnSpc>
              <a:buNone/>
            </a:pPr>
            <a:r>
              <a:rPr lang="en-US" sz="1400" dirty="0">
                <a:solidFill>
                  <a:srgbClr val="1A1A2E"/>
                </a:solidFill>
                <a:latin typeface="Calibri" pitchFamily="34" charset="0"/>
                <a:ea typeface="Calibri" pitchFamily="34" charset="-122"/>
                <a:cs typeface="Calibri" pitchFamily="34" charset="-120"/>
              </a:rPr>
              <a:t>Esa ㅇ que aparece es una consonante muda al inicio de sílaba. Solo está ahí para que la vocal tenga compañía.</a:t>
            </a:r>
            <a:endParaRPr lang="en-US" sz="1400" dirty="0"/>
          </a:p>
          <a:p>
            <a:pPr marL="0" indent="0">
              <a:lnSpc>
                <a:spcPct val="140000"/>
              </a:lnSpc>
              <a:buNone/>
            </a:pPr>
            <a:endParaRPr lang="en-US" sz="1400" dirty="0"/>
          </a:p>
          <a:p>
            <a:pPr marL="0" indent="0">
              <a:lnSpc>
                <a:spcPct val="140000"/>
              </a:lnSpc>
              <a:buNone/>
            </a:pPr>
            <a:r>
              <a:rPr lang="en-US" sz="1400" dirty="0">
                <a:solidFill>
                  <a:srgbClr val="1A1A2E"/>
                </a:solidFill>
                <a:latin typeface="Calibri" pitchFamily="34" charset="0"/>
                <a:ea typeface="Calibri" pitchFamily="34" charset="-122"/>
                <a:cs typeface="Calibri" pitchFamily="34" charset="-120"/>
              </a:rPr>
              <a:t>YA TIENEN:</a:t>
            </a:r>
            <a:endParaRPr lang="en-US" sz="1400" dirty="0"/>
          </a:p>
          <a:p>
            <a:pPr marL="0" indent="0">
              <a:lnSpc>
                <a:spcPct val="140000"/>
              </a:lnSpc>
              <a:buNone/>
            </a:pPr>
            <a:r>
              <a:rPr lang="en-US" sz="1400" dirty="0">
                <a:solidFill>
                  <a:srgbClr val="1A1A2E"/>
                </a:solidFill>
                <a:latin typeface="Calibri" pitchFamily="34" charset="0"/>
                <a:ea typeface="Calibri" pitchFamily="34" charset="-122"/>
                <a:cs typeface="Calibri" pitchFamily="34" charset="-120"/>
              </a:rPr>
              <a:t>6 vocales + 7 consonantes = 13 letras.</a:t>
            </a:r>
            <a:endParaRPr lang="en-US" sz="1400" dirty="0"/>
          </a:p>
          <a:p>
            <a:pPr marL="0" indent="0">
              <a:lnSpc>
                <a:spcPct val="140000"/>
              </a:lnSpc>
              <a:buNone/>
            </a:pPr>
            <a:endParaRPr lang="en-US" sz="1400" dirty="0"/>
          </a:p>
          <a:p>
            <a:pPr marL="0" indent="0">
              <a:lnSpc>
                <a:spcPct val="140000"/>
              </a:lnSpc>
              <a:buNone/>
            </a:pPr>
            <a:r>
              <a:rPr lang="en-US" sz="1400" dirty="0">
                <a:solidFill>
                  <a:srgbClr val="1A1A2E"/>
                </a:solidFill>
                <a:latin typeface="Calibri" pitchFamily="34" charset="0"/>
                <a:ea typeface="Calibri" pitchFamily="34" charset="-122"/>
                <a:cs typeface="Calibri" pitchFamily="34" charset="-120"/>
              </a:rPr>
              <a:t>Con eso podemos armar sílabas.</a:t>
            </a:r>
            <a:endParaRPr lang="en-US" sz="1400" dirty="0"/>
          </a:p>
        </p:txBody>
      </p:sp>
      <p:sp>
        <p:nvSpPr>
          <p:cNvPr id="5" name="Shape 3"/>
          <p:cNvSpPr/>
          <p:nvPr/>
        </p:nvSpPr>
        <p:spPr>
          <a:xfrm>
            <a:off x="6766560" y="1828800"/>
            <a:ext cx="4846320" cy="4389120"/>
          </a:xfrm>
          <a:prstGeom prst="roundRect">
            <a:avLst>
              <a:gd name="adj" fmla="val 3125"/>
            </a:avLst>
          </a:prstGeom>
          <a:solidFill>
            <a:srgbClr val="3D2EE8"/>
          </a:solidFill>
          <a:ln w="12700">
            <a:solidFill>
              <a:srgbClr val="3D2EE8"/>
            </a:solidFill>
            <a:prstDash val="solid"/>
          </a:ln>
        </p:spPr>
      </p:sp>
      <p:sp>
        <p:nvSpPr>
          <p:cNvPr id="6" name="Text 4"/>
          <p:cNvSpPr/>
          <p:nvPr/>
        </p:nvSpPr>
        <p:spPr>
          <a:xfrm>
            <a:off x="6766560" y="2560320"/>
            <a:ext cx="4846320" cy="1645920"/>
          </a:xfrm>
          <a:prstGeom prst="rect">
            <a:avLst/>
          </a:prstGeom>
          <a:noFill/>
          <a:ln/>
        </p:spPr>
        <p:txBody>
          <a:bodyPr wrap="square" rtlCol="0" anchor="ctr"/>
          <a:lstStyle/>
          <a:p>
            <a:pPr marL="0" indent="0" algn="ctr">
              <a:buNone/>
            </a:pPr>
            <a:r>
              <a:rPr lang="en-US" sz="8000" b="1" dirty="0">
                <a:solidFill>
                  <a:srgbClr val="FFFFFF"/>
                </a:solidFill>
                <a:latin typeface="Malgun Gothic" pitchFamily="34" charset="0"/>
                <a:ea typeface="Malgun Gothic" pitchFamily="34" charset="-122"/>
                <a:cs typeface="Malgun Gothic" pitchFamily="34" charset="-120"/>
              </a:rPr>
              <a:t>서울</a:t>
            </a:r>
            <a:endParaRPr lang="en-US" sz="8000" dirty="0"/>
          </a:p>
        </p:txBody>
      </p:sp>
      <p:sp>
        <p:nvSpPr>
          <p:cNvPr id="7" name="Text 5"/>
          <p:cNvSpPr/>
          <p:nvPr/>
        </p:nvSpPr>
        <p:spPr>
          <a:xfrm>
            <a:off x="6766560" y="4297680"/>
            <a:ext cx="4846320" cy="548640"/>
          </a:xfrm>
          <a:prstGeom prst="rect">
            <a:avLst/>
          </a:prstGeom>
          <a:noFill/>
          <a:ln/>
        </p:spPr>
        <p:txBody>
          <a:bodyPr wrap="square" rtlCol="0" anchor="ctr"/>
          <a:lstStyle/>
          <a:p>
            <a:pPr marL="0" indent="0" algn="ctr">
              <a:buNone/>
            </a:pPr>
            <a:r>
              <a:rPr lang="en-US" sz="1800" i="1" dirty="0">
                <a:solidFill>
                  <a:srgbClr val="FFFFFF"/>
                </a:solidFill>
                <a:latin typeface="Calibri" pitchFamily="34" charset="0"/>
                <a:ea typeface="Calibri" pitchFamily="34" charset="-122"/>
                <a:cs typeface="Calibri" pitchFamily="34" charset="-120"/>
              </a:rPr>
              <a:t>Seoul</a:t>
            </a:r>
            <a:endParaRPr lang="en-US" sz="1800" dirty="0"/>
          </a:p>
        </p:txBody>
      </p:sp>
      <p:sp>
        <p:nvSpPr>
          <p:cNvPr id="8" name="Text 6"/>
          <p:cNvSpPr/>
          <p:nvPr/>
        </p:nvSpPr>
        <p:spPr>
          <a:xfrm>
            <a:off x="6766560" y="4937760"/>
            <a:ext cx="4846320" cy="457200"/>
          </a:xfrm>
          <a:prstGeom prst="rect">
            <a:avLst/>
          </a:prstGeom>
          <a:noFill/>
          <a:ln/>
        </p:spPr>
        <p:txBody>
          <a:bodyPr wrap="square" rtlCol="0" anchor="ctr"/>
          <a:lstStyle/>
          <a:p>
            <a:pPr marL="0" indent="0" algn="ctr">
              <a:buNone/>
            </a:pPr>
            <a:r>
              <a:rPr lang="en-US" sz="1400" dirty="0">
                <a:solidFill>
                  <a:srgbClr val="FFFFFF"/>
                </a:solidFill>
                <a:latin typeface="Calibri" pitchFamily="34" charset="0"/>
                <a:ea typeface="Calibri" pitchFamily="34" charset="-122"/>
                <a:cs typeface="Calibri" pitchFamily="34" charset="-120"/>
              </a:rPr>
              <a:t>ㅅ-ㅓ-ㅇ-ㅜ-ㄹ</a:t>
            </a:r>
            <a:endParaRPr lang="en-US" sz="1400" dirty="0"/>
          </a:p>
        </p:txBody>
      </p:sp>
      <p:pic>
        <p:nvPicPr>
          <p:cNvPr id="10" name="Image 1" descr="/sessions/sleepy-zen-cray/mnt/outputs/deck_assets/sello_linea_v1_01.png"/>
          <p:cNvPicPr>
            <a:picLocks noChangeAspect="1"/>
          </p:cNvPicPr>
          <p:nvPr/>
        </p:nvPicPr>
        <p:blipFill>
          <a:blip r:embed="rId3"/>
          <a:stretch>
            <a:fillRect/>
          </a:stretch>
        </p:blipFill>
        <p:spPr>
          <a:xfrm>
            <a:off x="365760" y="6355080"/>
            <a:ext cx="411480" cy="411480"/>
          </a:xfrm>
          <a:prstGeom prst="rect">
            <a:avLst/>
          </a:prstGeom>
        </p:spPr>
      </p:pic>
      <p:sp>
        <p:nvSpPr>
          <p:cNvPr id="11" name="Text 7"/>
          <p:cNvSpPr/>
          <p:nvPr/>
        </p:nvSpPr>
        <p:spPr>
          <a:xfrm>
            <a:off x="914400" y="6492240"/>
            <a:ext cx="4572000" cy="228600"/>
          </a:xfrm>
          <a:prstGeom prst="rect">
            <a:avLst/>
          </a:prstGeom>
          <a:noFill/>
          <a:ln/>
        </p:spPr>
        <p:txBody>
          <a:bodyPr wrap="square" rtlCol="0" anchor="ctr"/>
          <a:lstStyle/>
          <a:p>
            <a:pPr marL="0" indent="0">
              <a:buNone/>
            </a:pPr>
            <a:r>
              <a:rPr lang="en-US" sz="800" b="1" dirty="0">
                <a:solidFill>
                  <a:srgbClr val="6B6B7C"/>
                </a:solidFill>
                <a:latin typeface="Calibri" pitchFamily="34" charset="0"/>
                <a:ea typeface="Calibri" pitchFamily="34" charset="-122"/>
                <a:cs typeface="Calibri" pitchFamily="34" charset="-120"/>
              </a:rPr>
              <a:t>ACADEMIA SEÚL  ·  MÉTODO CHINGU™</a:t>
            </a:r>
            <a:endParaRPr lang="en-US" sz="800" dirty="0"/>
          </a:p>
        </p:txBody>
      </p:sp>
      <p:sp>
        <p:nvSpPr>
          <p:cNvPr id="12" name="Text 8"/>
          <p:cNvSpPr/>
          <p:nvPr/>
        </p:nvSpPr>
        <p:spPr>
          <a:xfrm>
            <a:off x="7315200" y="6492240"/>
            <a:ext cx="4572000" cy="228600"/>
          </a:xfrm>
          <a:prstGeom prst="rect">
            <a:avLst/>
          </a:prstGeom>
          <a:noFill/>
          <a:ln/>
        </p:spPr>
        <p:txBody>
          <a:bodyPr wrap="square" rtlCol="0" anchor="ctr"/>
          <a:lstStyle/>
          <a:p>
            <a:pPr marL="0" indent="0" algn="r">
              <a:buNone/>
            </a:pPr>
            <a:r>
              <a:rPr lang="en-US" sz="800" b="1" dirty="0">
                <a:solidFill>
                  <a:srgbClr val="6B6B7C"/>
                </a:solidFill>
                <a:latin typeface="Calibri" pitchFamily="34" charset="0"/>
                <a:ea typeface="Calibri" pitchFamily="34" charset="-122"/>
                <a:cs typeface="Calibri" pitchFamily="34" charset="-120"/>
              </a:rPr>
              <a:t>SES 15  ·  TALLER</a:t>
            </a:r>
            <a:endParaRPr lang="en-US" sz="800" dirty="0"/>
          </a:p>
        </p:txBody>
      </p:sp>
      <p:pic>
        <p:nvPicPr>
          <p:cNvPr id="13" name="Image 0" descr="/sessions/sleepy-zen-cray/mnt/outputs/deck_assets/logo_var2_azul.png">
            <a:extLst>
              <a:ext uri="{FF2B5EF4-FFF2-40B4-BE49-F238E27FC236}">
                <a16:creationId xmlns:a16="http://schemas.microsoft.com/office/drawing/2014/main" id="{0279C548-0E05-5717-A787-A5D3CEFD5253}"/>
              </a:ext>
            </a:extLst>
          </p:cNvPr>
          <p:cNvPicPr>
            <a:picLocks noChangeAspect="1"/>
          </p:cNvPicPr>
          <p:nvPr/>
        </p:nvPicPr>
        <p:blipFill>
          <a:blip r:embed="rId4"/>
          <a:stretch>
            <a:fillRect/>
          </a:stretch>
        </p:blipFill>
        <p:spPr>
          <a:xfrm>
            <a:off x="9778365" y="-600075"/>
            <a:ext cx="2571750" cy="2571750"/>
          </a:xfrm>
          <a:prstGeom prst="rect">
            <a:avLst/>
          </a:prstGeom>
        </p:spPr>
      </p:pic>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365760" y="365760"/>
            <a:ext cx="6400800" cy="274320"/>
          </a:xfrm>
          <a:prstGeom prst="rect">
            <a:avLst/>
          </a:prstGeom>
          <a:noFill/>
          <a:ln/>
        </p:spPr>
        <p:txBody>
          <a:bodyPr wrap="square" rtlCol="0" anchor="ctr"/>
          <a:lstStyle/>
          <a:p>
            <a:pPr marL="0" indent="0">
              <a:buNone/>
            </a:pPr>
            <a:r>
              <a:rPr lang="en-US" sz="1200" b="1" kern="0" spc="800" dirty="0">
                <a:solidFill>
                  <a:srgbClr val="FE6768"/>
                </a:solidFill>
                <a:latin typeface="Trebuchet MS" pitchFamily="34" charset="0"/>
                <a:ea typeface="Trebuchet MS" pitchFamily="34" charset="-122"/>
                <a:cs typeface="Trebuchet MS" pitchFamily="34" charset="-120"/>
              </a:rPr>
              <a:t>§6.0 · SÍLABAS</a:t>
            </a:r>
            <a:endParaRPr lang="en-US" sz="1200" dirty="0"/>
          </a:p>
        </p:txBody>
      </p:sp>
      <p:sp>
        <p:nvSpPr>
          <p:cNvPr id="3" name="Text 1"/>
          <p:cNvSpPr/>
          <p:nvPr/>
        </p:nvSpPr>
        <p:spPr>
          <a:xfrm>
            <a:off x="365760" y="658368"/>
            <a:ext cx="11430000" cy="640080"/>
          </a:xfrm>
          <a:prstGeom prst="rect">
            <a:avLst/>
          </a:prstGeom>
          <a:noFill/>
          <a:ln/>
        </p:spPr>
        <p:txBody>
          <a:bodyPr wrap="square" rtlCol="0" anchor="ctr"/>
          <a:lstStyle/>
          <a:p>
            <a:pPr marL="0" indent="0">
              <a:buNone/>
            </a:pPr>
            <a:r>
              <a:rPr lang="en-US" sz="3400" b="1" dirty="0">
                <a:solidFill>
                  <a:srgbClr val="0F172A"/>
                </a:solidFill>
                <a:latin typeface="Trebuchet MS" pitchFamily="34" charset="0"/>
                <a:ea typeface="Trebuchet MS" pitchFamily="34" charset="-122"/>
                <a:cs typeface="Trebuchet MS" pitchFamily="34" charset="-120"/>
              </a:rPr>
              <a:t>La estructura interna · I + M + F</a:t>
            </a:r>
            <a:endParaRPr lang="en-US" sz="3400" dirty="0"/>
          </a:p>
        </p:txBody>
      </p:sp>
      <p:sp>
        <p:nvSpPr>
          <p:cNvPr id="4" name="Shape 2"/>
          <p:cNvSpPr/>
          <p:nvPr/>
        </p:nvSpPr>
        <p:spPr>
          <a:xfrm>
            <a:off x="365760" y="1600200"/>
            <a:ext cx="11430000" cy="548640"/>
          </a:xfrm>
          <a:prstGeom prst="roundRect">
            <a:avLst>
              <a:gd name="adj" fmla="val 13333"/>
            </a:avLst>
          </a:prstGeom>
          <a:solidFill>
            <a:srgbClr val="F8F9FC"/>
          </a:solidFill>
          <a:ln w="12700">
            <a:solidFill>
              <a:srgbClr val="E2E8F0"/>
            </a:solidFill>
            <a:prstDash val="solid"/>
          </a:ln>
        </p:spPr>
      </p:sp>
      <p:sp>
        <p:nvSpPr>
          <p:cNvPr id="5" name="Shape 3"/>
          <p:cNvSpPr/>
          <p:nvPr/>
        </p:nvSpPr>
        <p:spPr>
          <a:xfrm>
            <a:off x="548640" y="1755648"/>
            <a:ext cx="237744" cy="237744"/>
          </a:xfrm>
          <a:prstGeom prst="ellipse">
            <a:avLst/>
          </a:prstGeom>
          <a:solidFill>
            <a:srgbClr val="4036ED"/>
          </a:solidFill>
          <a:ln/>
        </p:spPr>
      </p:sp>
      <p:sp>
        <p:nvSpPr>
          <p:cNvPr id="6" name="Text 4"/>
          <p:cNvSpPr/>
          <p:nvPr/>
        </p:nvSpPr>
        <p:spPr>
          <a:xfrm>
            <a:off x="868680" y="1691640"/>
            <a:ext cx="1371600" cy="365760"/>
          </a:xfrm>
          <a:prstGeom prst="rect">
            <a:avLst/>
          </a:prstGeom>
          <a:noFill/>
          <a:ln/>
        </p:spPr>
        <p:txBody>
          <a:bodyPr wrap="square" lIns="0" tIns="0" rIns="0" bIns="0" rtlCol="0" anchor="ctr"/>
          <a:lstStyle/>
          <a:p>
            <a:pPr marL="0" indent="0">
              <a:buNone/>
            </a:pPr>
            <a:r>
              <a:rPr lang="en-US" sz="1200" b="1" dirty="0">
                <a:solidFill>
                  <a:srgbClr val="4036ED"/>
                </a:solidFill>
                <a:latin typeface="Trebuchet MS" pitchFamily="34" charset="0"/>
                <a:ea typeface="Trebuchet MS" pitchFamily="34" charset="-122"/>
                <a:cs typeface="Trebuchet MS" pitchFamily="34" charset="-120"/>
              </a:rPr>
              <a:t>I · INITIAL</a:t>
            </a:r>
            <a:endParaRPr lang="en-US" sz="1200" dirty="0"/>
          </a:p>
        </p:txBody>
      </p:sp>
      <p:sp>
        <p:nvSpPr>
          <p:cNvPr id="7" name="Text 5"/>
          <p:cNvSpPr/>
          <p:nvPr/>
        </p:nvSpPr>
        <p:spPr>
          <a:xfrm>
            <a:off x="2057400" y="1691640"/>
            <a:ext cx="2194560" cy="365760"/>
          </a:xfrm>
          <a:prstGeom prst="rect">
            <a:avLst/>
          </a:prstGeom>
          <a:noFill/>
          <a:ln/>
        </p:spPr>
        <p:txBody>
          <a:bodyPr wrap="square" lIns="0" tIns="0" rIns="0" bIns="0" rtlCol="0" anchor="ctr"/>
          <a:lstStyle/>
          <a:p>
            <a:pPr marL="0" indent="0">
              <a:buNone/>
            </a:pPr>
            <a:r>
              <a:rPr lang="en-US" sz="1100" i="1" dirty="0">
                <a:solidFill>
                  <a:srgbClr val="4A5568"/>
                </a:solidFill>
                <a:latin typeface="Calibri" pitchFamily="34" charset="0"/>
                <a:ea typeface="Calibri" pitchFamily="34" charset="-122"/>
                <a:cs typeface="Calibri" pitchFamily="34" charset="-120"/>
              </a:rPr>
              <a:t>Consonante inicial</a:t>
            </a:r>
            <a:endParaRPr lang="en-US" sz="1100" dirty="0"/>
          </a:p>
        </p:txBody>
      </p:sp>
      <p:sp>
        <p:nvSpPr>
          <p:cNvPr id="8" name="Shape 6"/>
          <p:cNvSpPr/>
          <p:nvPr/>
        </p:nvSpPr>
        <p:spPr>
          <a:xfrm>
            <a:off x="4343400" y="1755648"/>
            <a:ext cx="237744" cy="237744"/>
          </a:xfrm>
          <a:prstGeom prst="ellipse">
            <a:avLst/>
          </a:prstGeom>
          <a:solidFill>
            <a:srgbClr val="FE6768"/>
          </a:solidFill>
          <a:ln/>
        </p:spPr>
      </p:sp>
      <p:sp>
        <p:nvSpPr>
          <p:cNvPr id="9" name="Text 7"/>
          <p:cNvSpPr/>
          <p:nvPr/>
        </p:nvSpPr>
        <p:spPr>
          <a:xfrm>
            <a:off x="4663440" y="1691640"/>
            <a:ext cx="1371600" cy="365760"/>
          </a:xfrm>
          <a:prstGeom prst="rect">
            <a:avLst/>
          </a:prstGeom>
          <a:noFill/>
          <a:ln/>
        </p:spPr>
        <p:txBody>
          <a:bodyPr wrap="square" lIns="0" tIns="0" rIns="0" bIns="0" rtlCol="0" anchor="ctr"/>
          <a:lstStyle/>
          <a:p>
            <a:pPr marL="0" indent="0">
              <a:buNone/>
            </a:pPr>
            <a:r>
              <a:rPr lang="en-US" sz="1200" b="1" dirty="0">
                <a:solidFill>
                  <a:srgbClr val="FE6768"/>
                </a:solidFill>
                <a:latin typeface="Trebuchet MS" pitchFamily="34" charset="0"/>
                <a:ea typeface="Trebuchet MS" pitchFamily="34" charset="-122"/>
                <a:cs typeface="Trebuchet MS" pitchFamily="34" charset="-120"/>
              </a:rPr>
              <a:t>M · MEDIAL</a:t>
            </a:r>
            <a:endParaRPr lang="en-US" sz="1200" dirty="0"/>
          </a:p>
        </p:txBody>
      </p:sp>
      <p:sp>
        <p:nvSpPr>
          <p:cNvPr id="10" name="Text 8"/>
          <p:cNvSpPr/>
          <p:nvPr/>
        </p:nvSpPr>
        <p:spPr>
          <a:xfrm>
            <a:off x="5852160" y="1691640"/>
            <a:ext cx="2194560" cy="365760"/>
          </a:xfrm>
          <a:prstGeom prst="rect">
            <a:avLst/>
          </a:prstGeom>
          <a:noFill/>
          <a:ln/>
        </p:spPr>
        <p:txBody>
          <a:bodyPr wrap="square" lIns="0" tIns="0" rIns="0" bIns="0" rtlCol="0" anchor="ctr"/>
          <a:lstStyle/>
          <a:p>
            <a:pPr marL="0" indent="0">
              <a:buNone/>
            </a:pPr>
            <a:r>
              <a:rPr lang="en-US" sz="1100" i="1" dirty="0">
                <a:solidFill>
                  <a:srgbClr val="4A5568"/>
                </a:solidFill>
                <a:latin typeface="Calibri" pitchFamily="34" charset="0"/>
                <a:ea typeface="Calibri" pitchFamily="34" charset="-122"/>
                <a:cs typeface="Calibri" pitchFamily="34" charset="-120"/>
              </a:rPr>
              <a:t>Vocal (obligatoria)</a:t>
            </a:r>
            <a:endParaRPr lang="en-US" sz="1100" dirty="0"/>
          </a:p>
        </p:txBody>
      </p:sp>
      <p:sp>
        <p:nvSpPr>
          <p:cNvPr id="11" name="Shape 9"/>
          <p:cNvSpPr/>
          <p:nvPr/>
        </p:nvSpPr>
        <p:spPr>
          <a:xfrm>
            <a:off x="8138160" y="1755648"/>
            <a:ext cx="237744" cy="237744"/>
          </a:xfrm>
          <a:prstGeom prst="ellipse">
            <a:avLst/>
          </a:prstGeom>
          <a:solidFill>
            <a:srgbClr val="2EA86B"/>
          </a:solidFill>
          <a:ln/>
        </p:spPr>
      </p:sp>
      <p:sp>
        <p:nvSpPr>
          <p:cNvPr id="12" name="Text 10"/>
          <p:cNvSpPr/>
          <p:nvPr/>
        </p:nvSpPr>
        <p:spPr>
          <a:xfrm>
            <a:off x="8458200" y="1691640"/>
            <a:ext cx="1371600" cy="365760"/>
          </a:xfrm>
          <a:prstGeom prst="rect">
            <a:avLst/>
          </a:prstGeom>
          <a:noFill/>
          <a:ln/>
        </p:spPr>
        <p:txBody>
          <a:bodyPr wrap="square" lIns="0" tIns="0" rIns="0" bIns="0" rtlCol="0" anchor="ctr"/>
          <a:lstStyle/>
          <a:p>
            <a:pPr marL="0" indent="0">
              <a:buNone/>
            </a:pPr>
            <a:r>
              <a:rPr lang="en-US" sz="1200" b="1" dirty="0">
                <a:solidFill>
                  <a:srgbClr val="2EA86B"/>
                </a:solidFill>
                <a:latin typeface="Trebuchet MS" pitchFamily="34" charset="0"/>
                <a:ea typeface="Trebuchet MS" pitchFamily="34" charset="-122"/>
                <a:cs typeface="Trebuchet MS" pitchFamily="34" charset="-120"/>
              </a:rPr>
              <a:t>F · FINAL</a:t>
            </a:r>
            <a:endParaRPr lang="en-US" sz="1200" dirty="0"/>
          </a:p>
        </p:txBody>
      </p:sp>
      <p:sp>
        <p:nvSpPr>
          <p:cNvPr id="13" name="Text 11"/>
          <p:cNvSpPr/>
          <p:nvPr/>
        </p:nvSpPr>
        <p:spPr>
          <a:xfrm>
            <a:off x="9646920" y="1691640"/>
            <a:ext cx="2194560" cy="365760"/>
          </a:xfrm>
          <a:prstGeom prst="rect">
            <a:avLst/>
          </a:prstGeom>
          <a:noFill/>
          <a:ln/>
        </p:spPr>
        <p:txBody>
          <a:bodyPr wrap="square" lIns="0" tIns="0" rIns="0" bIns="0" rtlCol="0" anchor="ctr"/>
          <a:lstStyle/>
          <a:p>
            <a:pPr marL="0" indent="0">
              <a:buNone/>
            </a:pPr>
            <a:r>
              <a:rPr lang="en-US" sz="1100" i="1" dirty="0">
                <a:solidFill>
                  <a:srgbClr val="4A5568"/>
                </a:solidFill>
                <a:latin typeface="Calibri" pitchFamily="34" charset="0"/>
                <a:ea typeface="Calibri" pitchFamily="34" charset="-122"/>
                <a:cs typeface="Calibri" pitchFamily="34" charset="-120"/>
              </a:rPr>
              <a:t>받침 (opcional)</a:t>
            </a:r>
            <a:endParaRPr lang="en-US" sz="1100" dirty="0"/>
          </a:p>
        </p:txBody>
      </p:sp>
      <p:sp>
        <p:nvSpPr>
          <p:cNvPr id="14" name="Shape 12"/>
          <p:cNvSpPr/>
          <p:nvPr/>
        </p:nvSpPr>
        <p:spPr>
          <a:xfrm>
            <a:off x="457200" y="2606040"/>
            <a:ext cx="3657600" cy="3337560"/>
          </a:xfrm>
          <a:prstGeom prst="roundRect">
            <a:avLst>
              <a:gd name="adj" fmla="val 3288"/>
            </a:avLst>
          </a:prstGeom>
          <a:solidFill>
            <a:srgbClr val="F8F9FC"/>
          </a:solidFill>
          <a:ln w="12700">
            <a:solidFill>
              <a:srgbClr val="E2E8F0"/>
            </a:solidFill>
            <a:prstDash val="solid"/>
          </a:ln>
        </p:spPr>
      </p:sp>
      <p:sp>
        <p:nvSpPr>
          <p:cNvPr id="15" name="Text 13"/>
          <p:cNvSpPr/>
          <p:nvPr/>
        </p:nvSpPr>
        <p:spPr>
          <a:xfrm>
            <a:off x="457200" y="2834640"/>
            <a:ext cx="3657600" cy="1371600"/>
          </a:xfrm>
          <a:prstGeom prst="rect">
            <a:avLst/>
          </a:prstGeom>
          <a:noFill/>
          <a:ln/>
        </p:spPr>
        <p:txBody>
          <a:bodyPr wrap="square" lIns="0" tIns="0" rIns="0" bIns="0" rtlCol="0" anchor="ctr"/>
          <a:lstStyle/>
          <a:p>
            <a:pPr marL="0" indent="0" algn="ctr">
              <a:buNone/>
            </a:pPr>
            <a:r>
              <a:rPr lang="en-US" sz="12000" b="1" dirty="0">
                <a:solidFill>
                  <a:srgbClr val="0F172A"/>
                </a:solidFill>
                <a:latin typeface="Malgun Gothic" pitchFamily="34" charset="0"/>
                <a:ea typeface="Malgun Gothic" pitchFamily="34" charset="-122"/>
                <a:cs typeface="Malgun Gothic" pitchFamily="34" charset="-120"/>
              </a:rPr>
              <a:t>한</a:t>
            </a:r>
            <a:endParaRPr lang="en-US" sz="12000" dirty="0"/>
          </a:p>
        </p:txBody>
      </p:sp>
      <p:sp>
        <p:nvSpPr>
          <p:cNvPr id="16" name="Text 14"/>
          <p:cNvSpPr/>
          <p:nvPr/>
        </p:nvSpPr>
        <p:spPr>
          <a:xfrm>
            <a:off x="457200" y="4343400"/>
            <a:ext cx="3657600" cy="365760"/>
          </a:xfrm>
          <a:prstGeom prst="rect">
            <a:avLst/>
          </a:prstGeom>
          <a:noFill/>
          <a:ln/>
        </p:spPr>
        <p:txBody>
          <a:bodyPr wrap="square" lIns="0" tIns="0" rIns="0" bIns="0" rtlCol="0" anchor="ctr"/>
          <a:lstStyle/>
          <a:p>
            <a:pPr marL="0" indent="0" algn="ctr">
              <a:buNone/>
            </a:pPr>
            <a:r>
              <a:rPr lang="en-US" sz="1800" i="1" dirty="0">
                <a:solidFill>
                  <a:srgbClr val="4A5568"/>
                </a:solidFill>
                <a:latin typeface="Calibri" pitchFamily="34" charset="0"/>
                <a:ea typeface="Calibri" pitchFamily="34" charset="-122"/>
                <a:cs typeface="Calibri" pitchFamily="34" charset="-120"/>
              </a:rPr>
              <a:t>han</a:t>
            </a:r>
            <a:endParaRPr lang="en-US" sz="1800" dirty="0"/>
          </a:p>
        </p:txBody>
      </p:sp>
      <p:sp>
        <p:nvSpPr>
          <p:cNvPr id="17" name="Text 15"/>
          <p:cNvSpPr/>
          <p:nvPr/>
        </p:nvSpPr>
        <p:spPr>
          <a:xfrm>
            <a:off x="457200" y="4709160"/>
            <a:ext cx="3657600" cy="365760"/>
          </a:xfrm>
          <a:prstGeom prst="rect">
            <a:avLst/>
          </a:prstGeom>
          <a:noFill/>
          <a:ln/>
        </p:spPr>
        <p:txBody>
          <a:bodyPr wrap="square" lIns="0" tIns="0" rIns="0" bIns="0" rtlCol="0" anchor="ctr"/>
          <a:lstStyle/>
          <a:p>
            <a:pPr marL="0" indent="0" algn="ctr">
              <a:buNone/>
            </a:pPr>
            <a:r>
              <a:rPr lang="en-US" sz="2400" b="1" dirty="0">
                <a:solidFill>
                  <a:srgbClr val="94A3B8"/>
                </a:solidFill>
                <a:latin typeface="Trebuchet MS" pitchFamily="34" charset="0"/>
                <a:ea typeface="Trebuchet MS" pitchFamily="34" charset="-122"/>
                <a:cs typeface="Trebuchet MS" pitchFamily="34" charset="-120"/>
              </a:rPr>
              <a:t>=</a:t>
            </a:r>
            <a:endParaRPr lang="en-US" sz="2400" dirty="0"/>
          </a:p>
        </p:txBody>
      </p:sp>
      <p:sp>
        <p:nvSpPr>
          <p:cNvPr id="18" name="Shape 16"/>
          <p:cNvSpPr/>
          <p:nvPr/>
        </p:nvSpPr>
        <p:spPr>
          <a:xfrm>
            <a:off x="822960" y="5120640"/>
            <a:ext cx="868680" cy="868680"/>
          </a:xfrm>
          <a:prstGeom prst="ellipse">
            <a:avLst/>
          </a:prstGeom>
          <a:solidFill>
            <a:srgbClr val="4036ED"/>
          </a:solidFill>
          <a:ln/>
        </p:spPr>
      </p:sp>
      <p:sp>
        <p:nvSpPr>
          <p:cNvPr id="19" name="Text 17"/>
          <p:cNvSpPr/>
          <p:nvPr/>
        </p:nvSpPr>
        <p:spPr>
          <a:xfrm>
            <a:off x="822960" y="5120640"/>
            <a:ext cx="868680" cy="640080"/>
          </a:xfrm>
          <a:prstGeom prst="rect">
            <a:avLst/>
          </a:prstGeom>
          <a:noFill/>
          <a:ln/>
        </p:spPr>
        <p:txBody>
          <a:bodyPr wrap="square" lIns="0" tIns="0" rIns="0" bIns="0" rtlCol="0" anchor="ctr"/>
          <a:lstStyle/>
          <a:p>
            <a:pPr marL="0" indent="0" algn="ctr">
              <a:buNone/>
            </a:pPr>
            <a:r>
              <a:rPr lang="en-US" sz="3600" b="1" dirty="0">
                <a:solidFill>
                  <a:srgbClr val="FFFFFF"/>
                </a:solidFill>
                <a:latin typeface="Malgun Gothic" pitchFamily="34" charset="0"/>
                <a:ea typeface="Malgun Gothic" pitchFamily="34" charset="-122"/>
                <a:cs typeface="Malgun Gothic" pitchFamily="34" charset="-120"/>
              </a:rPr>
              <a:t>ㅎ</a:t>
            </a:r>
            <a:endParaRPr lang="en-US" sz="3600" dirty="0"/>
          </a:p>
        </p:txBody>
      </p:sp>
      <p:sp>
        <p:nvSpPr>
          <p:cNvPr id="20" name="Text 18"/>
          <p:cNvSpPr/>
          <p:nvPr/>
        </p:nvSpPr>
        <p:spPr>
          <a:xfrm>
            <a:off x="822960" y="5687568"/>
            <a:ext cx="868680"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Trebuchet MS" pitchFamily="34" charset="0"/>
                <a:ea typeface="Trebuchet MS" pitchFamily="34" charset="-122"/>
                <a:cs typeface="Trebuchet MS" pitchFamily="34" charset="-120"/>
              </a:rPr>
              <a:t>I</a:t>
            </a:r>
            <a:endParaRPr lang="en-US" sz="1100" dirty="0"/>
          </a:p>
        </p:txBody>
      </p:sp>
      <p:sp>
        <p:nvSpPr>
          <p:cNvPr id="21" name="Shape 19"/>
          <p:cNvSpPr/>
          <p:nvPr/>
        </p:nvSpPr>
        <p:spPr>
          <a:xfrm>
            <a:off x="1828800" y="5120640"/>
            <a:ext cx="868680" cy="868680"/>
          </a:xfrm>
          <a:prstGeom prst="ellipse">
            <a:avLst/>
          </a:prstGeom>
          <a:solidFill>
            <a:srgbClr val="FE6768"/>
          </a:solidFill>
          <a:ln/>
        </p:spPr>
      </p:sp>
      <p:sp>
        <p:nvSpPr>
          <p:cNvPr id="22" name="Text 20"/>
          <p:cNvSpPr/>
          <p:nvPr/>
        </p:nvSpPr>
        <p:spPr>
          <a:xfrm>
            <a:off x="1828800" y="5120640"/>
            <a:ext cx="868680" cy="640080"/>
          </a:xfrm>
          <a:prstGeom prst="rect">
            <a:avLst/>
          </a:prstGeom>
          <a:noFill/>
          <a:ln/>
        </p:spPr>
        <p:txBody>
          <a:bodyPr wrap="square" lIns="0" tIns="0" rIns="0" bIns="0" rtlCol="0" anchor="ctr"/>
          <a:lstStyle/>
          <a:p>
            <a:pPr marL="0" indent="0" algn="ctr">
              <a:buNone/>
            </a:pPr>
            <a:r>
              <a:rPr lang="en-US" sz="3600" b="1" dirty="0">
                <a:solidFill>
                  <a:srgbClr val="FFFFFF"/>
                </a:solidFill>
                <a:latin typeface="Malgun Gothic" pitchFamily="34" charset="0"/>
                <a:ea typeface="Malgun Gothic" pitchFamily="34" charset="-122"/>
                <a:cs typeface="Malgun Gothic" pitchFamily="34" charset="-120"/>
              </a:rPr>
              <a:t>ㅏ</a:t>
            </a:r>
            <a:endParaRPr lang="en-US" sz="3600" dirty="0"/>
          </a:p>
        </p:txBody>
      </p:sp>
      <p:sp>
        <p:nvSpPr>
          <p:cNvPr id="23" name="Text 21"/>
          <p:cNvSpPr/>
          <p:nvPr/>
        </p:nvSpPr>
        <p:spPr>
          <a:xfrm>
            <a:off x="1828800" y="5687568"/>
            <a:ext cx="868680"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Trebuchet MS" pitchFamily="34" charset="0"/>
                <a:ea typeface="Trebuchet MS" pitchFamily="34" charset="-122"/>
                <a:cs typeface="Trebuchet MS" pitchFamily="34" charset="-120"/>
              </a:rPr>
              <a:t>M</a:t>
            </a:r>
            <a:endParaRPr lang="en-US" sz="1100" dirty="0"/>
          </a:p>
        </p:txBody>
      </p:sp>
      <p:sp>
        <p:nvSpPr>
          <p:cNvPr id="24" name="Shape 22"/>
          <p:cNvSpPr/>
          <p:nvPr/>
        </p:nvSpPr>
        <p:spPr>
          <a:xfrm>
            <a:off x="2834640" y="5120640"/>
            <a:ext cx="868680" cy="868680"/>
          </a:xfrm>
          <a:prstGeom prst="ellipse">
            <a:avLst/>
          </a:prstGeom>
          <a:solidFill>
            <a:srgbClr val="2EA86B"/>
          </a:solidFill>
          <a:ln/>
        </p:spPr>
      </p:sp>
      <p:sp>
        <p:nvSpPr>
          <p:cNvPr id="25" name="Text 23"/>
          <p:cNvSpPr/>
          <p:nvPr/>
        </p:nvSpPr>
        <p:spPr>
          <a:xfrm>
            <a:off x="2834640" y="5120640"/>
            <a:ext cx="868680" cy="640080"/>
          </a:xfrm>
          <a:prstGeom prst="rect">
            <a:avLst/>
          </a:prstGeom>
          <a:noFill/>
          <a:ln/>
        </p:spPr>
        <p:txBody>
          <a:bodyPr wrap="square" lIns="0" tIns="0" rIns="0" bIns="0" rtlCol="0" anchor="ctr"/>
          <a:lstStyle/>
          <a:p>
            <a:pPr marL="0" indent="0" algn="ctr">
              <a:buNone/>
            </a:pPr>
            <a:r>
              <a:rPr lang="en-US" sz="3600" b="1" dirty="0">
                <a:solidFill>
                  <a:srgbClr val="FFFFFF"/>
                </a:solidFill>
                <a:latin typeface="Malgun Gothic" pitchFamily="34" charset="0"/>
                <a:ea typeface="Malgun Gothic" pitchFamily="34" charset="-122"/>
                <a:cs typeface="Malgun Gothic" pitchFamily="34" charset="-120"/>
              </a:rPr>
              <a:t>ㄴ</a:t>
            </a:r>
            <a:endParaRPr lang="en-US" sz="3600" dirty="0"/>
          </a:p>
        </p:txBody>
      </p:sp>
      <p:sp>
        <p:nvSpPr>
          <p:cNvPr id="26" name="Text 24"/>
          <p:cNvSpPr/>
          <p:nvPr/>
        </p:nvSpPr>
        <p:spPr>
          <a:xfrm>
            <a:off x="2834640" y="5687568"/>
            <a:ext cx="868680"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Trebuchet MS" pitchFamily="34" charset="0"/>
                <a:ea typeface="Trebuchet MS" pitchFamily="34" charset="-122"/>
                <a:cs typeface="Trebuchet MS" pitchFamily="34" charset="-120"/>
              </a:rPr>
              <a:t>F</a:t>
            </a:r>
            <a:endParaRPr lang="en-US" sz="1100" dirty="0"/>
          </a:p>
        </p:txBody>
      </p:sp>
      <p:sp>
        <p:nvSpPr>
          <p:cNvPr id="27" name="Shape 25"/>
          <p:cNvSpPr/>
          <p:nvPr/>
        </p:nvSpPr>
        <p:spPr>
          <a:xfrm>
            <a:off x="4297680" y="2606040"/>
            <a:ext cx="3657600" cy="3337560"/>
          </a:xfrm>
          <a:prstGeom prst="roundRect">
            <a:avLst>
              <a:gd name="adj" fmla="val 3288"/>
            </a:avLst>
          </a:prstGeom>
          <a:solidFill>
            <a:srgbClr val="F8F9FC"/>
          </a:solidFill>
          <a:ln w="12700">
            <a:solidFill>
              <a:srgbClr val="E2E8F0"/>
            </a:solidFill>
            <a:prstDash val="solid"/>
          </a:ln>
        </p:spPr>
      </p:sp>
      <p:sp>
        <p:nvSpPr>
          <p:cNvPr id="28" name="Text 26"/>
          <p:cNvSpPr/>
          <p:nvPr/>
        </p:nvSpPr>
        <p:spPr>
          <a:xfrm>
            <a:off x="4297680" y="2834640"/>
            <a:ext cx="3657600" cy="1371600"/>
          </a:xfrm>
          <a:prstGeom prst="rect">
            <a:avLst/>
          </a:prstGeom>
          <a:noFill/>
          <a:ln/>
        </p:spPr>
        <p:txBody>
          <a:bodyPr wrap="square" lIns="0" tIns="0" rIns="0" bIns="0" rtlCol="0" anchor="ctr"/>
          <a:lstStyle/>
          <a:p>
            <a:pPr marL="0" indent="0" algn="ctr">
              <a:buNone/>
            </a:pPr>
            <a:r>
              <a:rPr lang="en-US" sz="12000" b="1" dirty="0">
                <a:solidFill>
                  <a:srgbClr val="0F172A"/>
                </a:solidFill>
                <a:latin typeface="Malgun Gothic" pitchFamily="34" charset="0"/>
                <a:ea typeface="Malgun Gothic" pitchFamily="34" charset="-122"/>
                <a:cs typeface="Malgun Gothic" pitchFamily="34" charset="-120"/>
              </a:rPr>
              <a:t>국</a:t>
            </a:r>
            <a:endParaRPr lang="en-US" sz="12000" dirty="0"/>
          </a:p>
        </p:txBody>
      </p:sp>
      <p:sp>
        <p:nvSpPr>
          <p:cNvPr id="29" name="Text 27"/>
          <p:cNvSpPr/>
          <p:nvPr/>
        </p:nvSpPr>
        <p:spPr>
          <a:xfrm>
            <a:off x="4297680" y="4343400"/>
            <a:ext cx="3657600" cy="365760"/>
          </a:xfrm>
          <a:prstGeom prst="rect">
            <a:avLst/>
          </a:prstGeom>
          <a:noFill/>
          <a:ln/>
        </p:spPr>
        <p:txBody>
          <a:bodyPr wrap="square" lIns="0" tIns="0" rIns="0" bIns="0" rtlCol="0" anchor="ctr"/>
          <a:lstStyle/>
          <a:p>
            <a:pPr marL="0" indent="0" algn="ctr">
              <a:buNone/>
            </a:pPr>
            <a:r>
              <a:rPr lang="en-US" sz="1800" i="1" dirty="0">
                <a:solidFill>
                  <a:srgbClr val="4A5568"/>
                </a:solidFill>
                <a:latin typeface="Calibri" pitchFamily="34" charset="0"/>
                <a:ea typeface="Calibri" pitchFamily="34" charset="-122"/>
                <a:cs typeface="Calibri" pitchFamily="34" charset="-120"/>
              </a:rPr>
              <a:t>guk</a:t>
            </a:r>
            <a:endParaRPr lang="en-US" sz="1800" dirty="0"/>
          </a:p>
        </p:txBody>
      </p:sp>
      <p:sp>
        <p:nvSpPr>
          <p:cNvPr id="30" name="Text 28"/>
          <p:cNvSpPr/>
          <p:nvPr/>
        </p:nvSpPr>
        <p:spPr>
          <a:xfrm>
            <a:off x="4297680" y="4709160"/>
            <a:ext cx="3657600" cy="365760"/>
          </a:xfrm>
          <a:prstGeom prst="rect">
            <a:avLst/>
          </a:prstGeom>
          <a:noFill/>
          <a:ln/>
        </p:spPr>
        <p:txBody>
          <a:bodyPr wrap="square" lIns="0" tIns="0" rIns="0" bIns="0" rtlCol="0" anchor="ctr"/>
          <a:lstStyle/>
          <a:p>
            <a:pPr marL="0" indent="0" algn="ctr">
              <a:buNone/>
            </a:pPr>
            <a:r>
              <a:rPr lang="en-US" sz="2400" b="1" dirty="0">
                <a:solidFill>
                  <a:srgbClr val="94A3B8"/>
                </a:solidFill>
                <a:latin typeface="Trebuchet MS" pitchFamily="34" charset="0"/>
                <a:ea typeface="Trebuchet MS" pitchFamily="34" charset="-122"/>
                <a:cs typeface="Trebuchet MS" pitchFamily="34" charset="-120"/>
              </a:rPr>
              <a:t>=</a:t>
            </a:r>
            <a:endParaRPr lang="en-US" sz="2400" dirty="0"/>
          </a:p>
        </p:txBody>
      </p:sp>
      <p:sp>
        <p:nvSpPr>
          <p:cNvPr id="31" name="Shape 29"/>
          <p:cNvSpPr/>
          <p:nvPr/>
        </p:nvSpPr>
        <p:spPr>
          <a:xfrm>
            <a:off x="4663440" y="5120640"/>
            <a:ext cx="868680" cy="868680"/>
          </a:xfrm>
          <a:prstGeom prst="ellipse">
            <a:avLst/>
          </a:prstGeom>
          <a:solidFill>
            <a:srgbClr val="4036ED"/>
          </a:solidFill>
          <a:ln/>
        </p:spPr>
      </p:sp>
      <p:sp>
        <p:nvSpPr>
          <p:cNvPr id="32" name="Text 30"/>
          <p:cNvSpPr/>
          <p:nvPr/>
        </p:nvSpPr>
        <p:spPr>
          <a:xfrm>
            <a:off x="4663440" y="5120640"/>
            <a:ext cx="868680" cy="640080"/>
          </a:xfrm>
          <a:prstGeom prst="rect">
            <a:avLst/>
          </a:prstGeom>
          <a:noFill/>
          <a:ln/>
        </p:spPr>
        <p:txBody>
          <a:bodyPr wrap="square" lIns="0" tIns="0" rIns="0" bIns="0" rtlCol="0" anchor="ctr"/>
          <a:lstStyle/>
          <a:p>
            <a:pPr marL="0" indent="0" algn="ctr">
              <a:buNone/>
            </a:pPr>
            <a:r>
              <a:rPr lang="en-US" sz="3600" b="1" dirty="0">
                <a:solidFill>
                  <a:srgbClr val="FFFFFF"/>
                </a:solidFill>
                <a:latin typeface="Malgun Gothic" pitchFamily="34" charset="0"/>
                <a:ea typeface="Malgun Gothic" pitchFamily="34" charset="-122"/>
                <a:cs typeface="Malgun Gothic" pitchFamily="34" charset="-120"/>
              </a:rPr>
              <a:t>ㄱ</a:t>
            </a:r>
            <a:endParaRPr lang="en-US" sz="3600" dirty="0"/>
          </a:p>
        </p:txBody>
      </p:sp>
      <p:sp>
        <p:nvSpPr>
          <p:cNvPr id="33" name="Text 31"/>
          <p:cNvSpPr/>
          <p:nvPr/>
        </p:nvSpPr>
        <p:spPr>
          <a:xfrm>
            <a:off x="4663440" y="5687568"/>
            <a:ext cx="868680"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Trebuchet MS" pitchFamily="34" charset="0"/>
                <a:ea typeface="Trebuchet MS" pitchFamily="34" charset="-122"/>
                <a:cs typeface="Trebuchet MS" pitchFamily="34" charset="-120"/>
              </a:rPr>
              <a:t>I</a:t>
            </a:r>
            <a:endParaRPr lang="en-US" sz="1100" dirty="0"/>
          </a:p>
        </p:txBody>
      </p:sp>
      <p:sp>
        <p:nvSpPr>
          <p:cNvPr id="34" name="Shape 32"/>
          <p:cNvSpPr/>
          <p:nvPr/>
        </p:nvSpPr>
        <p:spPr>
          <a:xfrm>
            <a:off x="5669280" y="5120640"/>
            <a:ext cx="868680" cy="868680"/>
          </a:xfrm>
          <a:prstGeom prst="ellipse">
            <a:avLst/>
          </a:prstGeom>
          <a:solidFill>
            <a:srgbClr val="FE6768"/>
          </a:solidFill>
          <a:ln/>
        </p:spPr>
      </p:sp>
      <p:sp>
        <p:nvSpPr>
          <p:cNvPr id="35" name="Text 33"/>
          <p:cNvSpPr/>
          <p:nvPr/>
        </p:nvSpPr>
        <p:spPr>
          <a:xfrm>
            <a:off x="5669280" y="5120640"/>
            <a:ext cx="868680" cy="640080"/>
          </a:xfrm>
          <a:prstGeom prst="rect">
            <a:avLst/>
          </a:prstGeom>
          <a:noFill/>
          <a:ln/>
        </p:spPr>
        <p:txBody>
          <a:bodyPr wrap="square" lIns="0" tIns="0" rIns="0" bIns="0" rtlCol="0" anchor="ctr"/>
          <a:lstStyle/>
          <a:p>
            <a:pPr marL="0" indent="0" algn="ctr">
              <a:buNone/>
            </a:pPr>
            <a:r>
              <a:rPr lang="en-US" sz="3600" b="1" dirty="0">
                <a:solidFill>
                  <a:srgbClr val="FFFFFF"/>
                </a:solidFill>
                <a:latin typeface="Malgun Gothic" pitchFamily="34" charset="0"/>
                <a:ea typeface="Malgun Gothic" pitchFamily="34" charset="-122"/>
                <a:cs typeface="Malgun Gothic" pitchFamily="34" charset="-120"/>
              </a:rPr>
              <a:t>ㅜ</a:t>
            </a:r>
            <a:endParaRPr lang="en-US" sz="3600" dirty="0"/>
          </a:p>
        </p:txBody>
      </p:sp>
      <p:sp>
        <p:nvSpPr>
          <p:cNvPr id="36" name="Text 34"/>
          <p:cNvSpPr/>
          <p:nvPr/>
        </p:nvSpPr>
        <p:spPr>
          <a:xfrm>
            <a:off x="5669280" y="5687568"/>
            <a:ext cx="868680"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Trebuchet MS" pitchFamily="34" charset="0"/>
                <a:ea typeface="Trebuchet MS" pitchFamily="34" charset="-122"/>
                <a:cs typeface="Trebuchet MS" pitchFamily="34" charset="-120"/>
              </a:rPr>
              <a:t>M</a:t>
            </a:r>
            <a:endParaRPr lang="en-US" sz="1100" dirty="0"/>
          </a:p>
        </p:txBody>
      </p:sp>
      <p:sp>
        <p:nvSpPr>
          <p:cNvPr id="37" name="Shape 35"/>
          <p:cNvSpPr/>
          <p:nvPr/>
        </p:nvSpPr>
        <p:spPr>
          <a:xfrm>
            <a:off x="6675120" y="5120640"/>
            <a:ext cx="868680" cy="868680"/>
          </a:xfrm>
          <a:prstGeom prst="ellipse">
            <a:avLst/>
          </a:prstGeom>
          <a:solidFill>
            <a:srgbClr val="2EA86B"/>
          </a:solidFill>
          <a:ln/>
        </p:spPr>
      </p:sp>
      <p:sp>
        <p:nvSpPr>
          <p:cNvPr id="38" name="Text 36"/>
          <p:cNvSpPr/>
          <p:nvPr/>
        </p:nvSpPr>
        <p:spPr>
          <a:xfrm>
            <a:off x="6675120" y="5120640"/>
            <a:ext cx="868680" cy="640080"/>
          </a:xfrm>
          <a:prstGeom prst="rect">
            <a:avLst/>
          </a:prstGeom>
          <a:noFill/>
          <a:ln/>
        </p:spPr>
        <p:txBody>
          <a:bodyPr wrap="square" lIns="0" tIns="0" rIns="0" bIns="0" rtlCol="0" anchor="ctr"/>
          <a:lstStyle/>
          <a:p>
            <a:pPr marL="0" indent="0" algn="ctr">
              <a:buNone/>
            </a:pPr>
            <a:r>
              <a:rPr lang="en-US" sz="3600" b="1" dirty="0">
                <a:solidFill>
                  <a:srgbClr val="FFFFFF"/>
                </a:solidFill>
                <a:latin typeface="Malgun Gothic" pitchFamily="34" charset="0"/>
                <a:ea typeface="Malgun Gothic" pitchFamily="34" charset="-122"/>
                <a:cs typeface="Malgun Gothic" pitchFamily="34" charset="-120"/>
              </a:rPr>
              <a:t>ㄱ</a:t>
            </a:r>
            <a:endParaRPr lang="en-US" sz="3600" dirty="0"/>
          </a:p>
        </p:txBody>
      </p:sp>
      <p:sp>
        <p:nvSpPr>
          <p:cNvPr id="39" name="Text 37"/>
          <p:cNvSpPr/>
          <p:nvPr/>
        </p:nvSpPr>
        <p:spPr>
          <a:xfrm>
            <a:off x="6675120" y="5687568"/>
            <a:ext cx="868680"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Trebuchet MS" pitchFamily="34" charset="0"/>
                <a:ea typeface="Trebuchet MS" pitchFamily="34" charset="-122"/>
                <a:cs typeface="Trebuchet MS" pitchFamily="34" charset="-120"/>
              </a:rPr>
              <a:t>F</a:t>
            </a:r>
            <a:endParaRPr lang="en-US" sz="1100" dirty="0"/>
          </a:p>
        </p:txBody>
      </p:sp>
      <p:sp>
        <p:nvSpPr>
          <p:cNvPr id="40" name="Shape 38"/>
          <p:cNvSpPr/>
          <p:nvPr/>
        </p:nvSpPr>
        <p:spPr>
          <a:xfrm>
            <a:off x="8138160" y="2606040"/>
            <a:ext cx="3657600" cy="3337560"/>
          </a:xfrm>
          <a:prstGeom prst="roundRect">
            <a:avLst>
              <a:gd name="adj" fmla="val 3288"/>
            </a:avLst>
          </a:prstGeom>
          <a:solidFill>
            <a:srgbClr val="F8F9FC"/>
          </a:solidFill>
          <a:ln w="12700">
            <a:solidFill>
              <a:srgbClr val="E2E8F0"/>
            </a:solidFill>
            <a:prstDash val="solid"/>
          </a:ln>
        </p:spPr>
      </p:sp>
      <p:sp>
        <p:nvSpPr>
          <p:cNvPr id="41" name="Text 39"/>
          <p:cNvSpPr/>
          <p:nvPr/>
        </p:nvSpPr>
        <p:spPr>
          <a:xfrm>
            <a:off x="8138160" y="2834640"/>
            <a:ext cx="3657600" cy="1371600"/>
          </a:xfrm>
          <a:prstGeom prst="rect">
            <a:avLst/>
          </a:prstGeom>
          <a:noFill/>
          <a:ln/>
        </p:spPr>
        <p:txBody>
          <a:bodyPr wrap="square" lIns="0" tIns="0" rIns="0" bIns="0" rtlCol="0" anchor="ctr"/>
          <a:lstStyle/>
          <a:p>
            <a:pPr marL="0" indent="0" algn="ctr">
              <a:buNone/>
            </a:pPr>
            <a:r>
              <a:rPr lang="en-US" sz="12000" b="1" dirty="0">
                <a:solidFill>
                  <a:srgbClr val="0F172A"/>
                </a:solidFill>
                <a:latin typeface="Malgun Gothic" pitchFamily="34" charset="0"/>
                <a:ea typeface="Malgun Gothic" pitchFamily="34" charset="-122"/>
                <a:cs typeface="Malgun Gothic" pitchFamily="34" charset="-120"/>
              </a:rPr>
              <a:t>어</a:t>
            </a:r>
            <a:endParaRPr lang="en-US" sz="12000" dirty="0"/>
          </a:p>
        </p:txBody>
      </p:sp>
      <p:sp>
        <p:nvSpPr>
          <p:cNvPr id="42" name="Text 40"/>
          <p:cNvSpPr/>
          <p:nvPr/>
        </p:nvSpPr>
        <p:spPr>
          <a:xfrm>
            <a:off x="8138160" y="4343400"/>
            <a:ext cx="3657600" cy="365760"/>
          </a:xfrm>
          <a:prstGeom prst="rect">
            <a:avLst/>
          </a:prstGeom>
          <a:noFill/>
          <a:ln/>
        </p:spPr>
        <p:txBody>
          <a:bodyPr wrap="square" lIns="0" tIns="0" rIns="0" bIns="0" rtlCol="0" anchor="ctr"/>
          <a:lstStyle/>
          <a:p>
            <a:pPr marL="0" indent="0" algn="ctr">
              <a:buNone/>
            </a:pPr>
            <a:r>
              <a:rPr lang="en-US" sz="1800" i="1" dirty="0">
                <a:solidFill>
                  <a:srgbClr val="4A5568"/>
                </a:solidFill>
                <a:latin typeface="Calibri" pitchFamily="34" charset="0"/>
                <a:ea typeface="Calibri" pitchFamily="34" charset="-122"/>
                <a:cs typeface="Calibri" pitchFamily="34" charset="-120"/>
              </a:rPr>
              <a:t>eo</a:t>
            </a:r>
            <a:endParaRPr lang="en-US" sz="1800" dirty="0"/>
          </a:p>
        </p:txBody>
      </p:sp>
      <p:sp>
        <p:nvSpPr>
          <p:cNvPr id="43" name="Text 41"/>
          <p:cNvSpPr/>
          <p:nvPr/>
        </p:nvSpPr>
        <p:spPr>
          <a:xfrm>
            <a:off x="8138160" y="4709160"/>
            <a:ext cx="3657600" cy="365760"/>
          </a:xfrm>
          <a:prstGeom prst="rect">
            <a:avLst/>
          </a:prstGeom>
          <a:noFill/>
          <a:ln/>
        </p:spPr>
        <p:txBody>
          <a:bodyPr wrap="square" lIns="0" tIns="0" rIns="0" bIns="0" rtlCol="0" anchor="ctr"/>
          <a:lstStyle/>
          <a:p>
            <a:pPr marL="0" indent="0" algn="ctr">
              <a:buNone/>
            </a:pPr>
            <a:r>
              <a:rPr lang="en-US" sz="2400" b="1" dirty="0">
                <a:solidFill>
                  <a:srgbClr val="94A3B8"/>
                </a:solidFill>
                <a:latin typeface="Trebuchet MS" pitchFamily="34" charset="0"/>
                <a:ea typeface="Trebuchet MS" pitchFamily="34" charset="-122"/>
                <a:cs typeface="Trebuchet MS" pitchFamily="34" charset="-120"/>
              </a:rPr>
              <a:t>=</a:t>
            </a:r>
            <a:endParaRPr lang="en-US" sz="2400" dirty="0"/>
          </a:p>
        </p:txBody>
      </p:sp>
      <p:sp>
        <p:nvSpPr>
          <p:cNvPr id="44" name="Shape 42"/>
          <p:cNvSpPr/>
          <p:nvPr/>
        </p:nvSpPr>
        <p:spPr>
          <a:xfrm>
            <a:off x="8503920" y="5120640"/>
            <a:ext cx="868680" cy="868680"/>
          </a:xfrm>
          <a:prstGeom prst="ellipse">
            <a:avLst/>
          </a:prstGeom>
          <a:solidFill>
            <a:srgbClr val="4036ED"/>
          </a:solidFill>
          <a:ln/>
        </p:spPr>
      </p:sp>
      <p:sp>
        <p:nvSpPr>
          <p:cNvPr id="45" name="Text 43"/>
          <p:cNvSpPr/>
          <p:nvPr/>
        </p:nvSpPr>
        <p:spPr>
          <a:xfrm>
            <a:off x="8503920" y="5120640"/>
            <a:ext cx="868680" cy="640080"/>
          </a:xfrm>
          <a:prstGeom prst="rect">
            <a:avLst/>
          </a:prstGeom>
          <a:noFill/>
          <a:ln/>
        </p:spPr>
        <p:txBody>
          <a:bodyPr wrap="square" lIns="0" tIns="0" rIns="0" bIns="0" rtlCol="0" anchor="ctr"/>
          <a:lstStyle/>
          <a:p>
            <a:pPr marL="0" indent="0" algn="ctr">
              <a:buNone/>
            </a:pPr>
            <a:r>
              <a:rPr lang="en-US" sz="3600" b="1" dirty="0">
                <a:solidFill>
                  <a:srgbClr val="FFFFFF"/>
                </a:solidFill>
                <a:latin typeface="Malgun Gothic" pitchFamily="34" charset="0"/>
                <a:ea typeface="Malgun Gothic" pitchFamily="34" charset="-122"/>
                <a:cs typeface="Malgun Gothic" pitchFamily="34" charset="-120"/>
              </a:rPr>
              <a:t>ㅇ</a:t>
            </a:r>
            <a:endParaRPr lang="en-US" sz="3600" dirty="0"/>
          </a:p>
        </p:txBody>
      </p:sp>
      <p:sp>
        <p:nvSpPr>
          <p:cNvPr id="46" name="Text 44"/>
          <p:cNvSpPr/>
          <p:nvPr/>
        </p:nvSpPr>
        <p:spPr>
          <a:xfrm>
            <a:off x="8503920" y="5687568"/>
            <a:ext cx="868680"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Trebuchet MS" pitchFamily="34" charset="0"/>
                <a:ea typeface="Trebuchet MS" pitchFamily="34" charset="-122"/>
                <a:cs typeface="Trebuchet MS" pitchFamily="34" charset="-120"/>
              </a:rPr>
              <a:t>I</a:t>
            </a:r>
            <a:endParaRPr lang="en-US" sz="1100" dirty="0"/>
          </a:p>
        </p:txBody>
      </p:sp>
      <p:sp>
        <p:nvSpPr>
          <p:cNvPr id="47" name="Shape 45"/>
          <p:cNvSpPr/>
          <p:nvPr/>
        </p:nvSpPr>
        <p:spPr>
          <a:xfrm>
            <a:off x="9509760" y="5120640"/>
            <a:ext cx="868680" cy="868680"/>
          </a:xfrm>
          <a:prstGeom prst="ellipse">
            <a:avLst/>
          </a:prstGeom>
          <a:solidFill>
            <a:srgbClr val="FE6768"/>
          </a:solidFill>
          <a:ln/>
        </p:spPr>
      </p:sp>
      <p:sp>
        <p:nvSpPr>
          <p:cNvPr id="48" name="Text 46"/>
          <p:cNvSpPr/>
          <p:nvPr/>
        </p:nvSpPr>
        <p:spPr>
          <a:xfrm>
            <a:off x="9509760" y="5120640"/>
            <a:ext cx="868680" cy="640080"/>
          </a:xfrm>
          <a:prstGeom prst="rect">
            <a:avLst/>
          </a:prstGeom>
          <a:noFill/>
          <a:ln/>
        </p:spPr>
        <p:txBody>
          <a:bodyPr wrap="square" lIns="0" tIns="0" rIns="0" bIns="0" rtlCol="0" anchor="ctr"/>
          <a:lstStyle/>
          <a:p>
            <a:pPr marL="0" indent="0" algn="ctr">
              <a:buNone/>
            </a:pPr>
            <a:r>
              <a:rPr lang="en-US" sz="3600" b="1" dirty="0">
                <a:solidFill>
                  <a:srgbClr val="FFFFFF"/>
                </a:solidFill>
                <a:latin typeface="Malgun Gothic" pitchFamily="34" charset="0"/>
                <a:ea typeface="Malgun Gothic" pitchFamily="34" charset="-122"/>
                <a:cs typeface="Malgun Gothic" pitchFamily="34" charset="-120"/>
              </a:rPr>
              <a:t>ㅓ</a:t>
            </a:r>
            <a:endParaRPr lang="en-US" sz="3600" dirty="0"/>
          </a:p>
        </p:txBody>
      </p:sp>
      <p:sp>
        <p:nvSpPr>
          <p:cNvPr id="49" name="Text 47"/>
          <p:cNvSpPr/>
          <p:nvPr/>
        </p:nvSpPr>
        <p:spPr>
          <a:xfrm>
            <a:off x="9509760" y="5687568"/>
            <a:ext cx="868680"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Trebuchet MS" pitchFamily="34" charset="0"/>
                <a:ea typeface="Trebuchet MS" pitchFamily="34" charset="-122"/>
                <a:cs typeface="Trebuchet MS" pitchFamily="34" charset="-120"/>
              </a:rPr>
              <a:t>M</a:t>
            </a:r>
            <a:endParaRPr lang="en-US" sz="1100" dirty="0"/>
          </a:p>
        </p:txBody>
      </p:sp>
      <p:sp>
        <p:nvSpPr>
          <p:cNvPr id="50" name="Shape 48"/>
          <p:cNvSpPr/>
          <p:nvPr/>
        </p:nvSpPr>
        <p:spPr>
          <a:xfrm>
            <a:off x="10515600" y="5120640"/>
            <a:ext cx="868680" cy="868680"/>
          </a:xfrm>
          <a:prstGeom prst="ellipse">
            <a:avLst/>
          </a:prstGeom>
          <a:solidFill>
            <a:srgbClr val="94A3B8"/>
          </a:solidFill>
          <a:ln/>
        </p:spPr>
      </p:sp>
      <p:sp>
        <p:nvSpPr>
          <p:cNvPr id="51" name="Text 49"/>
          <p:cNvSpPr/>
          <p:nvPr/>
        </p:nvSpPr>
        <p:spPr>
          <a:xfrm>
            <a:off x="10515600" y="5120640"/>
            <a:ext cx="868680" cy="640080"/>
          </a:xfrm>
          <a:prstGeom prst="rect">
            <a:avLst/>
          </a:prstGeom>
          <a:noFill/>
          <a:ln/>
        </p:spPr>
        <p:txBody>
          <a:bodyPr wrap="square" lIns="0" tIns="0" rIns="0" bIns="0" rtlCol="0" anchor="ctr"/>
          <a:lstStyle/>
          <a:p>
            <a:pPr marL="0" indent="0" algn="ctr">
              <a:buNone/>
            </a:pPr>
            <a:r>
              <a:rPr lang="en-US" sz="3600" b="1" dirty="0">
                <a:solidFill>
                  <a:srgbClr val="FFFFFF"/>
                </a:solidFill>
                <a:latin typeface="Malgun Gothic" pitchFamily="34" charset="0"/>
                <a:ea typeface="Malgun Gothic" pitchFamily="34" charset="-122"/>
                <a:cs typeface="Malgun Gothic" pitchFamily="34" charset="-120"/>
              </a:rPr>
              <a:t>—</a:t>
            </a:r>
            <a:endParaRPr lang="en-US" sz="3600" dirty="0"/>
          </a:p>
        </p:txBody>
      </p:sp>
      <p:sp>
        <p:nvSpPr>
          <p:cNvPr id="52" name="Text 50"/>
          <p:cNvSpPr/>
          <p:nvPr/>
        </p:nvSpPr>
        <p:spPr>
          <a:xfrm>
            <a:off x="10515600" y="5687568"/>
            <a:ext cx="868680"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Trebuchet MS" pitchFamily="34" charset="0"/>
                <a:ea typeface="Trebuchet MS" pitchFamily="34" charset="-122"/>
                <a:cs typeface="Trebuchet MS" pitchFamily="34" charset="-120"/>
              </a:rPr>
              <a:t>F</a:t>
            </a:r>
            <a:endParaRPr lang="en-US" sz="1100" dirty="0"/>
          </a:p>
        </p:txBody>
      </p:sp>
      <p:sp>
        <p:nvSpPr>
          <p:cNvPr id="53" name="Shape 51"/>
          <p:cNvSpPr/>
          <p:nvPr/>
        </p:nvSpPr>
        <p:spPr>
          <a:xfrm>
            <a:off x="365760" y="6080760"/>
            <a:ext cx="11430000" cy="292608"/>
          </a:xfrm>
          <a:prstGeom prst="roundRect">
            <a:avLst>
              <a:gd name="adj" fmla="val 18750"/>
            </a:avLst>
          </a:prstGeom>
          <a:solidFill>
            <a:srgbClr val="EFEBFF"/>
          </a:solidFill>
          <a:ln/>
        </p:spPr>
      </p:sp>
      <p:sp>
        <p:nvSpPr>
          <p:cNvPr id="54" name="Text 52"/>
          <p:cNvSpPr/>
          <p:nvPr/>
        </p:nvSpPr>
        <p:spPr>
          <a:xfrm>
            <a:off x="457200" y="6080760"/>
            <a:ext cx="11247120" cy="292608"/>
          </a:xfrm>
          <a:prstGeom prst="rect">
            <a:avLst/>
          </a:prstGeom>
          <a:noFill/>
          <a:ln/>
        </p:spPr>
        <p:txBody>
          <a:bodyPr wrap="square" lIns="0" tIns="0" rIns="0" bIns="0" rtlCol="0" anchor="ctr"/>
          <a:lstStyle/>
          <a:p>
            <a:pPr marL="0" indent="0" algn="ctr">
              <a:buNone/>
            </a:pPr>
            <a:r>
              <a:rPr lang="en-US" sz="1300" b="1" i="1" dirty="0">
                <a:solidFill>
                  <a:srgbClr val="2A1FB8"/>
                </a:solidFill>
                <a:latin typeface="Georgia" pitchFamily="34" charset="0"/>
                <a:ea typeface="Georgia" pitchFamily="34" charset="-122"/>
                <a:cs typeface="Georgia" pitchFamily="34" charset="-120"/>
              </a:rPr>
              <a:t>🧱  Cada sílaba es un bloque · Initial → Medial → Final  ·  Tetris coreano</a:t>
            </a:r>
            <a:endParaRPr lang="en-US" sz="1300" dirty="0"/>
          </a:p>
        </p:txBody>
      </p:sp>
      <p:sp>
        <p:nvSpPr>
          <p:cNvPr id="55" name="Text 53"/>
          <p:cNvSpPr/>
          <p:nvPr/>
        </p:nvSpPr>
        <p:spPr>
          <a:xfrm>
            <a:off x="365760" y="6199632"/>
            <a:ext cx="11460175" cy="201168"/>
          </a:xfrm>
          <a:prstGeom prst="rect">
            <a:avLst/>
          </a:prstGeom>
          <a:noFill/>
          <a:ln/>
        </p:spPr>
        <p:txBody>
          <a:bodyPr wrap="square" rtlCol="0" anchor="ctr"/>
          <a:lstStyle/>
          <a:p>
            <a:pPr marL="0" indent="0">
              <a:buNone/>
            </a:pPr>
            <a:r>
              <a:rPr lang="en-US" sz="900" i="1" dirty="0">
                <a:solidFill>
                  <a:srgbClr val="94A3B8"/>
                </a:solidFill>
                <a:latin typeface="Calibri" pitchFamily="34" charset="0"/>
                <a:ea typeface="Calibri" pitchFamily="34" charset="-122"/>
                <a:cs typeface="Calibri" pitchFamily="34" charset="-120"/>
              </a:rPr>
              <a:t>Fuente · Korea Foundation. Hangeul – Korea's Unique Alphabet, 2010, p. 27.</a:t>
            </a:r>
            <a:endParaRPr lang="en-US" sz="900" dirty="0"/>
          </a:p>
        </p:txBody>
      </p:sp>
      <p:sp>
        <p:nvSpPr>
          <p:cNvPr id="56" name="Text 54"/>
          <p:cNvSpPr/>
          <p:nvPr/>
        </p:nvSpPr>
        <p:spPr>
          <a:xfrm>
            <a:off x="365760" y="6446520"/>
            <a:ext cx="5486400" cy="274320"/>
          </a:xfrm>
          <a:prstGeom prst="rect">
            <a:avLst/>
          </a:prstGeom>
          <a:noFill/>
          <a:ln/>
        </p:spPr>
        <p:txBody>
          <a:bodyPr wrap="square" rtlCol="0" anchor="ctr"/>
          <a:lstStyle/>
          <a:p>
            <a:pPr marL="0" indent="0">
              <a:buNone/>
            </a:pPr>
            <a:r>
              <a:rPr lang="en-US" sz="1000" b="1" kern="0" spc="600" dirty="0">
                <a:solidFill>
                  <a:srgbClr val="94A3B8"/>
                </a:solidFill>
                <a:latin typeface="Trebuchet MS" pitchFamily="34" charset="0"/>
                <a:ea typeface="Trebuchet MS" pitchFamily="34" charset="-122"/>
                <a:cs typeface="Trebuchet MS" pitchFamily="34" charset="-120"/>
              </a:rPr>
              <a:t>ACADEMIA SEÚL  ·  MÉTODO CHINGU™</a:t>
            </a:r>
            <a:endParaRPr lang="en-US" sz="1000" dirty="0"/>
          </a:p>
        </p:txBody>
      </p:sp>
      <p:sp>
        <p:nvSpPr>
          <p:cNvPr id="57" name="Text 55"/>
          <p:cNvSpPr/>
          <p:nvPr/>
        </p:nvSpPr>
        <p:spPr>
          <a:xfrm>
            <a:off x="8991295" y="6446520"/>
            <a:ext cx="2743200" cy="274320"/>
          </a:xfrm>
          <a:prstGeom prst="rect">
            <a:avLst/>
          </a:prstGeom>
          <a:noFill/>
          <a:ln/>
        </p:spPr>
        <p:txBody>
          <a:bodyPr wrap="square" rtlCol="0" anchor="ctr"/>
          <a:lstStyle/>
          <a:p>
            <a:pPr marL="0" indent="0" algn="r">
              <a:buNone/>
            </a:pPr>
            <a:r>
              <a:rPr lang="en-US" sz="1000" b="1" kern="0" spc="600" dirty="0">
                <a:solidFill>
                  <a:srgbClr val="94A3B8"/>
                </a:solidFill>
                <a:latin typeface="Trebuchet MS" pitchFamily="34" charset="0"/>
                <a:ea typeface="Trebuchet MS" pitchFamily="34" charset="-122"/>
                <a:cs typeface="Trebuchet MS" pitchFamily="34" charset="-120"/>
              </a:rPr>
              <a:t>SES 16B  ·  TALLER</a:t>
            </a:r>
            <a:endParaRPr lang="en-US" sz="1000" dirty="0"/>
          </a:p>
        </p:txBody>
      </p:sp>
      <p:pic>
        <p:nvPicPr>
          <p:cNvPr id="58" name="Image 0" descr="/sessions/sleepy-zen-cray/mnt/outputs/deck_assets/logo_var2_azul.png">
            <a:extLst>
              <a:ext uri="{FF2B5EF4-FFF2-40B4-BE49-F238E27FC236}">
                <a16:creationId xmlns:a16="http://schemas.microsoft.com/office/drawing/2014/main" id="{C94D28AF-3BC7-F101-2728-B900236E98B2}"/>
              </a:ext>
            </a:extLst>
          </p:cNvPr>
          <p:cNvPicPr>
            <a:picLocks noChangeAspect="1"/>
          </p:cNvPicPr>
          <p:nvPr/>
        </p:nvPicPr>
        <p:blipFill>
          <a:blip r:embed="rId3"/>
          <a:stretch>
            <a:fillRect/>
          </a:stretch>
        </p:blipFill>
        <p:spPr>
          <a:xfrm>
            <a:off x="9778365" y="-600075"/>
            <a:ext cx="2571750" cy="2571750"/>
          </a:xfrm>
          <a:prstGeom prst="rect">
            <a:avLst/>
          </a:prstGeom>
        </p:spPr>
      </p:pic>
    </p:spTree>
    <p:extLst>
      <p:ext uri="{BB962C8B-B14F-4D97-AF65-F5344CB8AC3E}">
        <p14:creationId xmlns:p14="http://schemas.microsoft.com/office/powerpoint/2010/main" val="2141312079"/>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C9B4D1-87EB-83FA-0DD4-CDA102DBC387}"/>
            </a:ext>
          </a:extLst>
        </p:cNvPr>
        <p:cNvGrpSpPr/>
        <p:nvPr/>
      </p:nvGrpSpPr>
      <p:grpSpPr>
        <a:xfrm>
          <a:off x="0" y="0"/>
          <a:ext cx="0" cy="0"/>
          <a:chOff x="0" y="0"/>
          <a:chExt cx="0" cy="0"/>
        </a:xfrm>
      </p:grpSpPr>
      <p:pic>
        <p:nvPicPr>
          <p:cNvPr id="2" name="ref77">
            <a:extLst>
              <a:ext uri="{FF2B5EF4-FFF2-40B4-BE49-F238E27FC236}">
                <a16:creationId xmlns:a16="http://schemas.microsoft.com/office/drawing/2014/main" id="{7C73E664-4421-BDFA-5C6A-C6A90301DEA9}"/>
              </a:ext>
            </a:extLst>
          </p:cNvPr>
          <p:cNvPicPr>
            <a:picLocks noChangeAspect="1"/>
          </p:cNvPicPr>
          <p:nvPr/>
        </p:nvPicPr>
        <p:blipFill>
          <a:blip r:embed="rId2"/>
          <a:stretch>
            <a:fillRect/>
          </a:stretch>
        </p:blipFill>
        <p:spPr>
          <a:xfrm>
            <a:off x="0" y="0"/>
            <a:ext cx="12192000" cy="6858000"/>
          </a:xfrm>
          <a:prstGeom prst="rect">
            <a:avLst/>
          </a:prstGeom>
        </p:spPr>
      </p:pic>
      <p:pic>
        <p:nvPicPr>
          <p:cNvPr id="3" name="Image 0" descr="/sessions/sleepy-zen-cray/mnt/outputs/deck_assets/logo_var2_azul.png">
            <a:extLst>
              <a:ext uri="{FF2B5EF4-FFF2-40B4-BE49-F238E27FC236}">
                <a16:creationId xmlns:a16="http://schemas.microsoft.com/office/drawing/2014/main" id="{671D7265-D193-52D2-FA53-96B9BED0A909}"/>
              </a:ext>
            </a:extLst>
          </p:cNvPr>
          <p:cNvPicPr>
            <a:picLocks noChangeAspect="1"/>
          </p:cNvPicPr>
          <p:nvPr/>
        </p:nvPicPr>
        <p:blipFill>
          <a:blip r:embed="rId3"/>
          <a:stretch>
            <a:fillRect/>
          </a:stretch>
        </p:blipFill>
        <p:spPr>
          <a:xfrm>
            <a:off x="9778365" y="-600075"/>
            <a:ext cx="2571750" cy="2571750"/>
          </a:xfrm>
          <a:prstGeom prst="rect">
            <a:avLst/>
          </a:prstGeom>
        </p:spPr>
      </p:pic>
    </p:spTree>
    <p:extLst>
      <p:ext uri="{BB962C8B-B14F-4D97-AF65-F5344CB8AC3E}">
        <p14:creationId xmlns:p14="http://schemas.microsoft.com/office/powerpoint/2010/main" val="2455103890"/>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506B00-4F22-B424-DBFD-E31A4AF2816D}"/>
            </a:ext>
          </a:extLst>
        </p:cNvPr>
        <p:cNvGrpSpPr/>
        <p:nvPr/>
      </p:nvGrpSpPr>
      <p:grpSpPr>
        <a:xfrm>
          <a:off x="0" y="0"/>
          <a:ext cx="0" cy="0"/>
          <a:chOff x="0" y="0"/>
          <a:chExt cx="0" cy="0"/>
        </a:xfrm>
      </p:grpSpPr>
      <p:pic>
        <p:nvPicPr>
          <p:cNvPr id="2" name="img82">
            <a:extLst>
              <a:ext uri="{FF2B5EF4-FFF2-40B4-BE49-F238E27FC236}">
                <a16:creationId xmlns:a16="http://schemas.microsoft.com/office/drawing/2014/main" id="{F2F23752-AB4A-8198-EB7A-E8D5863ECE54}"/>
              </a:ext>
            </a:extLst>
          </p:cNvPr>
          <p:cNvPicPr>
            <a:picLocks noChangeAspect="1"/>
          </p:cNvPicPr>
          <p:nvPr/>
        </p:nvPicPr>
        <p:blipFill>
          <a:blip r:embed="rId2"/>
          <a:stretch>
            <a:fillRect/>
          </a:stretch>
        </p:blipFill>
        <p:spPr>
          <a:xfrm>
            <a:off x="0" y="0"/>
            <a:ext cx="12192000" cy="6858000"/>
          </a:xfrm>
          <a:prstGeom prst="rect">
            <a:avLst/>
          </a:prstGeom>
        </p:spPr>
      </p:pic>
    </p:spTree>
    <p:extLst>
      <p:ext uri="{BB962C8B-B14F-4D97-AF65-F5344CB8AC3E}">
        <p14:creationId xmlns:p14="http://schemas.microsoft.com/office/powerpoint/2010/main" val="2627327463"/>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846B25-EF43-B29A-7C3E-D737176D53AF}"/>
            </a:ext>
          </a:extLst>
        </p:cNvPr>
        <p:cNvGrpSpPr/>
        <p:nvPr/>
      </p:nvGrpSpPr>
      <p:grpSpPr>
        <a:xfrm>
          <a:off x="0" y="0"/>
          <a:ext cx="0" cy="0"/>
          <a:chOff x="0" y="0"/>
          <a:chExt cx="0" cy="0"/>
        </a:xfrm>
      </p:grpSpPr>
      <p:pic>
        <p:nvPicPr>
          <p:cNvPr id="2" name="ref78">
            <a:extLst>
              <a:ext uri="{FF2B5EF4-FFF2-40B4-BE49-F238E27FC236}">
                <a16:creationId xmlns:a16="http://schemas.microsoft.com/office/drawing/2014/main" id="{5ADD8258-4280-B1B3-DFC4-BA3B3791C52A}"/>
              </a:ext>
            </a:extLst>
          </p:cNvPr>
          <p:cNvPicPr>
            <a:picLocks noChangeAspect="1"/>
          </p:cNvPicPr>
          <p:nvPr/>
        </p:nvPicPr>
        <p:blipFill>
          <a:blip r:embed="rId2"/>
          <a:stretch>
            <a:fillRect/>
          </a:stretch>
        </p:blipFill>
        <p:spPr>
          <a:xfrm>
            <a:off x="0" y="0"/>
            <a:ext cx="12192000" cy="6858000"/>
          </a:xfrm>
          <a:prstGeom prst="rect">
            <a:avLst/>
          </a:prstGeom>
        </p:spPr>
      </p:pic>
      <p:pic>
        <p:nvPicPr>
          <p:cNvPr id="3" name="Image 0" descr="/sessions/sleepy-zen-cray/mnt/outputs/deck_assets/logo_var2_azul.png">
            <a:extLst>
              <a:ext uri="{FF2B5EF4-FFF2-40B4-BE49-F238E27FC236}">
                <a16:creationId xmlns:a16="http://schemas.microsoft.com/office/drawing/2014/main" id="{1094D8AE-10C1-5BF5-B63E-95A1AFFA02B5}"/>
              </a:ext>
            </a:extLst>
          </p:cNvPr>
          <p:cNvPicPr>
            <a:picLocks noChangeAspect="1"/>
          </p:cNvPicPr>
          <p:nvPr/>
        </p:nvPicPr>
        <p:blipFill>
          <a:blip r:embed="rId3"/>
          <a:stretch>
            <a:fillRect/>
          </a:stretch>
        </p:blipFill>
        <p:spPr>
          <a:xfrm>
            <a:off x="9778365" y="-600075"/>
            <a:ext cx="2571750" cy="2571750"/>
          </a:xfrm>
          <a:prstGeom prst="rect">
            <a:avLst/>
          </a:prstGeom>
        </p:spPr>
      </p:pic>
    </p:spTree>
    <p:extLst>
      <p:ext uri="{BB962C8B-B14F-4D97-AF65-F5344CB8AC3E}">
        <p14:creationId xmlns:p14="http://schemas.microsoft.com/office/powerpoint/2010/main" val="1503804906"/>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2D5179-FD61-6E36-BFDC-C66DB1546493}"/>
            </a:ext>
          </a:extLst>
        </p:cNvPr>
        <p:cNvGrpSpPr/>
        <p:nvPr/>
      </p:nvGrpSpPr>
      <p:grpSpPr>
        <a:xfrm>
          <a:off x="0" y="0"/>
          <a:ext cx="0" cy="0"/>
          <a:chOff x="0" y="0"/>
          <a:chExt cx="0" cy="0"/>
        </a:xfrm>
      </p:grpSpPr>
      <p:pic>
        <p:nvPicPr>
          <p:cNvPr id="2" name="img83">
            <a:extLst>
              <a:ext uri="{FF2B5EF4-FFF2-40B4-BE49-F238E27FC236}">
                <a16:creationId xmlns:a16="http://schemas.microsoft.com/office/drawing/2014/main" id="{44BB2877-02A5-3B69-A658-0EEE06CB0E8E}"/>
              </a:ext>
            </a:extLst>
          </p:cNvPr>
          <p:cNvPicPr>
            <a:picLocks noChangeAspect="1"/>
          </p:cNvPicPr>
          <p:nvPr/>
        </p:nvPicPr>
        <p:blipFill>
          <a:blip r:embed="rId2"/>
          <a:stretch>
            <a:fillRect/>
          </a:stretch>
        </p:blipFill>
        <p:spPr>
          <a:xfrm>
            <a:off x="0" y="0"/>
            <a:ext cx="12192000" cy="6858000"/>
          </a:xfrm>
          <a:prstGeom prst="rect">
            <a:avLst/>
          </a:prstGeom>
        </p:spPr>
      </p:pic>
      <p:pic>
        <p:nvPicPr>
          <p:cNvPr id="3" name="Image 0" descr="/sessions/sleepy-zen-cray/mnt/outputs/deck_assets/logo_var2_azul.png">
            <a:extLst>
              <a:ext uri="{FF2B5EF4-FFF2-40B4-BE49-F238E27FC236}">
                <a16:creationId xmlns:a16="http://schemas.microsoft.com/office/drawing/2014/main" id="{C516845F-CC21-EA50-BA2C-8E0DEEB173A2}"/>
              </a:ext>
            </a:extLst>
          </p:cNvPr>
          <p:cNvPicPr>
            <a:picLocks noChangeAspect="1"/>
          </p:cNvPicPr>
          <p:nvPr/>
        </p:nvPicPr>
        <p:blipFill>
          <a:blip r:embed="rId3"/>
          <a:stretch>
            <a:fillRect/>
          </a:stretch>
        </p:blipFill>
        <p:spPr>
          <a:xfrm>
            <a:off x="9778365" y="-760095"/>
            <a:ext cx="2571750" cy="2571750"/>
          </a:xfrm>
          <a:prstGeom prst="rect">
            <a:avLst/>
          </a:prstGeom>
        </p:spPr>
      </p:pic>
    </p:spTree>
    <p:extLst>
      <p:ext uri="{BB962C8B-B14F-4D97-AF65-F5344CB8AC3E}">
        <p14:creationId xmlns:p14="http://schemas.microsoft.com/office/powerpoint/2010/main" val="2049785814"/>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81A9CA-3F6F-E076-EE85-A222741FB618}"/>
            </a:ext>
          </a:extLst>
        </p:cNvPr>
        <p:cNvGrpSpPr/>
        <p:nvPr/>
      </p:nvGrpSpPr>
      <p:grpSpPr>
        <a:xfrm>
          <a:off x="0" y="0"/>
          <a:ext cx="0" cy="0"/>
          <a:chOff x="0" y="0"/>
          <a:chExt cx="0" cy="0"/>
        </a:xfrm>
      </p:grpSpPr>
      <p:pic>
        <p:nvPicPr>
          <p:cNvPr id="2" name="ref79">
            <a:extLst>
              <a:ext uri="{FF2B5EF4-FFF2-40B4-BE49-F238E27FC236}">
                <a16:creationId xmlns:a16="http://schemas.microsoft.com/office/drawing/2014/main" id="{D5622332-B013-A706-F925-9CDDE72C0AF8}"/>
              </a:ext>
            </a:extLst>
          </p:cNvPr>
          <p:cNvPicPr>
            <a:picLocks noChangeAspect="1"/>
          </p:cNvPicPr>
          <p:nvPr/>
        </p:nvPicPr>
        <p:blipFill>
          <a:blip r:embed="rId2"/>
          <a:stretch>
            <a:fillRect/>
          </a:stretch>
        </p:blipFill>
        <p:spPr>
          <a:xfrm>
            <a:off x="0" y="0"/>
            <a:ext cx="12192000" cy="6858000"/>
          </a:xfrm>
          <a:prstGeom prst="rect">
            <a:avLst/>
          </a:prstGeom>
        </p:spPr>
      </p:pic>
      <p:pic>
        <p:nvPicPr>
          <p:cNvPr id="3" name="Image 0" descr="/sessions/sleepy-zen-cray/mnt/outputs/deck_assets/logo_var2_azul.png">
            <a:extLst>
              <a:ext uri="{FF2B5EF4-FFF2-40B4-BE49-F238E27FC236}">
                <a16:creationId xmlns:a16="http://schemas.microsoft.com/office/drawing/2014/main" id="{A5822CDD-6C85-FF2C-82EA-80E61E37A06B}"/>
              </a:ext>
            </a:extLst>
          </p:cNvPr>
          <p:cNvPicPr>
            <a:picLocks noChangeAspect="1"/>
          </p:cNvPicPr>
          <p:nvPr/>
        </p:nvPicPr>
        <p:blipFill>
          <a:blip r:embed="rId3"/>
          <a:stretch>
            <a:fillRect/>
          </a:stretch>
        </p:blipFill>
        <p:spPr>
          <a:xfrm>
            <a:off x="9778365" y="-600075"/>
            <a:ext cx="2571750" cy="2571750"/>
          </a:xfrm>
          <a:prstGeom prst="rect">
            <a:avLst/>
          </a:prstGeom>
        </p:spPr>
      </p:pic>
    </p:spTree>
    <p:extLst>
      <p:ext uri="{BB962C8B-B14F-4D97-AF65-F5344CB8AC3E}">
        <p14:creationId xmlns:p14="http://schemas.microsoft.com/office/powerpoint/2010/main" val="231594013"/>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2F6BCE-4922-2A9A-DB06-56CFCB531523}"/>
            </a:ext>
          </a:extLst>
        </p:cNvPr>
        <p:cNvGrpSpPr/>
        <p:nvPr/>
      </p:nvGrpSpPr>
      <p:grpSpPr>
        <a:xfrm>
          <a:off x="0" y="0"/>
          <a:ext cx="0" cy="0"/>
          <a:chOff x="0" y="0"/>
          <a:chExt cx="0" cy="0"/>
        </a:xfrm>
      </p:grpSpPr>
      <p:pic>
        <p:nvPicPr>
          <p:cNvPr id="2" name="ref80">
            <a:extLst>
              <a:ext uri="{FF2B5EF4-FFF2-40B4-BE49-F238E27FC236}">
                <a16:creationId xmlns:a16="http://schemas.microsoft.com/office/drawing/2014/main" id="{5D41A049-706E-A037-1949-3AE4675EC84C}"/>
              </a:ext>
            </a:extLst>
          </p:cNvPr>
          <p:cNvPicPr>
            <a:picLocks noChangeAspect="1"/>
          </p:cNvPicPr>
          <p:nvPr/>
        </p:nvPicPr>
        <p:blipFill>
          <a:blip r:embed="rId2"/>
          <a:stretch>
            <a:fillRect/>
          </a:stretch>
        </p:blipFill>
        <p:spPr>
          <a:xfrm>
            <a:off x="0" y="0"/>
            <a:ext cx="12192000" cy="6858000"/>
          </a:xfrm>
          <a:prstGeom prst="rect">
            <a:avLst/>
          </a:prstGeom>
        </p:spPr>
      </p:pic>
      <p:pic>
        <p:nvPicPr>
          <p:cNvPr id="3" name="Image 0" descr="/sessions/sleepy-zen-cray/mnt/outputs/deck_assets/logo_var2_azul.png">
            <a:extLst>
              <a:ext uri="{FF2B5EF4-FFF2-40B4-BE49-F238E27FC236}">
                <a16:creationId xmlns:a16="http://schemas.microsoft.com/office/drawing/2014/main" id="{290E7FC9-F5FA-8AEC-E01B-308FCA1F16E8}"/>
              </a:ext>
            </a:extLst>
          </p:cNvPr>
          <p:cNvPicPr>
            <a:picLocks noChangeAspect="1"/>
          </p:cNvPicPr>
          <p:nvPr/>
        </p:nvPicPr>
        <p:blipFill>
          <a:blip r:embed="rId3"/>
          <a:stretch>
            <a:fillRect/>
          </a:stretch>
        </p:blipFill>
        <p:spPr>
          <a:xfrm>
            <a:off x="9778365" y="-600075"/>
            <a:ext cx="2571750" cy="2571750"/>
          </a:xfrm>
          <a:prstGeom prst="rect">
            <a:avLst/>
          </a:prstGeom>
        </p:spPr>
      </p:pic>
      <p:sp>
        <p:nvSpPr>
          <p:cNvPr id="4" name="TextBox 3">
            <a:extLst>
              <a:ext uri="{FF2B5EF4-FFF2-40B4-BE49-F238E27FC236}">
                <a16:creationId xmlns:a16="http://schemas.microsoft.com/office/drawing/2014/main" id="{707733BC-E2A7-1BD5-2776-596D9A3F3D13}"/>
              </a:ext>
            </a:extLst>
          </p:cNvPr>
          <p:cNvSpPr txBox="1"/>
          <p:nvPr/>
        </p:nvSpPr>
        <p:spPr>
          <a:xfrm>
            <a:off x="2558473" y="4784329"/>
            <a:ext cx="1107996" cy="646331"/>
          </a:xfrm>
          <a:prstGeom prst="rect">
            <a:avLst/>
          </a:prstGeom>
          <a:noFill/>
        </p:spPr>
        <p:txBody>
          <a:bodyPr wrap="none" rtlCol="0">
            <a:spAutoFit/>
          </a:bodyPr>
          <a:lstStyle/>
          <a:p>
            <a:r>
              <a:rPr lang="ko-KR" altLang="es-CL" sz="3600" dirty="0"/>
              <a:t>읽다</a:t>
            </a:r>
            <a:endParaRPr lang="es-CL" sz="3600" dirty="0"/>
          </a:p>
        </p:txBody>
      </p:sp>
    </p:spTree>
    <p:extLst>
      <p:ext uri="{BB962C8B-B14F-4D97-AF65-F5344CB8AC3E}">
        <p14:creationId xmlns:p14="http://schemas.microsoft.com/office/powerpoint/2010/main" val="987783514"/>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57200" y="411480"/>
            <a:ext cx="10972800" cy="274320"/>
          </a:xfrm>
          <a:prstGeom prst="rect">
            <a:avLst/>
          </a:prstGeom>
          <a:noFill/>
          <a:ln/>
        </p:spPr>
        <p:txBody>
          <a:bodyPr wrap="square" lIns="0" tIns="0" rIns="0" bIns="0" rtlCol="0" anchor="ctr"/>
          <a:lstStyle/>
          <a:p>
            <a:pPr marL="0" indent="0">
              <a:buNone/>
            </a:pPr>
            <a:r>
              <a:rPr lang="en-US" sz="1100" b="1" kern="0" spc="500" dirty="0">
                <a:solidFill>
                  <a:srgbClr val="FE6768"/>
                </a:solidFill>
                <a:latin typeface="Calibri" pitchFamily="34" charset="0"/>
                <a:ea typeface="Calibri" pitchFamily="34" charset="-122"/>
                <a:cs typeface="Calibri" pitchFamily="34" charset="-120"/>
              </a:rPr>
              <a:t>§3.3</a:t>
            </a:r>
            <a:endParaRPr lang="en-US" sz="1100" dirty="0"/>
          </a:p>
        </p:txBody>
      </p:sp>
      <p:sp>
        <p:nvSpPr>
          <p:cNvPr id="3" name="Text 1"/>
          <p:cNvSpPr/>
          <p:nvPr/>
        </p:nvSpPr>
        <p:spPr>
          <a:xfrm>
            <a:off x="457200" y="777240"/>
            <a:ext cx="10972800" cy="822960"/>
          </a:xfrm>
          <a:prstGeom prst="rect">
            <a:avLst/>
          </a:prstGeom>
          <a:noFill/>
          <a:ln/>
        </p:spPr>
        <p:txBody>
          <a:bodyPr wrap="square" lIns="0" tIns="0" rIns="0" bIns="0" rtlCol="0" anchor="ctr"/>
          <a:lstStyle/>
          <a:p>
            <a:pPr marL="0" indent="0">
              <a:buNone/>
            </a:pPr>
            <a:r>
              <a:rPr lang="en-US" sz="4000" b="1" dirty="0">
                <a:solidFill>
                  <a:srgbClr val="4036ED"/>
                </a:solidFill>
                <a:latin typeface="Calibri" pitchFamily="34" charset="0"/>
                <a:ea typeface="Calibri" pitchFamily="34" charset="-122"/>
                <a:cs typeface="Calibri" pitchFamily="34" charset="-120"/>
              </a:rPr>
              <a:t>Los cuatro patrones de sílaba</a:t>
            </a:r>
            <a:endParaRPr lang="en-US" sz="4000" dirty="0"/>
          </a:p>
        </p:txBody>
      </p:sp>
      <p:sp>
        <p:nvSpPr>
          <p:cNvPr id="4" name="Text 2"/>
          <p:cNvSpPr/>
          <p:nvPr/>
        </p:nvSpPr>
        <p:spPr>
          <a:xfrm>
            <a:off x="457200" y="1691640"/>
            <a:ext cx="10972800" cy="457200"/>
          </a:xfrm>
          <a:prstGeom prst="rect">
            <a:avLst/>
          </a:prstGeom>
          <a:noFill/>
          <a:ln/>
        </p:spPr>
        <p:txBody>
          <a:bodyPr wrap="square" lIns="0" tIns="0" rIns="0" bIns="0" rtlCol="0" anchor="ctr"/>
          <a:lstStyle/>
          <a:p>
            <a:pPr marL="0" indent="0">
              <a:buNone/>
            </a:pPr>
            <a:r>
              <a:rPr lang="en-US" sz="1400" i="1" dirty="0">
                <a:solidFill>
                  <a:srgbClr val="4A4A55"/>
                </a:solidFill>
                <a:latin typeface="Calibri" pitchFamily="34" charset="0"/>
                <a:ea typeface="Calibri" pitchFamily="34" charset="-122"/>
                <a:cs typeface="Calibri" pitchFamily="34" charset="-120"/>
              </a:rPr>
              <a:t>Toda sílaba coreana sigue uno de estos cuatro moldes — sin excepción.</a:t>
            </a:r>
            <a:endParaRPr lang="en-US" sz="1400" dirty="0"/>
          </a:p>
        </p:txBody>
      </p:sp>
      <p:sp>
        <p:nvSpPr>
          <p:cNvPr id="5" name="Shape 3"/>
          <p:cNvSpPr/>
          <p:nvPr/>
        </p:nvSpPr>
        <p:spPr>
          <a:xfrm>
            <a:off x="540868" y="2468880"/>
            <a:ext cx="2606040" cy="3840480"/>
          </a:xfrm>
          <a:prstGeom prst="roundRect">
            <a:avLst>
              <a:gd name="adj" fmla="val 6316"/>
            </a:avLst>
          </a:prstGeom>
          <a:solidFill>
            <a:srgbClr val="FFE0E0"/>
          </a:solidFill>
          <a:ln w="19050">
            <a:solidFill>
              <a:srgbClr val="FE6768"/>
            </a:solidFill>
            <a:prstDash val="solid"/>
          </a:ln>
        </p:spPr>
      </p:sp>
      <p:sp>
        <p:nvSpPr>
          <p:cNvPr id="6" name="Text 4"/>
          <p:cNvSpPr/>
          <p:nvPr/>
        </p:nvSpPr>
        <p:spPr>
          <a:xfrm>
            <a:off x="540868" y="2651760"/>
            <a:ext cx="2606040" cy="365760"/>
          </a:xfrm>
          <a:prstGeom prst="rect">
            <a:avLst/>
          </a:prstGeom>
          <a:noFill/>
          <a:ln/>
        </p:spPr>
        <p:txBody>
          <a:bodyPr wrap="square" lIns="0" tIns="0" rIns="0" bIns="0" rtlCol="0" anchor="ctr"/>
          <a:lstStyle/>
          <a:p>
            <a:pPr marL="0" indent="0" algn="ctr">
              <a:buNone/>
            </a:pPr>
            <a:r>
              <a:rPr lang="en-US" sz="1400" b="1" kern="0" spc="400" dirty="0">
                <a:solidFill>
                  <a:srgbClr val="FE6768"/>
                </a:solidFill>
                <a:latin typeface="Calibri" pitchFamily="34" charset="0"/>
                <a:ea typeface="Calibri" pitchFamily="34" charset="-122"/>
                <a:cs typeface="Calibri" pitchFamily="34" charset="-120"/>
              </a:rPr>
              <a:t>C + V</a:t>
            </a:r>
            <a:endParaRPr lang="en-US" sz="1400" dirty="0"/>
          </a:p>
        </p:txBody>
      </p:sp>
      <p:sp>
        <p:nvSpPr>
          <p:cNvPr id="7" name="Shape 5"/>
          <p:cNvSpPr/>
          <p:nvPr/>
        </p:nvSpPr>
        <p:spPr>
          <a:xfrm>
            <a:off x="1158088" y="3154680"/>
            <a:ext cx="1371600" cy="1371600"/>
          </a:xfrm>
          <a:prstGeom prst="rect">
            <a:avLst/>
          </a:prstGeom>
          <a:solidFill>
            <a:srgbClr val="F6F6F6"/>
          </a:solidFill>
          <a:ln w="19050">
            <a:solidFill>
              <a:srgbClr val="FE6768"/>
            </a:solidFill>
            <a:prstDash val="solid"/>
          </a:ln>
        </p:spPr>
      </p:sp>
      <p:sp>
        <p:nvSpPr>
          <p:cNvPr id="8" name="Text 6"/>
          <p:cNvSpPr/>
          <p:nvPr/>
        </p:nvSpPr>
        <p:spPr>
          <a:xfrm>
            <a:off x="1158088" y="3154680"/>
            <a:ext cx="685800" cy="1371600"/>
          </a:xfrm>
          <a:prstGeom prst="rect">
            <a:avLst/>
          </a:prstGeom>
          <a:noFill/>
          <a:ln/>
        </p:spPr>
        <p:txBody>
          <a:bodyPr wrap="square" lIns="0" tIns="0" rIns="0" bIns="0" rtlCol="0" anchor="ctr"/>
          <a:lstStyle/>
          <a:p>
            <a:pPr marL="0" indent="0" algn="ctr">
              <a:buNone/>
            </a:pPr>
            <a:r>
              <a:rPr lang="en-US" sz="5000" b="1" dirty="0">
                <a:solidFill>
                  <a:srgbClr val="FE6768"/>
                </a:solidFill>
                <a:latin typeface="Malgun Gothic" pitchFamily="34" charset="0"/>
                <a:ea typeface="Malgun Gothic" pitchFamily="34" charset="-122"/>
                <a:cs typeface="Malgun Gothic" pitchFamily="34" charset="-120"/>
              </a:rPr>
              <a:t>ㄱ</a:t>
            </a:r>
            <a:endParaRPr lang="en-US" sz="5000" dirty="0"/>
          </a:p>
        </p:txBody>
      </p:sp>
      <p:sp>
        <p:nvSpPr>
          <p:cNvPr id="9" name="Text 7"/>
          <p:cNvSpPr/>
          <p:nvPr/>
        </p:nvSpPr>
        <p:spPr>
          <a:xfrm>
            <a:off x="1843888" y="3154680"/>
            <a:ext cx="685800" cy="1371600"/>
          </a:xfrm>
          <a:prstGeom prst="rect">
            <a:avLst/>
          </a:prstGeom>
          <a:noFill/>
          <a:ln/>
        </p:spPr>
        <p:txBody>
          <a:bodyPr wrap="square" lIns="0" tIns="0" rIns="0" bIns="0" rtlCol="0" anchor="ctr"/>
          <a:lstStyle/>
          <a:p>
            <a:pPr marL="0" indent="0" algn="ctr">
              <a:buNone/>
            </a:pPr>
            <a:r>
              <a:rPr lang="en-US" sz="5000" b="1" dirty="0">
                <a:solidFill>
                  <a:srgbClr val="FE6768"/>
                </a:solidFill>
                <a:latin typeface="Malgun Gothic" pitchFamily="34" charset="0"/>
                <a:ea typeface="Malgun Gothic" pitchFamily="34" charset="-122"/>
                <a:cs typeface="Malgun Gothic" pitchFamily="34" charset="-120"/>
              </a:rPr>
              <a:t>ㅏ</a:t>
            </a:r>
            <a:endParaRPr lang="en-US" sz="5000" dirty="0"/>
          </a:p>
        </p:txBody>
      </p:sp>
      <p:sp>
        <p:nvSpPr>
          <p:cNvPr id="10" name="Text 8"/>
          <p:cNvSpPr/>
          <p:nvPr/>
        </p:nvSpPr>
        <p:spPr>
          <a:xfrm>
            <a:off x="540868" y="4754880"/>
            <a:ext cx="2606040" cy="411480"/>
          </a:xfrm>
          <a:prstGeom prst="rect">
            <a:avLst/>
          </a:prstGeom>
          <a:noFill/>
          <a:ln/>
        </p:spPr>
        <p:txBody>
          <a:bodyPr wrap="square" lIns="0" tIns="0" rIns="0" bIns="0" rtlCol="0" anchor="ctr"/>
          <a:lstStyle/>
          <a:p>
            <a:pPr marL="0" indent="0" algn="ctr">
              <a:buNone/>
            </a:pPr>
            <a:r>
              <a:rPr lang="en-US" sz="2200" b="1" dirty="0">
                <a:solidFill>
                  <a:srgbClr val="FE6768"/>
                </a:solidFill>
                <a:latin typeface="Malgun Gothic" pitchFamily="34" charset="0"/>
                <a:ea typeface="Malgun Gothic" pitchFamily="34" charset="-122"/>
                <a:cs typeface="Malgun Gothic" pitchFamily="34" charset="-120"/>
              </a:rPr>
              <a:t>가  ·  ka</a:t>
            </a:r>
            <a:endParaRPr lang="en-US" sz="2200" dirty="0"/>
          </a:p>
        </p:txBody>
      </p:sp>
      <p:sp>
        <p:nvSpPr>
          <p:cNvPr id="11" name="Text 9"/>
          <p:cNvSpPr/>
          <p:nvPr/>
        </p:nvSpPr>
        <p:spPr>
          <a:xfrm>
            <a:off x="678028" y="5257800"/>
            <a:ext cx="2331720" cy="868680"/>
          </a:xfrm>
          <a:prstGeom prst="rect">
            <a:avLst/>
          </a:prstGeom>
          <a:noFill/>
          <a:ln/>
        </p:spPr>
        <p:txBody>
          <a:bodyPr wrap="square" lIns="0" tIns="0" rIns="0" bIns="0" rtlCol="0" anchor="t"/>
          <a:lstStyle/>
          <a:p>
            <a:pPr marL="0" indent="0" algn="ctr">
              <a:buNone/>
            </a:pPr>
            <a:r>
              <a:rPr lang="en-US" sz="1100" i="1" dirty="0">
                <a:solidFill>
                  <a:srgbClr val="4A4A55"/>
                </a:solidFill>
                <a:latin typeface="Calibri" pitchFamily="34" charset="0"/>
                <a:ea typeface="Calibri" pitchFamily="34" charset="-122"/>
                <a:cs typeface="Calibri" pitchFamily="34" charset="-120"/>
              </a:rPr>
              <a:t>Vocal vertical → al lado</a:t>
            </a:r>
            <a:endParaRPr lang="en-US" sz="1100" dirty="0"/>
          </a:p>
        </p:txBody>
      </p:sp>
      <p:sp>
        <p:nvSpPr>
          <p:cNvPr id="12" name="Shape 10"/>
          <p:cNvSpPr/>
          <p:nvPr/>
        </p:nvSpPr>
        <p:spPr>
          <a:xfrm>
            <a:off x="3375508" y="2468880"/>
            <a:ext cx="2606040" cy="3840480"/>
          </a:xfrm>
          <a:prstGeom prst="roundRect">
            <a:avLst>
              <a:gd name="adj" fmla="val 6316"/>
            </a:avLst>
          </a:prstGeom>
          <a:solidFill>
            <a:srgbClr val="EDE8FF"/>
          </a:solidFill>
          <a:ln w="19050">
            <a:solidFill>
              <a:srgbClr val="4036ED"/>
            </a:solidFill>
            <a:prstDash val="solid"/>
          </a:ln>
        </p:spPr>
      </p:sp>
      <p:sp>
        <p:nvSpPr>
          <p:cNvPr id="13" name="Text 11"/>
          <p:cNvSpPr/>
          <p:nvPr/>
        </p:nvSpPr>
        <p:spPr>
          <a:xfrm>
            <a:off x="3375508" y="2651760"/>
            <a:ext cx="2606040" cy="365760"/>
          </a:xfrm>
          <a:prstGeom prst="rect">
            <a:avLst/>
          </a:prstGeom>
          <a:noFill/>
          <a:ln/>
        </p:spPr>
        <p:txBody>
          <a:bodyPr wrap="square" lIns="0" tIns="0" rIns="0" bIns="0" rtlCol="0" anchor="ctr"/>
          <a:lstStyle/>
          <a:p>
            <a:pPr marL="0" indent="0" algn="ctr">
              <a:buNone/>
            </a:pPr>
            <a:r>
              <a:rPr lang="en-US" sz="1400" b="1" kern="0" spc="400" dirty="0">
                <a:solidFill>
                  <a:srgbClr val="4036ED"/>
                </a:solidFill>
                <a:latin typeface="Calibri" pitchFamily="34" charset="0"/>
                <a:ea typeface="Calibri" pitchFamily="34" charset="-122"/>
                <a:cs typeface="Calibri" pitchFamily="34" charset="-120"/>
              </a:rPr>
              <a:t>C + V</a:t>
            </a:r>
            <a:endParaRPr lang="en-US" sz="1400" dirty="0"/>
          </a:p>
        </p:txBody>
      </p:sp>
      <p:sp>
        <p:nvSpPr>
          <p:cNvPr id="14" name="Shape 12"/>
          <p:cNvSpPr/>
          <p:nvPr/>
        </p:nvSpPr>
        <p:spPr>
          <a:xfrm>
            <a:off x="3992728" y="3154680"/>
            <a:ext cx="1371600" cy="1371600"/>
          </a:xfrm>
          <a:prstGeom prst="rect">
            <a:avLst/>
          </a:prstGeom>
          <a:solidFill>
            <a:srgbClr val="F6F6F6"/>
          </a:solidFill>
          <a:ln w="19050">
            <a:solidFill>
              <a:srgbClr val="4036ED"/>
            </a:solidFill>
            <a:prstDash val="solid"/>
          </a:ln>
        </p:spPr>
      </p:sp>
      <p:sp>
        <p:nvSpPr>
          <p:cNvPr id="15" name="Text 13"/>
          <p:cNvSpPr/>
          <p:nvPr/>
        </p:nvSpPr>
        <p:spPr>
          <a:xfrm>
            <a:off x="3992728" y="3154680"/>
            <a:ext cx="1371600" cy="685800"/>
          </a:xfrm>
          <a:prstGeom prst="rect">
            <a:avLst/>
          </a:prstGeom>
          <a:noFill/>
          <a:ln/>
        </p:spPr>
        <p:txBody>
          <a:bodyPr wrap="square" lIns="0" tIns="0" rIns="0" bIns="0" rtlCol="0" anchor="ctr"/>
          <a:lstStyle/>
          <a:p>
            <a:pPr marL="0" indent="0" algn="ctr">
              <a:buNone/>
            </a:pPr>
            <a:r>
              <a:rPr lang="en-US" sz="5000" b="1" dirty="0">
                <a:solidFill>
                  <a:srgbClr val="4036ED"/>
                </a:solidFill>
                <a:latin typeface="Malgun Gothic" pitchFamily="34" charset="0"/>
                <a:ea typeface="Malgun Gothic" pitchFamily="34" charset="-122"/>
                <a:cs typeface="Malgun Gothic" pitchFamily="34" charset="-120"/>
              </a:rPr>
              <a:t>ㄱ</a:t>
            </a:r>
            <a:endParaRPr lang="en-US" sz="5000" dirty="0"/>
          </a:p>
        </p:txBody>
      </p:sp>
      <p:sp>
        <p:nvSpPr>
          <p:cNvPr id="16" name="Text 14"/>
          <p:cNvSpPr/>
          <p:nvPr/>
        </p:nvSpPr>
        <p:spPr>
          <a:xfrm>
            <a:off x="3992728" y="3840480"/>
            <a:ext cx="1371600" cy="685800"/>
          </a:xfrm>
          <a:prstGeom prst="rect">
            <a:avLst/>
          </a:prstGeom>
          <a:noFill/>
          <a:ln/>
        </p:spPr>
        <p:txBody>
          <a:bodyPr wrap="square" lIns="0" tIns="0" rIns="0" bIns="0" rtlCol="0" anchor="ctr"/>
          <a:lstStyle/>
          <a:p>
            <a:pPr marL="0" indent="0" algn="ctr">
              <a:buNone/>
            </a:pPr>
            <a:r>
              <a:rPr lang="en-US" sz="5000" b="1" dirty="0">
                <a:solidFill>
                  <a:srgbClr val="4036ED"/>
                </a:solidFill>
                <a:latin typeface="Malgun Gothic" pitchFamily="34" charset="0"/>
                <a:ea typeface="Malgun Gothic" pitchFamily="34" charset="-122"/>
                <a:cs typeface="Malgun Gothic" pitchFamily="34" charset="-120"/>
              </a:rPr>
              <a:t>ㅗ</a:t>
            </a:r>
            <a:endParaRPr lang="en-US" sz="5000" dirty="0"/>
          </a:p>
        </p:txBody>
      </p:sp>
      <p:sp>
        <p:nvSpPr>
          <p:cNvPr id="17" name="Text 15"/>
          <p:cNvSpPr/>
          <p:nvPr/>
        </p:nvSpPr>
        <p:spPr>
          <a:xfrm>
            <a:off x="3375508" y="4754880"/>
            <a:ext cx="2606040" cy="411480"/>
          </a:xfrm>
          <a:prstGeom prst="rect">
            <a:avLst/>
          </a:prstGeom>
          <a:noFill/>
          <a:ln/>
        </p:spPr>
        <p:txBody>
          <a:bodyPr wrap="square" lIns="0" tIns="0" rIns="0" bIns="0" rtlCol="0" anchor="ctr"/>
          <a:lstStyle/>
          <a:p>
            <a:pPr marL="0" indent="0" algn="ctr">
              <a:buNone/>
            </a:pPr>
            <a:r>
              <a:rPr lang="en-US" sz="2200" b="1" dirty="0">
                <a:solidFill>
                  <a:srgbClr val="4036ED"/>
                </a:solidFill>
                <a:latin typeface="Malgun Gothic" pitchFamily="34" charset="0"/>
                <a:ea typeface="Malgun Gothic" pitchFamily="34" charset="-122"/>
                <a:cs typeface="Malgun Gothic" pitchFamily="34" charset="-120"/>
              </a:rPr>
              <a:t>고  ·  ko</a:t>
            </a:r>
            <a:endParaRPr lang="en-US" sz="2200" dirty="0"/>
          </a:p>
        </p:txBody>
      </p:sp>
      <p:sp>
        <p:nvSpPr>
          <p:cNvPr id="18" name="Text 16"/>
          <p:cNvSpPr/>
          <p:nvPr/>
        </p:nvSpPr>
        <p:spPr>
          <a:xfrm>
            <a:off x="3512668" y="5257800"/>
            <a:ext cx="2331720" cy="868680"/>
          </a:xfrm>
          <a:prstGeom prst="rect">
            <a:avLst/>
          </a:prstGeom>
          <a:noFill/>
          <a:ln/>
        </p:spPr>
        <p:txBody>
          <a:bodyPr wrap="square" lIns="0" tIns="0" rIns="0" bIns="0" rtlCol="0" anchor="t"/>
          <a:lstStyle/>
          <a:p>
            <a:pPr marL="0" indent="0" algn="ctr">
              <a:buNone/>
            </a:pPr>
            <a:r>
              <a:rPr lang="en-US" sz="1100" i="1" dirty="0">
                <a:solidFill>
                  <a:srgbClr val="4A4A55"/>
                </a:solidFill>
                <a:latin typeface="Calibri" pitchFamily="34" charset="0"/>
                <a:ea typeface="Calibri" pitchFamily="34" charset="-122"/>
                <a:cs typeface="Calibri" pitchFamily="34" charset="-120"/>
              </a:rPr>
              <a:t>Vocal horizontal → debajo</a:t>
            </a:r>
            <a:endParaRPr lang="en-US" sz="1100" dirty="0"/>
          </a:p>
        </p:txBody>
      </p:sp>
      <p:sp>
        <p:nvSpPr>
          <p:cNvPr id="19" name="Shape 17"/>
          <p:cNvSpPr/>
          <p:nvPr/>
        </p:nvSpPr>
        <p:spPr>
          <a:xfrm>
            <a:off x="6210148" y="2468880"/>
            <a:ext cx="2606040" cy="3840480"/>
          </a:xfrm>
          <a:prstGeom prst="roundRect">
            <a:avLst>
              <a:gd name="adj" fmla="val 6316"/>
            </a:avLst>
          </a:prstGeom>
          <a:solidFill>
            <a:srgbClr val="FFE0E0"/>
          </a:solidFill>
          <a:ln w="19050">
            <a:solidFill>
              <a:srgbClr val="FE6768"/>
            </a:solidFill>
            <a:prstDash val="solid"/>
          </a:ln>
        </p:spPr>
      </p:sp>
      <p:sp>
        <p:nvSpPr>
          <p:cNvPr id="20" name="Text 18"/>
          <p:cNvSpPr/>
          <p:nvPr/>
        </p:nvSpPr>
        <p:spPr>
          <a:xfrm>
            <a:off x="6210148" y="2651760"/>
            <a:ext cx="2606040" cy="365760"/>
          </a:xfrm>
          <a:prstGeom prst="rect">
            <a:avLst/>
          </a:prstGeom>
          <a:noFill/>
          <a:ln/>
        </p:spPr>
        <p:txBody>
          <a:bodyPr wrap="square" lIns="0" tIns="0" rIns="0" bIns="0" rtlCol="0" anchor="ctr"/>
          <a:lstStyle/>
          <a:p>
            <a:pPr marL="0" indent="0" algn="ctr">
              <a:buNone/>
            </a:pPr>
            <a:r>
              <a:rPr lang="en-US" sz="1400" b="1" kern="0" spc="400" dirty="0">
                <a:solidFill>
                  <a:srgbClr val="FE6768"/>
                </a:solidFill>
                <a:latin typeface="Calibri" pitchFamily="34" charset="0"/>
                <a:ea typeface="Calibri" pitchFamily="34" charset="-122"/>
                <a:cs typeface="Calibri" pitchFamily="34" charset="-120"/>
              </a:rPr>
              <a:t>C + V + C</a:t>
            </a:r>
            <a:endParaRPr lang="en-US" sz="1400" dirty="0"/>
          </a:p>
        </p:txBody>
      </p:sp>
      <p:sp>
        <p:nvSpPr>
          <p:cNvPr id="21" name="Shape 19"/>
          <p:cNvSpPr/>
          <p:nvPr/>
        </p:nvSpPr>
        <p:spPr>
          <a:xfrm>
            <a:off x="6827368" y="3154680"/>
            <a:ext cx="1371600" cy="1371600"/>
          </a:xfrm>
          <a:prstGeom prst="rect">
            <a:avLst/>
          </a:prstGeom>
          <a:solidFill>
            <a:srgbClr val="F6F6F6"/>
          </a:solidFill>
          <a:ln w="19050">
            <a:solidFill>
              <a:srgbClr val="FE6768"/>
            </a:solidFill>
            <a:prstDash val="solid"/>
          </a:ln>
        </p:spPr>
      </p:sp>
      <p:sp>
        <p:nvSpPr>
          <p:cNvPr id="22" name="Text 20"/>
          <p:cNvSpPr/>
          <p:nvPr/>
        </p:nvSpPr>
        <p:spPr>
          <a:xfrm>
            <a:off x="6827368" y="3154680"/>
            <a:ext cx="685800" cy="891540"/>
          </a:xfrm>
          <a:prstGeom prst="rect">
            <a:avLst/>
          </a:prstGeom>
          <a:noFill/>
          <a:ln/>
        </p:spPr>
        <p:txBody>
          <a:bodyPr wrap="square" lIns="0" tIns="0" rIns="0" bIns="0" rtlCol="0" anchor="ctr"/>
          <a:lstStyle/>
          <a:p>
            <a:pPr marL="0" indent="0" algn="ctr">
              <a:buNone/>
            </a:pPr>
            <a:r>
              <a:rPr lang="en-US" sz="5000" b="1" dirty="0">
                <a:solidFill>
                  <a:srgbClr val="FE6768"/>
                </a:solidFill>
                <a:latin typeface="Malgun Gothic" pitchFamily="34" charset="0"/>
                <a:ea typeface="Malgun Gothic" pitchFamily="34" charset="-122"/>
                <a:cs typeface="Malgun Gothic" pitchFamily="34" charset="-120"/>
              </a:rPr>
              <a:t>ㄱ</a:t>
            </a:r>
            <a:endParaRPr lang="en-US" sz="5000" dirty="0"/>
          </a:p>
        </p:txBody>
      </p:sp>
      <p:sp>
        <p:nvSpPr>
          <p:cNvPr id="23" name="Text 21"/>
          <p:cNvSpPr/>
          <p:nvPr/>
        </p:nvSpPr>
        <p:spPr>
          <a:xfrm>
            <a:off x="7513168" y="3154680"/>
            <a:ext cx="685800" cy="891540"/>
          </a:xfrm>
          <a:prstGeom prst="rect">
            <a:avLst/>
          </a:prstGeom>
          <a:noFill/>
          <a:ln/>
        </p:spPr>
        <p:txBody>
          <a:bodyPr wrap="square" lIns="0" tIns="0" rIns="0" bIns="0" rtlCol="0" anchor="ctr"/>
          <a:lstStyle/>
          <a:p>
            <a:pPr marL="0" indent="0" algn="ctr">
              <a:buNone/>
            </a:pPr>
            <a:r>
              <a:rPr lang="en-US" sz="5000" b="1" dirty="0">
                <a:solidFill>
                  <a:srgbClr val="FE6768"/>
                </a:solidFill>
                <a:latin typeface="Malgun Gothic" pitchFamily="34" charset="0"/>
                <a:ea typeface="Malgun Gothic" pitchFamily="34" charset="-122"/>
                <a:cs typeface="Malgun Gothic" pitchFamily="34" charset="-120"/>
              </a:rPr>
              <a:t>ㅏ</a:t>
            </a:r>
            <a:endParaRPr lang="en-US" sz="5000" dirty="0"/>
          </a:p>
        </p:txBody>
      </p:sp>
      <p:sp>
        <p:nvSpPr>
          <p:cNvPr id="24" name="Text 22"/>
          <p:cNvSpPr/>
          <p:nvPr/>
        </p:nvSpPr>
        <p:spPr>
          <a:xfrm>
            <a:off x="6827368" y="4046220"/>
            <a:ext cx="1371600" cy="480060"/>
          </a:xfrm>
          <a:prstGeom prst="rect">
            <a:avLst/>
          </a:prstGeom>
          <a:noFill/>
          <a:ln/>
        </p:spPr>
        <p:txBody>
          <a:bodyPr wrap="square" lIns="0" tIns="0" rIns="0" bIns="0" rtlCol="0" anchor="ctr"/>
          <a:lstStyle/>
          <a:p>
            <a:pPr marL="0" indent="0" algn="ctr">
              <a:buNone/>
            </a:pPr>
            <a:r>
              <a:rPr lang="en-US" sz="4250" b="1" dirty="0">
                <a:solidFill>
                  <a:srgbClr val="FE6768"/>
                </a:solidFill>
                <a:latin typeface="Malgun Gothic" pitchFamily="34" charset="0"/>
                <a:ea typeface="Malgun Gothic" pitchFamily="34" charset="-122"/>
                <a:cs typeface="Malgun Gothic" pitchFamily="34" charset="-120"/>
              </a:rPr>
              <a:t>ㅇ</a:t>
            </a:r>
            <a:endParaRPr lang="en-US" sz="4250" dirty="0"/>
          </a:p>
        </p:txBody>
      </p:sp>
      <p:sp>
        <p:nvSpPr>
          <p:cNvPr id="25" name="Text 23"/>
          <p:cNvSpPr/>
          <p:nvPr/>
        </p:nvSpPr>
        <p:spPr>
          <a:xfrm>
            <a:off x="6210148" y="4754880"/>
            <a:ext cx="2606040" cy="411480"/>
          </a:xfrm>
          <a:prstGeom prst="rect">
            <a:avLst/>
          </a:prstGeom>
          <a:noFill/>
          <a:ln/>
        </p:spPr>
        <p:txBody>
          <a:bodyPr wrap="square" lIns="0" tIns="0" rIns="0" bIns="0" rtlCol="0" anchor="ctr"/>
          <a:lstStyle/>
          <a:p>
            <a:pPr marL="0" indent="0" algn="ctr">
              <a:buNone/>
            </a:pPr>
            <a:r>
              <a:rPr lang="en-US" sz="2200" b="1" dirty="0">
                <a:solidFill>
                  <a:srgbClr val="FE6768"/>
                </a:solidFill>
                <a:latin typeface="Malgun Gothic" pitchFamily="34" charset="0"/>
                <a:ea typeface="Malgun Gothic" pitchFamily="34" charset="-122"/>
                <a:cs typeface="Malgun Gothic" pitchFamily="34" charset="-120"/>
              </a:rPr>
              <a:t>강  ·  kang</a:t>
            </a:r>
            <a:endParaRPr lang="en-US" sz="2200" dirty="0"/>
          </a:p>
        </p:txBody>
      </p:sp>
      <p:sp>
        <p:nvSpPr>
          <p:cNvPr id="26" name="Text 24"/>
          <p:cNvSpPr/>
          <p:nvPr/>
        </p:nvSpPr>
        <p:spPr>
          <a:xfrm>
            <a:off x="6347308" y="5257800"/>
            <a:ext cx="2331720" cy="868680"/>
          </a:xfrm>
          <a:prstGeom prst="rect">
            <a:avLst/>
          </a:prstGeom>
          <a:noFill/>
          <a:ln/>
        </p:spPr>
        <p:txBody>
          <a:bodyPr wrap="square" lIns="0" tIns="0" rIns="0" bIns="0" rtlCol="0" anchor="t"/>
          <a:lstStyle/>
          <a:p>
            <a:pPr marL="0" indent="0" algn="ctr">
              <a:buNone/>
            </a:pPr>
            <a:r>
              <a:rPr lang="en-US" sz="1100" i="1" dirty="0">
                <a:solidFill>
                  <a:srgbClr val="4A4A55"/>
                </a:solidFill>
                <a:latin typeface="Calibri" pitchFamily="34" charset="0"/>
                <a:ea typeface="Calibri" pitchFamily="34" charset="-122"/>
                <a:cs typeface="Calibri" pitchFamily="34" charset="-120"/>
              </a:rPr>
              <a:t>Igual + batchim al final</a:t>
            </a:r>
            <a:endParaRPr lang="en-US" sz="1100" dirty="0"/>
          </a:p>
        </p:txBody>
      </p:sp>
      <p:sp>
        <p:nvSpPr>
          <p:cNvPr id="27" name="Shape 25"/>
          <p:cNvSpPr/>
          <p:nvPr/>
        </p:nvSpPr>
        <p:spPr>
          <a:xfrm>
            <a:off x="9044788" y="2468880"/>
            <a:ext cx="2606040" cy="3840480"/>
          </a:xfrm>
          <a:prstGeom prst="roundRect">
            <a:avLst>
              <a:gd name="adj" fmla="val 6316"/>
            </a:avLst>
          </a:prstGeom>
          <a:solidFill>
            <a:srgbClr val="EDE8FF"/>
          </a:solidFill>
          <a:ln w="19050">
            <a:solidFill>
              <a:srgbClr val="4036ED"/>
            </a:solidFill>
            <a:prstDash val="solid"/>
          </a:ln>
        </p:spPr>
      </p:sp>
      <p:sp>
        <p:nvSpPr>
          <p:cNvPr id="28" name="Text 26"/>
          <p:cNvSpPr/>
          <p:nvPr/>
        </p:nvSpPr>
        <p:spPr>
          <a:xfrm>
            <a:off x="9044788" y="2651760"/>
            <a:ext cx="2606040" cy="365760"/>
          </a:xfrm>
          <a:prstGeom prst="rect">
            <a:avLst/>
          </a:prstGeom>
          <a:noFill/>
          <a:ln/>
        </p:spPr>
        <p:txBody>
          <a:bodyPr wrap="square" lIns="0" tIns="0" rIns="0" bIns="0" rtlCol="0" anchor="ctr"/>
          <a:lstStyle/>
          <a:p>
            <a:pPr marL="0" indent="0" algn="ctr">
              <a:buNone/>
            </a:pPr>
            <a:r>
              <a:rPr lang="en-US" sz="1400" b="1" kern="0" spc="400" dirty="0">
                <a:solidFill>
                  <a:srgbClr val="4036ED"/>
                </a:solidFill>
                <a:latin typeface="Calibri" pitchFamily="34" charset="0"/>
                <a:ea typeface="Calibri" pitchFamily="34" charset="-122"/>
                <a:cs typeface="Calibri" pitchFamily="34" charset="-120"/>
              </a:rPr>
              <a:t>C + V + C</a:t>
            </a:r>
            <a:endParaRPr lang="en-US" sz="1400" dirty="0"/>
          </a:p>
        </p:txBody>
      </p:sp>
      <p:sp>
        <p:nvSpPr>
          <p:cNvPr id="29" name="Shape 27"/>
          <p:cNvSpPr/>
          <p:nvPr/>
        </p:nvSpPr>
        <p:spPr>
          <a:xfrm>
            <a:off x="9662008" y="3154680"/>
            <a:ext cx="1371600" cy="1371600"/>
          </a:xfrm>
          <a:prstGeom prst="rect">
            <a:avLst/>
          </a:prstGeom>
          <a:solidFill>
            <a:srgbClr val="F6F6F6"/>
          </a:solidFill>
          <a:ln w="19050">
            <a:solidFill>
              <a:srgbClr val="4036ED"/>
            </a:solidFill>
            <a:prstDash val="solid"/>
          </a:ln>
        </p:spPr>
      </p:sp>
      <p:sp>
        <p:nvSpPr>
          <p:cNvPr id="30" name="Text 28"/>
          <p:cNvSpPr/>
          <p:nvPr/>
        </p:nvSpPr>
        <p:spPr>
          <a:xfrm>
            <a:off x="9662008" y="3154680"/>
            <a:ext cx="1371600" cy="445770"/>
          </a:xfrm>
          <a:prstGeom prst="rect">
            <a:avLst/>
          </a:prstGeom>
          <a:noFill/>
          <a:ln/>
        </p:spPr>
        <p:txBody>
          <a:bodyPr wrap="square" lIns="0" tIns="0" rIns="0" bIns="0" rtlCol="0" anchor="ctr"/>
          <a:lstStyle/>
          <a:p>
            <a:pPr marL="0" indent="0" algn="ctr">
              <a:buNone/>
            </a:pPr>
            <a:r>
              <a:rPr lang="en-US" sz="5000" b="1" dirty="0">
                <a:solidFill>
                  <a:srgbClr val="4036ED"/>
                </a:solidFill>
                <a:latin typeface="Malgun Gothic" pitchFamily="34" charset="0"/>
                <a:ea typeface="Malgun Gothic" pitchFamily="34" charset="-122"/>
                <a:cs typeface="Malgun Gothic" pitchFamily="34" charset="-120"/>
              </a:rPr>
              <a:t>ㄱ</a:t>
            </a:r>
            <a:endParaRPr lang="en-US" sz="5000" dirty="0"/>
          </a:p>
        </p:txBody>
      </p:sp>
      <p:sp>
        <p:nvSpPr>
          <p:cNvPr id="31" name="Text 29"/>
          <p:cNvSpPr/>
          <p:nvPr/>
        </p:nvSpPr>
        <p:spPr>
          <a:xfrm>
            <a:off x="9662008" y="3600450"/>
            <a:ext cx="1371600" cy="445770"/>
          </a:xfrm>
          <a:prstGeom prst="rect">
            <a:avLst/>
          </a:prstGeom>
          <a:noFill/>
          <a:ln/>
        </p:spPr>
        <p:txBody>
          <a:bodyPr wrap="square" lIns="0" tIns="0" rIns="0" bIns="0" rtlCol="0" anchor="ctr"/>
          <a:lstStyle/>
          <a:p>
            <a:pPr marL="0" indent="0" algn="ctr">
              <a:buNone/>
            </a:pPr>
            <a:r>
              <a:rPr lang="en-US" sz="5000" b="1" dirty="0">
                <a:solidFill>
                  <a:srgbClr val="4036ED"/>
                </a:solidFill>
                <a:latin typeface="Malgun Gothic" pitchFamily="34" charset="0"/>
                <a:ea typeface="Malgun Gothic" pitchFamily="34" charset="-122"/>
                <a:cs typeface="Malgun Gothic" pitchFamily="34" charset="-120"/>
              </a:rPr>
              <a:t>ㅗ</a:t>
            </a:r>
            <a:endParaRPr lang="en-US" sz="5000" dirty="0"/>
          </a:p>
        </p:txBody>
      </p:sp>
      <p:sp>
        <p:nvSpPr>
          <p:cNvPr id="32" name="Text 30"/>
          <p:cNvSpPr/>
          <p:nvPr/>
        </p:nvSpPr>
        <p:spPr>
          <a:xfrm>
            <a:off x="9662008" y="4046220"/>
            <a:ext cx="1371600" cy="480060"/>
          </a:xfrm>
          <a:prstGeom prst="rect">
            <a:avLst/>
          </a:prstGeom>
          <a:noFill/>
          <a:ln/>
        </p:spPr>
        <p:txBody>
          <a:bodyPr wrap="square" lIns="0" tIns="0" rIns="0" bIns="0" rtlCol="0" anchor="ctr"/>
          <a:lstStyle/>
          <a:p>
            <a:pPr marL="0" indent="0" algn="ctr">
              <a:buNone/>
            </a:pPr>
            <a:r>
              <a:rPr lang="en-US" sz="4250" b="1" dirty="0">
                <a:solidFill>
                  <a:srgbClr val="4036ED"/>
                </a:solidFill>
                <a:latin typeface="Malgun Gothic" pitchFamily="34" charset="0"/>
                <a:ea typeface="Malgun Gothic" pitchFamily="34" charset="-122"/>
                <a:cs typeface="Malgun Gothic" pitchFamily="34" charset="-120"/>
              </a:rPr>
              <a:t>ㅇ</a:t>
            </a:r>
            <a:endParaRPr lang="en-US" sz="4250" dirty="0"/>
          </a:p>
        </p:txBody>
      </p:sp>
      <p:sp>
        <p:nvSpPr>
          <p:cNvPr id="33" name="Text 31"/>
          <p:cNvSpPr/>
          <p:nvPr/>
        </p:nvSpPr>
        <p:spPr>
          <a:xfrm>
            <a:off x="9044788" y="4754880"/>
            <a:ext cx="2606040" cy="411480"/>
          </a:xfrm>
          <a:prstGeom prst="rect">
            <a:avLst/>
          </a:prstGeom>
          <a:noFill/>
          <a:ln/>
        </p:spPr>
        <p:txBody>
          <a:bodyPr wrap="square" lIns="0" tIns="0" rIns="0" bIns="0" rtlCol="0" anchor="ctr"/>
          <a:lstStyle/>
          <a:p>
            <a:pPr marL="0" indent="0" algn="ctr">
              <a:buNone/>
            </a:pPr>
            <a:r>
              <a:rPr lang="en-US" sz="2200" b="1" dirty="0">
                <a:solidFill>
                  <a:srgbClr val="4036ED"/>
                </a:solidFill>
                <a:latin typeface="Malgun Gothic" pitchFamily="34" charset="0"/>
                <a:ea typeface="Malgun Gothic" pitchFamily="34" charset="-122"/>
                <a:cs typeface="Malgun Gothic" pitchFamily="34" charset="-120"/>
              </a:rPr>
              <a:t>공  ·  kong</a:t>
            </a:r>
            <a:endParaRPr lang="en-US" sz="2200" dirty="0"/>
          </a:p>
        </p:txBody>
      </p:sp>
      <p:sp>
        <p:nvSpPr>
          <p:cNvPr id="34" name="Text 32"/>
          <p:cNvSpPr/>
          <p:nvPr/>
        </p:nvSpPr>
        <p:spPr>
          <a:xfrm>
            <a:off x="9181948" y="5257800"/>
            <a:ext cx="2331720" cy="868680"/>
          </a:xfrm>
          <a:prstGeom prst="rect">
            <a:avLst/>
          </a:prstGeom>
          <a:noFill/>
          <a:ln/>
        </p:spPr>
        <p:txBody>
          <a:bodyPr wrap="square" lIns="0" tIns="0" rIns="0" bIns="0" rtlCol="0" anchor="t"/>
          <a:lstStyle/>
          <a:p>
            <a:pPr marL="0" indent="0" algn="ctr">
              <a:buNone/>
            </a:pPr>
            <a:r>
              <a:rPr lang="en-US" sz="1100" i="1" dirty="0">
                <a:solidFill>
                  <a:srgbClr val="4A4A55"/>
                </a:solidFill>
                <a:latin typeface="Calibri" pitchFamily="34" charset="0"/>
                <a:ea typeface="Calibri" pitchFamily="34" charset="-122"/>
                <a:cs typeface="Calibri" pitchFamily="34" charset="-120"/>
              </a:rPr>
              <a:t>Igual + batchim al final</a:t>
            </a:r>
            <a:endParaRPr lang="en-US" sz="1100" dirty="0"/>
          </a:p>
        </p:txBody>
      </p:sp>
      <p:sp>
        <p:nvSpPr>
          <p:cNvPr id="36" name="Text 33"/>
          <p:cNvSpPr/>
          <p:nvPr/>
        </p:nvSpPr>
        <p:spPr>
          <a:xfrm>
            <a:off x="365760" y="6446520"/>
            <a:ext cx="5486400" cy="228600"/>
          </a:xfrm>
          <a:prstGeom prst="rect">
            <a:avLst/>
          </a:prstGeom>
          <a:noFill/>
          <a:ln/>
        </p:spPr>
        <p:txBody>
          <a:bodyPr wrap="square" lIns="0" tIns="0" rIns="0" bIns="0" rtlCol="0" anchor="ctr"/>
          <a:lstStyle/>
          <a:p>
            <a:pPr marL="0" indent="0">
              <a:buNone/>
            </a:pPr>
            <a:r>
              <a:rPr lang="en-US" sz="800" kern="0" spc="300" dirty="0">
                <a:solidFill>
                  <a:srgbClr val="4A4A55"/>
                </a:solidFill>
                <a:latin typeface="Calibri" pitchFamily="34" charset="0"/>
                <a:ea typeface="Calibri" pitchFamily="34" charset="-122"/>
                <a:cs typeface="Calibri" pitchFamily="34" charset="-120"/>
              </a:rPr>
              <a:t>ACADEMIA SEÚL  ·  METHOD CHINGU™</a:t>
            </a:r>
            <a:endParaRPr lang="en-US" sz="800" dirty="0"/>
          </a:p>
        </p:txBody>
      </p:sp>
      <p:sp>
        <p:nvSpPr>
          <p:cNvPr id="37" name="Text 34"/>
          <p:cNvSpPr/>
          <p:nvPr/>
        </p:nvSpPr>
        <p:spPr>
          <a:xfrm>
            <a:off x="11277295" y="6446520"/>
            <a:ext cx="548640" cy="228600"/>
          </a:xfrm>
          <a:prstGeom prst="rect">
            <a:avLst/>
          </a:prstGeom>
          <a:noFill/>
          <a:ln/>
        </p:spPr>
        <p:txBody>
          <a:bodyPr wrap="square" lIns="0" tIns="0" rIns="0" bIns="0" rtlCol="0" anchor="ctr"/>
          <a:lstStyle/>
          <a:p>
            <a:pPr marL="0" indent="0" algn="r">
              <a:buNone/>
            </a:pPr>
            <a:r>
              <a:rPr lang="en-US" sz="800" dirty="0">
                <a:solidFill>
                  <a:srgbClr val="4A4A55"/>
                </a:solidFill>
                <a:latin typeface="Calibri" pitchFamily="34" charset="0"/>
                <a:ea typeface="Calibri" pitchFamily="34" charset="-122"/>
                <a:cs typeface="Calibri" pitchFamily="34" charset="-120"/>
              </a:rPr>
              <a:t>65</a:t>
            </a:r>
            <a:endParaRPr lang="en-US" sz="800" dirty="0"/>
          </a:p>
        </p:txBody>
      </p:sp>
      <p:pic>
        <p:nvPicPr>
          <p:cNvPr id="39" name="Image 0" descr="/sessions/sleepy-zen-cray/mnt/outputs/deck_assets/logo_var2_azul.png">
            <a:extLst>
              <a:ext uri="{FF2B5EF4-FFF2-40B4-BE49-F238E27FC236}">
                <a16:creationId xmlns:a16="http://schemas.microsoft.com/office/drawing/2014/main" id="{778A3FDA-7416-A658-FA1F-3ACB05C344B0}"/>
              </a:ext>
            </a:extLst>
          </p:cNvPr>
          <p:cNvPicPr>
            <a:picLocks noChangeAspect="1"/>
          </p:cNvPicPr>
          <p:nvPr/>
        </p:nvPicPr>
        <p:blipFill>
          <a:blip r:embed="rId3"/>
          <a:stretch>
            <a:fillRect/>
          </a:stretch>
        </p:blipFill>
        <p:spPr>
          <a:xfrm>
            <a:off x="9778365" y="-600075"/>
            <a:ext cx="2571750" cy="2571750"/>
          </a:xfrm>
          <a:prstGeom prst="rect">
            <a:avLst/>
          </a:prstGeom>
        </p:spPr>
      </p:pic>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marL="0" indent="0">
              <a:buNone/>
            </a:pPr>
            <a:r>
              <a:rPr lang="en-US" sz="900" b="1" kern="0" spc="600" dirty="0">
                <a:solidFill>
                  <a:srgbClr val="3D2EE8"/>
                </a:solidFill>
                <a:latin typeface="Calibri" pitchFamily="34" charset="0"/>
                <a:ea typeface="Calibri" pitchFamily="34" charset="-122"/>
                <a:cs typeface="Calibri" pitchFamily="34" charset="-120"/>
              </a:rPr>
              <a:t>§6 · SÍLABAS</a:t>
            </a:r>
            <a:endParaRPr lang="en-US" sz="900" dirty="0"/>
          </a:p>
        </p:txBody>
      </p:sp>
      <p:sp>
        <p:nvSpPr>
          <p:cNvPr id="3" name="Text 1"/>
          <p:cNvSpPr/>
          <p:nvPr/>
        </p:nvSpPr>
        <p:spPr>
          <a:xfrm>
            <a:off x="548640" y="822960"/>
            <a:ext cx="10515600" cy="640080"/>
          </a:xfrm>
          <a:prstGeom prst="rect">
            <a:avLst/>
          </a:prstGeom>
          <a:noFill/>
          <a:ln/>
        </p:spPr>
        <p:txBody>
          <a:bodyPr wrap="square" rtlCol="0" anchor="ctr"/>
          <a:lstStyle/>
          <a:p>
            <a:pPr marL="0" indent="0">
              <a:buNone/>
            </a:pPr>
            <a:r>
              <a:rPr lang="en-US" sz="2600" b="1" dirty="0">
                <a:solidFill>
                  <a:srgbClr val="1A1A2E"/>
                </a:solidFill>
                <a:latin typeface="Calibri" pitchFamily="34" charset="0"/>
                <a:ea typeface="Calibri" pitchFamily="34" charset="-122"/>
                <a:cs typeface="Calibri" pitchFamily="34" charset="-120"/>
              </a:rPr>
              <a:t>La regla mágica del Hangul</a:t>
            </a:r>
            <a:endParaRPr lang="en-US" sz="2600" dirty="0"/>
          </a:p>
        </p:txBody>
      </p:sp>
      <p:sp>
        <p:nvSpPr>
          <p:cNvPr id="4" name="Text 2"/>
          <p:cNvSpPr/>
          <p:nvPr/>
        </p:nvSpPr>
        <p:spPr>
          <a:xfrm>
            <a:off x="548640" y="1828800"/>
            <a:ext cx="5486400" cy="4389120"/>
          </a:xfrm>
          <a:prstGeom prst="rect">
            <a:avLst/>
          </a:prstGeom>
          <a:noFill/>
          <a:ln/>
        </p:spPr>
        <p:txBody>
          <a:bodyPr wrap="square" rtlCol="0" anchor="t"/>
          <a:lstStyle/>
          <a:p>
            <a:pPr marL="0" indent="0">
              <a:lnSpc>
                <a:spcPct val="140000"/>
              </a:lnSpc>
              <a:buNone/>
            </a:pPr>
            <a:r>
              <a:rPr lang="en-US" sz="1400" dirty="0">
                <a:solidFill>
                  <a:srgbClr val="1A1A2E"/>
                </a:solidFill>
                <a:latin typeface="Calibri" pitchFamily="34" charset="0"/>
                <a:ea typeface="Calibri" pitchFamily="34" charset="-122"/>
                <a:cs typeface="Calibri" pitchFamily="34" charset="-120"/>
              </a:rPr>
              <a:t>Aquí está la magia del Hangul.</a:t>
            </a:r>
            <a:endParaRPr lang="en-US" sz="1400" dirty="0"/>
          </a:p>
          <a:p>
            <a:pPr marL="0" indent="0">
              <a:lnSpc>
                <a:spcPct val="140000"/>
              </a:lnSpc>
              <a:buNone/>
            </a:pPr>
            <a:endParaRPr lang="en-US" sz="1400" dirty="0"/>
          </a:p>
          <a:p>
            <a:pPr marL="0" indent="0">
              <a:lnSpc>
                <a:spcPct val="140000"/>
              </a:lnSpc>
              <a:buNone/>
            </a:pPr>
            <a:r>
              <a:rPr lang="en-US" sz="1400" dirty="0">
                <a:solidFill>
                  <a:srgbClr val="1A1A2E"/>
                </a:solidFill>
                <a:latin typeface="Calibri" pitchFamily="34" charset="0"/>
                <a:ea typeface="Calibri" pitchFamily="34" charset="-122"/>
                <a:cs typeface="Calibri" pitchFamily="34" charset="-120"/>
              </a:rPr>
              <a:t>CADA sílaba se mete dentro de un cuadrado imaginario.</a:t>
            </a:r>
            <a:endParaRPr lang="en-US" sz="1400" dirty="0"/>
          </a:p>
          <a:p>
            <a:pPr marL="0" indent="0">
              <a:lnSpc>
                <a:spcPct val="140000"/>
              </a:lnSpc>
              <a:buNone/>
            </a:pPr>
            <a:endParaRPr lang="en-US" sz="1400" dirty="0"/>
          </a:p>
          <a:p>
            <a:pPr marL="0" indent="0">
              <a:lnSpc>
                <a:spcPct val="140000"/>
              </a:lnSpc>
              <a:buNone/>
            </a:pPr>
            <a:r>
              <a:rPr lang="en-US" sz="1400" dirty="0">
                <a:solidFill>
                  <a:srgbClr val="1A1A2E"/>
                </a:solidFill>
                <a:latin typeface="Calibri" pitchFamily="34" charset="0"/>
                <a:ea typeface="Calibri" pitchFamily="34" charset="-122"/>
                <a:cs typeface="Calibri" pitchFamily="34" charset="-120"/>
              </a:rPr>
              <a:t>La consonante va a la izquierda o arriba.</a:t>
            </a:r>
            <a:endParaRPr lang="en-US" sz="1400" dirty="0"/>
          </a:p>
          <a:p>
            <a:pPr marL="0" indent="0">
              <a:lnSpc>
                <a:spcPct val="140000"/>
              </a:lnSpc>
              <a:buNone/>
            </a:pPr>
            <a:r>
              <a:rPr lang="en-US" sz="1400" dirty="0">
                <a:solidFill>
                  <a:srgbClr val="1A1A2E"/>
                </a:solidFill>
                <a:latin typeface="Calibri" pitchFamily="34" charset="0"/>
                <a:ea typeface="Calibri" pitchFamily="34" charset="-122"/>
                <a:cs typeface="Calibri" pitchFamily="34" charset="-120"/>
              </a:rPr>
              <a:t>La vocal va a la derecha o abajo.</a:t>
            </a:r>
            <a:endParaRPr lang="en-US" sz="1400" dirty="0"/>
          </a:p>
          <a:p>
            <a:pPr marL="0" indent="0">
              <a:lnSpc>
                <a:spcPct val="140000"/>
              </a:lnSpc>
              <a:buNone/>
            </a:pPr>
            <a:endParaRPr lang="en-US" sz="1400" dirty="0"/>
          </a:p>
          <a:p>
            <a:pPr marL="0" indent="0">
              <a:lnSpc>
                <a:spcPct val="140000"/>
              </a:lnSpc>
              <a:buNone/>
            </a:pPr>
            <a:r>
              <a:rPr lang="en-US" sz="1400" dirty="0">
                <a:solidFill>
                  <a:srgbClr val="1A1A2E"/>
                </a:solidFill>
                <a:latin typeface="Calibri" pitchFamily="34" charset="0"/>
                <a:ea typeface="Calibri" pitchFamily="34" charset="-122"/>
                <a:cs typeface="Calibri" pitchFamily="34" charset="-120"/>
              </a:rPr>
              <a:t>Y JUNTAS forman UN bloque que es UNA sílaba.</a:t>
            </a:r>
            <a:endParaRPr lang="en-US" sz="1400" dirty="0"/>
          </a:p>
          <a:p>
            <a:pPr marL="0" indent="0">
              <a:lnSpc>
                <a:spcPct val="140000"/>
              </a:lnSpc>
              <a:buNone/>
            </a:pPr>
            <a:endParaRPr lang="en-US" sz="1400" dirty="0"/>
          </a:p>
          <a:p>
            <a:pPr marL="0" indent="0">
              <a:lnSpc>
                <a:spcPct val="140000"/>
              </a:lnSpc>
              <a:buNone/>
            </a:pPr>
            <a:r>
              <a:rPr lang="en-US" sz="1400" dirty="0">
                <a:solidFill>
                  <a:srgbClr val="1A1A2E"/>
                </a:solidFill>
                <a:latin typeface="Calibri" pitchFamily="34" charset="0"/>
                <a:ea typeface="Calibri" pitchFamily="34" charset="-122"/>
                <a:cs typeface="Calibri" pitchFamily="34" charset="-120"/>
              </a:rPr>
              <a:t>ㄴ + ㅏ no se escribe 'na' en dos letras separadas.</a:t>
            </a:r>
            <a:endParaRPr lang="en-US" sz="1400" dirty="0"/>
          </a:p>
          <a:p>
            <a:pPr marL="0" indent="0">
              <a:lnSpc>
                <a:spcPct val="140000"/>
              </a:lnSpc>
              <a:buNone/>
            </a:pPr>
            <a:endParaRPr lang="en-US" sz="1400" dirty="0"/>
          </a:p>
          <a:p>
            <a:pPr marL="0" indent="0">
              <a:lnSpc>
                <a:spcPct val="140000"/>
              </a:lnSpc>
              <a:buNone/>
            </a:pPr>
            <a:r>
              <a:rPr lang="en-US" sz="1400" dirty="0">
                <a:solidFill>
                  <a:srgbClr val="1A1A2E"/>
                </a:solidFill>
                <a:latin typeface="Calibri" pitchFamily="34" charset="0"/>
                <a:ea typeface="Calibri" pitchFamily="34" charset="-122"/>
                <a:cs typeface="Calibri" pitchFamily="34" charset="-120"/>
              </a:rPr>
              <a:t>Se escribe 나 — en UN solo cuadro.</a:t>
            </a:r>
            <a:endParaRPr lang="en-US" sz="1400" dirty="0"/>
          </a:p>
          <a:p>
            <a:pPr marL="0" indent="0">
              <a:lnSpc>
                <a:spcPct val="140000"/>
              </a:lnSpc>
              <a:buNone/>
            </a:pPr>
            <a:endParaRPr lang="en-US" sz="1400" dirty="0"/>
          </a:p>
          <a:p>
            <a:pPr marL="0" indent="0">
              <a:lnSpc>
                <a:spcPct val="140000"/>
              </a:lnSpc>
              <a:buNone/>
            </a:pPr>
            <a:r>
              <a:rPr lang="en-US" sz="1400" dirty="0">
                <a:solidFill>
                  <a:srgbClr val="1A1A2E"/>
                </a:solidFill>
                <a:latin typeface="Calibri" pitchFamily="34" charset="0"/>
                <a:ea typeface="Calibri" pitchFamily="34" charset="-122"/>
                <a:cs typeface="Calibri" pitchFamily="34" charset="-120"/>
              </a:rPr>
              <a:t>Es como un TETRIS coreano.</a:t>
            </a:r>
            <a:endParaRPr lang="en-US" sz="1400" dirty="0"/>
          </a:p>
        </p:txBody>
      </p:sp>
      <p:sp>
        <p:nvSpPr>
          <p:cNvPr id="5" name="Shape 3"/>
          <p:cNvSpPr/>
          <p:nvPr/>
        </p:nvSpPr>
        <p:spPr>
          <a:xfrm>
            <a:off x="6766560" y="1828800"/>
            <a:ext cx="4846320" cy="4389120"/>
          </a:xfrm>
          <a:prstGeom prst="roundRect">
            <a:avLst>
              <a:gd name="adj" fmla="val 3125"/>
            </a:avLst>
          </a:prstGeom>
          <a:solidFill>
            <a:srgbClr val="FF5C5C"/>
          </a:solidFill>
          <a:ln w="12700">
            <a:solidFill>
              <a:srgbClr val="FF5C5C"/>
            </a:solidFill>
            <a:prstDash val="solid"/>
          </a:ln>
        </p:spPr>
      </p:sp>
      <p:sp>
        <p:nvSpPr>
          <p:cNvPr id="6" name="Text 4"/>
          <p:cNvSpPr/>
          <p:nvPr/>
        </p:nvSpPr>
        <p:spPr>
          <a:xfrm>
            <a:off x="6766560" y="2560320"/>
            <a:ext cx="4846320" cy="1645920"/>
          </a:xfrm>
          <a:prstGeom prst="rect">
            <a:avLst/>
          </a:prstGeom>
          <a:noFill/>
          <a:ln/>
        </p:spPr>
        <p:txBody>
          <a:bodyPr wrap="square" rtlCol="0" anchor="ctr"/>
          <a:lstStyle/>
          <a:p>
            <a:pPr marL="0" indent="0" algn="ctr">
              <a:buNone/>
            </a:pPr>
            <a:r>
              <a:rPr lang="en-US" sz="8000" b="1" dirty="0">
                <a:solidFill>
                  <a:srgbClr val="FFFFFF"/>
                </a:solidFill>
                <a:latin typeface="Malgun Gothic" pitchFamily="34" charset="0"/>
                <a:ea typeface="Malgun Gothic" pitchFamily="34" charset="-122"/>
                <a:cs typeface="Malgun Gothic" pitchFamily="34" charset="-120"/>
              </a:rPr>
              <a:t>나</a:t>
            </a:r>
            <a:endParaRPr lang="en-US" sz="8000" dirty="0"/>
          </a:p>
        </p:txBody>
      </p:sp>
      <p:sp>
        <p:nvSpPr>
          <p:cNvPr id="7" name="Text 5"/>
          <p:cNvSpPr/>
          <p:nvPr/>
        </p:nvSpPr>
        <p:spPr>
          <a:xfrm>
            <a:off x="6766560" y="4297680"/>
            <a:ext cx="4846320" cy="548640"/>
          </a:xfrm>
          <a:prstGeom prst="rect">
            <a:avLst/>
          </a:prstGeom>
          <a:noFill/>
          <a:ln/>
        </p:spPr>
        <p:txBody>
          <a:bodyPr wrap="square" rtlCol="0" anchor="ctr"/>
          <a:lstStyle/>
          <a:p>
            <a:pPr marL="0" indent="0" algn="ctr">
              <a:buNone/>
            </a:pPr>
            <a:r>
              <a:rPr lang="en-US" sz="1800" i="1" dirty="0">
                <a:solidFill>
                  <a:srgbClr val="FFFFFF"/>
                </a:solidFill>
                <a:latin typeface="Calibri" pitchFamily="34" charset="0"/>
                <a:ea typeface="Calibri" pitchFamily="34" charset="-122"/>
                <a:cs typeface="Calibri" pitchFamily="34" charset="-120"/>
              </a:rPr>
              <a:t>ㄴ + ㅏ</a:t>
            </a:r>
            <a:endParaRPr lang="en-US" sz="1800" dirty="0"/>
          </a:p>
        </p:txBody>
      </p:sp>
      <p:sp>
        <p:nvSpPr>
          <p:cNvPr id="8" name="Text 6"/>
          <p:cNvSpPr/>
          <p:nvPr/>
        </p:nvSpPr>
        <p:spPr>
          <a:xfrm>
            <a:off x="6766560" y="4937760"/>
            <a:ext cx="4846320" cy="457200"/>
          </a:xfrm>
          <a:prstGeom prst="rect">
            <a:avLst/>
          </a:prstGeom>
          <a:noFill/>
          <a:ln/>
        </p:spPr>
        <p:txBody>
          <a:bodyPr wrap="square" rtlCol="0" anchor="ctr"/>
          <a:lstStyle/>
          <a:p>
            <a:pPr marL="0" indent="0" algn="ctr">
              <a:buNone/>
            </a:pPr>
            <a:r>
              <a:rPr lang="en-US" sz="1400" dirty="0">
                <a:solidFill>
                  <a:srgbClr val="FFFFFF"/>
                </a:solidFill>
                <a:latin typeface="Calibri" pitchFamily="34" charset="0"/>
                <a:ea typeface="Calibri" pitchFamily="34" charset="-122"/>
                <a:cs typeface="Calibri" pitchFamily="34" charset="-120"/>
              </a:rPr>
              <a:t>= UN cuadrado</a:t>
            </a:r>
            <a:endParaRPr lang="en-US" sz="1400" dirty="0"/>
          </a:p>
        </p:txBody>
      </p:sp>
      <p:pic>
        <p:nvPicPr>
          <p:cNvPr id="10" name="Image 1" descr="/sessions/sleepy-zen-cray/mnt/outputs/deck_assets/sello_linea_v1_01.png"/>
          <p:cNvPicPr>
            <a:picLocks noChangeAspect="1"/>
          </p:cNvPicPr>
          <p:nvPr/>
        </p:nvPicPr>
        <p:blipFill>
          <a:blip r:embed="rId3"/>
          <a:stretch>
            <a:fillRect/>
          </a:stretch>
        </p:blipFill>
        <p:spPr>
          <a:xfrm>
            <a:off x="365760" y="6355080"/>
            <a:ext cx="411480" cy="411480"/>
          </a:xfrm>
          <a:prstGeom prst="rect">
            <a:avLst/>
          </a:prstGeom>
        </p:spPr>
      </p:pic>
      <p:sp>
        <p:nvSpPr>
          <p:cNvPr id="11" name="Text 7"/>
          <p:cNvSpPr/>
          <p:nvPr/>
        </p:nvSpPr>
        <p:spPr>
          <a:xfrm>
            <a:off x="914400" y="6492240"/>
            <a:ext cx="4572000" cy="228600"/>
          </a:xfrm>
          <a:prstGeom prst="rect">
            <a:avLst/>
          </a:prstGeom>
          <a:noFill/>
          <a:ln/>
        </p:spPr>
        <p:txBody>
          <a:bodyPr wrap="square" rtlCol="0" anchor="ctr"/>
          <a:lstStyle/>
          <a:p>
            <a:pPr marL="0" indent="0">
              <a:buNone/>
            </a:pPr>
            <a:r>
              <a:rPr lang="en-US" sz="800" b="1" dirty="0">
                <a:solidFill>
                  <a:srgbClr val="6B6B7C"/>
                </a:solidFill>
                <a:latin typeface="Calibri" pitchFamily="34" charset="0"/>
                <a:ea typeface="Calibri" pitchFamily="34" charset="-122"/>
                <a:cs typeface="Calibri" pitchFamily="34" charset="-120"/>
              </a:rPr>
              <a:t>ACADEMIA SEÚL  ·  MÉTODO CHINGU™</a:t>
            </a:r>
            <a:endParaRPr lang="en-US" sz="800" dirty="0"/>
          </a:p>
        </p:txBody>
      </p:sp>
      <p:sp>
        <p:nvSpPr>
          <p:cNvPr id="12" name="Text 8"/>
          <p:cNvSpPr/>
          <p:nvPr/>
        </p:nvSpPr>
        <p:spPr>
          <a:xfrm>
            <a:off x="7315200" y="6492240"/>
            <a:ext cx="4572000" cy="228600"/>
          </a:xfrm>
          <a:prstGeom prst="rect">
            <a:avLst/>
          </a:prstGeom>
          <a:noFill/>
          <a:ln/>
        </p:spPr>
        <p:txBody>
          <a:bodyPr wrap="square" rtlCol="0" anchor="ctr"/>
          <a:lstStyle/>
          <a:p>
            <a:pPr marL="0" indent="0" algn="r">
              <a:buNone/>
            </a:pPr>
            <a:r>
              <a:rPr lang="en-US" sz="800" b="1" dirty="0">
                <a:solidFill>
                  <a:srgbClr val="6B6B7C"/>
                </a:solidFill>
                <a:latin typeface="Calibri" pitchFamily="34" charset="0"/>
                <a:ea typeface="Calibri" pitchFamily="34" charset="-122"/>
                <a:cs typeface="Calibri" pitchFamily="34" charset="-120"/>
              </a:rPr>
              <a:t>SES 16  ·  TALLER</a:t>
            </a:r>
            <a:endParaRPr lang="en-US" sz="800" dirty="0"/>
          </a:p>
        </p:txBody>
      </p:sp>
      <p:pic>
        <p:nvPicPr>
          <p:cNvPr id="13" name="Image 0" descr="/sessions/sleepy-zen-cray/mnt/outputs/deck_assets/logo_var2_azul.png">
            <a:extLst>
              <a:ext uri="{FF2B5EF4-FFF2-40B4-BE49-F238E27FC236}">
                <a16:creationId xmlns:a16="http://schemas.microsoft.com/office/drawing/2014/main" id="{74D28B4E-D389-06E3-96E4-4F840CC68A57}"/>
              </a:ext>
            </a:extLst>
          </p:cNvPr>
          <p:cNvPicPr>
            <a:picLocks noChangeAspect="1"/>
          </p:cNvPicPr>
          <p:nvPr/>
        </p:nvPicPr>
        <p:blipFill>
          <a:blip r:embed="rId4"/>
          <a:stretch>
            <a:fillRect/>
          </a:stretch>
        </p:blipFill>
        <p:spPr>
          <a:xfrm>
            <a:off x="9778365" y="-600075"/>
            <a:ext cx="2571750" cy="2571750"/>
          </a:xfrm>
          <a:prstGeom prst="rect">
            <a:avLst/>
          </a:prstGeom>
        </p:spPr>
      </p:pic>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marL="0" indent="0">
              <a:buNone/>
            </a:pPr>
            <a:r>
              <a:rPr lang="en-US" sz="900" b="1" kern="0" spc="600" dirty="0">
                <a:solidFill>
                  <a:srgbClr val="3D2EE8"/>
                </a:solidFill>
                <a:latin typeface="Calibri" pitchFamily="34" charset="0"/>
                <a:ea typeface="Calibri" pitchFamily="34" charset="-122"/>
                <a:cs typeface="Calibri" pitchFamily="34" charset="-120"/>
              </a:rPr>
              <a:t>§6.1 · REGLAS</a:t>
            </a:r>
            <a:endParaRPr lang="en-US" sz="900" dirty="0"/>
          </a:p>
        </p:txBody>
      </p:sp>
      <p:sp>
        <p:nvSpPr>
          <p:cNvPr id="3" name="Text 1"/>
          <p:cNvSpPr/>
          <p:nvPr/>
        </p:nvSpPr>
        <p:spPr>
          <a:xfrm>
            <a:off x="548640" y="822960"/>
            <a:ext cx="10515600" cy="640080"/>
          </a:xfrm>
          <a:prstGeom prst="rect">
            <a:avLst/>
          </a:prstGeom>
          <a:noFill/>
          <a:ln/>
        </p:spPr>
        <p:txBody>
          <a:bodyPr wrap="square" rtlCol="0" anchor="ctr"/>
          <a:lstStyle/>
          <a:p>
            <a:pPr marL="0" indent="0">
              <a:buNone/>
            </a:pPr>
            <a:r>
              <a:rPr lang="en-US" sz="2600" b="1" dirty="0">
                <a:solidFill>
                  <a:srgbClr val="1A1A2E"/>
                </a:solidFill>
                <a:latin typeface="Calibri" pitchFamily="34" charset="0"/>
                <a:ea typeface="Calibri" pitchFamily="34" charset="-122"/>
                <a:cs typeface="Calibri" pitchFamily="34" charset="-120"/>
              </a:rPr>
              <a:t>Las 2 reglas de posición</a:t>
            </a:r>
            <a:endParaRPr lang="en-US" sz="2600" dirty="0"/>
          </a:p>
        </p:txBody>
      </p:sp>
      <p:sp>
        <p:nvSpPr>
          <p:cNvPr id="4" name="Text 2"/>
          <p:cNvSpPr/>
          <p:nvPr/>
        </p:nvSpPr>
        <p:spPr>
          <a:xfrm>
            <a:off x="548640" y="1828800"/>
            <a:ext cx="5486400" cy="4389120"/>
          </a:xfrm>
          <a:prstGeom prst="rect">
            <a:avLst/>
          </a:prstGeom>
          <a:noFill/>
          <a:ln/>
        </p:spPr>
        <p:txBody>
          <a:bodyPr wrap="square" rtlCol="0" anchor="t"/>
          <a:lstStyle/>
          <a:p>
            <a:pPr marL="0" indent="0">
              <a:lnSpc>
                <a:spcPct val="140000"/>
              </a:lnSpc>
              <a:buNone/>
            </a:pPr>
            <a:r>
              <a:rPr lang="en-US" sz="1400" dirty="0">
                <a:solidFill>
                  <a:srgbClr val="1A1A2E"/>
                </a:solidFill>
                <a:latin typeface="Calibri" pitchFamily="34" charset="0"/>
                <a:ea typeface="Calibri" pitchFamily="34" charset="-122"/>
                <a:cs typeface="Calibri" pitchFamily="34" charset="-120"/>
              </a:rPr>
              <a:t>REGLA 1 · Vocal VERTICAL (ㅏ ㅓ ㅣ)</a:t>
            </a:r>
            <a:endParaRPr lang="en-US" sz="1400" dirty="0"/>
          </a:p>
          <a:p>
            <a:pPr marL="0" indent="0">
              <a:lnSpc>
                <a:spcPct val="140000"/>
              </a:lnSpc>
              <a:buNone/>
            </a:pPr>
            <a:r>
              <a:rPr lang="en-US" sz="1400" dirty="0">
                <a:solidFill>
                  <a:srgbClr val="1A1A2E"/>
                </a:solidFill>
                <a:latin typeface="Calibri" pitchFamily="34" charset="0"/>
                <a:ea typeface="Calibri" pitchFamily="34" charset="-122"/>
                <a:cs typeface="Calibri" pitchFamily="34" charset="-120"/>
              </a:rPr>
              <a:t>→ Consonante a la IZQUIERDA</a:t>
            </a:r>
            <a:endParaRPr lang="en-US" sz="1400" dirty="0"/>
          </a:p>
          <a:p>
            <a:pPr marL="0" indent="0">
              <a:lnSpc>
                <a:spcPct val="140000"/>
              </a:lnSpc>
              <a:buNone/>
            </a:pPr>
            <a:endParaRPr lang="en-US" sz="1400" dirty="0"/>
          </a:p>
          <a:p>
            <a:pPr marL="0" indent="0">
              <a:lnSpc>
                <a:spcPct val="140000"/>
              </a:lnSpc>
              <a:buNone/>
            </a:pPr>
            <a:r>
              <a:rPr lang="en-US" sz="1400" dirty="0">
                <a:solidFill>
                  <a:srgbClr val="1A1A2E"/>
                </a:solidFill>
                <a:latin typeface="Calibri" pitchFamily="34" charset="0"/>
                <a:ea typeface="Calibri" pitchFamily="34" charset="-122"/>
                <a:cs typeface="Calibri" pitchFamily="34" charset="-120"/>
              </a:rPr>
              <a:t>Ejemplos:</a:t>
            </a:r>
            <a:endParaRPr lang="en-US" sz="1400" dirty="0"/>
          </a:p>
          <a:p>
            <a:pPr marL="0" indent="0">
              <a:lnSpc>
                <a:spcPct val="140000"/>
              </a:lnSpc>
              <a:buNone/>
            </a:pPr>
            <a:r>
              <a:rPr lang="en-US" sz="1400" dirty="0">
                <a:solidFill>
                  <a:srgbClr val="1A1A2E"/>
                </a:solidFill>
                <a:latin typeface="Calibri" pitchFamily="34" charset="0"/>
                <a:ea typeface="Calibri" pitchFamily="34" charset="-122"/>
                <a:cs typeface="Calibri" pitchFamily="34" charset="-120"/>
              </a:rPr>
              <a:t>• 나 (na)</a:t>
            </a:r>
            <a:endParaRPr lang="en-US" sz="1400" dirty="0"/>
          </a:p>
          <a:p>
            <a:pPr marL="0" indent="0">
              <a:lnSpc>
                <a:spcPct val="140000"/>
              </a:lnSpc>
              <a:buNone/>
            </a:pPr>
            <a:r>
              <a:rPr lang="en-US" sz="1400" dirty="0">
                <a:solidFill>
                  <a:srgbClr val="1A1A2E"/>
                </a:solidFill>
                <a:latin typeface="Calibri" pitchFamily="34" charset="0"/>
                <a:ea typeface="Calibri" pitchFamily="34" charset="-122"/>
                <a:cs typeface="Calibri" pitchFamily="34" charset="-120"/>
              </a:rPr>
              <a:t>• 비 (bi)</a:t>
            </a:r>
            <a:endParaRPr lang="en-US" sz="1400" dirty="0"/>
          </a:p>
          <a:p>
            <a:pPr marL="0" indent="0">
              <a:lnSpc>
                <a:spcPct val="140000"/>
              </a:lnSpc>
              <a:buNone/>
            </a:pPr>
            <a:r>
              <a:rPr lang="en-US" sz="1400" dirty="0">
                <a:solidFill>
                  <a:srgbClr val="1A1A2E"/>
                </a:solidFill>
                <a:latin typeface="Calibri" pitchFamily="34" charset="0"/>
                <a:ea typeface="Calibri" pitchFamily="34" charset="-122"/>
                <a:cs typeface="Calibri" pitchFamily="34" charset="-120"/>
              </a:rPr>
              <a:t>• 서 (seo)</a:t>
            </a:r>
            <a:endParaRPr lang="en-US" sz="1400" dirty="0"/>
          </a:p>
          <a:p>
            <a:pPr marL="0" indent="0">
              <a:lnSpc>
                <a:spcPct val="140000"/>
              </a:lnSpc>
              <a:buNone/>
            </a:pPr>
            <a:endParaRPr lang="en-US" sz="1400" dirty="0"/>
          </a:p>
          <a:p>
            <a:pPr marL="0" indent="0">
              <a:lnSpc>
                <a:spcPct val="140000"/>
              </a:lnSpc>
              <a:buNone/>
            </a:pPr>
            <a:r>
              <a:rPr lang="en-US" sz="1400" dirty="0">
                <a:solidFill>
                  <a:srgbClr val="1A1A2E"/>
                </a:solidFill>
                <a:latin typeface="Calibri" pitchFamily="34" charset="0"/>
                <a:ea typeface="Calibri" pitchFamily="34" charset="-122"/>
                <a:cs typeface="Calibri" pitchFamily="34" charset="-120"/>
              </a:rPr>
              <a:t>REGLA 2 · Vocal HORIZONTAL (ㅗ ㅜ ㅡ)</a:t>
            </a:r>
            <a:endParaRPr lang="en-US" sz="1400" dirty="0"/>
          </a:p>
          <a:p>
            <a:pPr marL="0" indent="0">
              <a:lnSpc>
                <a:spcPct val="140000"/>
              </a:lnSpc>
              <a:buNone/>
            </a:pPr>
            <a:r>
              <a:rPr lang="en-US" sz="1400" dirty="0">
                <a:solidFill>
                  <a:srgbClr val="1A1A2E"/>
                </a:solidFill>
                <a:latin typeface="Calibri" pitchFamily="34" charset="0"/>
                <a:ea typeface="Calibri" pitchFamily="34" charset="-122"/>
                <a:cs typeface="Calibri" pitchFamily="34" charset="-120"/>
              </a:rPr>
              <a:t>→ Consonante ARRIBA</a:t>
            </a:r>
            <a:endParaRPr lang="en-US" sz="1400" dirty="0"/>
          </a:p>
          <a:p>
            <a:pPr marL="0" indent="0">
              <a:lnSpc>
                <a:spcPct val="140000"/>
              </a:lnSpc>
              <a:buNone/>
            </a:pPr>
            <a:endParaRPr lang="en-US" sz="1400" dirty="0"/>
          </a:p>
          <a:p>
            <a:pPr marL="0" indent="0">
              <a:lnSpc>
                <a:spcPct val="140000"/>
              </a:lnSpc>
              <a:buNone/>
            </a:pPr>
            <a:r>
              <a:rPr lang="en-US" sz="1400" dirty="0">
                <a:solidFill>
                  <a:srgbClr val="1A1A2E"/>
                </a:solidFill>
                <a:latin typeface="Calibri" pitchFamily="34" charset="0"/>
                <a:ea typeface="Calibri" pitchFamily="34" charset="-122"/>
                <a:cs typeface="Calibri" pitchFamily="34" charset="-120"/>
              </a:rPr>
              <a:t>Ejemplos:</a:t>
            </a:r>
            <a:endParaRPr lang="en-US" sz="1400" dirty="0"/>
          </a:p>
          <a:p>
            <a:pPr marL="0" indent="0">
              <a:lnSpc>
                <a:spcPct val="140000"/>
              </a:lnSpc>
              <a:buNone/>
            </a:pPr>
            <a:r>
              <a:rPr lang="en-US" sz="1400" dirty="0">
                <a:solidFill>
                  <a:srgbClr val="1A1A2E"/>
                </a:solidFill>
                <a:latin typeface="Calibri" pitchFamily="34" charset="0"/>
                <a:ea typeface="Calibri" pitchFamily="34" charset="-122"/>
                <a:cs typeface="Calibri" pitchFamily="34" charset="-120"/>
              </a:rPr>
              <a:t>• 모 (mo)</a:t>
            </a:r>
            <a:endParaRPr lang="en-US" sz="1400" dirty="0"/>
          </a:p>
          <a:p>
            <a:pPr marL="0" indent="0">
              <a:lnSpc>
                <a:spcPct val="140000"/>
              </a:lnSpc>
              <a:buNone/>
            </a:pPr>
            <a:r>
              <a:rPr lang="en-US" sz="1400" dirty="0">
                <a:solidFill>
                  <a:srgbClr val="1A1A2E"/>
                </a:solidFill>
                <a:latin typeface="Calibri" pitchFamily="34" charset="0"/>
                <a:ea typeface="Calibri" pitchFamily="34" charset="-122"/>
                <a:cs typeface="Calibri" pitchFamily="34" charset="-120"/>
              </a:rPr>
              <a:t>• 두 (du)</a:t>
            </a:r>
            <a:endParaRPr lang="en-US" sz="1400" dirty="0"/>
          </a:p>
          <a:p>
            <a:pPr marL="0" indent="0">
              <a:lnSpc>
                <a:spcPct val="140000"/>
              </a:lnSpc>
              <a:buNone/>
            </a:pPr>
            <a:r>
              <a:rPr lang="en-US" sz="1400" dirty="0">
                <a:solidFill>
                  <a:srgbClr val="1A1A2E"/>
                </a:solidFill>
                <a:latin typeface="Calibri" pitchFamily="34" charset="0"/>
                <a:ea typeface="Calibri" pitchFamily="34" charset="-122"/>
                <a:cs typeface="Calibri" pitchFamily="34" charset="-120"/>
              </a:rPr>
              <a:t>• 그 (geu)</a:t>
            </a:r>
            <a:endParaRPr lang="en-US" sz="1400" dirty="0"/>
          </a:p>
          <a:p>
            <a:pPr marL="0" indent="0">
              <a:lnSpc>
                <a:spcPct val="140000"/>
              </a:lnSpc>
              <a:buNone/>
            </a:pPr>
            <a:endParaRPr lang="en-US" sz="1400" dirty="0"/>
          </a:p>
          <a:p>
            <a:pPr marL="0" indent="0">
              <a:lnSpc>
                <a:spcPct val="140000"/>
              </a:lnSpc>
              <a:buNone/>
            </a:pPr>
            <a:r>
              <a:rPr lang="en-US" sz="1400" dirty="0">
                <a:solidFill>
                  <a:srgbClr val="1A1A2E"/>
                </a:solidFill>
                <a:latin typeface="Calibri" pitchFamily="34" charset="0"/>
                <a:ea typeface="Calibri" pitchFamily="34" charset="-122"/>
                <a:cs typeface="Calibri" pitchFamily="34" charset="-120"/>
              </a:rPr>
              <a:t>ESO ES TODO. Con esas 2 reglas, pueden leer Hangul.</a:t>
            </a:r>
            <a:endParaRPr lang="en-US" sz="1400" dirty="0"/>
          </a:p>
        </p:txBody>
      </p:sp>
      <p:sp>
        <p:nvSpPr>
          <p:cNvPr id="5" name="Shape 3"/>
          <p:cNvSpPr/>
          <p:nvPr/>
        </p:nvSpPr>
        <p:spPr>
          <a:xfrm>
            <a:off x="6766560" y="1828800"/>
            <a:ext cx="4846320" cy="4389120"/>
          </a:xfrm>
          <a:prstGeom prst="roundRect">
            <a:avLst>
              <a:gd name="adj" fmla="val 3125"/>
            </a:avLst>
          </a:prstGeom>
          <a:solidFill>
            <a:srgbClr val="3D2EE8"/>
          </a:solidFill>
          <a:ln w="12700">
            <a:solidFill>
              <a:srgbClr val="3D2EE8"/>
            </a:solidFill>
            <a:prstDash val="solid"/>
          </a:ln>
        </p:spPr>
      </p:sp>
      <p:sp>
        <p:nvSpPr>
          <p:cNvPr id="6" name="Text 4"/>
          <p:cNvSpPr/>
          <p:nvPr/>
        </p:nvSpPr>
        <p:spPr>
          <a:xfrm>
            <a:off x="6766560" y="2560320"/>
            <a:ext cx="4846320" cy="1645920"/>
          </a:xfrm>
          <a:prstGeom prst="rect">
            <a:avLst/>
          </a:prstGeom>
          <a:noFill/>
          <a:ln/>
        </p:spPr>
        <p:txBody>
          <a:bodyPr wrap="square" rtlCol="0" anchor="ctr"/>
          <a:lstStyle/>
          <a:p>
            <a:pPr marL="0" indent="0" algn="ctr">
              <a:buNone/>
            </a:pPr>
            <a:r>
              <a:rPr lang="en-US" sz="8000" b="1" dirty="0">
                <a:solidFill>
                  <a:srgbClr val="FFFFFF"/>
                </a:solidFill>
                <a:latin typeface="Malgun Gothic" pitchFamily="34" charset="0"/>
                <a:ea typeface="Malgun Gothic" pitchFamily="34" charset="-122"/>
                <a:cs typeface="Malgun Gothic" pitchFamily="34" charset="-120"/>
              </a:rPr>
              <a:t>↓ →</a:t>
            </a:r>
            <a:endParaRPr lang="en-US" sz="8000" dirty="0"/>
          </a:p>
        </p:txBody>
      </p:sp>
      <p:sp>
        <p:nvSpPr>
          <p:cNvPr id="7" name="Text 5"/>
          <p:cNvSpPr/>
          <p:nvPr/>
        </p:nvSpPr>
        <p:spPr>
          <a:xfrm>
            <a:off x="6766560" y="4297680"/>
            <a:ext cx="4846320" cy="548640"/>
          </a:xfrm>
          <a:prstGeom prst="rect">
            <a:avLst/>
          </a:prstGeom>
          <a:noFill/>
          <a:ln/>
        </p:spPr>
        <p:txBody>
          <a:bodyPr wrap="square" rtlCol="0" anchor="ctr"/>
          <a:lstStyle/>
          <a:p>
            <a:pPr marL="0" indent="0" algn="ctr">
              <a:buNone/>
            </a:pPr>
            <a:r>
              <a:rPr lang="en-US" sz="1800" i="1" dirty="0">
                <a:solidFill>
                  <a:srgbClr val="FFFFFF"/>
                </a:solidFill>
                <a:latin typeface="Calibri" pitchFamily="34" charset="0"/>
                <a:ea typeface="Calibri" pitchFamily="34" charset="-122"/>
                <a:cs typeface="Calibri" pitchFamily="34" charset="-120"/>
              </a:rPr>
              <a:t>(2 reglas)</a:t>
            </a:r>
            <a:endParaRPr lang="en-US" sz="1800" dirty="0"/>
          </a:p>
        </p:txBody>
      </p:sp>
      <p:sp>
        <p:nvSpPr>
          <p:cNvPr id="8" name="Text 6"/>
          <p:cNvSpPr/>
          <p:nvPr/>
        </p:nvSpPr>
        <p:spPr>
          <a:xfrm>
            <a:off x="6766560" y="4937760"/>
            <a:ext cx="4846320" cy="457200"/>
          </a:xfrm>
          <a:prstGeom prst="rect">
            <a:avLst/>
          </a:prstGeom>
          <a:noFill/>
          <a:ln/>
        </p:spPr>
        <p:txBody>
          <a:bodyPr wrap="square" rtlCol="0" anchor="ctr"/>
          <a:lstStyle/>
          <a:p>
            <a:pPr marL="0" indent="0" algn="ctr">
              <a:buNone/>
            </a:pPr>
            <a:r>
              <a:rPr lang="en-US" sz="1400" dirty="0">
                <a:solidFill>
                  <a:srgbClr val="FFFFFF"/>
                </a:solidFill>
                <a:latin typeface="Calibri" pitchFamily="34" charset="0"/>
                <a:ea typeface="Calibri" pitchFamily="34" charset="-122"/>
                <a:cs typeface="Calibri" pitchFamily="34" charset="-120"/>
              </a:rPr>
              <a:t>Vertical / Horizontal</a:t>
            </a:r>
            <a:endParaRPr lang="en-US" sz="1400" dirty="0"/>
          </a:p>
        </p:txBody>
      </p:sp>
      <p:pic>
        <p:nvPicPr>
          <p:cNvPr id="10" name="Image 1" descr="/sessions/sleepy-zen-cray/mnt/outputs/deck_assets/sello_linea_v1_01.png"/>
          <p:cNvPicPr>
            <a:picLocks noChangeAspect="1"/>
          </p:cNvPicPr>
          <p:nvPr/>
        </p:nvPicPr>
        <p:blipFill>
          <a:blip r:embed="rId3"/>
          <a:stretch>
            <a:fillRect/>
          </a:stretch>
        </p:blipFill>
        <p:spPr>
          <a:xfrm>
            <a:off x="365760" y="6355080"/>
            <a:ext cx="411480" cy="411480"/>
          </a:xfrm>
          <a:prstGeom prst="rect">
            <a:avLst/>
          </a:prstGeom>
        </p:spPr>
      </p:pic>
      <p:sp>
        <p:nvSpPr>
          <p:cNvPr id="11" name="Text 7"/>
          <p:cNvSpPr/>
          <p:nvPr/>
        </p:nvSpPr>
        <p:spPr>
          <a:xfrm>
            <a:off x="914400" y="6492240"/>
            <a:ext cx="4572000" cy="228600"/>
          </a:xfrm>
          <a:prstGeom prst="rect">
            <a:avLst/>
          </a:prstGeom>
          <a:noFill/>
          <a:ln/>
        </p:spPr>
        <p:txBody>
          <a:bodyPr wrap="square" rtlCol="0" anchor="ctr"/>
          <a:lstStyle/>
          <a:p>
            <a:pPr marL="0" indent="0">
              <a:buNone/>
            </a:pPr>
            <a:r>
              <a:rPr lang="en-US" sz="800" b="1" dirty="0">
                <a:solidFill>
                  <a:srgbClr val="6B6B7C"/>
                </a:solidFill>
                <a:latin typeface="Calibri" pitchFamily="34" charset="0"/>
                <a:ea typeface="Calibri" pitchFamily="34" charset="-122"/>
                <a:cs typeface="Calibri" pitchFamily="34" charset="-120"/>
              </a:rPr>
              <a:t>ACADEMIA SEÚL  ·  MÉTODO CHINGU™</a:t>
            </a:r>
            <a:endParaRPr lang="en-US" sz="800" dirty="0"/>
          </a:p>
        </p:txBody>
      </p:sp>
      <p:sp>
        <p:nvSpPr>
          <p:cNvPr id="12" name="Text 8"/>
          <p:cNvSpPr/>
          <p:nvPr/>
        </p:nvSpPr>
        <p:spPr>
          <a:xfrm>
            <a:off x="7315200" y="6492240"/>
            <a:ext cx="4572000" cy="228600"/>
          </a:xfrm>
          <a:prstGeom prst="rect">
            <a:avLst/>
          </a:prstGeom>
          <a:noFill/>
          <a:ln/>
        </p:spPr>
        <p:txBody>
          <a:bodyPr wrap="square" rtlCol="0" anchor="ctr"/>
          <a:lstStyle/>
          <a:p>
            <a:pPr marL="0" indent="0" algn="r">
              <a:buNone/>
            </a:pPr>
            <a:r>
              <a:rPr lang="en-US" sz="800" b="1" dirty="0">
                <a:solidFill>
                  <a:srgbClr val="6B6B7C"/>
                </a:solidFill>
                <a:latin typeface="Calibri" pitchFamily="34" charset="0"/>
                <a:ea typeface="Calibri" pitchFamily="34" charset="-122"/>
                <a:cs typeface="Calibri" pitchFamily="34" charset="-120"/>
              </a:rPr>
              <a:t>SES 17  ·  TALLER</a:t>
            </a:r>
            <a:endParaRPr lang="en-US" sz="800" dirty="0"/>
          </a:p>
        </p:txBody>
      </p:sp>
      <p:pic>
        <p:nvPicPr>
          <p:cNvPr id="13" name="Image 0" descr="/sessions/sleepy-zen-cray/mnt/outputs/deck_assets/logo_var2_azul.png">
            <a:extLst>
              <a:ext uri="{FF2B5EF4-FFF2-40B4-BE49-F238E27FC236}">
                <a16:creationId xmlns:a16="http://schemas.microsoft.com/office/drawing/2014/main" id="{A2BB1686-3DAD-B595-2B17-2A295E55DB71}"/>
              </a:ext>
            </a:extLst>
          </p:cNvPr>
          <p:cNvPicPr>
            <a:picLocks noChangeAspect="1"/>
          </p:cNvPicPr>
          <p:nvPr/>
        </p:nvPicPr>
        <p:blipFill>
          <a:blip r:embed="rId4"/>
          <a:stretch>
            <a:fillRect/>
          </a:stretch>
        </p:blipFill>
        <p:spPr>
          <a:xfrm>
            <a:off x="9778365" y="-600075"/>
            <a:ext cx="2571750" cy="2571750"/>
          </a:xfrm>
          <a:prstGeom prst="rect">
            <a:avLst/>
          </a:prstGeom>
        </p:spPr>
      </p:pic>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marL="0" indent="0">
              <a:buNone/>
            </a:pPr>
            <a:r>
              <a:rPr lang="en-US" sz="900" b="1" kern="0" spc="600" dirty="0">
                <a:solidFill>
                  <a:srgbClr val="FF5C5C"/>
                </a:solidFill>
                <a:latin typeface="Calibri" pitchFamily="34" charset="0"/>
                <a:ea typeface="Calibri" pitchFamily="34" charset="-122"/>
                <a:cs typeface="Calibri" pitchFamily="34" charset="-120"/>
              </a:rPr>
              <a:t>§6.2 · LECTURA</a:t>
            </a:r>
            <a:endParaRPr lang="en-US" sz="900" dirty="0"/>
          </a:p>
        </p:txBody>
      </p:sp>
      <p:sp>
        <p:nvSpPr>
          <p:cNvPr id="3" name="Text 1"/>
          <p:cNvSpPr/>
          <p:nvPr/>
        </p:nvSpPr>
        <p:spPr>
          <a:xfrm>
            <a:off x="548640" y="822960"/>
            <a:ext cx="10515600" cy="640080"/>
          </a:xfrm>
          <a:prstGeom prst="rect">
            <a:avLst/>
          </a:prstGeom>
          <a:noFill/>
          <a:ln/>
        </p:spPr>
        <p:txBody>
          <a:bodyPr wrap="square" rtlCol="0" anchor="ctr"/>
          <a:lstStyle/>
          <a:p>
            <a:pPr marL="0" indent="0">
              <a:buNone/>
            </a:pPr>
            <a:r>
              <a:rPr lang="en-US" sz="2600" b="1" dirty="0">
                <a:solidFill>
                  <a:srgbClr val="1A1A2E"/>
                </a:solidFill>
                <a:latin typeface="Calibri" pitchFamily="34" charset="0"/>
                <a:ea typeface="Calibri" pitchFamily="34" charset="-122"/>
                <a:cs typeface="Calibri" pitchFamily="34" charset="-120"/>
              </a:rPr>
              <a:t>Lee conmigo · palabras reales</a:t>
            </a:r>
            <a:endParaRPr lang="en-US" sz="2600" dirty="0"/>
          </a:p>
        </p:txBody>
      </p:sp>
      <p:sp>
        <p:nvSpPr>
          <p:cNvPr id="4" name="Shape 2"/>
          <p:cNvSpPr/>
          <p:nvPr/>
        </p:nvSpPr>
        <p:spPr>
          <a:xfrm>
            <a:off x="548640" y="1828800"/>
            <a:ext cx="3657600" cy="1524000"/>
          </a:xfrm>
          <a:prstGeom prst="roundRect">
            <a:avLst>
              <a:gd name="adj" fmla="val 6000"/>
            </a:avLst>
          </a:prstGeom>
          <a:solidFill>
            <a:srgbClr val="FF5C5C"/>
          </a:solidFill>
          <a:ln w="12700">
            <a:solidFill>
              <a:srgbClr val="FF5C5C"/>
            </a:solidFill>
            <a:prstDash val="solid"/>
          </a:ln>
        </p:spPr>
      </p:sp>
      <p:sp>
        <p:nvSpPr>
          <p:cNvPr id="5" name="Text 3"/>
          <p:cNvSpPr/>
          <p:nvPr/>
        </p:nvSpPr>
        <p:spPr>
          <a:xfrm>
            <a:off x="548640" y="1965960"/>
            <a:ext cx="3657600" cy="762000"/>
          </a:xfrm>
          <a:prstGeom prst="rect">
            <a:avLst/>
          </a:prstGeom>
          <a:noFill/>
          <a:ln/>
        </p:spPr>
        <p:txBody>
          <a:bodyPr wrap="square" rtlCol="0" anchor="ctr"/>
          <a:lstStyle/>
          <a:p>
            <a:pPr marL="0" indent="0" algn="ctr">
              <a:buNone/>
            </a:pPr>
            <a:r>
              <a:rPr lang="en-US" sz="2600" b="1" dirty="0">
                <a:solidFill>
                  <a:srgbClr val="FFFFFF"/>
                </a:solidFill>
                <a:latin typeface="Malgun Gothic" pitchFamily="34" charset="0"/>
                <a:ea typeface="Malgun Gothic" pitchFamily="34" charset="-122"/>
                <a:cs typeface="Malgun Gothic" pitchFamily="34" charset="-120"/>
              </a:rPr>
              <a:t>나</a:t>
            </a:r>
            <a:endParaRPr lang="en-US" sz="2600" dirty="0"/>
          </a:p>
        </p:txBody>
      </p:sp>
      <p:sp>
        <p:nvSpPr>
          <p:cNvPr id="6" name="Text 4"/>
          <p:cNvSpPr/>
          <p:nvPr/>
        </p:nvSpPr>
        <p:spPr>
          <a:xfrm>
            <a:off x="548640" y="2743200"/>
            <a:ext cx="3657600" cy="533400"/>
          </a:xfrm>
          <a:prstGeom prst="rect">
            <a:avLst/>
          </a:prstGeom>
          <a:noFill/>
          <a:ln/>
        </p:spPr>
        <p:txBody>
          <a:bodyPr wrap="square" rtlCol="0" anchor="ctr"/>
          <a:lstStyle/>
          <a:p>
            <a:pPr marL="0" indent="0" algn="ctr">
              <a:buNone/>
            </a:pPr>
            <a:r>
              <a:rPr lang="en-US" sz="1200" i="1" dirty="0">
                <a:solidFill>
                  <a:srgbClr val="FFFFFF"/>
                </a:solidFill>
                <a:latin typeface="Calibri" pitchFamily="34" charset="0"/>
                <a:ea typeface="Calibri" pitchFamily="34" charset="-122"/>
                <a:cs typeface="Calibri" pitchFamily="34" charset="-120"/>
              </a:rPr>
              <a:t>na (yo)</a:t>
            </a:r>
            <a:endParaRPr lang="en-US" sz="1200" dirty="0"/>
          </a:p>
        </p:txBody>
      </p:sp>
      <p:sp>
        <p:nvSpPr>
          <p:cNvPr id="7" name="Shape 5"/>
          <p:cNvSpPr/>
          <p:nvPr/>
        </p:nvSpPr>
        <p:spPr>
          <a:xfrm>
            <a:off x="4325112" y="1828800"/>
            <a:ext cx="3657600" cy="1524000"/>
          </a:xfrm>
          <a:prstGeom prst="roundRect">
            <a:avLst>
              <a:gd name="adj" fmla="val 6000"/>
            </a:avLst>
          </a:prstGeom>
          <a:solidFill>
            <a:srgbClr val="E8E5F8"/>
          </a:solidFill>
          <a:ln w="12700">
            <a:solidFill>
              <a:srgbClr val="E8E5F8"/>
            </a:solidFill>
            <a:prstDash val="solid"/>
          </a:ln>
        </p:spPr>
      </p:sp>
      <p:sp>
        <p:nvSpPr>
          <p:cNvPr id="8" name="Text 6"/>
          <p:cNvSpPr/>
          <p:nvPr/>
        </p:nvSpPr>
        <p:spPr>
          <a:xfrm>
            <a:off x="4325112" y="1965960"/>
            <a:ext cx="3657600" cy="762000"/>
          </a:xfrm>
          <a:prstGeom prst="rect">
            <a:avLst/>
          </a:prstGeom>
          <a:noFill/>
          <a:ln/>
        </p:spPr>
        <p:txBody>
          <a:bodyPr wrap="square" rtlCol="0" anchor="ctr"/>
          <a:lstStyle/>
          <a:p>
            <a:pPr marL="0" indent="0" algn="ctr">
              <a:buNone/>
            </a:pPr>
            <a:r>
              <a:rPr lang="en-US" sz="2600" b="1" dirty="0">
                <a:solidFill>
                  <a:srgbClr val="1A1A2E"/>
                </a:solidFill>
                <a:latin typeface="Malgun Gothic" pitchFamily="34" charset="0"/>
                <a:ea typeface="Malgun Gothic" pitchFamily="34" charset="-122"/>
                <a:cs typeface="Malgun Gothic" pitchFamily="34" charset="-120"/>
              </a:rPr>
              <a:t>너</a:t>
            </a:r>
            <a:endParaRPr lang="en-US" sz="2600" dirty="0"/>
          </a:p>
        </p:txBody>
      </p:sp>
      <p:sp>
        <p:nvSpPr>
          <p:cNvPr id="9" name="Text 7"/>
          <p:cNvSpPr/>
          <p:nvPr/>
        </p:nvSpPr>
        <p:spPr>
          <a:xfrm>
            <a:off x="4325112" y="2743200"/>
            <a:ext cx="3657600" cy="533400"/>
          </a:xfrm>
          <a:prstGeom prst="rect">
            <a:avLst/>
          </a:prstGeom>
          <a:noFill/>
          <a:ln/>
        </p:spPr>
        <p:txBody>
          <a:bodyPr wrap="square" rtlCol="0" anchor="ctr"/>
          <a:lstStyle/>
          <a:p>
            <a:pPr marL="0" indent="0" algn="ctr">
              <a:buNone/>
            </a:pPr>
            <a:r>
              <a:rPr lang="en-US" sz="1200" i="1" dirty="0">
                <a:solidFill>
                  <a:srgbClr val="1A1A2E"/>
                </a:solidFill>
                <a:latin typeface="Calibri" pitchFamily="34" charset="0"/>
                <a:ea typeface="Calibri" pitchFamily="34" charset="-122"/>
                <a:cs typeface="Calibri" pitchFamily="34" charset="-120"/>
              </a:rPr>
              <a:t>neo (tú)</a:t>
            </a:r>
            <a:endParaRPr lang="en-US" sz="1200" dirty="0"/>
          </a:p>
        </p:txBody>
      </p:sp>
      <p:sp>
        <p:nvSpPr>
          <p:cNvPr id="10" name="Shape 8"/>
          <p:cNvSpPr/>
          <p:nvPr/>
        </p:nvSpPr>
        <p:spPr>
          <a:xfrm>
            <a:off x="8101584" y="1828800"/>
            <a:ext cx="3657600" cy="1524000"/>
          </a:xfrm>
          <a:prstGeom prst="roundRect">
            <a:avLst>
              <a:gd name="adj" fmla="val 6000"/>
            </a:avLst>
          </a:prstGeom>
          <a:solidFill>
            <a:srgbClr val="3D2EE8"/>
          </a:solidFill>
          <a:ln w="12700">
            <a:solidFill>
              <a:srgbClr val="3D2EE8"/>
            </a:solidFill>
            <a:prstDash val="solid"/>
          </a:ln>
        </p:spPr>
      </p:sp>
      <p:sp>
        <p:nvSpPr>
          <p:cNvPr id="11" name="Text 9"/>
          <p:cNvSpPr/>
          <p:nvPr/>
        </p:nvSpPr>
        <p:spPr>
          <a:xfrm>
            <a:off x="8101584" y="1965960"/>
            <a:ext cx="3657600" cy="762000"/>
          </a:xfrm>
          <a:prstGeom prst="rect">
            <a:avLst/>
          </a:prstGeom>
          <a:noFill/>
          <a:ln/>
        </p:spPr>
        <p:txBody>
          <a:bodyPr wrap="square" rtlCol="0" anchor="ctr"/>
          <a:lstStyle/>
          <a:p>
            <a:pPr marL="0" indent="0" algn="ctr">
              <a:buNone/>
            </a:pPr>
            <a:r>
              <a:rPr lang="en-US" sz="2600" b="1" dirty="0">
                <a:solidFill>
                  <a:srgbClr val="FFFFFF"/>
                </a:solidFill>
                <a:latin typeface="Malgun Gothic" pitchFamily="34" charset="0"/>
                <a:ea typeface="Malgun Gothic" pitchFamily="34" charset="-122"/>
                <a:cs typeface="Malgun Gothic" pitchFamily="34" charset="-120"/>
              </a:rPr>
              <a:t>우리</a:t>
            </a:r>
            <a:endParaRPr lang="en-US" sz="2600" dirty="0"/>
          </a:p>
        </p:txBody>
      </p:sp>
      <p:sp>
        <p:nvSpPr>
          <p:cNvPr id="12" name="Text 10"/>
          <p:cNvSpPr/>
          <p:nvPr/>
        </p:nvSpPr>
        <p:spPr>
          <a:xfrm>
            <a:off x="8101584" y="2743200"/>
            <a:ext cx="3657600" cy="533400"/>
          </a:xfrm>
          <a:prstGeom prst="rect">
            <a:avLst/>
          </a:prstGeom>
          <a:noFill/>
          <a:ln/>
        </p:spPr>
        <p:txBody>
          <a:bodyPr wrap="square" rtlCol="0" anchor="ctr"/>
          <a:lstStyle/>
          <a:p>
            <a:pPr marL="0" indent="0" algn="ctr">
              <a:buNone/>
            </a:pPr>
            <a:r>
              <a:rPr lang="en-US" sz="1200" i="1" dirty="0">
                <a:solidFill>
                  <a:srgbClr val="FFFFFF"/>
                </a:solidFill>
                <a:latin typeface="Calibri" pitchFamily="34" charset="0"/>
                <a:ea typeface="Calibri" pitchFamily="34" charset="-122"/>
                <a:cs typeface="Calibri" pitchFamily="34" charset="-120"/>
              </a:rPr>
              <a:t>uri (nosotros)</a:t>
            </a:r>
            <a:endParaRPr lang="en-US" sz="1200" dirty="0"/>
          </a:p>
        </p:txBody>
      </p:sp>
      <p:sp>
        <p:nvSpPr>
          <p:cNvPr id="13" name="Shape 11"/>
          <p:cNvSpPr/>
          <p:nvPr/>
        </p:nvSpPr>
        <p:spPr>
          <a:xfrm>
            <a:off x="548640" y="3471672"/>
            <a:ext cx="3657600" cy="1524000"/>
          </a:xfrm>
          <a:prstGeom prst="roundRect">
            <a:avLst>
              <a:gd name="adj" fmla="val 6000"/>
            </a:avLst>
          </a:prstGeom>
          <a:solidFill>
            <a:srgbClr val="FF5C5C"/>
          </a:solidFill>
          <a:ln w="12700">
            <a:solidFill>
              <a:srgbClr val="FF5C5C"/>
            </a:solidFill>
            <a:prstDash val="solid"/>
          </a:ln>
        </p:spPr>
      </p:sp>
      <p:sp>
        <p:nvSpPr>
          <p:cNvPr id="14" name="Text 12"/>
          <p:cNvSpPr/>
          <p:nvPr/>
        </p:nvSpPr>
        <p:spPr>
          <a:xfrm>
            <a:off x="548640" y="3608832"/>
            <a:ext cx="3657600" cy="762000"/>
          </a:xfrm>
          <a:prstGeom prst="rect">
            <a:avLst/>
          </a:prstGeom>
          <a:noFill/>
          <a:ln/>
        </p:spPr>
        <p:txBody>
          <a:bodyPr wrap="square" rtlCol="0" anchor="ctr"/>
          <a:lstStyle/>
          <a:p>
            <a:pPr marL="0" indent="0" algn="ctr">
              <a:buNone/>
            </a:pPr>
            <a:r>
              <a:rPr lang="en-US" sz="2600" b="1" dirty="0">
                <a:solidFill>
                  <a:srgbClr val="FFFFFF"/>
                </a:solidFill>
                <a:latin typeface="Malgun Gothic" pitchFamily="34" charset="0"/>
                <a:ea typeface="Malgun Gothic" pitchFamily="34" charset="-122"/>
                <a:cs typeface="Malgun Gothic" pitchFamily="34" charset="-120"/>
              </a:rPr>
              <a:t>사랑</a:t>
            </a:r>
            <a:endParaRPr lang="en-US" sz="2600" dirty="0"/>
          </a:p>
        </p:txBody>
      </p:sp>
      <p:sp>
        <p:nvSpPr>
          <p:cNvPr id="15" name="Text 13"/>
          <p:cNvSpPr/>
          <p:nvPr/>
        </p:nvSpPr>
        <p:spPr>
          <a:xfrm>
            <a:off x="548640" y="4386072"/>
            <a:ext cx="3657600" cy="533400"/>
          </a:xfrm>
          <a:prstGeom prst="rect">
            <a:avLst/>
          </a:prstGeom>
          <a:noFill/>
          <a:ln/>
        </p:spPr>
        <p:txBody>
          <a:bodyPr wrap="square" rtlCol="0" anchor="ctr"/>
          <a:lstStyle/>
          <a:p>
            <a:pPr marL="0" indent="0" algn="ctr">
              <a:buNone/>
            </a:pPr>
            <a:r>
              <a:rPr lang="en-US" sz="1200" i="1" dirty="0">
                <a:solidFill>
                  <a:srgbClr val="FFFFFF"/>
                </a:solidFill>
                <a:latin typeface="Calibri" pitchFamily="34" charset="0"/>
                <a:ea typeface="Calibri" pitchFamily="34" charset="-122"/>
                <a:cs typeface="Calibri" pitchFamily="34" charset="-120"/>
              </a:rPr>
              <a:t>sa-rang (amor)</a:t>
            </a:r>
            <a:endParaRPr lang="en-US" sz="1200" dirty="0"/>
          </a:p>
        </p:txBody>
      </p:sp>
      <p:sp>
        <p:nvSpPr>
          <p:cNvPr id="16" name="Shape 14"/>
          <p:cNvSpPr/>
          <p:nvPr/>
        </p:nvSpPr>
        <p:spPr>
          <a:xfrm>
            <a:off x="4325112" y="3471672"/>
            <a:ext cx="3657600" cy="1524000"/>
          </a:xfrm>
          <a:prstGeom prst="roundRect">
            <a:avLst>
              <a:gd name="adj" fmla="val 6000"/>
            </a:avLst>
          </a:prstGeom>
          <a:solidFill>
            <a:srgbClr val="E8E5F8"/>
          </a:solidFill>
          <a:ln w="12700">
            <a:solidFill>
              <a:srgbClr val="E8E5F8"/>
            </a:solidFill>
            <a:prstDash val="solid"/>
          </a:ln>
        </p:spPr>
      </p:sp>
      <p:sp>
        <p:nvSpPr>
          <p:cNvPr id="17" name="Text 15"/>
          <p:cNvSpPr/>
          <p:nvPr/>
        </p:nvSpPr>
        <p:spPr>
          <a:xfrm>
            <a:off x="4325112" y="3608832"/>
            <a:ext cx="3657600" cy="762000"/>
          </a:xfrm>
          <a:prstGeom prst="rect">
            <a:avLst/>
          </a:prstGeom>
          <a:noFill/>
          <a:ln/>
        </p:spPr>
        <p:txBody>
          <a:bodyPr wrap="square" rtlCol="0" anchor="ctr"/>
          <a:lstStyle/>
          <a:p>
            <a:pPr marL="0" indent="0" algn="ctr">
              <a:buNone/>
            </a:pPr>
            <a:r>
              <a:rPr lang="en-US" sz="2600" b="1" dirty="0">
                <a:solidFill>
                  <a:srgbClr val="1A1A2E"/>
                </a:solidFill>
                <a:latin typeface="Malgun Gothic" pitchFamily="34" charset="0"/>
                <a:ea typeface="Malgun Gothic" pitchFamily="34" charset="-122"/>
                <a:cs typeface="Malgun Gothic" pitchFamily="34" charset="-120"/>
              </a:rPr>
              <a:t>한국</a:t>
            </a:r>
            <a:endParaRPr lang="en-US" sz="2600" dirty="0"/>
          </a:p>
        </p:txBody>
      </p:sp>
      <p:sp>
        <p:nvSpPr>
          <p:cNvPr id="18" name="Text 16"/>
          <p:cNvSpPr/>
          <p:nvPr/>
        </p:nvSpPr>
        <p:spPr>
          <a:xfrm>
            <a:off x="4325112" y="4386072"/>
            <a:ext cx="3657600" cy="533400"/>
          </a:xfrm>
          <a:prstGeom prst="rect">
            <a:avLst/>
          </a:prstGeom>
          <a:noFill/>
          <a:ln/>
        </p:spPr>
        <p:txBody>
          <a:bodyPr wrap="square" rtlCol="0" anchor="ctr"/>
          <a:lstStyle/>
          <a:p>
            <a:pPr marL="0" indent="0" algn="ctr">
              <a:buNone/>
            </a:pPr>
            <a:r>
              <a:rPr lang="en-US" sz="1200" i="1" dirty="0">
                <a:solidFill>
                  <a:srgbClr val="1A1A2E"/>
                </a:solidFill>
                <a:latin typeface="Calibri" pitchFamily="34" charset="0"/>
                <a:ea typeface="Calibri" pitchFamily="34" charset="-122"/>
                <a:cs typeface="Calibri" pitchFamily="34" charset="-120"/>
              </a:rPr>
              <a:t>han-guk (Corea)</a:t>
            </a:r>
            <a:endParaRPr lang="en-US" sz="1200" dirty="0"/>
          </a:p>
        </p:txBody>
      </p:sp>
      <p:sp>
        <p:nvSpPr>
          <p:cNvPr id="19" name="Shape 17"/>
          <p:cNvSpPr/>
          <p:nvPr/>
        </p:nvSpPr>
        <p:spPr>
          <a:xfrm>
            <a:off x="8101584" y="3471672"/>
            <a:ext cx="3657600" cy="1524000"/>
          </a:xfrm>
          <a:prstGeom prst="roundRect">
            <a:avLst>
              <a:gd name="adj" fmla="val 6000"/>
            </a:avLst>
          </a:prstGeom>
          <a:solidFill>
            <a:srgbClr val="3D2EE8"/>
          </a:solidFill>
          <a:ln w="12700">
            <a:solidFill>
              <a:srgbClr val="3D2EE8"/>
            </a:solidFill>
            <a:prstDash val="solid"/>
          </a:ln>
        </p:spPr>
      </p:sp>
      <p:sp>
        <p:nvSpPr>
          <p:cNvPr id="20" name="Text 18"/>
          <p:cNvSpPr/>
          <p:nvPr/>
        </p:nvSpPr>
        <p:spPr>
          <a:xfrm>
            <a:off x="8101584" y="3608832"/>
            <a:ext cx="3657600" cy="762000"/>
          </a:xfrm>
          <a:prstGeom prst="rect">
            <a:avLst/>
          </a:prstGeom>
          <a:noFill/>
          <a:ln/>
        </p:spPr>
        <p:txBody>
          <a:bodyPr wrap="square" rtlCol="0" anchor="ctr"/>
          <a:lstStyle/>
          <a:p>
            <a:pPr marL="0" indent="0" algn="ctr">
              <a:buNone/>
            </a:pPr>
            <a:r>
              <a:rPr lang="en-US" sz="2600" b="1" dirty="0">
                <a:solidFill>
                  <a:srgbClr val="FFFFFF"/>
                </a:solidFill>
                <a:latin typeface="Malgun Gothic" pitchFamily="34" charset="0"/>
                <a:ea typeface="Malgun Gothic" pitchFamily="34" charset="-122"/>
                <a:cs typeface="Malgun Gothic" pitchFamily="34" charset="-120"/>
              </a:rPr>
              <a:t>서울</a:t>
            </a:r>
            <a:endParaRPr lang="en-US" sz="2600" dirty="0"/>
          </a:p>
        </p:txBody>
      </p:sp>
      <p:sp>
        <p:nvSpPr>
          <p:cNvPr id="21" name="Text 19"/>
          <p:cNvSpPr/>
          <p:nvPr/>
        </p:nvSpPr>
        <p:spPr>
          <a:xfrm>
            <a:off x="8101584" y="4386072"/>
            <a:ext cx="3657600" cy="533400"/>
          </a:xfrm>
          <a:prstGeom prst="rect">
            <a:avLst/>
          </a:prstGeom>
          <a:noFill/>
          <a:ln/>
        </p:spPr>
        <p:txBody>
          <a:bodyPr wrap="square" rtlCol="0" anchor="ctr"/>
          <a:lstStyle/>
          <a:p>
            <a:pPr marL="0" indent="0" algn="ctr">
              <a:buNone/>
            </a:pPr>
            <a:r>
              <a:rPr lang="en-US" sz="1200" i="1" dirty="0">
                <a:solidFill>
                  <a:srgbClr val="FFFFFF"/>
                </a:solidFill>
                <a:latin typeface="Calibri" pitchFamily="34" charset="0"/>
                <a:ea typeface="Calibri" pitchFamily="34" charset="-122"/>
                <a:cs typeface="Calibri" pitchFamily="34" charset="-120"/>
              </a:rPr>
              <a:t>seo-ul (Seúl)</a:t>
            </a:r>
            <a:endParaRPr lang="en-US" sz="1200" dirty="0"/>
          </a:p>
        </p:txBody>
      </p:sp>
      <p:sp>
        <p:nvSpPr>
          <p:cNvPr id="22" name="Shape 20"/>
          <p:cNvSpPr/>
          <p:nvPr/>
        </p:nvSpPr>
        <p:spPr>
          <a:xfrm>
            <a:off x="548640" y="5114544"/>
            <a:ext cx="3657600" cy="1524000"/>
          </a:xfrm>
          <a:prstGeom prst="roundRect">
            <a:avLst>
              <a:gd name="adj" fmla="val 6000"/>
            </a:avLst>
          </a:prstGeom>
          <a:solidFill>
            <a:srgbClr val="FF5C5C"/>
          </a:solidFill>
          <a:ln w="12700">
            <a:solidFill>
              <a:srgbClr val="FF5C5C"/>
            </a:solidFill>
            <a:prstDash val="solid"/>
          </a:ln>
        </p:spPr>
      </p:sp>
      <p:sp>
        <p:nvSpPr>
          <p:cNvPr id="23" name="Text 21"/>
          <p:cNvSpPr/>
          <p:nvPr/>
        </p:nvSpPr>
        <p:spPr>
          <a:xfrm>
            <a:off x="548640" y="5251704"/>
            <a:ext cx="3657600" cy="762000"/>
          </a:xfrm>
          <a:prstGeom prst="rect">
            <a:avLst/>
          </a:prstGeom>
          <a:noFill/>
          <a:ln/>
        </p:spPr>
        <p:txBody>
          <a:bodyPr wrap="square" rtlCol="0" anchor="ctr"/>
          <a:lstStyle/>
          <a:p>
            <a:pPr marL="0" indent="0" algn="ctr">
              <a:buNone/>
            </a:pPr>
            <a:r>
              <a:rPr lang="en-US" sz="2600" b="1" dirty="0">
                <a:solidFill>
                  <a:srgbClr val="FFFFFF"/>
                </a:solidFill>
                <a:latin typeface="Malgun Gothic" pitchFamily="34" charset="0"/>
                <a:ea typeface="Malgun Gothic" pitchFamily="34" charset="-122"/>
                <a:cs typeface="Malgun Gothic" pitchFamily="34" charset="-120"/>
              </a:rPr>
              <a:t>김치</a:t>
            </a:r>
            <a:endParaRPr lang="en-US" sz="2600" dirty="0"/>
          </a:p>
        </p:txBody>
      </p:sp>
      <p:sp>
        <p:nvSpPr>
          <p:cNvPr id="24" name="Text 22"/>
          <p:cNvSpPr/>
          <p:nvPr/>
        </p:nvSpPr>
        <p:spPr>
          <a:xfrm>
            <a:off x="548640" y="6028944"/>
            <a:ext cx="3657600" cy="533400"/>
          </a:xfrm>
          <a:prstGeom prst="rect">
            <a:avLst/>
          </a:prstGeom>
          <a:noFill/>
          <a:ln/>
        </p:spPr>
        <p:txBody>
          <a:bodyPr wrap="square" rtlCol="0" anchor="ctr"/>
          <a:lstStyle/>
          <a:p>
            <a:pPr marL="0" indent="0" algn="ctr">
              <a:buNone/>
            </a:pPr>
            <a:r>
              <a:rPr lang="en-US" sz="1200" i="1" dirty="0">
                <a:solidFill>
                  <a:srgbClr val="FFFFFF"/>
                </a:solidFill>
                <a:latin typeface="Calibri" pitchFamily="34" charset="0"/>
                <a:ea typeface="Calibri" pitchFamily="34" charset="-122"/>
                <a:cs typeface="Calibri" pitchFamily="34" charset="-120"/>
              </a:rPr>
              <a:t>kim-chi</a:t>
            </a:r>
            <a:endParaRPr lang="en-US" sz="1200" dirty="0"/>
          </a:p>
        </p:txBody>
      </p:sp>
      <p:sp>
        <p:nvSpPr>
          <p:cNvPr id="25" name="Shape 23"/>
          <p:cNvSpPr/>
          <p:nvPr/>
        </p:nvSpPr>
        <p:spPr>
          <a:xfrm>
            <a:off x="4325112" y="5114544"/>
            <a:ext cx="3657600" cy="1524000"/>
          </a:xfrm>
          <a:prstGeom prst="roundRect">
            <a:avLst>
              <a:gd name="adj" fmla="val 6000"/>
            </a:avLst>
          </a:prstGeom>
          <a:solidFill>
            <a:srgbClr val="E8E5F8"/>
          </a:solidFill>
          <a:ln w="12700">
            <a:solidFill>
              <a:srgbClr val="E8E5F8"/>
            </a:solidFill>
            <a:prstDash val="solid"/>
          </a:ln>
        </p:spPr>
      </p:sp>
      <p:sp>
        <p:nvSpPr>
          <p:cNvPr id="26" name="Text 24"/>
          <p:cNvSpPr/>
          <p:nvPr/>
        </p:nvSpPr>
        <p:spPr>
          <a:xfrm>
            <a:off x="4325112" y="5251704"/>
            <a:ext cx="3657600" cy="762000"/>
          </a:xfrm>
          <a:prstGeom prst="rect">
            <a:avLst/>
          </a:prstGeom>
          <a:noFill/>
          <a:ln/>
        </p:spPr>
        <p:txBody>
          <a:bodyPr wrap="square" rtlCol="0" anchor="ctr"/>
          <a:lstStyle/>
          <a:p>
            <a:pPr marL="0" indent="0" algn="ctr">
              <a:buNone/>
            </a:pPr>
            <a:r>
              <a:rPr lang="en-US" sz="2600" b="1" dirty="0">
                <a:solidFill>
                  <a:srgbClr val="1A1A2E"/>
                </a:solidFill>
                <a:latin typeface="Malgun Gothic" pitchFamily="34" charset="0"/>
                <a:ea typeface="Malgun Gothic" pitchFamily="34" charset="-122"/>
                <a:cs typeface="Malgun Gothic" pitchFamily="34" charset="-120"/>
              </a:rPr>
              <a:t>라면</a:t>
            </a:r>
            <a:endParaRPr lang="en-US" sz="2600" dirty="0"/>
          </a:p>
        </p:txBody>
      </p:sp>
      <p:sp>
        <p:nvSpPr>
          <p:cNvPr id="27" name="Text 25"/>
          <p:cNvSpPr/>
          <p:nvPr/>
        </p:nvSpPr>
        <p:spPr>
          <a:xfrm>
            <a:off x="4325112" y="6028944"/>
            <a:ext cx="3657600" cy="533400"/>
          </a:xfrm>
          <a:prstGeom prst="rect">
            <a:avLst/>
          </a:prstGeom>
          <a:noFill/>
          <a:ln/>
        </p:spPr>
        <p:txBody>
          <a:bodyPr wrap="square" rtlCol="0" anchor="ctr"/>
          <a:lstStyle/>
          <a:p>
            <a:pPr marL="0" indent="0" algn="ctr">
              <a:buNone/>
            </a:pPr>
            <a:r>
              <a:rPr lang="en-US" sz="1200" i="1" dirty="0">
                <a:solidFill>
                  <a:srgbClr val="1A1A2E"/>
                </a:solidFill>
                <a:latin typeface="Calibri" pitchFamily="34" charset="0"/>
                <a:ea typeface="Calibri" pitchFamily="34" charset="-122"/>
                <a:cs typeface="Calibri" pitchFamily="34" charset="-120"/>
              </a:rPr>
              <a:t>ra-myeon</a:t>
            </a:r>
            <a:endParaRPr lang="en-US" sz="1200" dirty="0"/>
          </a:p>
        </p:txBody>
      </p:sp>
      <p:sp>
        <p:nvSpPr>
          <p:cNvPr id="30" name="Text 26"/>
          <p:cNvSpPr/>
          <p:nvPr/>
        </p:nvSpPr>
        <p:spPr>
          <a:xfrm>
            <a:off x="914400" y="6448044"/>
            <a:ext cx="4572000" cy="228600"/>
          </a:xfrm>
          <a:prstGeom prst="rect">
            <a:avLst/>
          </a:prstGeom>
          <a:noFill/>
          <a:ln/>
        </p:spPr>
        <p:txBody>
          <a:bodyPr wrap="square" rtlCol="0" anchor="ctr"/>
          <a:lstStyle/>
          <a:p>
            <a:pPr marL="0" indent="0">
              <a:buNone/>
            </a:pPr>
            <a:r>
              <a:rPr lang="en-US" sz="800" b="1" dirty="0">
                <a:solidFill>
                  <a:srgbClr val="6B6B7C"/>
                </a:solidFill>
                <a:latin typeface="Calibri" pitchFamily="34" charset="0"/>
                <a:ea typeface="Calibri" pitchFamily="34" charset="-122"/>
                <a:cs typeface="Calibri" pitchFamily="34" charset="-120"/>
              </a:rPr>
              <a:t>ACADEMIA SEÚL  ·  MÉTODO CHINGU™</a:t>
            </a:r>
            <a:endParaRPr lang="en-US" sz="800" dirty="0"/>
          </a:p>
        </p:txBody>
      </p:sp>
      <p:sp>
        <p:nvSpPr>
          <p:cNvPr id="31" name="Text 27"/>
          <p:cNvSpPr/>
          <p:nvPr/>
        </p:nvSpPr>
        <p:spPr>
          <a:xfrm>
            <a:off x="7315200" y="6492240"/>
            <a:ext cx="4572000" cy="228600"/>
          </a:xfrm>
          <a:prstGeom prst="rect">
            <a:avLst/>
          </a:prstGeom>
          <a:noFill/>
          <a:ln/>
        </p:spPr>
        <p:txBody>
          <a:bodyPr wrap="square" rtlCol="0" anchor="ctr"/>
          <a:lstStyle/>
          <a:p>
            <a:pPr marL="0" indent="0" algn="r">
              <a:buNone/>
            </a:pPr>
            <a:r>
              <a:rPr lang="en-US" sz="800" b="1" dirty="0">
                <a:solidFill>
                  <a:srgbClr val="6B6B7C"/>
                </a:solidFill>
                <a:latin typeface="Calibri" pitchFamily="34" charset="0"/>
                <a:ea typeface="Calibri" pitchFamily="34" charset="-122"/>
                <a:cs typeface="Calibri" pitchFamily="34" charset="-120"/>
              </a:rPr>
              <a:t>SES 18  ·  TALLER</a:t>
            </a:r>
            <a:endParaRPr lang="en-US" sz="800" dirty="0"/>
          </a:p>
        </p:txBody>
      </p:sp>
      <p:pic>
        <p:nvPicPr>
          <p:cNvPr id="32" name="Image 0" descr="/sessions/sleepy-zen-cray/mnt/outputs/deck_assets/logo_var2_azul.png">
            <a:extLst>
              <a:ext uri="{FF2B5EF4-FFF2-40B4-BE49-F238E27FC236}">
                <a16:creationId xmlns:a16="http://schemas.microsoft.com/office/drawing/2014/main" id="{9E7BCBBB-0371-80EB-AA94-F399E7705AB7}"/>
              </a:ext>
            </a:extLst>
          </p:cNvPr>
          <p:cNvPicPr>
            <a:picLocks noChangeAspect="1"/>
          </p:cNvPicPr>
          <p:nvPr/>
        </p:nvPicPr>
        <p:blipFill>
          <a:blip r:embed="rId3"/>
          <a:stretch>
            <a:fillRect/>
          </a:stretch>
        </p:blipFill>
        <p:spPr>
          <a:xfrm>
            <a:off x="9778365" y="-600075"/>
            <a:ext cx="2571750" cy="2571750"/>
          </a:xfrm>
          <a:prstGeom prst="rect">
            <a:avLst/>
          </a:prstGeom>
        </p:spPr>
      </p:pic>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marL="0" indent="0">
              <a:buNone/>
            </a:pPr>
            <a:r>
              <a:rPr lang="en-US" sz="900" b="1" kern="0" spc="600" dirty="0">
                <a:solidFill>
                  <a:srgbClr val="FF5C5C"/>
                </a:solidFill>
                <a:latin typeface="Calibri" pitchFamily="34" charset="0"/>
                <a:ea typeface="Calibri" pitchFamily="34" charset="-122"/>
                <a:cs typeface="Calibri" pitchFamily="34" charset="-120"/>
              </a:rPr>
              <a:t>§7.1 · NOMBRES</a:t>
            </a:r>
            <a:endParaRPr lang="en-US" sz="900" dirty="0"/>
          </a:p>
        </p:txBody>
      </p:sp>
      <p:sp>
        <p:nvSpPr>
          <p:cNvPr id="3" name="Text 1"/>
          <p:cNvSpPr/>
          <p:nvPr/>
        </p:nvSpPr>
        <p:spPr>
          <a:xfrm>
            <a:off x="548640" y="822960"/>
            <a:ext cx="10515600" cy="640080"/>
          </a:xfrm>
          <a:prstGeom prst="rect">
            <a:avLst/>
          </a:prstGeom>
          <a:noFill/>
          <a:ln/>
        </p:spPr>
        <p:txBody>
          <a:bodyPr wrap="square" rtlCol="0" anchor="ctr"/>
          <a:lstStyle/>
          <a:p>
            <a:pPr marL="0" indent="0">
              <a:buNone/>
            </a:pPr>
            <a:r>
              <a:rPr lang="en-US" sz="2600" b="1" dirty="0">
                <a:solidFill>
                  <a:srgbClr val="1A1A2E"/>
                </a:solidFill>
                <a:latin typeface="Calibri" pitchFamily="34" charset="0"/>
                <a:ea typeface="Calibri" pitchFamily="34" charset="-122"/>
                <a:cs typeface="Calibri" pitchFamily="34" charset="-120"/>
              </a:rPr>
              <a:t>Ejemplos de nombres en Hangul</a:t>
            </a:r>
            <a:endParaRPr lang="en-US" sz="2600" dirty="0"/>
          </a:p>
        </p:txBody>
      </p:sp>
      <p:sp>
        <p:nvSpPr>
          <p:cNvPr id="4" name="Shape 2"/>
          <p:cNvSpPr/>
          <p:nvPr/>
        </p:nvSpPr>
        <p:spPr>
          <a:xfrm>
            <a:off x="548640" y="1828800"/>
            <a:ext cx="3657600" cy="2286000"/>
          </a:xfrm>
          <a:prstGeom prst="roundRect">
            <a:avLst>
              <a:gd name="adj" fmla="val 4000"/>
            </a:avLst>
          </a:prstGeom>
          <a:solidFill>
            <a:srgbClr val="FF5C5C"/>
          </a:solidFill>
          <a:ln w="12700">
            <a:solidFill>
              <a:srgbClr val="FF5C5C"/>
            </a:solidFill>
            <a:prstDash val="solid"/>
          </a:ln>
        </p:spPr>
      </p:sp>
      <p:sp>
        <p:nvSpPr>
          <p:cNvPr id="5" name="Text 3"/>
          <p:cNvSpPr/>
          <p:nvPr/>
        </p:nvSpPr>
        <p:spPr>
          <a:xfrm>
            <a:off x="548640" y="1965960"/>
            <a:ext cx="3657600" cy="1143000"/>
          </a:xfrm>
          <a:prstGeom prst="rect">
            <a:avLst/>
          </a:prstGeom>
          <a:noFill/>
          <a:ln/>
        </p:spPr>
        <p:txBody>
          <a:bodyPr wrap="square" rtlCol="0" anchor="ctr"/>
          <a:lstStyle/>
          <a:p>
            <a:pPr marL="0" indent="0" algn="ctr">
              <a:buNone/>
            </a:pPr>
            <a:r>
              <a:rPr lang="en-US" sz="2600" b="1" dirty="0" err="1">
                <a:solidFill>
                  <a:srgbClr val="FFFFFF"/>
                </a:solidFill>
                <a:latin typeface="Malgun Gothic" pitchFamily="34" charset="0"/>
                <a:ea typeface="Malgun Gothic" pitchFamily="34" charset="-122"/>
                <a:cs typeface="Malgun Gothic" pitchFamily="34" charset="-120"/>
              </a:rPr>
              <a:t>아나</a:t>
            </a:r>
            <a:r>
              <a:rPr lang="en-US" sz="2600" b="1" dirty="0">
                <a:solidFill>
                  <a:srgbClr val="FFFFFF"/>
                </a:solidFill>
                <a:latin typeface="Malgun Gothic" pitchFamily="34" charset="0"/>
                <a:ea typeface="Malgun Gothic" pitchFamily="34" charset="-122"/>
                <a:cs typeface="Malgun Gothic" pitchFamily="34" charset="-120"/>
              </a:rPr>
              <a:t> </a:t>
            </a:r>
            <a:r>
              <a:rPr lang="ko-KR" altLang="es-CL" sz="2600" b="1" dirty="0">
                <a:solidFill>
                  <a:srgbClr val="FFFFFF"/>
                </a:solidFill>
                <a:latin typeface="Malgun Gothic" pitchFamily="34" charset="0"/>
                <a:ea typeface="Malgun Gothic" pitchFamily="34" charset="-122"/>
                <a:cs typeface="Malgun Gothic" pitchFamily="34" charset="-120"/>
              </a:rPr>
              <a:t>빅토리아</a:t>
            </a:r>
            <a:endParaRPr lang="en-US" sz="2600" dirty="0"/>
          </a:p>
        </p:txBody>
      </p:sp>
      <p:sp>
        <p:nvSpPr>
          <p:cNvPr id="6" name="Text 4"/>
          <p:cNvSpPr/>
          <p:nvPr/>
        </p:nvSpPr>
        <p:spPr>
          <a:xfrm>
            <a:off x="548640" y="3200400"/>
            <a:ext cx="3657600" cy="800100"/>
          </a:xfrm>
          <a:prstGeom prst="rect">
            <a:avLst/>
          </a:prstGeom>
          <a:noFill/>
          <a:ln/>
        </p:spPr>
        <p:txBody>
          <a:bodyPr wrap="square" rtlCol="0" anchor="ctr"/>
          <a:lstStyle/>
          <a:p>
            <a:pPr marL="0" indent="0" algn="ctr">
              <a:buNone/>
            </a:pPr>
            <a:r>
              <a:rPr lang="en-US" sz="1200" i="1" dirty="0">
                <a:solidFill>
                  <a:srgbClr val="FFFFFF"/>
                </a:solidFill>
                <a:latin typeface="Calibri" pitchFamily="34" charset="0"/>
                <a:ea typeface="Calibri" pitchFamily="34" charset="-122"/>
                <a:cs typeface="Calibri" pitchFamily="34" charset="-120"/>
              </a:rPr>
              <a:t>Ana</a:t>
            </a:r>
            <a:endParaRPr lang="en-US" sz="1200" dirty="0"/>
          </a:p>
        </p:txBody>
      </p:sp>
      <p:sp>
        <p:nvSpPr>
          <p:cNvPr id="7" name="Shape 5"/>
          <p:cNvSpPr/>
          <p:nvPr/>
        </p:nvSpPr>
        <p:spPr>
          <a:xfrm>
            <a:off x="4325112" y="1828800"/>
            <a:ext cx="3657600" cy="2286000"/>
          </a:xfrm>
          <a:prstGeom prst="roundRect">
            <a:avLst>
              <a:gd name="adj" fmla="val 4000"/>
            </a:avLst>
          </a:prstGeom>
          <a:solidFill>
            <a:srgbClr val="E8E5F8"/>
          </a:solidFill>
          <a:ln w="12700">
            <a:solidFill>
              <a:srgbClr val="E8E5F8"/>
            </a:solidFill>
            <a:prstDash val="solid"/>
          </a:ln>
        </p:spPr>
      </p:sp>
      <p:sp>
        <p:nvSpPr>
          <p:cNvPr id="8" name="Text 6"/>
          <p:cNvSpPr/>
          <p:nvPr/>
        </p:nvSpPr>
        <p:spPr>
          <a:xfrm>
            <a:off x="4325112" y="1965960"/>
            <a:ext cx="3657600" cy="1143000"/>
          </a:xfrm>
          <a:prstGeom prst="rect">
            <a:avLst/>
          </a:prstGeom>
          <a:noFill/>
          <a:ln/>
        </p:spPr>
        <p:txBody>
          <a:bodyPr wrap="square" rtlCol="0" anchor="ctr"/>
          <a:lstStyle/>
          <a:p>
            <a:pPr marL="0" indent="0" algn="ctr">
              <a:buNone/>
            </a:pPr>
            <a:r>
              <a:rPr lang="en-US" sz="2600" b="1" dirty="0">
                <a:solidFill>
                  <a:srgbClr val="1A1A2E"/>
                </a:solidFill>
                <a:latin typeface="Malgun Gothic" pitchFamily="34" charset="0"/>
                <a:ea typeface="Malgun Gothic" pitchFamily="34" charset="-122"/>
                <a:cs typeface="Malgun Gothic" pitchFamily="34" charset="-120"/>
              </a:rPr>
              <a:t>마리아</a:t>
            </a:r>
            <a:endParaRPr lang="en-US" sz="2600" dirty="0"/>
          </a:p>
        </p:txBody>
      </p:sp>
      <p:sp>
        <p:nvSpPr>
          <p:cNvPr id="9" name="Text 7"/>
          <p:cNvSpPr/>
          <p:nvPr/>
        </p:nvSpPr>
        <p:spPr>
          <a:xfrm>
            <a:off x="4325112" y="3200400"/>
            <a:ext cx="3657600" cy="800100"/>
          </a:xfrm>
          <a:prstGeom prst="rect">
            <a:avLst/>
          </a:prstGeom>
          <a:noFill/>
          <a:ln/>
        </p:spPr>
        <p:txBody>
          <a:bodyPr wrap="square" rtlCol="0" anchor="ctr"/>
          <a:lstStyle/>
          <a:p>
            <a:pPr marL="0" indent="0" algn="ctr">
              <a:buNone/>
            </a:pPr>
            <a:r>
              <a:rPr lang="en-US" sz="1200" i="1" dirty="0">
                <a:solidFill>
                  <a:srgbClr val="1A1A2E"/>
                </a:solidFill>
                <a:latin typeface="Calibri" pitchFamily="34" charset="0"/>
                <a:ea typeface="Calibri" pitchFamily="34" charset="-122"/>
                <a:cs typeface="Calibri" pitchFamily="34" charset="-120"/>
              </a:rPr>
              <a:t>María</a:t>
            </a:r>
            <a:endParaRPr lang="en-US" sz="1200" dirty="0"/>
          </a:p>
        </p:txBody>
      </p:sp>
      <p:sp>
        <p:nvSpPr>
          <p:cNvPr id="10" name="Shape 8"/>
          <p:cNvSpPr/>
          <p:nvPr/>
        </p:nvSpPr>
        <p:spPr>
          <a:xfrm>
            <a:off x="8101584" y="1828800"/>
            <a:ext cx="3657600" cy="2286000"/>
          </a:xfrm>
          <a:prstGeom prst="roundRect">
            <a:avLst>
              <a:gd name="adj" fmla="val 4000"/>
            </a:avLst>
          </a:prstGeom>
          <a:solidFill>
            <a:srgbClr val="3D2EE8"/>
          </a:solidFill>
          <a:ln w="12700">
            <a:solidFill>
              <a:srgbClr val="3D2EE8"/>
            </a:solidFill>
            <a:prstDash val="solid"/>
          </a:ln>
        </p:spPr>
      </p:sp>
      <p:sp>
        <p:nvSpPr>
          <p:cNvPr id="11" name="Text 9"/>
          <p:cNvSpPr/>
          <p:nvPr/>
        </p:nvSpPr>
        <p:spPr>
          <a:xfrm>
            <a:off x="8101584" y="1965960"/>
            <a:ext cx="3657600" cy="1143000"/>
          </a:xfrm>
          <a:prstGeom prst="rect">
            <a:avLst/>
          </a:prstGeom>
          <a:noFill/>
          <a:ln/>
        </p:spPr>
        <p:txBody>
          <a:bodyPr wrap="square" rtlCol="0" anchor="ctr"/>
          <a:lstStyle/>
          <a:p>
            <a:pPr marL="0" indent="0" algn="ctr">
              <a:buNone/>
            </a:pPr>
            <a:r>
              <a:rPr lang="en-US" sz="2600" b="1" dirty="0">
                <a:solidFill>
                  <a:srgbClr val="FFFFFF"/>
                </a:solidFill>
                <a:latin typeface="Malgun Gothic" pitchFamily="34" charset="0"/>
                <a:ea typeface="Malgun Gothic" pitchFamily="34" charset="-122"/>
                <a:cs typeface="Malgun Gothic" pitchFamily="34" charset="-120"/>
              </a:rPr>
              <a:t>루이스</a:t>
            </a:r>
            <a:endParaRPr lang="en-US" sz="2600" dirty="0"/>
          </a:p>
        </p:txBody>
      </p:sp>
      <p:sp>
        <p:nvSpPr>
          <p:cNvPr id="12" name="Text 10"/>
          <p:cNvSpPr/>
          <p:nvPr/>
        </p:nvSpPr>
        <p:spPr>
          <a:xfrm>
            <a:off x="8101584" y="3200400"/>
            <a:ext cx="3657600" cy="800100"/>
          </a:xfrm>
          <a:prstGeom prst="rect">
            <a:avLst/>
          </a:prstGeom>
          <a:noFill/>
          <a:ln/>
        </p:spPr>
        <p:txBody>
          <a:bodyPr wrap="square" rtlCol="0" anchor="ctr"/>
          <a:lstStyle/>
          <a:p>
            <a:pPr marL="0" indent="0" algn="ctr">
              <a:buNone/>
            </a:pPr>
            <a:r>
              <a:rPr lang="en-US" sz="1200" i="1" dirty="0">
                <a:solidFill>
                  <a:srgbClr val="FFFFFF"/>
                </a:solidFill>
                <a:latin typeface="Calibri" pitchFamily="34" charset="0"/>
                <a:ea typeface="Calibri" pitchFamily="34" charset="-122"/>
                <a:cs typeface="Calibri" pitchFamily="34" charset="-120"/>
              </a:rPr>
              <a:t>Luis (lu-i-seu)</a:t>
            </a:r>
            <a:endParaRPr lang="en-US" sz="1200" dirty="0"/>
          </a:p>
        </p:txBody>
      </p:sp>
      <p:sp>
        <p:nvSpPr>
          <p:cNvPr id="13" name="Shape 11"/>
          <p:cNvSpPr/>
          <p:nvPr/>
        </p:nvSpPr>
        <p:spPr>
          <a:xfrm>
            <a:off x="548640" y="4233672"/>
            <a:ext cx="3657600" cy="2286000"/>
          </a:xfrm>
          <a:prstGeom prst="roundRect">
            <a:avLst>
              <a:gd name="adj" fmla="val 4000"/>
            </a:avLst>
          </a:prstGeom>
          <a:solidFill>
            <a:srgbClr val="FF5C5C"/>
          </a:solidFill>
          <a:ln w="12700">
            <a:solidFill>
              <a:srgbClr val="FF5C5C"/>
            </a:solidFill>
            <a:prstDash val="solid"/>
          </a:ln>
        </p:spPr>
      </p:sp>
      <p:sp>
        <p:nvSpPr>
          <p:cNvPr id="14" name="Text 12"/>
          <p:cNvSpPr/>
          <p:nvPr/>
        </p:nvSpPr>
        <p:spPr>
          <a:xfrm>
            <a:off x="548640" y="4370832"/>
            <a:ext cx="3657600" cy="1143000"/>
          </a:xfrm>
          <a:prstGeom prst="rect">
            <a:avLst/>
          </a:prstGeom>
          <a:noFill/>
          <a:ln/>
        </p:spPr>
        <p:txBody>
          <a:bodyPr wrap="square" rtlCol="0" anchor="ctr"/>
          <a:lstStyle/>
          <a:p>
            <a:pPr marL="0" indent="0" algn="ctr">
              <a:buNone/>
            </a:pPr>
            <a:r>
              <a:rPr lang="en-US" sz="2600" b="1" dirty="0">
                <a:solidFill>
                  <a:srgbClr val="FFFFFF"/>
                </a:solidFill>
                <a:latin typeface="Malgun Gothic" pitchFamily="34" charset="0"/>
                <a:ea typeface="Malgun Gothic" pitchFamily="34" charset="-122"/>
                <a:cs typeface="Malgun Gothic" pitchFamily="34" charset="-120"/>
              </a:rPr>
              <a:t>디에고</a:t>
            </a:r>
            <a:endParaRPr lang="en-US" sz="2600" dirty="0"/>
          </a:p>
        </p:txBody>
      </p:sp>
      <p:sp>
        <p:nvSpPr>
          <p:cNvPr id="15" name="Text 13"/>
          <p:cNvSpPr/>
          <p:nvPr/>
        </p:nvSpPr>
        <p:spPr>
          <a:xfrm>
            <a:off x="548640" y="5605272"/>
            <a:ext cx="3657600" cy="800100"/>
          </a:xfrm>
          <a:prstGeom prst="rect">
            <a:avLst/>
          </a:prstGeom>
          <a:noFill/>
          <a:ln/>
        </p:spPr>
        <p:txBody>
          <a:bodyPr wrap="square" rtlCol="0" anchor="ctr"/>
          <a:lstStyle/>
          <a:p>
            <a:pPr marL="0" indent="0" algn="ctr">
              <a:buNone/>
            </a:pPr>
            <a:r>
              <a:rPr lang="en-US" sz="1200" i="1" dirty="0">
                <a:solidFill>
                  <a:srgbClr val="FFFFFF"/>
                </a:solidFill>
                <a:latin typeface="Calibri" pitchFamily="34" charset="0"/>
                <a:ea typeface="Calibri" pitchFamily="34" charset="-122"/>
                <a:cs typeface="Calibri" pitchFamily="34" charset="-120"/>
              </a:rPr>
              <a:t>Diego</a:t>
            </a:r>
            <a:endParaRPr lang="en-US" sz="1200" dirty="0"/>
          </a:p>
        </p:txBody>
      </p:sp>
      <p:sp>
        <p:nvSpPr>
          <p:cNvPr id="16" name="Shape 14"/>
          <p:cNvSpPr/>
          <p:nvPr/>
        </p:nvSpPr>
        <p:spPr>
          <a:xfrm>
            <a:off x="4325112" y="4233672"/>
            <a:ext cx="3657600" cy="2286000"/>
          </a:xfrm>
          <a:prstGeom prst="roundRect">
            <a:avLst>
              <a:gd name="adj" fmla="val 4000"/>
            </a:avLst>
          </a:prstGeom>
          <a:solidFill>
            <a:srgbClr val="E8E5F8"/>
          </a:solidFill>
          <a:ln w="12700">
            <a:solidFill>
              <a:srgbClr val="E8E5F8"/>
            </a:solidFill>
            <a:prstDash val="solid"/>
          </a:ln>
        </p:spPr>
      </p:sp>
      <p:sp>
        <p:nvSpPr>
          <p:cNvPr id="17" name="Text 15"/>
          <p:cNvSpPr/>
          <p:nvPr/>
        </p:nvSpPr>
        <p:spPr>
          <a:xfrm>
            <a:off x="4325112" y="4370832"/>
            <a:ext cx="3657600" cy="1143000"/>
          </a:xfrm>
          <a:prstGeom prst="rect">
            <a:avLst/>
          </a:prstGeom>
          <a:noFill/>
          <a:ln/>
        </p:spPr>
        <p:txBody>
          <a:bodyPr wrap="square" rtlCol="0" anchor="ctr"/>
          <a:lstStyle/>
          <a:p>
            <a:pPr marL="0" indent="0" algn="ctr">
              <a:buNone/>
            </a:pPr>
            <a:r>
              <a:rPr lang="en-US" sz="2600" b="1" dirty="0">
                <a:solidFill>
                  <a:srgbClr val="1A1A2E"/>
                </a:solidFill>
                <a:latin typeface="Malgun Gothic" pitchFamily="34" charset="0"/>
                <a:ea typeface="Malgun Gothic" pitchFamily="34" charset="-122"/>
                <a:cs typeface="Malgun Gothic" pitchFamily="34" charset="-120"/>
              </a:rPr>
              <a:t>카롤리나</a:t>
            </a:r>
            <a:endParaRPr lang="en-US" sz="2600" dirty="0"/>
          </a:p>
        </p:txBody>
      </p:sp>
      <p:sp>
        <p:nvSpPr>
          <p:cNvPr id="18" name="Text 16"/>
          <p:cNvSpPr/>
          <p:nvPr/>
        </p:nvSpPr>
        <p:spPr>
          <a:xfrm>
            <a:off x="4325112" y="5605272"/>
            <a:ext cx="3657600" cy="800100"/>
          </a:xfrm>
          <a:prstGeom prst="rect">
            <a:avLst/>
          </a:prstGeom>
          <a:noFill/>
          <a:ln/>
        </p:spPr>
        <p:txBody>
          <a:bodyPr wrap="square" rtlCol="0" anchor="ctr"/>
          <a:lstStyle/>
          <a:p>
            <a:pPr marL="0" indent="0" algn="ctr">
              <a:buNone/>
            </a:pPr>
            <a:r>
              <a:rPr lang="en-US" sz="1200" i="1" dirty="0">
                <a:solidFill>
                  <a:srgbClr val="1A1A2E"/>
                </a:solidFill>
                <a:latin typeface="Calibri" pitchFamily="34" charset="0"/>
                <a:ea typeface="Calibri" pitchFamily="34" charset="-122"/>
                <a:cs typeface="Calibri" pitchFamily="34" charset="-120"/>
              </a:rPr>
              <a:t>Carolina</a:t>
            </a:r>
            <a:endParaRPr lang="en-US" sz="1200" dirty="0"/>
          </a:p>
        </p:txBody>
      </p:sp>
      <p:sp>
        <p:nvSpPr>
          <p:cNvPr id="19" name="Shape 17"/>
          <p:cNvSpPr/>
          <p:nvPr/>
        </p:nvSpPr>
        <p:spPr>
          <a:xfrm>
            <a:off x="8101584" y="4233672"/>
            <a:ext cx="3657600" cy="2286000"/>
          </a:xfrm>
          <a:prstGeom prst="roundRect">
            <a:avLst>
              <a:gd name="adj" fmla="val 4000"/>
            </a:avLst>
          </a:prstGeom>
          <a:solidFill>
            <a:srgbClr val="3D2EE8"/>
          </a:solidFill>
          <a:ln w="12700">
            <a:solidFill>
              <a:srgbClr val="3D2EE8"/>
            </a:solidFill>
            <a:prstDash val="solid"/>
          </a:ln>
        </p:spPr>
      </p:sp>
      <p:sp>
        <p:nvSpPr>
          <p:cNvPr id="20" name="Text 18"/>
          <p:cNvSpPr/>
          <p:nvPr/>
        </p:nvSpPr>
        <p:spPr>
          <a:xfrm>
            <a:off x="8101584" y="4370832"/>
            <a:ext cx="3657600" cy="1143000"/>
          </a:xfrm>
          <a:prstGeom prst="rect">
            <a:avLst/>
          </a:prstGeom>
          <a:noFill/>
          <a:ln/>
        </p:spPr>
        <p:txBody>
          <a:bodyPr wrap="square" rtlCol="0" anchor="ctr"/>
          <a:lstStyle/>
          <a:p>
            <a:pPr marL="0" indent="0" algn="ctr">
              <a:buNone/>
            </a:pPr>
            <a:r>
              <a:rPr lang="ko-KR" altLang="es-CL" sz="2600" b="1" dirty="0">
                <a:solidFill>
                  <a:srgbClr val="FFFFFF"/>
                </a:solidFill>
                <a:latin typeface="Malgun Gothic" pitchFamily="34" charset="0"/>
                <a:ea typeface="Malgun Gothic" pitchFamily="34" charset="-122"/>
                <a:cs typeface="Malgun Gothic" pitchFamily="34" charset="-120"/>
              </a:rPr>
              <a:t>김재희</a:t>
            </a:r>
            <a:endParaRPr lang="en-US" sz="2600" dirty="0"/>
          </a:p>
        </p:txBody>
      </p:sp>
      <p:sp>
        <p:nvSpPr>
          <p:cNvPr id="21" name="Text 19"/>
          <p:cNvSpPr/>
          <p:nvPr/>
        </p:nvSpPr>
        <p:spPr>
          <a:xfrm>
            <a:off x="8101584" y="5605272"/>
            <a:ext cx="3657600" cy="800100"/>
          </a:xfrm>
          <a:prstGeom prst="rect">
            <a:avLst/>
          </a:prstGeom>
          <a:noFill/>
          <a:ln/>
        </p:spPr>
        <p:txBody>
          <a:bodyPr wrap="square" rtlCol="0" anchor="ctr"/>
          <a:lstStyle/>
          <a:p>
            <a:pPr marL="0" indent="0" algn="ctr">
              <a:buNone/>
            </a:pPr>
            <a:r>
              <a:rPr lang="en-US" sz="1200" i="1" dirty="0">
                <a:solidFill>
                  <a:srgbClr val="FFFFFF"/>
                </a:solidFill>
                <a:latin typeface="Calibri" pitchFamily="34" charset="0"/>
                <a:ea typeface="Calibri" pitchFamily="34" charset="-122"/>
                <a:cs typeface="Calibri" pitchFamily="34" charset="-120"/>
              </a:rPr>
              <a:t>Jay (jeyi)</a:t>
            </a:r>
            <a:endParaRPr lang="en-US" sz="1200" dirty="0"/>
          </a:p>
        </p:txBody>
      </p:sp>
      <p:sp>
        <p:nvSpPr>
          <p:cNvPr id="24" name="Text 20"/>
          <p:cNvSpPr/>
          <p:nvPr/>
        </p:nvSpPr>
        <p:spPr>
          <a:xfrm>
            <a:off x="729672" y="6278880"/>
            <a:ext cx="4572000" cy="228600"/>
          </a:xfrm>
          <a:prstGeom prst="rect">
            <a:avLst/>
          </a:prstGeom>
          <a:noFill/>
          <a:ln/>
        </p:spPr>
        <p:txBody>
          <a:bodyPr wrap="square" rtlCol="0" anchor="ctr"/>
          <a:lstStyle/>
          <a:p>
            <a:pPr marL="0" indent="0">
              <a:buNone/>
            </a:pPr>
            <a:r>
              <a:rPr lang="en-US" sz="800" b="1" dirty="0">
                <a:solidFill>
                  <a:srgbClr val="6B6B7C"/>
                </a:solidFill>
                <a:latin typeface="Calibri" pitchFamily="34" charset="0"/>
                <a:ea typeface="Calibri" pitchFamily="34" charset="-122"/>
                <a:cs typeface="Calibri" pitchFamily="34" charset="-120"/>
              </a:rPr>
              <a:t>ACADEMIA SEÚL  ·  MÉTODO CHINGU™</a:t>
            </a:r>
            <a:endParaRPr lang="en-US" sz="800" dirty="0"/>
          </a:p>
        </p:txBody>
      </p:sp>
      <p:sp>
        <p:nvSpPr>
          <p:cNvPr id="25" name="Text 21"/>
          <p:cNvSpPr/>
          <p:nvPr/>
        </p:nvSpPr>
        <p:spPr>
          <a:xfrm>
            <a:off x="7315200" y="6492240"/>
            <a:ext cx="4572000" cy="228600"/>
          </a:xfrm>
          <a:prstGeom prst="rect">
            <a:avLst/>
          </a:prstGeom>
          <a:noFill/>
          <a:ln/>
        </p:spPr>
        <p:txBody>
          <a:bodyPr wrap="square" rtlCol="0" anchor="ctr"/>
          <a:lstStyle/>
          <a:p>
            <a:pPr marL="0" indent="0" algn="r">
              <a:buNone/>
            </a:pPr>
            <a:r>
              <a:rPr lang="en-US" sz="800" b="1" dirty="0">
                <a:solidFill>
                  <a:srgbClr val="6B6B7C"/>
                </a:solidFill>
                <a:latin typeface="Calibri" pitchFamily="34" charset="0"/>
                <a:ea typeface="Calibri" pitchFamily="34" charset="-122"/>
                <a:cs typeface="Calibri" pitchFamily="34" charset="-120"/>
              </a:rPr>
              <a:t>SES 20  ·  TALLER</a:t>
            </a:r>
            <a:endParaRPr lang="en-US" sz="800" dirty="0"/>
          </a:p>
        </p:txBody>
      </p:sp>
      <p:pic>
        <p:nvPicPr>
          <p:cNvPr id="27" name="Image 0" descr="/sessions/sleepy-zen-cray/mnt/outputs/deck_assets/logo_var2_azul.png">
            <a:extLst>
              <a:ext uri="{FF2B5EF4-FFF2-40B4-BE49-F238E27FC236}">
                <a16:creationId xmlns:a16="http://schemas.microsoft.com/office/drawing/2014/main" id="{19B329AB-E6A5-F5F1-6D9E-ACF918DCE749}"/>
              </a:ext>
            </a:extLst>
          </p:cNvPr>
          <p:cNvPicPr>
            <a:picLocks noChangeAspect="1"/>
          </p:cNvPicPr>
          <p:nvPr/>
        </p:nvPicPr>
        <p:blipFill>
          <a:blip r:embed="rId3"/>
          <a:stretch>
            <a:fillRect/>
          </a:stretch>
        </p:blipFill>
        <p:spPr>
          <a:xfrm>
            <a:off x="9778365" y="-600075"/>
            <a:ext cx="2571750" cy="2571750"/>
          </a:xfrm>
          <a:prstGeom prst="rect">
            <a:avLst/>
          </a:prstGeom>
        </p:spPr>
      </p:pic>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21">
    <p:bg>
      <p:bgPr>
        <a:solidFill>
          <a:srgbClr val="3D2EE8"/>
        </a:solidFill>
        <a:effectLst/>
      </p:bgPr>
    </p:bg>
    <p:spTree>
      <p:nvGrpSpPr>
        <p:cNvPr id="1" name=""/>
        <p:cNvGrpSpPr/>
        <p:nvPr/>
      </p:nvGrpSpPr>
      <p:grpSpPr>
        <a:xfrm>
          <a:off x="0" y="0"/>
          <a:ext cx="0" cy="0"/>
          <a:chOff x="0" y="0"/>
          <a:chExt cx="0" cy="0"/>
        </a:xfrm>
      </p:grpSpPr>
      <p:pic>
        <p:nvPicPr>
          <p:cNvPr id="2" name="Image 0" descr="/sessions/sleepy-zen-cray/mnt/outputs/deck_assets/logo_principal_blanco.png"/>
          <p:cNvPicPr>
            <a:picLocks noChangeAspect="1"/>
          </p:cNvPicPr>
          <p:nvPr/>
        </p:nvPicPr>
        <p:blipFill>
          <a:blip r:embed="rId3"/>
          <a:stretch>
            <a:fillRect/>
          </a:stretch>
        </p:blipFill>
        <p:spPr>
          <a:xfrm>
            <a:off x="5623560" y="274320"/>
            <a:ext cx="914400" cy="914400"/>
          </a:xfrm>
          <a:prstGeom prst="rect">
            <a:avLst/>
          </a:prstGeom>
        </p:spPr>
      </p:pic>
      <p:sp>
        <p:nvSpPr>
          <p:cNvPr id="3" name="Text 0"/>
          <p:cNvSpPr/>
          <p:nvPr/>
        </p:nvSpPr>
        <p:spPr>
          <a:xfrm>
            <a:off x="0" y="1325880"/>
            <a:ext cx="12161520" cy="274320"/>
          </a:xfrm>
          <a:prstGeom prst="rect">
            <a:avLst/>
          </a:prstGeom>
          <a:noFill/>
          <a:ln/>
        </p:spPr>
        <p:txBody>
          <a:bodyPr wrap="square" rtlCol="0" anchor="ctr"/>
          <a:lstStyle/>
          <a:p>
            <a:pPr marL="0" indent="0" algn="ctr">
              <a:buNone/>
            </a:pPr>
            <a:r>
              <a:rPr lang="en-US" sz="1200" b="1" kern="0" spc="800" dirty="0">
                <a:solidFill>
                  <a:srgbClr val="FFFFFF"/>
                </a:solidFill>
                <a:latin typeface="Calibri" pitchFamily="34" charset="0"/>
                <a:ea typeface="Calibri" pitchFamily="34" charset="-122"/>
                <a:cs typeface="Calibri" pitchFamily="34" charset="-120"/>
              </a:rPr>
              <a:t>LO LOGRASTE!</a:t>
            </a:r>
            <a:endParaRPr lang="en-US" sz="1200" dirty="0"/>
          </a:p>
        </p:txBody>
      </p:sp>
      <p:sp>
        <p:nvSpPr>
          <p:cNvPr id="4" name="Text 1"/>
          <p:cNvSpPr/>
          <p:nvPr/>
        </p:nvSpPr>
        <p:spPr>
          <a:xfrm>
            <a:off x="0" y="1691640"/>
            <a:ext cx="12161520" cy="640080"/>
          </a:xfrm>
          <a:prstGeom prst="rect">
            <a:avLst/>
          </a:prstGeom>
          <a:noFill/>
          <a:ln/>
        </p:spPr>
        <p:txBody>
          <a:bodyPr wrap="square" rtlCol="0" anchor="ctr"/>
          <a:lstStyle/>
          <a:p>
            <a:pPr marL="0" indent="0" algn="ctr">
              <a:buNone/>
            </a:pPr>
            <a:r>
              <a:rPr lang="en-US" sz="3000" b="1" dirty="0">
                <a:solidFill>
                  <a:srgbClr val="FFFFFF"/>
                </a:solidFill>
                <a:latin typeface="Calibri" pitchFamily="34" charset="0"/>
                <a:ea typeface="Calibri" pitchFamily="34" charset="-122"/>
                <a:cs typeface="Calibri" pitchFamily="34" charset="-120"/>
              </a:rPr>
              <a:t>Recapitulemos</a:t>
            </a:r>
            <a:endParaRPr lang="en-US" sz="3000" dirty="0"/>
          </a:p>
        </p:txBody>
      </p:sp>
      <p:sp>
        <p:nvSpPr>
          <p:cNvPr id="5" name="Shape 2"/>
          <p:cNvSpPr/>
          <p:nvPr/>
        </p:nvSpPr>
        <p:spPr>
          <a:xfrm>
            <a:off x="1371600" y="2606039"/>
            <a:ext cx="9418320" cy="3102033"/>
          </a:xfrm>
          <a:prstGeom prst="roundRect">
            <a:avLst>
              <a:gd name="adj" fmla="val 5000"/>
            </a:avLst>
          </a:prstGeom>
          <a:solidFill>
            <a:srgbClr val="FFFFFF"/>
          </a:solidFill>
          <a:ln w="12700">
            <a:solidFill>
              <a:srgbClr val="FFFFFF"/>
            </a:solidFill>
            <a:prstDash val="solid"/>
          </a:ln>
        </p:spPr>
      </p:sp>
      <p:sp>
        <p:nvSpPr>
          <p:cNvPr id="6" name="Text 3"/>
          <p:cNvSpPr/>
          <p:nvPr/>
        </p:nvSpPr>
        <p:spPr>
          <a:xfrm>
            <a:off x="1645920" y="2788920"/>
            <a:ext cx="8869680" cy="2377440"/>
          </a:xfrm>
          <a:prstGeom prst="rect">
            <a:avLst/>
          </a:prstGeom>
          <a:noFill/>
          <a:ln/>
        </p:spPr>
        <p:txBody>
          <a:bodyPr wrap="square" rtlCol="0" anchor="t"/>
          <a:lstStyle/>
          <a:p>
            <a:pPr marL="0" indent="0">
              <a:lnSpc>
                <a:spcPct val="150000"/>
              </a:lnSpc>
              <a:buNone/>
            </a:pPr>
            <a:r>
              <a:rPr lang="en-US" sz="1500" dirty="0">
                <a:solidFill>
                  <a:srgbClr val="1A1A2E"/>
                </a:solidFill>
                <a:latin typeface="Calibri" pitchFamily="34" charset="0"/>
                <a:ea typeface="Calibri" pitchFamily="34" charset="-122"/>
                <a:cs typeface="Calibri" pitchFamily="34" charset="-120"/>
              </a:rPr>
              <a:t>✅ Las 6 vocales: ㅏ ㅓ ㅗ ㅜ ㅡ ㅣ</a:t>
            </a:r>
            <a:endParaRPr lang="en-US" sz="1500" dirty="0"/>
          </a:p>
          <a:p>
            <a:pPr marL="0" indent="0">
              <a:lnSpc>
                <a:spcPct val="150000"/>
              </a:lnSpc>
              <a:buNone/>
            </a:pPr>
            <a:r>
              <a:rPr lang="en-US" sz="1500" dirty="0">
                <a:solidFill>
                  <a:srgbClr val="1A1A2E"/>
                </a:solidFill>
                <a:latin typeface="Calibri" pitchFamily="34" charset="0"/>
                <a:ea typeface="Calibri" pitchFamily="34" charset="-122"/>
                <a:cs typeface="Calibri" pitchFamily="34" charset="-120"/>
              </a:rPr>
              <a:t>✅ 7 consonantes: ㄱ ㄴ ㄷ ㄹ ㅁ ㅂ ㅅ</a:t>
            </a:r>
            <a:endParaRPr lang="en-US" sz="1500" dirty="0"/>
          </a:p>
          <a:p>
            <a:pPr marL="0" indent="0">
              <a:lnSpc>
                <a:spcPct val="150000"/>
              </a:lnSpc>
              <a:buNone/>
            </a:pPr>
            <a:r>
              <a:rPr lang="en-US" sz="1500" dirty="0">
                <a:solidFill>
                  <a:srgbClr val="1A1A2E"/>
                </a:solidFill>
                <a:latin typeface="Calibri" pitchFamily="34" charset="0"/>
                <a:ea typeface="Calibri" pitchFamily="34" charset="-122"/>
                <a:cs typeface="Calibri" pitchFamily="34" charset="-120"/>
              </a:rPr>
              <a:t>✅ Construcción de sílabas (2 reglas)</a:t>
            </a:r>
            <a:endParaRPr lang="en-US" sz="1500" dirty="0"/>
          </a:p>
          <a:p>
            <a:pPr marL="0" indent="0">
              <a:lnSpc>
                <a:spcPct val="150000"/>
              </a:lnSpc>
              <a:buNone/>
            </a:pPr>
            <a:r>
              <a:rPr lang="en-US" sz="1500" dirty="0">
                <a:solidFill>
                  <a:srgbClr val="1A1A2E"/>
                </a:solidFill>
                <a:latin typeface="Calibri" pitchFamily="34" charset="0"/>
                <a:ea typeface="Calibri" pitchFamily="34" charset="-122"/>
                <a:cs typeface="Calibri" pitchFamily="34" charset="-120"/>
              </a:rPr>
              <a:t>✅ Lectura de palabras reales</a:t>
            </a:r>
            <a:endParaRPr lang="en-US" sz="1500" dirty="0"/>
          </a:p>
          <a:p>
            <a:pPr marL="0" indent="0">
              <a:lnSpc>
                <a:spcPct val="150000"/>
              </a:lnSpc>
              <a:buNone/>
            </a:pPr>
            <a:r>
              <a:rPr lang="en-US" sz="1500" dirty="0">
                <a:solidFill>
                  <a:srgbClr val="1A1A2E"/>
                </a:solidFill>
                <a:latin typeface="Calibri" pitchFamily="34" charset="0"/>
                <a:ea typeface="Calibri" pitchFamily="34" charset="-122"/>
                <a:cs typeface="Calibri" pitchFamily="34" charset="-120"/>
              </a:rPr>
              <a:t>✅ Tu propio nombre en Hangul</a:t>
            </a:r>
            <a:endParaRPr lang="en-US" sz="1500" dirty="0"/>
          </a:p>
          <a:p>
            <a:pPr marL="0" indent="0">
              <a:lnSpc>
                <a:spcPct val="150000"/>
              </a:lnSpc>
              <a:buNone/>
            </a:pPr>
            <a:endParaRPr lang="en-US" sz="1500" dirty="0"/>
          </a:p>
          <a:p>
            <a:pPr marL="0" indent="0">
              <a:lnSpc>
                <a:spcPct val="150000"/>
              </a:lnSpc>
              <a:buNone/>
            </a:pPr>
            <a:r>
              <a:rPr lang="en-US" sz="1500" dirty="0">
                <a:solidFill>
                  <a:srgbClr val="1A1A2E"/>
                </a:solidFill>
                <a:latin typeface="Calibri" pitchFamily="34" charset="0"/>
                <a:ea typeface="Calibri" pitchFamily="34" charset="-122"/>
                <a:cs typeface="Calibri" pitchFamily="34" charset="-120"/>
              </a:rPr>
              <a:t>En 60 minutos aprendieron 13 letras + reglas de combinación.</a:t>
            </a:r>
            <a:endParaRPr lang="en-US" sz="1500" dirty="0"/>
          </a:p>
          <a:p>
            <a:pPr marL="0" indent="0">
              <a:lnSpc>
                <a:spcPct val="150000"/>
              </a:lnSpc>
              <a:buNone/>
            </a:pPr>
            <a:r>
              <a:rPr lang="en-US" sz="1500" dirty="0">
                <a:solidFill>
                  <a:srgbClr val="1A1A2E"/>
                </a:solidFill>
                <a:latin typeface="Calibri" pitchFamily="34" charset="0"/>
                <a:ea typeface="Calibri" pitchFamily="34" charset="-122"/>
                <a:cs typeface="Calibri" pitchFamily="34" charset="-120"/>
              </a:rPr>
              <a:t>La gente paga $200 USD por cursos que enseñan menos.</a:t>
            </a:r>
            <a:endParaRPr lang="en-US" sz="1500" dirty="0"/>
          </a:p>
        </p:txBody>
      </p:sp>
      <p:sp>
        <p:nvSpPr>
          <p:cNvPr id="7" name="Text 4"/>
          <p:cNvSpPr/>
          <p:nvPr/>
        </p:nvSpPr>
        <p:spPr>
          <a:xfrm>
            <a:off x="0" y="5799511"/>
            <a:ext cx="12161520" cy="365760"/>
          </a:xfrm>
          <a:prstGeom prst="rect">
            <a:avLst/>
          </a:prstGeom>
          <a:noFill/>
          <a:ln/>
        </p:spPr>
        <p:txBody>
          <a:bodyPr wrap="square" rtlCol="0" anchor="ctr"/>
          <a:lstStyle/>
          <a:p>
            <a:pPr marL="0" indent="0" algn="ctr">
              <a:buNone/>
            </a:pPr>
            <a:r>
              <a:rPr lang="en-US" sz="1200" b="1" kern="0" spc="600" dirty="0">
                <a:solidFill>
                  <a:srgbClr val="FFFFFF"/>
                </a:solidFill>
                <a:latin typeface="Calibri" pitchFamily="34" charset="0"/>
                <a:ea typeface="Calibri" pitchFamily="34" charset="-122"/>
                <a:cs typeface="Calibri" pitchFamily="34" charset="-120"/>
              </a:rPr>
              <a:t>🎯 AHORA</a:t>
            </a:r>
            <a:endParaRPr lang="en-US" sz="1200" dirty="0"/>
          </a:p>
        </p:txBody>
      </p:sp>
      <p:sp>
        <p:nvSpPr>
          <p:cNvPr id="8" name="Text 5"/>
          <p:cNvSpPr/>
          <p:nvPr/>
        </p:nvSpPr>
        <p:spPr>
          <a:xfrm>
            <a:off x="914400" y="6035040"/>
            <a:ext cx="10332720" cy="548640"/>
          </a:xfrm>
          <a:prstGeom prst="rect">
            <a:avLst/>
          </a:prstGeom>
          <a:noFill/>
          <a:ln/>
        </p:spPr>
        <p:txBody>
          <a:bodyPr wrap="square" rtlCol="0" anchor="ctr"/>
          <a:lstStyle/>
          <a:p>
            <a:pPr marL="0" indent="0" algn="ctr">
              <a:buNone/>
            </a:pPr>
            <a:r>
              <a:rPr lang="en-US" sz="1400" i="1" dirty="0">
                <a:solidFill>
                  <a:srgbClr val="FFFFFF"/>
                </a:solidFill>
                <a:latin typeface="Calibri" pitchFamily="34" charset="0"/>
                <a:ea typeface="Calibri" pitchFamily="34" charset="-122"/>
                <a:cs typeface="Calibri" pitchFamily="34" charset="-120"/>
              </a:rPr>
              <a:t>Subí tu nombre en Hangul al chat AHORA — quiero verlos a todos</a:t>
            </a:r>
            <a:endParaRPr lang="en-US" sz="14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marL="0" indent="0">
              <a:buNone/>
            </a:pPr>
            <a:r>
              <a:rPr lang="en-US" sz="900" b="1" kern="0" spc="600" dirty="0">
                <a:solidFill>
                  <a:srgbClr val="3D2EE8"/>
                </a:solidFill>
                <a:latin typeface="Calibri" pitchFamily="34" charset="0"/>
                <a:ea typeface="Calibri" pitchFamily="34" charset="-122"/>
                <a:cs typeface="Calibri" pitchFamily="34" charset="-120"/>
              </a:rPr>
              <a:t>§8 · NIVEL 1</a:t>
            </a:r>
            <a:endParaRPr lang="en-US" sz="900" dirty="0"/>
          </a:p>
        </p:txBody>
      </p:sp>
      <p:sp>
        <p:nvSpPr>
          <p:cNvPr id="3" name="Text 1"/>
          <p:cNvSpPr/>
          <p:nvPr/>
        </p:nvSpPr>
        <p:spPr>
          <a:xfrm>
            <a:off x="548640" y="822960"/>
            <a:ext cx="10515600" cy="640080"/>
          </a:xfrm>
          <a:prstGeom prst="rect">
            <a:avLst/>
          </a:prstGeom>
          <a:noFill/>
          <a:ln/>
        </p:spPr>
        <p:txBody>
          <a:bodyPr wrap="square" rtlCol="0" anchor="ctr"/>
          <a:lstStyle/>
          <a:p>
            <a:pPr marL="0" indent="0">
              <a:buNone/>
            </a:pPr>
            <a:r>
              <a:rPr lang="en-US" sz="2600" b="1" dirty="0">
                <a:solidFill>
                  <a:srgbClr val="1A1A2E"/>
                </a:solidFill>
                <a:latin typeface="Calibri" pitchFamily="34" charset="0"/>
                <a:ea typeface="Calibri" pitchFamily="34" charset="-122"/>
                <a:cs typeface="Calibri" pitchFamily="34" charset="-120"/>
              </a:rPr>
              <a:t>Lo que viene en Nivel 1 · 코리아 사랑</a:t>
            </a:r>
            <a:endParaRPr lang="en-US" sz="2600" dirty="0"/>
          </a:p>
        </p:txBody>
      </p:sp>
      <p:sp>
        <p:nvSpPr>
          <p:cNvPr id="4" name="Text 2"/>
          <p:cNvSpPr/>
          <p:nvPr/>
        </p:nvSpPr>
        <p:spPr>
          <a:xfrm>
            <a:off x="548640" y="1828800"/>
            <a:ext cx="5486400" cy="4389120"/>
          </a:xfrm>
          <a:prstGeom prst="rect">
            <a:avLst/>
          </a:prstGeom>
          <a:noFill/>
          <a:ln/>
        </p:spPr>
        <p:txBody>
          <a:bodyPr wrap="square" rtlCol="0" anchor="t"/>
          <a:lstStyle/>
          <a:p>
            <a:pPr marL="0" indent="0">
              <a:lnSpc>
                <a:spcPct val="140000"/>
              </a:lnSpc>
              <a:buNone/>
            </a:pPr>
            <a:r>
              <a:rPr lang="en-US" sz="1400" dirty="0">
                <a:solidFill>
                  <a:srgbClr val="1A1A2E"/>
                </a:solidFill>
                <a:latin typeface="Calibri" pitchFamily="34" charset="0"/>
                <a:ea typeface="Calibri" pitchFamily="34" charset="-122"/>
                <a:cs typeface="Calibri" pitchFamily="34" charset="-120"/>
              </a:rPr>
              <a:t>En Nivel 1 nos vemos UNA vez por semana, 90 minutos, durante 10 semanas. Empezamos el 7 de julio.</a:t>
            </a:r>
            <a:endParaRPr lang="en-US" sz="1400" dirty="0"/>
          </a:p>
          <a:p>
            <a:pPr marL="0" indent="0">
              <a:lnSpc>
                <a:spcPct val="140000"/>
              </a:lnSpc>
              <a:buNone/>
            </a:pPr>
            <a:endParaRPr lang="en-US" sz="1400" dirty="0"/>
          </a:p>
          <a:p>
            <a:pPr marL="0" indent="0">
              <a:lnSpc>
                <a:spcPct val="140000"/>
              </a:lnSpc>
              <a:buNone/>
            </a:pPr>
            <a:r>
              <a:rPr lang="en-US" sz="1400" dirty="0">
                <a:solidFill>
                  <a:srgbClr val="1A1A2E"/>
                </a:solidFill>
                <a:latin typeface="Calibri" pitchFamily="34" charset="0"/>
                <a:ea typeface="Calibri" pitchFamily="34" charset="-122"/>
                <a:cs typeface="Calibri" pitchFamily="34" charset="-120"/>
              </a:rPr>
              <a:t>En esas 10 semanas vas a poder:</a:t>
            </a:r>
            <a:endParaRPr lang="en-US" sz="1400" dirty="0"/>
          </a:p>
          <a:p>
            <a:pPr marL="0" indent="0">
              <a:lnSpc>
                <a:spcPct val="140000"/>
              </a:lnSpc>
              <a:buNone/>
            </a:pPr>
            <a:r>
              <a:rPr lang="en-US" sz="1400" dirty="0">
                <a:solidFill>
                  <a:srgbClr val="1A1A2E"/>
                </a:solidFill>
                <a:latin typeface="Calibri" pitchFamily="34" charset="0"/>
                <a:ea typeface="Calibri" pitchFamily="34" charset="-122"/>
                <a:cs typeface="Calibri" pitchFamily="34" charset="-120"/>
              </a:rPr>
              <a:t>• Presentarte en coreano</a:t>
            </a:r>
            <a:endParaRPr lang="en-US" sz="1400" dirty="0"/>
          </a:p>
          <a:p>
            <a:pPr marL="0" indent="0">
              <a:lnSpc>
                <a:spcPct val="140000"/>
              </a:lnSpc>
              <a:buNone/>
            </a:pPr>
            <a:r>
              <a:rPr lang="en-US" sz="1400" dirty="0">
                <a:solidFill>
                  <a:srgbClr val="1A1A2E"/>
                </a:solidFill>
                <a:latin typeface="Calibri" pitchFamily="34" charset="0"/>
                <a:ea typeface="Calibri" pitchFamily="34" charset="-122"/>
                <a:cs typeface="Calibri" pitchFamily="34" charset="-120"/>
              </a:rPr>
              <a:t>• Saludar, agradecer, despedirte</a:t>
            </a:r>
            <a:endParaRPr lang="en-US" sz="1400" dirty="0"/>
          </a:p>
          <a:p>
            <a:pPr marL="0" indent="0">
              <a:lnSpc>
                <a:spcPct val="140000"/>
              </a:lnSpc>
              <a:buNone/>
            </a:pPr>
            <a:r>
              <a:rPr lang="en-US" sz="1400" dirty="0">
                <a:solidFill>
                  <a:srgbClr val="1A1A2E"/>
                </a:solidFill>
                <a:latin typeface="Calibri" pitchFamily="34" charset="0"/>
                <a:ea typeface="Calibri" pitchFamily="34" charset="-122"/>
                <a:cs typeface="Calibri" pitchFamily="34" charset="-120"/>
              </a:rPr>
              <a:t>• Hablar de tu familia, trabajo, lo que te gusta</a:t>
            </a:r>
            <a:endParaRPr lang="en-US" sz="1400" dirty="0"/>
          </a:p>
          <a:p>
            <a:pPr marL="0" indent="0">
              <a:lnSpc>
                <a:spcPct val="140000"/>
              </a:lnSpc>
              <a:buNone/>
            </a:pPr>
            <a:r>
              <a:rPr lang="en-US" sz="1400" dirty="0">
                <a:solidFill>
                  <a:srgbClr val="1A1A2E"/>
                </a:solidFill>
                <a:latin typeface="Calibri" pitchFamily="34" charset="0"/>
                <a:ea typeface="Calibri" pitchFamily="34" charset="-122"/>
                <a:cs typeface="Calibri" pitchFamily="34" charset="-120"/>
              </a:rPr>
              <a:t>• Pedir comida en un restaurante coreano</a:t>
            </a:r>
            <a:endParaRPr lang="en-US" sz="1400" dirty="0"/>
          </a:p>
          <a:p>
            <a:pPr marL="0" indent="0">
              <a:lnSpc>
                <a:spcPct val="140000"/>
              </a:lnSpc>
              <a:buNone/>
            </a:pPr>
            <a:r>
              <a:rPr lang="en-US" sz="1400" dirty="0">
                <a:solidFill>
                  <a:srgbClr val="1A1A2E"/>
                </a:solidFill>
                <a:latin typeface="Calibri" pitchFamily="34" charset="0"/>
                <a:ea typeface="Calibri" pitchFamily="34" charset="-122"/>
                <a:cs typeface="Calibri" pitchFamily="34" charset="-120"/>
              </a:rPr>
              <a:t>• Entender frases básicas en K-dramas SIN subtítulos</a:t>
            </a:r>
            <a:endParaRPr lang="en-US" sz="1400" dirty="0"/>
          </a:p>
          <a:p>
            <a:pPr marL="0" indent="0">
              <a:lnSpc>
                <a:spcPct val="140000"/>
              </a:lnSpc>
              <a:buNone/>
            </a:pPr>
            <a:endParaRPr lang="en-US" sz="1400" dirty="0"/>
          </a:p>
          <a:p>
            <a:pPr marL="0" indent="0">
              <a:lnSpc>
                <a:spcPct val="140000"/>
              </a:lnSpc>
              <a:buNone/>
            </a:pPr>
            <a:r>
              <a:rPr lang="en-US" sz="1400" dirty="0">
                <a:solidFill>
                  <a:srgbClr val="1A1A2E"/>
                </a:solidFill>
                <a:latin typeface="Calibri" pitchFamily="34" charset="0"/>
                <a:ea typeface="Calibri" pitchFamily="34" charset="-122"/>
                <a:cs typeface="Calibri" pitchFamily="34" charset="-120"/>
              </a:rPr>
              <a:t>Y además tenés MI atención: yo personalmente corrijo la pronunciación de cada uno, sesión por sesión.</a:t>
            </a:r>
            <a:endParaRPr lang="en-US" sz="1400" dirty="0"/>
          </a:p>
        </p:txBody>
      </p:sp>
      <p:sp>
        <p:nvSpPr>
          <p:cNvPr id="5" name="Shape 3"/>
          <p:cNvSpPr/>
          <p:nvPr/>
        </p:nvSpPr>
        <p:spPr>
          <a:xfrm>
            <a:off x="6766560" y="1828800"/>
            <a:ext cx="4846320" cy="4389120"/>
          </a:xfrm>
          <a:prstGeom prst="roundRect">
            <a:avLst>
              <a:gd name="adj" fmla="val 3125"/>
            </a:avLst>
          </a:prstGeom>
          <a:solidFill>
            <a:srgbClr val="3D2EE8"/>
          </a:solidFill>
          <a:ln w="12700">
            <a:solidFill>
              <a:srgbClr val="3D2EE8"/>
            </a:solidFill>
            <a:prstDash val="solid"/>
          </a:ln>
        </p:spPr>
      </p:sp>
      <p:sp>
        <p:nvSpPr>
          <p:cNvPr id="6" name="Text 4"/>
          <p:cNvSpPr/>
          <p:nvPr/>
        </p:nvSpPr>
        <p:spPr>
          <a:xfrm>
            <a:off x="6766560" y="2560320"/>
            <a:ext cx="4846320" cy="1645920"/>
          </a:xfrm>
          <a:prstGeom prst="rect">
            <a:avLst/>
          </a:prstGeom>
          <a:noFill/>
          <a:ln/>
        </p:spPr>
        <p:txBody>
          <a:bodyPr wrap="square" rtlCol="0" anchor="ctr"/>
          <a:lstStyle/>
          <a:p>
            <a:pPr marL="0" indent="0" algn="ctr">
              <a:buNone/>
            </a:pPr>
            <a:r>
              <a:rPr lang="en-US" sz="8000" b="1" dirty="0">
                <a:solidFill>
                  <a:srgbClr val="FFFFFF"/>
                </a:solidFill>
                <a:latin typeface="Malgun Gothic" pitchFamily="34" charset="0"/>
                <a:ea typeface="Malgun Gothic" pitchFamily="34" charset="-122"/>
                <a:cs typeface="Malgun Gothic" pitchFamily="34" charset="-120"/>
              </a:rPr>
              <a:t>11</a:t>
            </a:r>
            <a:endParaRPr lang="en-US" sz="8000" dirty="0"/>
          </a:p>
        </p:txBody>
      </p:sp>
      <p:sp>
        <p:nvSpPr>
          <p:cNvPr id="7" name="Text 5"/>
          <p:cNvSpPr/>
          <p:nvPr/>
        </p:nvSpPr>
        <p:spPr>
          <a:xfrm>
            <a:off x="6766560" y="4297680"/>
            <a:ext cx="4846320" cy="548640"/>
          </a:xfrm>
          <a:prstGeom prst="rect">
            <a:avLst/>
          </a:prstGeom>
          <a:noFill/>
          <a:ln/>
        </p:spPr>
        <p:txBody>
          <a:bodyPr wrap="square" rtlCol="0" anchor="ctr"/>
          <a:lstStyle/>
          <a:p>
            <a:pPr marL="0" indent="0" algn="ctr">
              <a:buNone/>
            </a:pPr>
            <a:r>
              <a:rPr lang="en-US" sz="1800" i="1" dirty="0">
                <a:solidFill>
                  <a:srgbClr val="FFFFFF"/>
                </a:solidFill>
                <a:latin typeface="Calibri" pitchFamily="34" charset="0"/>
                <a:ea typeface="Calibri" pitchFamily="34" charset="-122"/>
                <a:cs typeface="Calibri" pitchFamily="34" charset="-120"/>
              </a:rPr>
              <a:t>sesiones · 10 semanas</a:t>
            </a:r>
            <a:endParaRPr lang="en-US" sz="1800" dirty="0"/>
          </a:p>
        </p:txBody>
      </p:sp>
      <p:sp>
        <p:nvSpPr>
          <p:cNvPr id="8" name="Text 6"/>
          <p:cNvSpPr/>
          <p:nvPr/>
        </p:nvSpPr>
        <p:spPr>
          <a:xfrm>
            <a:off x="6766560" y="4937760"/>
            <a:ext cx="4846320" cy="457200"/>
          </a:xfrm>
          <a:prstGeom prst="rect">
            <a:avLst/>
          </a:prstGeom>
          <a:noFill/>
          <a:ln/>
        </p:spPr>
        <p:txBody>
          <a:bodyPr wrap="square" rtlCol="0" anchor="ctr"/>
          <a:lstStyle/>
          <a:p>
            <a:pPr marL="0" indent="0" algn="ctr">
              <a:buNone/>
            </a:pPr>
            <a:r>
              <a:rPr lang="en-US" sz="1400" dirty="0">
                <a:solidFill>
                  <a:srgbClr val="FFFFFF"/>
                </a:solidFill>
                <a:latin typeface="Calibri" pitchFamily="34" charset="0"/>
                <a:ea typeface="Calibri" pitchFamily="34" charset="-122"/>
                <a:cs typeface="Calibri" pitchFamily="34" charset="-120"/>
              </a:rPr>
              <a:t>Empieza 7 julio 2026</a:t>
            </a:r>
            <a:endParaRPr lang="en-US" sz="1400" dirty="0"/>
          </a:p>
        </p:txBody>
      </p:sp>
      <p:pic>
        <p:nvPicPr>
          <p:cNvPr id="9" name="Image 0" descr="/sessions/sleepy-zen-cray/mnt/outputs/deck_assets/logo_var2_azul.png"/>
          <p:cNvPicPr>
            <a:picLocks noChangeAspect="1"/>
          </p:cNvPicPr>
          <p:nvPr/>
        </p:nvPicPr>
        <p:blipFill>
          <a:blip r:embed="rId3"/>
          <a:stretch>
            <a:fillRect/>
          </a:stretch>
        </p:blipFill>
        <p:spPr>
          <a:xfrm>
            <a:off x="9778365" y="-600075"/>
            <a:ext cx="2571750" cy="2571750"/>
          </a:xfrm>
          <a:prstGeom prst="rect">
            <a:avLst/>
          </a:prstGeom>
        </p:spPr>
      </p:pic>
      <p:pic>
        <p:nvPicPr>
          <p:cNvPr id="10" name="Image 1" descr="/sessions/sleepy-zen-cray/mnt/outputs/deck_assets/sello_linea_v1_01.png"/>
          <p:cNvPicPr>
            <a:picLocks noChangeAspect="1"/>
          </p:cNvPicPr>
          <p:nvPr/>
        </p:nvPicPr>
        <p:blipFill>
          <a:blip r:embed="rId4"/>
          <a:stretch>
            <a:fillRect/>
          </a:stretch>
        </p:blipFill>
        <p:spPr>
          <a:xfrm>
            <a:off x="365760" y="6355080"/>
            <a:ext cx="411480" cy="411480"/>
          </a:xfrm>
          <a:prstGeom prst="rect">
            <a:avLst/>
          </a:prstGeom>
        </p:spPr>
      </p:pic>
      <p:sp>
        <p:nvSpPr>
          <p:cNvPr id="11" name="Text 7"/>
          <p:cNvSpPr/>
          <p:nvPr/>
        </p:nvSpPr>
        <p:spPr>
          <a:xfrm>
            <a:off x="914400" y="6492240"/>
            <a:ext cx="4572000" cy="228600"/>
          </a:xfrm>
          <a:prstGeom prst="rect">
            <a:avLst/>
          </a:prstGeom>
          <a:noFill/>
          <a:ln/>
        </p:spPr>
        <p:txBody>
          <a:bodyPr wrap="square" rtlCol="0" anchor="ctr"/>
          <a:lstStyle/>
          <a:p>
            <a:pPr marL="0" indent="0">
              <a:buNone/>
            </a:pPr>
            <a:r>
              <a:rPr lang="en-US" sz="800" b="1" dirty="0">
                <a:solidFill>
                  <a:srgbClr val="6B6B7C"/>
                </a:solidFill>
                <a:latin typeface="Calibri" pitchFamily="34" charset="0"/>
                <a:ea typeface="Calibri" pitchFamily="34" charset="-122"/>
                <a:cs typeface="Calibri" pitchFamily="34" charset="-120"/>
              </a:rPr>
              <a:t>ACADEMIA SEÚL  ·  MÉTODO CHINGU™</a:t>
            </a:r>
            <a:endParaRPr lang="en-US" sz="800" dirty="0"/>
          </a:p>
        </p:txBody>
      </p:sp>
      <p:sp>
        <p:nvSpPr>
          <p:cNvPr id="12" name="Text 8"/>
          <p:cNvSpPr/>
          <p:nvPr/>
        </p:nvSpPr>
        <p:spPr>
          <a:xfrm>
            <a:off x="7315200" y="6492240"/>
            <a:ext cx="4572000" cy="228600"/>
          </a:xfrm>
          <a:prstGeom prst="rect">
            <a:avLst/>
          </a:prstGeom>
          <a:noFill/>
          <a:ln/>
        </p:spPr>
        <p:txBody>
          <a:bodyPr wrap="square" rtlCol="0" anchor="ctr"/>
          <a:lstStyle/>
          <a:p>
            <a:pPr marL="0" indent="0" algn="r">
              <a:buNone/>
            </a:pPr>
            <a:r>
              <a:rPr lang="en-US" sz="800" b="1" dirty="0">
                <a:solidFill>
                  <a:srgbClr val="6B6B7C"/>
                </a:solidFill>
                <a:latin typeface="Calibri" pitchFamily="34" charset="0"/>
                <a:ea typeface="Calibri" pitchFamily="34" charset="-122"/>
                <a:cs typeface="Calibri" pitchFamily="34" charset="-120"/>
              </a:rPr>
              <a:t>SES 22  ·  TALLER</a:t>
            </a:r>
            <a:endParaRPr lang="en-US" sz="80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23">
    <p:bg>
      <p:bgPr>
        <a:solidFill>
          <a:srgbClr val="FF5C5C"/>
        </a:solidFill>
        <a:effectLst/>
      </p:bgPr>
    </p:bg>
    <p:spTree>
      <p:nvGrpSpPr>
        <p:cNvPr id="1" name=""/>
        <p:cNvGrpSpPr/>
        <p:nvPr/>
      </p:nvGrpSpPr>
      <p:grpSpPr>
        <a:xfrm>
          <a:off x="0" y="0"/>
          <a:ext cx="0" cy="0"/>
          <a:chOff x="0" y="0"/>
          <a:chExt cx="0" cy="0"/>
        </a:xfrm>
      </p:grpSpPr>
      <p:pic>
        <p:nvPicPr>
          <p:cNvPr id="2" name="Image 0" descr="/sessions/sleepy-zen-cray/mnt/outputs/deck_assets/logo_principal_blanco.png"/>
          <p:cNvPicPr>
            <a:picLocks noChangeAspect="1"/>
          </p:cNvPicPr>
          <p:nvPr/>
        </p:nvPicPr>
        <p:blipFill>
          <a:blip r:embed="rId3"/>
          <a:stretch>
            <a:fillRect/>
          </a:stretch>
        </p:blipFill>
        <p:spPr>
          <a:xfrm>
            <a:off x="10315575" y="-137160"/>
            <a:ext cx="1680210" cy="1680210"/>
          </a:xfrm>
          <a:prstGeom prst="rect">
            <a:avLst/>
          </a:prstGeom>
        </p:spPr>
      </p:pic>
      <p:sp>
        <p:nvSpPr>
          <p:cNvPr id="3" name="Text 0"/>
          <p:cNvSpPr/>
          <p:nvPr/>
        </p:nvSpPr>
        <p:spPr>
          <a:xfrm>
            <a:off x="0" y="1234440"/>
            <a:ext cx="12161520" cy="274320"/>
          </a:xfrm>
          <a:prstGeom prst="rect">
            <a:avLst/>
          </a:prstGeom>
          <a:noFill/>
          <a:ln/>
        </p:spPr>
        <p:txBody>
          <a:bodyPr wrap="square" rtlCol="0" anchor="ctr"/>
          <a:lstStyle/>
          <a:p>
            <a:pPr marL="0" indent="0" algn="ctr">
              <a:buNone/>
            </a:pPr>
            <a:r>
              <a:rPr lang="en-US" sz="1100" b="1" kern="0" spc="800" dirty="0">
                <a:solidFill>
                  <a:srgbClr val="FFFFFF"/>
                </a:solidFill>
                <a:latin typeface="Calibri" pitchFamily="34" charset="0"/>
                <a:ea typeface="Calibri" pitchFamily="34" charset="-122"/>
                <a:cs typeface="Calibri" pitchFamily="34" charset="-120"/>
              </a:rPr>
              <a:t>OFERTA EXCLUSIVA</a:t>
            </a:r>
            <a:endParaRPr lang="en-US" sz="1100" dirty="0"/>
          </a:p>
        </p:txBody>
      </p:sp>
      <p:sp>
        <p:nvSpPr>
          <p:cNvPr id="4" name="Text 1"/>
          <p:cNvSpPr/>
          <p:nvPr/>
        </p:nvSpPr>
        <p:spPr>
          <a:xfrm>
            <a:off x="0" y="1508760"/>
            <a:ext cx="12161520" cy="457200"/>
          </a:xfrm>
          <a:prstGeom prst="rect">
            <a:avLst/>
          </a:prstGeom>
          <a:noFill/>
          <a:ln/>
        </p:spPr>
        <p:txBody>
          <a:bodyPr wrap="square" rtlCol="0" anchor="ctr"/>
          <a:lstStyle/>
          <a:p>
            <a:pPr marL="0" indent="0" algn="ctr">
              <a:buNone/>
            </a:pPr>
            <a:r>
              <a:rPr lang="en-US" sz="2200" b="1" dirty="0">
                <a:solidFill>
                  <a:srgbClr val="FFFFFF"/>
                </a:solidFill>
                <a:latin typeface="Calibri" pitchFamily="34" charset="0"/>
                <a:ea typeface="Calibri" pitchFamily="34" charset="-122"/>
                <a:cs typeface="Calibri" pitchFamily="34" charset="-120"/>
              </a:rPr>
              <a:t>Solo para los del Taller de HOY</a:t>
            </a:r>
            <a:endParaRPr lang="en-US" sz="2200" dirty="0"/>
          </a:p>
        </p:txBody>
      </p:sp>
      <p:sp>
        <p:nvSpPr>
          <p:cNvPr id="5" name="Shape 2"/>
          <p:cNvSpPr/>
          <p:nvPr/>
        </p:nvSpPr>
        <p:spPr>
          <a:xfrm>
            <a:off x="1371600" y="2148840"/>
            <a:ext cx="9418320" cy="1371600"/>
          </a:xfrm>
          <a:prstGeom prst="roundRect">
            <a:avLst>
              <a:gd name="adj" fmla="val 10000"/>
            </a:avLst>
          </a:prstGeom>
          <a:solidFill>
            <a:srgbClr val="FFFFFF"/>
          </a:solidFill>
          <a:ln w="12700">
            <a:solidFill>
              <a:srgbClr val="FFFFFF"/>
            </a:solidFill>
            <a:prstDash val="solid"/>
          </a:ln>
        </p:spPr>
      </p:sp>
      <p:sp>
        <p:nvSpPr>
          <p:cNvPr id="6" name="Text 3"/>
          <p:cNvSpPr/>
          <p:nvPr/>
        </p:nvSpPr>
        <p:spPr>
          <a:xfrm>
            <a:off x="1554480" y="2286000"/>
            <a:ext cx="4389120" cy="1097280"/>
          </a:xfrm>
          <a:prstGeom prst="rect">
            <a:avLst/>
          </a:prstGeom>
          <a:noFill/>
          <a:ln/>
        </p:spPr>
        <p:txBody>
          <a:bodyPr wrap="square" rtlCol="0" anchor="ctr"/>
          <a:lstStyle/>
          <a:p>
            <a:pPr marL="0" indent="0" algn="ctr">
              <a:buNone/>
            </a:pPr>
            <a:r>
              <a:rPr lang="en-US" sz="2400" strike="sngStrike" dirty="0">
                <a:solidFill>
                  <a:srgbClr val="6B6B7C"/>
                </a:solidFill>
                <a:latin typeface="Calibri" pitchFamily="34" charset="0"/>
                <a:ea typeface="Calibri" pitchFamily="34" charset="-122"/>
                <a:cs typeface="Calibri" pitchFamily="34" charset="-120"/>
              </a:rPr>
              <a:t>$129 USD</a:t>
            </a:r>
            <a:endParaRPr lang="en-US" sz="2400" dirty="0"/>
          </a:p>
        </p:txBody>
      </p:sp>
      <p:sp>
        <p:nvSpPr>
          <p:cNvPr id="7" name="Text 4"/>
          <p:cNvSpPr/>
          <p:nvPr/>
        </p:nvSpPr>
        <p:spPr>
          <a:xfrm>
            <a:off x="6217920" y="2240280"/>
            <a:ext cx="4389120" cy="731520"/>
          </a:xfrm>
          <a:prstGeom prst="rect">
            <a:avLst/>
          </a:prstGeom>
          <a:noFill/>
          <a:ln/>
        </p:spPr>
        <p:txBody>
          <a:bodyPr wrap="square" rtlCol="0" anchor="ctr"/>
          <a:lstStyle/>
          <a:p>
            <a:pPr marL="0" indent="0" algn="ctr">
              <a:buNone/>
            </a:pPr>
            <a:r>
              <a:rPr lang="en-US" sz="4400" b="1" dirty="0">
                <a:solidFill>
                  <a:srgbClr val="3D2EE8"/>
                </a:solidFill>
                <a:latin typeface="Calibri" pitchFamily="34" charset="0"/>
                <a:ea typeface="Calibri" pitchFamily="34" charset="-122"/>
                <a:cs typeface="Calibri" pitchFamily="34" charset="-120"/>
              </a:rPr>
              <a:t>$89 USD</a:t>
            </a:r>
            <a:endParaRPr lang="en-US" sz="4400" dirty="0"/>
          </a:p>
        </p:txBody>
      </p:sp>
      <p:sp>
        <p:nvSpPr>
          <p:cNvPr id="8" name="Text 5"/>
          <p:cNvSpPr/>
          <p:nvPr/>
        </p:nvSpPr>
        <p:spPr>
          <a:xfrm>
            <a:off x="6217920" y="2880360"/>
            <a:ext cx="4389120" cy="365760"/>
          </a:xfrm>
          <a:prstGeom prst="rect">
            <a:avLst/>
          </a:prstGeom>
          <a:noFill/>
          <a:ln/>
        </p:spPr>
        <p:txBody>
          <a:bodyPr wrap="square" rtlCol="0" anchor="ctr"/>
          <a:lstStyle/>
          <a:p>
            <a:pPr marL="0" indent="0" algn="ctr">
              <a:buNone/>
            </a:pPr>
            <a:r>
              <a:rPr lang="en-US" sz="1200" i="1" dirty="0">
                <a:solidFill>
                  <a:srgbClr val="3D2EE8"/>
                </a:solidFill>
                <a:latin typeface="Calibri" pitchFamily="34" charset="0"/>
                <a:ea typeface="Calibri" pitchFamily="34" charset="-122"/>
                <a:cs typeface="Calibri" pitchFamily="34" charset="-120"/>
              </a:rPr>
              <a:t>Precio HOY · 31% OFF</a:t>
            </a:r>
            <a:endParaRPr lang="en-US" sz="1200" dirty="0"/>
          </a:p>
        </p:txBody>
      </p:sp>
      <p:sp>
        <p:nvSpPr>
          <p:cNvPr id="9" name="Text 6"/>
          <p:cNvSpPr/>
          <p:nvPr/>
        </p:nvSpPr>
        <p:spPr>
          <a:xfrm>
            <a:off x="0" y="3703320"/>
            <a:ext cx="12161520" cy="320040"/>
          </a:xfrm>
          <a:prstGeom prst="rect">
            <a:avLst/>
          </a:prstGeom>
          <a:noFill/>
          <a:ln/>
        </p:spPr>
        <p:txBody>
          <a:bodyPr wrap="square" rtlCol="0" anchor="ctr"/>
          <a:lstStyle/>
          <a:p>
            <a:pPr marL="0" indent="0" algn="ctr">
              <a:buNone/>
            </a:pPr>
            <a:r>
              <a:rPr lang="en-US" sz="1300" b="1" kern="0" spc="400" dirty="0">
                <a:solidFill>
                  <a:srgbClr val="FFFFFF"/>
                </a:solidFill>
                <a:latin typeface="Calibri" pitchFamily="34" charset="0"/>
                <a:ea typeface="Calibri" pitchFamily="34" charset="-122"/>
                <a:cs typeface="Calibri" pitchFamily="34" charset="-120"/>
              </a:rPr>
              <a:t>+ 4 BONOS GRATIS INCLUIDOS:</a:t>
            </a:r>
            <a:endParaRPr lang="en-US" sz="1300" dirty="0"/>
          </a:p>
        </p:txBody>
      </p:sp>
      <p:sp>
        <p:nvSpPr>
          <p:cNvPr id="10" name="Shape 7"/>
          <p:cNvSpPr/>
          <p:nvPr/>
        </p:nvSpPr>
        <p:spPr>
          <a:xfrm>
            <a:off x="548640" y="4114800"/>
            <a:ext cx="2697480" cy="914400"/>
          </a:xfrm>
          <a:prstGeom prst="roundRect">
            <a:avLst>
              <a:gd name="adj" fmla="val 10000"/>
            </a:avLst>
          </a:prstGeom>
          <a:solidFill>
            <a:srgbClr val="FFFFFF"/>
          </a:solidFill>
          <a:ln w="12700">
            <a:solidFill>
              <a:srgbClr val="FFFFFF"/>
            </a:solidFill>
            <a:prstDash val="solid"/>
          </a:ln>
        </p:spPr>
      </p:sp>
      <p:sp>
        <p:nvSpPr>
          <p:cNvPr id="11" name="Text 8"/>
          <p:cNvSpPr/>
          <p:nvPr/>
        </p:nvSpPr>
        <p:spPr>
          <a:xfrm>
            <a:off x="548640" y="4160520"/>
            <a:ext cx="2697480" cy="457200"/>
          </a:xfrm>
          <a:prstGeom prst="rect">
            <a:avLst/>
          </a:prstGeom>
          <a:noFill/>
          <a:ln/>
        </p:spPr>
        <p:txBody>
          <a:bodyPr wrap="square" rtlCol="0" anchor="ctr"/>
          <a:lstStyle/>
          <a:p>
            <a:pPr marL="0" indent="0" algn="ctr">
              <a:buNone/>
            </a:pPr>
            <a:r>
              <a:rPr lang="en-US" sz="1300" b="1" dirty="0">
                <a:solidFill>
                  <a:srgbClr val="1A1A2E"/>
                </a:solidFill>
                <a:latin typeface="Calibri" pitchFamily="34" charset="0"/>
                <a:ea typeface="Calibri" pitchFamily="34" charset="-122"/>
                <a:cs typeface="Calibri" pitchFamily="34" charset="-120"/>
              </a:rPr>
              <a:t>🎁 PDF Pronunciación</a:t>
            </a:r>
            <a:endParaRPr lang="en-US" sz="1300" dirty="0"/>
          </a:p>
        </p:txBody>
      </p:sp>
      <p:sp>
        <p:nvSpPr>
          <p:cNvPr id="12" name="Text 9"/>
          <p:cNvSpPr/>
          <p:nvPr/>
        </p:nvSpPr>
        <p:spPr>
          <a:xfrm>
            <a:off x="548640" y="4617720"/>
            <a:ext cx="2697480" cy="365760"/>
          </a:xfrm>
          <a:prstGeom prst="rect">
            <a:avLst/>
          </a:prstGeom>
          <a:noFill/>
          <a:ln/>
        </p:spPr>
        <p:txBody>
          <a:bodyPr wrap="square" rtlCol="0" anchor="ctr"/>
          <a:lstStyle/>
          <a:p>
            <a:pPr marL="0" indent="0" algn="ctr">
              <a:buNone/>
            </a:pPr>
            <a:r>
              <a:rPr lang="en-US" sz="1100" i="1" dirty="0">
                <a:solidFill>
                  <a:srgbClr val="6B6B7C"/>
                </a:solidFill>
                <a:latin typeface="Calibri" pitchFamily="34" charset="0"/>
                <a:ea typeface="Calibri" pitchFamily="34" charset="-122"/>
                <a:cs typeface="Calibri" pitchFamily="34" charset="-120"/>
              </a:rPr>
              <a:t>valor $19</a:t>
            </a:r>
            <a:endParaRPr lang="en-US" sz="1100" dirty="0"/>
          </a:p>
        </p:txBody>
      </p:sp>
      <p:sp>
        <p:nvSpPr>
          <p:cNvPr id="13" name="Shape 10"/>
          <p:cNvSpPr/>
          <p:nvPr/>
        </p:nvSpPr>
        <p:spPr>
          <a:xfrm>
            <a:off x="3383280" y="4114800"/>
            <a:ext cx="2697480" cy="914400"/>
          </a:xfrm>
          <a:prstGeom prst="roundRect">
            <a:avLst>
              <a:gd name="adj" fmla="val 10000"/>
            </a:avLst>
          </a:prstGeom>
          <a:solidFill>
            <a:srgbClr val="FFFFFF"/>
          </a:solidFill>
          <a:ln w="12700">
            <a:solidFill>
              <a:srgbClr val="FFFFFF"/>
            </a:solidFill>
            <a:prstDash val="solid"/>
          </a:ln>
        </p:spPr>
      </p:sp>
      <p:sp>
        <p:nvSpPr>
          <p:cNvPr id="14" name="Text 11"/>
          <p:cNvSpPr/>
          <p:nvPr/>
        </p:nvSpPr>
        <p:spPr>
          <a:xfrm>
            <a:off x="3383280" y="4160520"/>
            <a:ext cx="2697480" cy="457200"/>
          </a:xfrm>
          <a:prstGeom prst="rect">
            <a:avLst/>
          </a:prstGeom>
          <a:noFill/>
          <a:ln/>
        </p:spPr>
        <p:txBody>
          <a:bodyPr wrap="square" rtlCol="0" anchor="ctr"/>
          <a:lstStyle/>
          <a:p>
            <a:pPr marL="0" indent="0" algn="ctr">
              <a:buNone/>
            </a:pPr>
            <a:r>
              <a:rPr lang="en-US" sz="1300" b="1" dirty="0">
                <a:solidFill>
                  <a:srgbClr val="1A1A2E"/>
                </a:solidFill>
                <a:latin typeface="Calibri" pitchFamily="34" charset="0"/>
                <a:ea typeface="Calibri" pitchFamily="34" charset="-122"/>
                <a:cs typeface="Calibri" pitchFamily="34" charset="-120"/>
              </a:rPr>
              <a:t>📞 Sesión 1:1 con Jay</a:t>
            </a:r>
            <a:endParaRPr lang="en-US" sz="1300" dirty="0"/>
          </a:p>
        </p:txBody>
      </p:sp>
      <p:sp>
        <p:nvSpPr>
          <p:cNvPr id="15" name="Text 12"/>
          <p:cNvSpPr/>
          <p:nvPr/>
        </p:nvSpPr>
        <p:spPr>
          <a:xfrm>
            <a:off x="3383280" y="4617720"/>
            <a:ext cx="2697480" cy="365760"/>
          </a:xfrm>
          <a:prstGeom prst="rect">
            <a:avLst/>
          </a:prstGeom>
          <a:noFill/>
          <a:ln/>
        </p:spPr>
        <p:txBody>
          <a:bodyPr wrap="square" rtlCol="0" anchor="ctr"/>
          <a:lstStyle/>
          <a:p>
            <a:pPr marL="0" indent="0" algn="ctr">
              <a:buNone/>
            </a:pPr>
            <a:r>
              <a:rPr lang="en-US" sz="1100" i="1" dirty="0">
                <a:solidFill>
                  <a:srgbClr val="6B6B7C"/>
                </a:solidFill>
                <a:latin typeface="Calibri" pitchFamily="34" charset="0"/>
                <a:ea typeface="Calibri" pitchFamily="34" charset="-122"/>
                <a:cs typeface="Calibri" pitchFamily="34" charset="-120"/>
              </a:rPr>
              <a:t>valor $30</a:t>
            </a:r>
            <a:endParaRPr lang="en-US" sz="1100" dirty="0"/>
          </a:p>
        </p:txBody>
      </p:sp>
      <p:sp>
        <p:nvSpPr>
          <p:cNvPr id="16" name="Shape 13"/>
          <p:cNvSpPr/>
          <p:nvPr/>
        </p:nvSpPr>
        <p:spPr>
          <a:xfrm>
            <a:off x="6217920" y="4114800"/>
            <a:ext cx="2697480" cy="914400"/>
          </a:xfrm>
          <a:prstGeom prst="roundRect">
            <a:avLst>
              <a:gd name="adj" fmla="val 10000"/>
            </a:avLst>
          </a:prstGeom>
          <a:solidFill>
            <a:srgbClr val="FFFFFF"/>
          </a:solidFill>
          <a:ln w="12700">
            <a:solidFill>
              <a:srgbClr val="FFFFFF"/>
            </a:solidFill>
            <a:prstDash val="solid"/>
          </a:ln>
        </p:spPr>
      </p:sp>
      <p:sp>
        <p:nvSpPr>
          <p:cNvPr id="17" name="Text 14"/>
          <p:cNvSpPr/>
          <p:nvPr/>
        </p:nvSpPr>
        <p:spPr>
          <a:xfrm>
            <a:off x="6217920" y="4160520"/>
            <a:ext cx="2697480" cy="457200"/>
          </a:xfrm>
          <a:prstGeom prst="rect">
            <a:avLst/>
          </a:prstGeom>
          <a:noFill/>
          <a:ln/>
        </p:spPr>
        <p:txBody>
          <a:bodyPr wrap="square" rtlCol="0" anchor="ctr"/>
          <a:lstStyle/>
          <a:p>
            <a:pPr marL="0" indent="0" algn="ctr">
              <a:buNone/>
            </a:pPr>
            <a:r>
              <a:rPr lang="en-US" sz="1300" b="1" dirty="0">
                <a:solidFill>
                  <a:srgbClr val="1A1A2E"/>
                </a:solidFill>
                <a:latin typeface="Calibri" pitchFamily="34" charset="0"/>
                <a:ea typeface="Calibri" pitchFamily="34" charset="-122"/>
                <a:cs typeface="Calibri" pitchFamily="34" charset="-120"/>
              </a:rPr>
              <a:t>💬 Discord permanente</a:t>
            </a:r>
            <a:endParaRPr lang="en-US" sz="1300" dirty="0"/>
          </a:p>
        </p:txBody>
      </p:sp>
      <p:sp>
        <p:nvSpPr>
          <p:cNvPr id="18" name="Text 15"/>
          <p:cNvSpPr/>
          <p:nvPr/>
        </p:nvSpPr>
        <p:spPr>
          <a:xfrm>
            <a:off x="6217920" y="4617720"/>
            <a:ext cx="2697480" cy="365760"/>
          </a:xfrm>
          <a:prstGeom prst="rect">
            <a:avLst/>
          </a:prstGeom>
          <a:noFill/>
          <a:ln/>
        </p:spPr>
        <p:txBody>
          <a:bodyPr wrap="square" rtlCol="0" anchor="ctr"/>
          <a:lstStyle/>
          <a:p>
            <a:pPr marL="0" indent="0" algn="ctr">
              <a:buNone/>
            </a:pPr>
            <a:r>
              <a:rPr lang="en-US" sz="1100" i="1" dirty="0">
                <a:solidFill>
                  <a:srgbClr val="6B6B7C"/>
                </a:solidFill>
                <a:latin typeface="Calibri" pitchFamily="34" charset="0"/>
                <a:ea typeface="Calibri" pitchFamily="34" charset="-122"/>
                <a:cs typeface="Calibri" pitchFamily="34" charset="-120"/>
              </a:rPr>
              <a:t>valor $20</a:t>
            </a:r>
            <a:endParaRPr lang="en-US" sz="1100" dirty="0"/>
          </a:p>
        </p:txBody>
      </p:sp>
      <p:sp>
        <p:nvSpPr>
          <p:cNvPr id="19" name="Shape 16"/>
          <p:cNvSpPr/>
          <p:nvPr/>
        </p:nvSpPr>
        <p:spPr>
          <a:xfrm>
            <a:off x="9052560" y="4114800"/>
            <a:ext cx="2697480" cy="914400"/>
          </a:xfrm>
          <a:prstGeom prst="roundRect">
            <a:avLst>
              <a:gd name="adj" fmla="val 10000"/>
            </a:avLst>
          </a:prstGeom>
          <a:solidFill>
            <a:srgbClr val="FFFFFF"/>
          </a:solidFill>
          <a:ln w="12700">
            <a:solidFill>
              <a:srgbClr val="FFFFFF"/>
            </a:solidFill>
            <a:prstDash val="solid"/>
          </a:ln>
        </p:spPr>
      </p:sp>
      <p:sp>
        <p:nvSpPr>
          <p:cNvPr id="20" name="Text 17"/>
          <p:cNvSpPr/>
          <p:nvPr/>
        </p:nvSpPr>
        <p:spPr>
          <a:xfrm>
            <a:off x="9052560" y="4160520"/>
            <a:ext cx="2697480" cy="457200"/>
          </a:xfrm>
          <a:prstGeom prst="rect">
            <a:avLst/>
          </a:prstGeom>
          <a:noFill/>
          <a:ln/>
        </p:spPr>
        <p:txBody>
          <a:bodyPr wrap="square" rtlCol="0" anchor="ctr"/>
          <a:lstStyle/>
          <a:p>
            <a:pPr marL="0" indent="0" algn="ctr">
              <a:buNone/>
            </a:pPr>
            <a:r>
              <a:rPr lang="en-US" sz="1300" b="1" dirty="0">
                <a:solidFill>
                  <a:srgbClr val="1A1A2E"/>
                </a:solidFill>
                <a:latin typeface="Calibri" pitchFamily="34" charset="0"/>
                <a:ea typeface="Calibri" pitchFamily="34" charset="-122"/>
                <a:cs typeface="Calibri" pitchFamily="34" charset="-120"/>
              </a:rPr>
              <a:t>⭐ 20% OFF Nivel 2</a:t>
            </a:r>
            <a:endParaRPr lang="en-US" sz="1300" dirty="0"/>
          </a:p>
        </p:txBody>
      </p:sp>
      <p:sp>
        <p:nvSpPr>
          <p:cNvPr id="21" name="Text 18"/>
          <p:cNvSpPr/>
          <p:nvPr/>
        </p:nvSpPr>
        <p:spPr>
          <a:xfrm>
            <a:off x="9052560" y="4617720"/>
            <a:ext cx="2697480" cy="365760"/>
          </a:xfrm>
          <a:prstGeom prst="rect">
            <a:avLst/>
          </a:prstGeom>
          <a:noFill/>
          <a:ln/>
        </p:spPr>
        <p:txBody>
          <a:bodyPr wrap="square" rtlCol="0" anchor="ctr"/>
          <a:lstStyle/>
          <a:p>
            <a:pPr marL="0" indent="0" algn="ctr">
              <a:buNone/>
            </a:pPr>
            <a:r>
              <a:rPr lang="en-US" sz="1100" i="1" dirty="0">
                <a:solidFill>
                  <a:srgbClr val="6B6B7C"/>
                </a:solidFill>
                <a:latin typeface="Calibri" pitchFamily="34" charset="0"/>
                <a:ea typeface="Calibri" pitchFamily="34" charset="-122"/>
                <a:cs typeface="Calibri" pitchFamily="34" charset="-120"/>
              </a:rPr>
              <a:t>valor $25</a:t>
            </a:r>
            <a:endParaRPr lang="en-US" sz="1100" dirty="0"/>
          </a:p>
        </p:txBody>
      </p:sp>
      <p:sp>
        <p:nvSpPr>
          <p:cNvPr id="22" name="Text 19"/>
          <p:cNvSpPr/>
          <p:nvPr/>
        </p:nvSpPr>
        <p:spPr>
          <a:xfrm>
            <a:off x="0" y="5257800"/>
            <a:ext cx="12161520" cy="365760"/>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Valor total: $223 USD  ·  Tu precio HOY: $89 USD</a:t>
            </a:r>
            <a:endParaRPr lang="en-US" sz="1600" dirty="0"/>
          </a:p>
        </p:txBody>
      </p:sp>
      <p:sp>
        <p:nvSpPr>
          <p:cNvPr id="23" name="Text 20"/>
          <p:cNvSpPr/>
          <p:nvPr/>
        </p:nvSpPr>
        <p:spPr>
          <a:xfrm>
            <a:off x="0" y="5669280"/>
            <a:ext cx="12161520" cy="365760"/>
          </a:xfrm>
          <a:prstGeom prst="rect">
            <a:avLst/>
          </a:prstGeom>
          <a:noFill/>
          <a:ln/>
        </p:spPr>
        <p:txBody>
          <a:bodyPr wrap="square" rtlCol="0" anchor="ctr"/>
          <a:lstStyle/>
          <a:p>
            <a:pPr marL="0" indent="0" algn="ctr">
              <a:buNone/>
            </a:pPr>
            <a:r>
              <a:rPr lang="en-US" sz="1400" i="1" dirty="0">
                <a:solidFill>
                  <a:srgbClr val="FFFFFF"/>
                </a:solidFill>
                <a:latin typeface="Calibri" pitchFamily="34" charset="0"/>
                <a:ea typeface="Calibri" pitchFamily="34" charset="-122"/>
                <a:cs typeface="Calibri" pitchFamily="34" charset="-120"/>
              </a:rPr>
              <a:t>⏰ Solo hasta el LUNES 8 JUNIO · 23:59 hora Chile</a:t>
            </a:r>
            <a:endParaRPr lang="en-US" sz="1400" dirty="0"/>
          </a:p>
        </p:txBody>
      </p:sp>
      <p:sp>
        <p:nvSpPr>
          <p:cNvPr id="24" name="Text 21"/>
          <p:cNvSpPr/>
          <p:nvPr/>
        </p:nvSpPr>
        <p:spPr>
          <a:xfrm>
            <a:off x="0" y="6126480"/>
            <a:ext cx="12161520" cy="457200"/>
          </a:xfrm>
          <a:prstGeom prst="rect">
            <a:avLst/>
          </a:prstGeom>
          <a:noFill/>
          <a:ln/>
        </p:spPr>
        <p:txBody>
          <a:bodyPr wrap="square" rtlCol="0" anchor="ctr"/>
          <a:lstStyle/>
          <a:p>
            <a:pPr marL="0" indent="0" algn="ctr">
              <a:buNone/>
            </a:pPr>
            <a:r>
              <a:rPr lang="en-US" sz="2200" b="1" kern="0" spc="400" dirty="0">
                <a:solidFill>
                  <a:srgbClr val="FFFFFF"/>
                </a:solidFill>
                <a:latin typeface="Calibri" pitchFamily="34" charset="0"/>
                <a:ea typeface="Calibri" pitchFamily="34" charset="-122"/>
                <a:cs typeface="Calibri" pitchFamily="34" charset="-120"/>
              </a:rPr>
              <a:t>👉 academiaseul.com/nivel-1</a:t>
            </a:r>
            <a:endParaRPr lang="en-US" sz="2200" dirty="0"/>
          </a:p>
        </p:txBody>
      </p:sp>
      <p:pic>
        <p:nvPicPr>
          <p:cNvPr id="25" name="Image 1" descr="/sessions/sleepy-zen-cray/mnt/outputs/deck_assets/sello_linea_v1_05.png"/>
          <p:cNvPicPr>
            <a:picLocks noChangeAspect="1"/>
          </p:cNvPicPr>
          <p:nvPr/>
        </p:nvPicPr>
        <p:blipFill>
          <a:blip r:embed="rId4"/>
          <a:stretch>
            <a:fillRect/>
          </a:stretch>
        </p:blipFill>
        <p:spPr>
          <a:xfrm>
            <a:off x="365760" y="6126480"/>
            <a:ext cx="640080" cy="640080"/>
          </a:xfrm>
          <a:prstGeom prst="rect">
            <a:avLst/>
          </a:prstGeom>
        </p:spPr>
      </p:pic>
      <p:pic>
        <p:nvPicPr>
          <p:cNvPr id="26" name="Image 2" descr="/sessions/sleepy-zen-cray/mnt/outputs/deck_assets/sello_linea_v1_05.png"/>
          <p:cNvPicPr>
            <a:picLocks noChangeAspect="1"/>
          </p:cNvPicPr>
          <p:nvPr/>
        </p:nvPicPr>
        <p:blipFill>
          <a:blip r:embed="rId4"/>
          <a:stretch>
            <a:fillRect/>
          </a:stretch>
        </p:blipFill>
        <p:spPr>
          <a:xfrm>
            <a:off x="11155680" y="6126480"/>
            <a:ext cx="640080" cy="640080"/>
          </a:xfrm>
          <a:prstGeom prst="rect">
            <a:avLst/>
          </a:prstGeom>
        </p:spPr>
      </p:pic>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1371600" y="1371600"/>
            <a:ext cx="9418320" cy="4572000"/>
          </a:xfrm>
          <a:prstGeom prst="roundRect">
            <a:avLst>
              <a:gd name="adj" fmla="val 2400"/>
            </a:avLst>
          </a:prstGeom>
          <a:solidFill>
            <a:srgbClr val="FFFFFF"/>
          </a:solidFill>
          <a:ln w="12700">
            <a:solidFill>
              <a:srgbClr val="E2E8F0"/>
            </a:solidFill>
            <a:prstDash val="solid"/>
          </a:ln>
        </p:spPr>
      </p:sp>
      <p:sp>
        <p:nvSpPr>
          <p:cNvPr id="3" name="Shape 1"/>
          <p:cNvSpPr/>
          <p:nvPr/>
        </p:nvSpPr>
        <p:spPr>
          <a:xfrm>
            <a:off x="1371600" y="1371600"/>
            <a:ext cx="9418320" cy="640080"/>
          </a:xfrm>
          <a:prstGeom prst="rect">
            <a:avLst/>
          </a:prstGeom>
          <a:solidFill>
            <a:srgbClr val="2A1FB8"/>
          </a:solidFill>
          <a:ln/>
        </p:spPr>
      </p:sp>
      <p:sp>
        <p:nvSpPr>
          <p:cNvPr id="4" name="Text 2"/>
          <p:cNvSpPr/>
          <p:nvPr/>
        </p:nvSpPr>
        <p:spPr>
          <a:xfrm>
            <a:off x="1371600" y="1371600"/>
            <a:ext cx="9418320" cy="640080"/>
          </a:xfrm>
          <a:prstGeom prst="rect">
            <a:avLst/>
          </a:prstGeom>
          <a:noFill/>
          <a:ln/>
        </p:spPr>
        <p:txBody>
          <a:bodyPr wrap="square" lIns="0" tIns="0" rIns="0" bIns="0" rtlCol="0" anchor="ctr"/>
          <a:lstStyle/>
          <a:p>
            <a:pPr marL="0" indent="0" algn="ctr">
              <a:buNone/>
            </a:pPr>
            <a:r>
              <a:rPr lang="en-US" sz="1800" b="1" kern="0" spc="800" dirty="0">
                <a:solidFill>
                  <a:srgbClr val="FFFFFF"/>
                </a:solidFill>
                <a:latin typeface="Trebuchet MS" pitchFamily="34" charset="0"/>
                <a:ea typeface="Trebuchet MS" pitchFamily="34" charset="-122"/>
                <a:cs typeface="Trebuchet MS" pitchFamily="34" charset="-120"/>
              </a:rPr>
              <a:t>FUENTES &amp; ATRIBUCIÓN</a:t>
            </a:r>
            <a:endParaRPr lang="en-US" sz="1800" dirty="0"/>
          </a:p>
        </p:txBody>
      </p:sp>
      <p:sp>
        <p:nvSpPr>
          <p:cNvPr id="5" name="Text 3"/>
          <p:cNvSpPr/>
          <p:nvPr/>
        </p:nvSpPr>
        <p:spPr>
          <a:xfrm>
            <a:off x="1737360" y="2194560"/>
            <a:ext cx="8686800" cy="274320"/>
          </a:xfrm>
          <a:prstGeom prst="rect">
            <a:avLst/>
          </a:prstGeom>
          <a:noFill/>
          <a:ln/>
        </p:spPr>
        <p:txBody>
          <a:bodyPr wrap="square" rtlCol="0" anchor="ctr"/>
          <a:lstStyle/>
          <a:p>
            <a:pPr marL="0" indent="0">
              <a:buNone/>
            </a:pPr>
            <a:r>
              <a:rPr lang="en-US" sz="1300" b="1" kern="0" spc="500" dirty="0">
                <a:solidFill>
                  <a:srgbClr val="FE6768"/>
                </a:solidFill>
                <a:latin typeface="Trebuchet MS" pitchFamily="34" charset="0"/>
                <a:ea typeface="Trebuchet MS" pitchFamily="34" charset="-122"/>
                <a:cs typeface="Trebuchet MS" pitchFamily="34" charset="-120"/>
              </a:rPr>
              <a:t>Fuente principal</a:t>
            </a:r>
            <a:endParaRPr lang="en-US" sz="1300" dirty="0"/>
          </a:p>
        </p:txBody>
      </p:sp>
      <p:sp>
        <p:nvSpPr>
          <p:cNvPr id="6" name="Text 4"/>
          <p:cNvSpPr/>
          <p:nvPr/>
        </p:nvSpPr>
        <p:spPr>
          <a:xfrm>
            <a:off x="1737360" y="2468880"/>
            <a:ext cx="8686800" cy="457200"/>
          </a:xfrm>
          <a:prstGeom prst="rect">
            <a:avLst/>
          </a:prstGeom>
          <a:noFill/>
          <a:ln/>
        </p:spPr>
        <p:txBody>
          <a:bodyPr wrap="square" rtlCol="0" anchor="ctr"/>
          <a:lstStyle/>
          <a:p>
            <a:pPr marL="0" indent="0">
              <a:buNone/>
            </a:pPr>
            <a:r>
              <a:rPr lang="en-US" sz="2200" b="1" i="1" dirty="0">
                <a:solidFill>
                  <a:srgbClr val="0F172A"/>
                </a:solidFill>
                <a:latin typeface="Trebuchet MS" pitchFamily="34" charset="0"/>
                <a:ea typeface="Trebuchet MS" pitchFamily="34" charset="-122"/>
                <a:cs typeface="Trebuchet MS" pitchFamily="34" charset="-120"/>
              </a:rPr>
              <a:t>Hangeul – Korea's Unique Alphabet</a:t>
            </a:r>
            <a:endParaRPr lang="en-US" sz="2200" dirty="0"/>
          </a:p>
        </p:txBody>
      </p:sp>
      <p:sp>
        <p:nvSpPr>
          <p:cNvPr id="7" name="Text 5"/>
          <p:cNvSpPr/>
          <p:nvPr/>
        </p:nvSpPr>
        <p:spPr>
          <a:xfrm>
            <a:off x="1737360" y="2971800"/>
            <a:ext cx="8686800" cy="320040"/>
          </a:xfrm>
          <a:prstGeom prst="rect">
            <a:avLst/>
          </a:prstGeom>
          <a:noFill/>
          <a:ln/>
        </p:spPr>
        <p:txBody>
          <a:bodyPr wrap="square" lIns="0" tIns="0" rIns="0" bIns="0" rtlCol="0" anchor="ctr"/>
          <a:lstStyle/>
          <a:p>
            <a:pPr marL="0" indent="0">
              <a:buNone/>
            </a:pPr>
            <a:r>
              <a:rPr lang="en-US" sz="1400" b="1" dirty="0">
                <a:solidFill>
                  <a:srgbClr val="4A5568"/>
                </a:solidFill>
                <a:latin typeface="Calibri" pitchFamily="34" charset="0"/>
                <a:ea typeface="Calibri" pitchFamily="34" charset="-122"/>
                <a:cs typeface="Calibri" pitchFamily="34" charset="-120"/>
              </a:rPr>
              <a:t>Editor · </a:t>
            </a:r>
            <a:r>
              <a:rPr lang="en-US" sz="1400" dirty="0">
                <a:solidFill>
                  <a:srgbClr val="0F172A"/>
                </a:solidFill>
                <a:latin typeface="Calibri" pitchFamily="34" charset="0"/>
                <a:ea typeface="Calibri" pitchFamily="34" charset="-122"/>
                <a:cs typeface="Calibri" pitchFamily="34" charset="-120"/>
              </a:rPr>
              <a:t>Korea Foundation (KF)  </a:t>
            </a:r>
            <a:r>
              <a:rPr lang="en-US" sz="1400" i="1" dirty="0">
                <a:solidFill>
                  <a:srgbClr val="4A5568"/>
                </a:solidFill>
                <a:latin typeface="Malgun Gothic" pitchFamily="34" charset="0"/>
                <a:ea typeface="Malgun Gothic" pitchFamily="34" charset="-122"/>
                <a:cs typeface="Malgun Gothic" pitchFamily="34" charset="-120"/>
              </a:rPr>
              <a:t>한국국제교류재단</a:t>
            </a:r>
            <a:endParaRPr lang="en-US" sz="1400" dirty="0"/>
          </a:p>
        </p:txBody>
      </p:sp>
      <p:sp>
        <p:nvSpPr>
          <p:cNvPr id="8" name="Text 6"/>
          <p:cNvSpPr/>
          <p:nvPr/>
        </p:nvSpPr>
        <p:spPr>
          <a:xfrm>
            <a:off x="1737360" y="3291840"/>
            <a:ext cx="8686800" cy="320040"/>
          </a:xfrm>
          <a:prstGeom prst="rect">
            <a:avLst/>
          </a:prstGeom>
          <a:noFill/>
          <a:ln/>
        </p:spPr>
        <p:txBody>
          <a:bodyPr wrap="square" lIns="0" tIns="0" rIns="0" bIns="0" rtlCol="0" anchor="ctr"/>
          <a:lstStyle/>
          <a:p>
            <a:pPr marL="0" indent="0">
              <a:buNone/>
            </a:pPr>
            <a:r>
              <a:rPr lang="en-US" sz="1400" b="1" dirty="0">
                <a:solidFill>
                  <a:srgbClr val="4A5568"/>
                </a:solidFill>
                <a:latin typeface="Calibri" pitchFamily="34" charset="0"/>
                <a:ea typeface="Calibri" pitchFamily="34" charset="-122"/>
                <a:cs typeface="Calibri" pitchFamily="34" charset="-120"/>
              </a:rPr>
              <a:t>Año · </a:t>
            </a:r>
            <a:r>
              <a:rPr lang="en-US" sz="1400" dirty="0">
                <a:solidFill>
                  <a:srgbClr val="0F172A"/>
                </a:solidFill>
                <a:latin typeface="Calibri" pitchFamily="34" charset="0"/>
                <a:ea typeface="Calibri" pitchFamily="34" charset="-122"/>
                <a:cs typeface="Calibri" pitchFamily="34" charset="-120"/>
              </a:rPr>
              <a:t>2010</a:t>
            </a:r>
            <a:endParaRPr lang="en-US" sz="1400" dirty="0"/>
          </a:p>
        </p:txBody>
      </p:sp>
      <p:sp>
        <p:nvSpPr>
          <p:cNvPr id="9" name="Text 7"/>
          <p:cNvSpPr/>
          <p:nvPr/>
        </p:nvSpPr>
        <p:spPr>
          <a:xfrm>
            <a:off x="1737360" y="3611880"/>
            <a:ext cx="8686800" cy="320040"/>
          </a:xfrm>
          <a:prstGeom prst="rect">
            <a:avLst/>
          </a:prstGeom>
          <a:noFill/>
          <a:ln/>
        </p:spPr>
        <p:txBody>
          <a:bodyPr wrap="square" lIns="0" tIns="0" rIns="0" bIns="0" rtlCol="0" anchor="ctr"/>
          <a:lstStyle/>
          <a:p>
            <a:pPr marL="0" indent="0">
              <a:buNone/>
            </a:pPr>
            <a:r>
              <a:rPr lang="en-US" sz="1400" b="1" dirty="0">
                <a:solidFill>
                  <a:srgbClr val="4A5568"/>
                </a:solidFill>
                <a:latin typeface="Calibri" pitchFamily="34" charset="0"/>
                <a:ea typeface="Calibri" pitchFamily="34" charset="-122"/>
                <a:cs typeface="Calibri" pitchFamily="34" charset="-120"/>
              </a:rPr>
              <a:t>Páginas referenciadas · </a:t>
            </a:r>
            <a:r>
              <a:rPr lang="en-US" sz="1400" dirty="0">
                <a:solidFill>
                  <a:srgbClr val="0F172A"/>
                </a:solidFill>
                <a:latin typeface="Calibri" pitchFamily="34" charset="0"/>
                <a:ea typeface="Calibri" pitchFamily="34" charset="-122"/>
                <a:cs typeface="Calibri" pitchFamily="34" charset="-120"/>
              </a:rPr>
              <a:t>12-13, 16-17, 21, 24, 27</a:t>
            </a:r>
            <a:endParaRPr lang="en-US" sz="1400" dirty="0"/>
          </a:p>
        </p:txBody>
      </p:sp>
      <p:sp>
        <p:nvSpPr>
          <p:cNvPr id="10" name="Text 8"/>
          <p:cNvSpPr/>
          <p:nvPr/>
        </p:nvSpPr>
        <p:spPr>
          <a:xfrm>
            <a:off x="1737360" y="4160520"/>
            <a:ext cx="8686800" cy="274320"/>
          </a:xfrm>
          <a:prstGeom prst="rect">
            <a:avLst/>
          </a:prstGeom>
          <a:noFill/>
          <a:ln/>
        </p:spPr>
        <p:txBody>
          <a:bodyPr wrap="square" rtlCol="0" anchor="ctr"/>
          <a:lstStyle/>
          <a:p>
            <a:pPr marL="0" indent="0">
              <a:buNone/>
            </a:pPr>
            <a:r>
              <a:rPr lang="en-US" sz="1300" b="1" kern="0" spc="500" dirty="0">
                <a:solidFill>
                  <a:srgbClr val="FE6768"/>
                </a:solidFill>
                <a:latin typeface="Trebuchet MS" pitchFamily="34" charset="0"/>
                <a:ea typeface="Trebuchet MS" pitchFamily="34" charset="-122"/>
                <a:cs typeface="Trebuchet MS" pitchFamily="34" charset="-120"/>
              </a:rPr>
              <a:t>Uso educativo</a:t>
            </a:r>
            <a:endParaRPr lang="en-US" sz="1300" dirty="0"/>
          </a:p>
        </p:txBody>
      </p:sp>
      <p:sp>
        <p:nvSpPr>
          <p:cNvPr id="11" name="Text 9"/>
          <p:cNvSpPr/>
          <p:nvPr/>
        </p:nvSpPr>
        <p:spPr>
          <a:xfrm>
            <a:off x="1737360" y="4434840"/>
            <a:ext cx="8686800" cy="1371600"/>
          </a:xfrm>
          <a:prstGeom prst="rect">
            <a:avLst/>
          </a:prstGeom>
          <a:noFill/>
          <a:ln/>
        </p:spPr>
        <p:txBody>
          <a:bodyPr wrap="square" rtlCol="0" anchor="ctr"/>
          <a:lstStyle/>
          <a:p>
            <a:pPr marL="0" indent="0">
              <a:buNone/>
            </a:pPr>
            <a:r>
              <a:rPr lang="en-US" sz="1300" i="1" dirty="0">
                <a:solidFill>
                  <a:srgbClr val="4A5568"/>
                </a:solidFill>
                <a:latin typeface="Calibri" pitchFamily="34" charset="0"/>
                <a:ea typeface="Calibri" pitchFamily="34" charset="-122"/>
                <a:cs typeface="Calibri" pitchFamily="34" charset="-120"/>
              </a:rPr>
              <a:t>Los conceptos, citas de académicos, y estructuras pedagógicas integradas en este taller están basados en y atribuidos a la publicación de Korea Foundation. Los diagramas han sido recreados en la línea gráfica de Academia Seúl. Este material se utiliza con fines educativos no comerciales.</a:t>
            </a:r>
            <a:endParaRPr lang="en-US" sz="1300" dirty="0"/>
          </a:p>
        </p:txBody>
      </p:sp>
      <p:sp>
        <p:nvSpPr>
          <p:cNvPr id="12" name="Text 10"/>
          <p:cNvSpPr/>
          <p:nvPr/>
        </p:nvSpPr>
        <p:spPr>
          <a:xfrm>
            <a:off x="365760" y="6446520"/>
            <a:ext cx="11430000" cy="274320"/>
          </a:xfrm>
          <a:prstGeom prst="rect">
            <a:avLst/>
          </a:prstGeom>
          <a:noFill/>
          <a:ln/>
        </p:spPr>
        <p:txBody>
          <a:bodyPr wrap="square" rtlCol="0" anchor="ctr"/>
          <a:lstStyle/>
          <a:p>
            <a:pPr marL="0" indent="0" algn="ctr">
              <a:buNone/>
            </a:pPr>
            <a:r>
              <a:rPr lang="en-US" sz="1100" i="1" dirty="0">
                <a:solidFill>
                  <a:srgbClr val="94A3B8"/>
                </a:solidFill>
                <a:latin typeface="Georgia" pitchFamily="34" charset="0"/>
                <a:ea typeface="Georgia" pitchFamily="34" charset="-122"/>
                <a:cs typeface="Georgia" pitchFamily="34" charset="-120"/>
              </a:rPr>
              <a:t>Academia Seúl agradece a Korea Foundation por preservar y compartir este legado lingüístico.</a:t>
            </a:r>
            <a:endParaRPr lang="en-US" sz="1100" dirty="0"/>
          </a:p>
        </p:txBody>
      </p:sp>
    </p:spTree>
    <p:extLst>
      <p:ext uri="{BB962C8B-B14F-4D97-AF65-F5344CB8AC3E}">
        <p14:creationId xmlns:p14="http://schemas.microsoft.com/office/powerpoint/2010/main" val="657447699"/>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24">
    <p:bg>
      <p:bgPr>
        <a:solidFill>
          <a:srgbClr val="3D2EE8"/>
        </a:solidFill>
        <a:effectLst/>
      </p:bgPr>
    </p:bg>
    <p:spTree>
      <p:nvGrpSpPr>
        <p:cNvPr id="1" name=""/>
        <p:cNvGrpSpPr/>
        <p:nvPr/>
      </p:nvGrpSpPr>
      <p:grpSpPr>
        <a:xfrm>
          <a:off x="0" y="0"/>
          <a:ext cx="0" cy="0"/>
          <a:chOff x="0" y="0"/>
          <a:chExt cx="0" cy="0"/>
        </a:xfrm>
      </p:grpSpPr>
      <p:pic>
        <p:nvPicPr>
          <p:cNvPr id="2" name="Image 0" descr="/sessions/sleepy-zen-cray/mnt/outputs/deck_assets/logo_principal_blanco.png"/>
          <p:cNvPicPr>
            <a:picLocks noChangeAspect="1"/>
          </p:cNvPicPr>
          <p:nvPr/>
        </p:nvPicPr>
        <p:blipFill>
          <a:blip r:embed="rId3"/>
          <a:stretch>
            <a:fillRect/>
          </a:stretch>
        </p:blipFill>
        <p:spPr>
          <a:xfrm>
            <a:off x="10206990" y="0"/>
            <a:ext cx="1520190" cy="1520190"/>
          </a:xfrm>
          <a:prstGeom prst="rect">
            <a:avLst/>
          </a:prstGeom>
        </p:spPr>
      </p:pic>
      <p:sp>
        <p:nvSpPr>
          <p:cNvPr id="3" name="Text 0"/>
          <p:cNvSpPr/>
          <p:nvPr/>
        </p:nvSpPr>
        <p:spPr>
          <a:xfrm>
            <a:off x="0" y="1360170"/>
            <a:ext cx="12161520" cy="914400"/>
          </a:xfrm>
          <a:prstGeom prst="rect">
            <a:avLst/>
          </a:prstGeom>
          <a:noFill/>
          <a:ln/>
        </p:spPr>
        <p:txBody>
          <a:bodyPr wrap="square" rtlCol="0" anchor="ctr"/>
          <a:lstStyle/>
          <a:p>
            <a:pPr algn="ctr"/>
            <a:r>
              <a:rPr lang="en-US" sz="5400" b="1" dirty="0" err="1">
                <a:solidFill>
                  <a:srgbClr val="FFFFFF"/>
                </a:solidFill>
                <a:latin typeface="Calibri" pitchFamily="34" charset="0"/>
                <a:ea typeface="Calibri" pitchFamily="34" charset="-122"/>
                <a:cs typeface="Calibri" pitchFamily="34" charset="-120"/>
              </a:rPr>
              <a:t>Preguntas</a:t>
            </a:r>
            <a:r>
              <a:rPr lang="en-US" sz="5400" b="1" dirty="0">
                <a:solidFill>
                  <a:srgbClr val="FFFFFF"/>
                </a:solidFill>
                <a:latin typeface="Calibri" pitchFamily="34" charset="0"/>
                <a:ea typeface="Calibri" pitchFamily="34" charset="-122"/>
                <a:cs typeface="Calibri" pitchFamily="34" charset="-120"/>
              </a:rPr>
              <a:t>?</a:t>
            </a:r>
            <a:r>
              <a:rPr lang="en-US" sz="5400" dirty="0">
                <a:solidFill>
                  <a:srgbClr val="FFFFFF"/>
                </a:solidFill>
                <a:latin typeface="Malgun Gothic" pitchFamily="34" charset="0"/>
                <a:ea typeface="Malgun Gothic" pitchFamily="34" charset="-122"/>
                <a:cs typeface="Malgun Gothic" pitchFamily="34" charset="-120"/>
              </a:rPr>
              <a:t> </a:t>
            </a:r>
            <a:r>
              <a:rPr lang="en-US" sz="5400" dirty="0" err="1">
                <a:solidFill>
                  <a:srgbClr val="FFFFFF"/>
                </a:solidFill>
                <a:latin typeface="Malgun Gothic" pitchFamily="34" charset="0"/>
                <a:ea typeface="Malgun Gothic" pitchFamily="34" charset="-122"/>
                <a:cs typeface="Malgun Gothic" pitchFamily="34" charset="-120"/>
              </a:rPr>
              <a:t>질문이</a:t>
            </a:r>
            <a:r>
              <a:rPr lang="en-US" sz="5400" dirty="0">
                <a:solidFill>
                  <a:srgbClr val="FFFFFF"/>
                </a:solidFill>
                <a:latin typeface="Malgun Gothic" pitchFamily="34" charset="0"/>
                <a:ea typeface="Malgun Gothic" pitchFamily="34" charset="-122"/>
                <a:cs typeface="Malgun Gothic" pitchFamily="34" charset="-120"/>
              </a:rPr>
              <a:t> </a:t>
            </a:r>
            <a:r>
              <a:rPr lang="en-US" sz="5400" dirty="0" err="1">
                <a:solidFill>
                  <a:srgbClr val="FFFFFF"/>
                </a:solidFill>
                <a:latin typeface="Malgun Gothic" pitchFamily="34" charset="0"/>
                <a:ea typeface="Malgun Gothic" pitchFamily="34" charset="-122"/>
                <a:cs typeface="Malgun Gothic" pitchFamily="34" charset="-120"/>
              </a:rPr>
              <a:t>있어요</a:t>
            </a:r>
            <a:r>
              <a:rPr lang="en-US" sz="5400" dirty="0">
                <a:solidFill>
                  <a:srgbClr val="FFFFFF"/>
                </a:solidFill>
                <a:latin typeface="Malgun Gothic" pitchFamily="34" charset="0"/>
                <a:ea typeface="Malgun Gothic" pitchFamily="34" charset="-122"/>
                <a:cs typeface="Malgun Gothic" pitchFamily="34" charset="-120"/>
              </a:rPr>
              <a:t>?</a:t>
            </a:r>
            <a:endParaRPr lang="en-US" sz="5400" dirty="0"/>
          </a:p>
        </p:txBody>
      </p:sp>
      <p:sp>
        <p:nvSpPr>
          <p:cNvPr id="4" name="Text 1"/>
          <p:cNvSpPr/>
          <p:nvPr/>
        </p:nvSpPr>
        <p:spPr>
          <a:xfrm>
            <a:off x="-646546" y="2794462"/>
            <a:ext cx="12161520" cy="731520"/>
          </a:xfrm>
          <a:prstGeom prst="rect">
            <a:avLst/>
          </a:prstGeom>
          <a:noFill/>
          <a:ln/>
        </p:spPr>
        <p:txBody>
          <a:bodyPr wrap="square" rtlCol="0" anchor="ctr"/>
          <a:lstStyle/>
          <a:p>
            <a:pPr marL="0" indent="0" algn="ctr">
              <a:buNone/>
            </a:pPr>
            <a:r>
              <a:rPr lang="ko-KR" altLang="es-CL" sz="3600" dirty="0">
                <a:solidFill>
                  <a:srgbClr val="FFFFFF"/>
                </a:solidFill>
                <a:latin typeface="Malgun Gothic" pitchFamily="34" charset="0"/>
                <a:ea typeface="Malgun Gothic" pitchFamily="34" charset="-122"/>
              </a:rPr>
              <a:t>감사합니다</a:t>
            </a:r>
            <a:r>
              <a:rPr lang="es-CL" altLang="ko-KR" sz="3600" dirty="0">
                <a:solidFill>
                  <a:srgbClr val="FFFFFF"/>
                </a:solidFill>
                <a:latin typeface="Malgun Gothic" pitchFamily="34" charset="0"/>
                <a:ea typeface="Malgun Gothic" pitchFamily="34" charset="-122"/>
              </a:rPr>
              <a:t>! [</a:t>
            </a:r>
            <a:r>
              <a:rPr lang="es-CL" altLang="ko-KR" sz="3600" dirty="0" err="1">
                <a:solidFill>
                  <a:srgbClr val="FFFFFF"/>
                </a:solidFill>
                <a:latin typeface="Malgun Gothic" pitchFamily="34" charset="0"/>
                <a:ea typeface="Malgun Gothic" pitchFamily="34" charset="-122"/>
              </a:rPr>
              <a:t>Gamsajamnida</a:t>
            </a:r>
            <a:r>
              <a:rPr lang="es-CL" altLang="ko-KR" sz="3600" dirty="0">
                <a:solidFill>
                  <a:srgbClr val="FFFFFF"/>
                </a:solidFill>
                <a:latin typeface="Malgun Gothic" pitchFamily="34" charset="0"/>
                <a:ea typeface="Malgun Gothic" pitchFamily="34" charset="-122"/>
              </a:rPr>
              <a:t>]</a:t>
            </a:r>
            <a:br>
              <a:rPr lang="es-CL" altLang="ko-KR" sz="3600" dirty="0">
                <a:solidFill>
                  <a:srgbClr val="FFFFFF"/>
                </a:solidFill>
                <a:latin typeface="Malgun Gothic" pitchFamily="34" charset="0"/>
                <a:ea typeface="Malgun Gothic" pitchFamily="34" charset="-122"/>
              </a:rPr>
            </a:br>
            <a:r>
              <a:rPr lang="es-CL" altLang="ko-KR" sz="3600" dirty="0">
                <a:solidFill>
                  <a:srgbClr val="FFFFFF"/>
                </a:solidFill>
                <a:latin typeface="Malgun Gothic" pitchFamily="34" charset="0"/>
                <a:ea typeface="Malgun Gothic" pitchFamily="34" charset="-122"/>
              </a:rPr>
              <a:t>Muchas gracias!</a:t>
            </a:r>
            <a:endParaRPr lang="en-US" sz="3600" dirty="0"/>
          </a:p>
        </p:txBody>
      </p:sp>
      <p:sp>
        <p:nvSpPr>
          <p:cNvPr id="5" name="Text 2"/>
          <p:cNvSpPr/>
          <p:nvPr/>
        </p:nvSpPr>
        <p:spPr>
          <a:xfrm>
            <a:off x="0" y="3931920"/>
            <a:ext cx="12161520" cy="365760"/>
          </a:xfrm>
          <a:prstGeom prst="rect">
            <a:avLst/>
          </a:prstGeom>
          <a:noFill/>
          <a:ln/>
        </p:spPr>
        <p:txBody>
          <a:bodyPr wrap="square" rtlCol="0" anchor="ctr"/>
          <a:lstStyle/>
          <a:p>
            <a:pPr marL="0" indent="0" algn="ctr">
              <a:buNone/>
            </a:pPr>
            <a:r>
              <a:rPr lang="en-US" sz="1400" i="1" dirty="0">
                <a:solidFill>
                  <a:srgbClr val="FFFFFF"/>
                </a:solidFill>
                <a:latin typeface="Calibri" pitchFamily="34" charset="0"/>
                <a:ea typeface="Calibri" pitchFamily="34" charset="-122"/>
                <a:cs typeface="Calibri" pitchFamily="34" charset="-120"/>
              </a:rPr>
              <a:t>Link de inscripción en el chat:</a:t>
            </a:r>
            <a:endParaRPr lang="en-US" sz="1400" dirty="0"/>
          </a:p>
        </p:txBody>
      </p:sp>
      <p:sp>
        <p:nvSpPr>
          <p:cNvPr id="6" name="Text 3"/>
          <p:cNvSpPr/>
          <p:nvPr/>
        </p:nvSpPr>
        <p:spPr>
          <a:xfrm>
            <a:off x="0" y="4297680"/>
            <a:ext cx="12161520" cy="457200"/>
          </a:xfrm>
          <a:prstGeom prst="rect">
            <a:avLst/>
          </a:prstGeom>
          <a:noFill/>
          <a:ln/>
        </p:spPr>
        <p:txBody>
          <a:bodyPr wrap="square"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academiaseul.com/nivel-1</a:t>
            </a:r>
            <a:endParaRPr lang="en-US" sz="2400" dirty="0"/>
          </a:p>
        </p:txBody>
      </p:sp>
      <p:sp>
        <p:nvSpPr>
          <p:cNvPr id="7" name="Text 4"/>
          <p:cNvSpPr/>
          <p:nvPr/>
        </p:nvSpPr>
        <p:spPr>
          <a:xfrm>
            <a:off x="0" y="5212080"/>
            <a:ext cx="12161520" cy="365760"/>
          </a:xfrm>
          <a:prstGeom prst="rect">
            <a:avLst/>
          </a:prstGeom>
          <a:noFill/>
          <a:ln/>
        </p:spPr>
        <p:txBody>
          <a:bodyPr wrap="square" rtlCol="0" anchor="ctr"/>
          <a:lstStyle/>
          <a:p>
            <a:pPr marL="0" indent="0" algn="ctr">
              <a:buNone/>
            </a:pPr>
            <a:r>
              <a:rPr lang="en-US" sz="1200" dirty="0">
                <a:solidFill>
                  <a:srgbClr val="FFFFFF"/>
                </a:solidFill>
                <a:latin typeface="Calibri" pitchFamily="34" charset="0"/>
                <a:ea typeface="Calibri" pitchFamily="34" charset="-122"/>
                <a:cs typeface="Calibri" pitchFamily="34" charset="-120"/>
              </a:rPr>
              <a:t>📸 @jaychingu.oficial    🎵 @jaychingu.oficial    🎥 @jaychinguoficial</a:t>
            </a:r>
            <a:endParaRPr lang="en-US" sz="1200" dirty="0"/>
          </a:p>
        </p:txBody>
      </p:sp>
      <p:sp>
        <p:nvSpPr>
          <p:cNvPr id="8" name="Text 5"/>
          <p:cNvSpPr/>
          <p:nvPr/>
        </p:nvSpPr>
        <p:spPr>
          <a:xfrm>
            <a:off x="0" y="5760720"/>
            <a:ext cx="12161520" cy="457200"/>
          </a:xfrm>
          <a:prstGeom prst="rect">
            <a:avLst/>
          </a:prstGeom>
          <a:noFill/>
          <a:ln/>
        </p:spPr>
        <p:txBody>
          <a:bodyPr wrap="square" rtlCol="0" anchor="ctr"/>
          <a:lstStyle/>
          <a:p>
            <a:pPr marL="0" indent="0" algn="ctr">
              <a:buNone/>
            </a:pPr>
            <a:r>
              <a:rPr lang="en-US" sz="1800" i="1" dirty="0">
                <a:solidFill>
                  <a:srgbClr val="FFFFFF"/>
                </a:solidFill>
                <a:latin typeface="Calibri" pitchFamily="34" charset="0"/>
                <a:ea typeface="Calibri" pitchFamily="34" charset="-122"/>
                <a:cs typeface="Calibri" pitchFamily="34" charset="-120"/>
              </a:rPr>
              <a:t>💜 Gracias por estar </a:t>
            </a:r>
            <a:r>
              <a:rPr lang="en-US" sz="1800" i="1" dirty="0" err="1">
                <a:solidFill>
                  <a:srgbClr val="FFFFFF"/>
                </a:solidFill>
                <a:latin typeface="Calibri" pitchFamily="34" charset="0"/>
                <a:ea typeface="Calibri" pitchFamily="34" charset="-122"/>
                <a:cs typeface="Calibri" pitchFamily="34" charset="-120"/>
              </a:rPr>
              <a:t>acá</a:t>
            </a:r>
            <a:r>
              <a:rPr lang="en-US" sz="1800" i="1" dirty="0">
                <a:solidFill>
                  <a:srgbClr val="FFFFFF"/>
                </a:solidFill>
                <a:latin typeface="Calibri" pitchFamily="34" charset="0"/>
                <a:ea typeface="Calibri" pitchFamily="34" charset="-122"/>
                <a:cs typeface="Calibri" pitchFamily="34" charset="-120"/>
              </a:rPr>
              <a:t> hoy 💜</a:t>
            </a:r>
          </a:p>
          <a:p>
            <a:pPr marL="0" indent="0" algn="ctr">
              <a:buNone/>
            </a:pPr>
            <a:r>
              <a:rPr lang="ko-KR" altLang="es-CL" sz="1800" dirty="0">
                <a:solidFill>
                  <a:srgbClr val="FFFFFF"/>
                </a:solidFill>
                <a:latin typeface="Calibri" pitchFamily="34" charset="0"/>
                <a:cs typeface="Calibri" pitchFamily="34" charset="-120"/>
              </a:rPr>
              <a:t>화이팅  친구</a:t>
            </a:r>
            <a:endParaRPr lang="en-US" sz="1800" dirty="0"/>
          </a:p>
        </p:txBody>
      </p:sp>
      <p:pic>
        <p:nvPicPr>
          <p:cNvPr id="9" name="Image 1" descr="/sessions/sleepy-zen-cray/mnt/outputs/deck_assets/sello_linea_v1_05.png"/>
          <p:cNvPicPr>
            <a:picLocks noChangeAspect="1"/>
          </p:cNvPicPr>
          <p:nvPr/>
        </p:nvPicPr>
        <p:blipFill>
          <a:blip r:embed="rId4"/>
          <a:stretch>
            <a:fillRect/>
          </a:stretch>
        </p:blipFill>
        <p:spPr>
          <a:xfrm>
            <a:off x="203662" y="5658196"/>
            <a:ext cx="1280160" cy="1280160"/>
          </a:xfrm>
          <a:prstGeom prst="rect">
            <a:avLst/>
          </a:prstGeom>
        </p:spPr>
      </p:pic>
      <p:pic>
        <p:nvPicPr>
          <p:cNvPr id="11" name="Picture 10">
            <a:extLst>
              <a:ext uri="{FF2B5EF4-FFF2-40B4-BE49-F238E27FC236}">
                <a16:creationId xmlns:a16="http://schemas.microsoft.com/office/drawing/2014/main" id="{D818115B-D66A-8960-EC8E-461D137A35DB}"/>
              </a:ext>
            </a:extLst>
          </p:cNvPr>
          <p:cNvPicPr>
            <a:picLocks noChangeAspect="1"/>
          </p:cNvPicPr>
          <p:nvPr/>
        </p:nvPicPr>
        <p:blipFill>
          <a:blip r:embed="rId5"/>
          <a:stretch>
            <a:fillRect/>
          </a:stretch>
        </p:blipFill>
        <p:spPr>
          <a:xfrm>
            <a:off x="8557722" y="2880360"/>
            <a:ext cx="3169458" cy="3169458"/>
          </a:xfrm>
          <a:prstGeom prst="rect">
            <a:avLst/>
          </a:prstGeom>
        </p:spPr>
      </p:pic>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g81">
            <a:extLst>
              <a:ext uri="{FF2B5EF4-FFF2-40B4-BE49-F238E27FC236}">
                <a16:creationId xmlns:a16="http://schemas.microsoft.com/office/drawing/2014/main" id="{A79A1141-748B-B97B-AD2C-87FEA44BF5B5}"/>
              </a:ext>
            </a:extLst>
          </p:cNvPr>
          <p:cNvPicPr>
            <a:picLocks noChangeAspect="1"/>
          </p:cNvPicPr>
          <p:nvPr/>
        </p:nvPicPr>
        <p:blipFill>
          <a:blip r:embed="rId2"/>
          <a:stretch>
            <a:fillRect/>
          </a:stretch>
        </p:blipFill>
        <p:spPr>
          <a:xfrm>
            <a:off x="-92362" y="0"/>
            <a:ext cx="12192000" cy="6858000"/>
          </a:xfrm>
          <a:prstGeom prst="rect">
            <a:avLst/>
          </a:prstGeom>
        </p:spPr>
      </p:pic>
      <p:sp>
        <p:nvSpPr>
          <p:cNvPr id="3" name="Rectangle: Rounded Corners 2">
            <a:extLst>
              <a:ext uri="{FF2B5EF4-FFF2-40B4-BE49-F238E27FC236}">
                <a16:creationId xmlns:a16="http://schemas.microsoft.com/office/drawing/2014/main" id="{917F0BE4-202E-1A0B-18B0-1E6AF0CE64AC}"/>
              </a:ext>
            </a:extLst>
          </p:cNvPr>
          <p:cNvSpPr/>
          <p:nvPr/>
        </p:nvSpPr>
        <p:spPr>
          <a:xfrm>
            <a:off x="286327" y="1468582"/>
            <a:ext cx="11813311" cy="5241637"/>
          </a:xfrm>
          <a:prstGeom prst="round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pic>
        <p:nvPicPr>
          <p:cNvPr id="5" name="Picture 4">
            <a:extLst>
              <a:ext uri="{FF2B5EF4-FFF2-40B4-BE49-F238E27FC236}">
                <a16:creationId xmlns:a16="http://schemas.microsoft.com/office/drawing/2014/main" id="{4741CAEC-7619-9B7A-7344-028805989371}"/>
              </a:ext>
            </a:extLst>
          </p:cNvPr>
          <p:cNvPicPr>
            <a:picLocks noChangeAspect="1"/>
          </p:cNvPicPr>
          <p:nvPr/>
        </p:nvPicPr>
        <p:blipFill>
          <a:blip r:embed="rId3"/>
          <a:stretch>
            <a:fillRect/>
          </a:stretch>
        </p:blipFill>
        <p:spPr>
          <a:xfrm>
            <a:off x="2666610" y="1607966"/>
            <a:ext cx="7052743" cy="4962867"/>
          </a:xfrm>
          <a:prstGeom prst="rect">
            <a:avLst/>
          </a:prstGeom>
        </p:spPr>
      </p:pic>
    </p:spTree>
    <p:extLst>
      <p:ext uri="{BB962C8B-B14F-4D97-AF65-F5344CB8AC3E}">
        <p14:creationId xmlns:p14="http://schemas.microsoft.com/office/powerpoint/2010/main" val="217697357"/>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Design 81">
    <p:spTree>
      <p:nvGrpSpPr>
        <p:cNvPr id="1" name=""/>
        <p:cNvGrpSpPr/>
        <p:nvPr/>
      </p:nvGrpSpPr>
      <p:grpSpPr>
        <a:xfrm>
          <a:off x="0" y="0"/>
          <a:ext cx="0" cy="0"/>
          <a:chOff x="0" y="0"/>
          <a:chExt cx="0" cy="0"/>
        </a:xfrm>
      </p:grpSpPr>
      <p:pic>
        <p:nvPicPr>
          <p:cNvPr id="2" name="img81"/>
          <p:cNvPicPr>
            <a:picLocks noChangeAspect="1"/>
          </p:cNvPicPr>
          <p:nvPr/>
        </p:nvPicPr>
        <p:blipFill>
          <a:blip r:embed="rId2"/>
          <a:stretch>
            <a:fillRect/>
          </a:stretch>
        </p:blipFill>
        <p:spPr>
          <a:xfrm>
            <a:off x="-92362" y="0"/>
            <a:ext cx="12192000" cy="6858000"/>
          </a:xfrm>
          <a:prstGeom prst="rect">
            <a:avLst/>
          </a:prstGeom>
        </p:spPr>
      </p:pic>
      <p:sp>
        <p:nvSpPr>
          <p:cNvPr id="6" name="TextBox 5">
            <a:extLst>
              <a:ext uri="{FF2B5EF4-FFF2-40B4-BE49-F238E27FC236}">
                <a16:creationId xmlns:a16="http://schemas.microsoft.com/office/drawing/2014/main" id="{6DC1D5C2-B504-A70B-122B-2D09769E038B}"/>
              </a:ext>
            </a:extLst>
          </p:cNvPr>
          <p:cNvSpPr txBox="1"/>
          <p:nvPr/>
        </p:nvSpPr>
        <p:spPr>
          <a:xfrm>
            <a:off x="1191491" y="3429000"/>
            <a:ext cx="1210588" cy="707886"/>
          </a:xfrm>
          <a:prstGeom prst="rect">
            <a:avLst/>
          </a:prstGeom>
          <a:noFill/>
        </p:spPr>
        <p:txBody>
          <a:bodyPr wrap="none" rtlCol="0">
            <a:spAutoFit/>
          </a:bodyPr>
          <a:lstStyle/>
          <a:p>
            <a:r>
              <a:rPr lang="ko-KR" altLang="es-CL" sz="4000" dirty="0"/>
              <a:t>한국</a:t>
            </a:r>
            <a:endParaRPr lang="es-CL" sz="4000" dirty="0"/>
          </a:p>
        </p:txBody>
      </p:sp>
      <p:sp>
        <p:nvSpPr>
          <p:cNvPr id="7" name="TextBox 6">
            <a:extLst>
              <a:ext uri="{FF2B5EF4-FFF2-40B4-BE49-F238E27FC236}">
                <a16:creationId xmlns:a16="http://schemas.microsoft.com/office/drawing/2014/main" id="{B09DC30E-E63D-3917-74DD-726D63B9534F}"/>
              </a:ext>
            </a:extLst>
          </p:cNvPr>
          <p:cNvSpPr txBox="1"/>
          <p:nvPr/>
        </p:nvSpPr>
        <p:spPr>
          <a:xfrm>
            <a:off x="3486727" y="3313546"/>
            <a:ext cx="1524776" cy="707886"/>
          </a:xfrm>
          <a:prstGeom prst="rect">
            <a:avLst/>
          </a:prstGeom>
          <a:noFill/>
        </p:spPr>
        <p:txBody>
          <a:bodyPr wrap="none" rtlCol="0">
            <a:spAutoFit/>
          </a:bodyPr>
          <a:lstStyle/>
          <a:p>
            <a:r>
              <a:rPr lang="ko-KR" altLang="es-CL" sz="4000" dirty="0"/>
              <a:t>돋 </a:t>
            </a:r>
            <a:r>
              <a:rPr lang="es-CL" altLang="ko-KR" sz="4000" dirty="0" err="1"/>
              <a:t>dot</a:t>
            </a:r>
            <a:endParaRPr lang="es-CL" sz="4000" dirty="0"/>
          </a:p>
        </p:txBody>
      </p:sp>
      <p:sp>
        <p:nvSpPr>
          <p:cNvPr id="8" name="TextBox 7">
            <a:extLst>
              <a:ext uri="{FF2B5EF4-FFF2-40B4-BE49-F238E27FC236}">
                <a16:creationId xmlns:a16="http://schemas.microsoft.com/office/drawing/2014/main" id="{0EEABB36-9B6A-3DF7-F948-8B9494F5014E}"/>
              </a:ext>
            </a:extLst>
          </p:cNvPr>
          <p:cNvSpPr txBox="1"/>
          <p:nvPr/>
        </p:nvSpPr>
        <p:spPr>
          <a:xfrm>
            <a:off x="5512716" y="3315856"/>
            <a:ext cx="697627" cy="707886"/>
          </a:xfrm>
          <a:prstGeom prst="rect">
            <a:avLst/>
          </a:prstGeom>
          <a:noFill/>
        </p:spPr>
        <p:txBody>
          <a:bodyPr wrap="none" rtlCol="0">
            <a:spAutoFit/>
          </a:bodyPr>
          <a:lstStyle/>
          <a:p>
            <a:r>
              <a:rPr lang="ko-KR" altLang="es-CL" sz="4000"/>
              <a:t>말</a:t>
            </a:r>
            <a:endParaRPr lang="es-CL" sz="4000" dirty="0"/>
          </a:p>
        </p:txBody>
      </p:sp>
      <p:sp>
        <p:nvSpPr>
          <p:cNvPr id="9" name="TextBox 8">
            <a:extLst>
              <a:ext uri="{FF2B5EF4-FFF2-40B4-BE49-F238E27FC236}">
                <a16:creationId xmlns:a16="http://schemas.microsoft.com/office/drawing/2014/main" id="{0F6EDF57-ADB6-5AB1-636A-0ECDE37846FB}"/>
              </a:ext>
            </a:extLst>
          </p:cNvPr>
          <p:cNvSpPr txBox="1"/>
          <p:nvPr/>
        </p:nvSpPr>
        <p:spPr>
          <a:xfrm>
            <a:off x="8805065" y="3420416"/>
            <a:ext cx="697627" cy="707886"/>
          </a:xfrm>
          <a:prstGeom prst="rect">
            <a:avLst/>
          </a:prstGeom>
          <a:noFill/>
        </p:spPr>
        <p:txBody>
          <a:bodyPr wrap="none" rtlCol="0">
            <a:spAutoFit/>
          </a:bodyPr>
          <a:lstStyle/>
          <a:p>
            <a:r>
              <a:rPr lang="ko-KR" altLang="es-CL" sz="4000" dirty="0"/>
              <a:t>밥</a:t>
            </a:r>
            <a:endParaRPr lang="es-CL" sz="4000" dirty="0"/>
          </a:p>
        </p:txBody>
      </p:sp>
      <p:sp>
        <p:nvSpPr>
          <p:cNvPr id="10" name="TextBox 9">
            <a:extLst>
              <a:ext uri="{FF2B5EF4-FFF2-40B4-BE49-F238E27FC236}">
                <a16:creationId xmlns:a16="http://schemas.microsoft.com/office/drawing/2014/main" id="{1E9A24A9-CA70-FAAA-7C2B-A533D90A0D38}"/>
              </a:ext>
            </a:extLst>
          </p:cNvPr>
          <p:cNvSpPr txBox="1"/>
          <p:nvPr/>
        </p:nvSpPr>
        <p:spPr>
          <a:xfrm>
            <a:off x="7180499" y="3238650"/>
            <a:ext cx="1210588" cy="707886"/>
          </a:xfrm>
          <a:prstGeom prst="rect">
            <a:avLst/>
          </a:prstGeom>
          <a:noFill/>
        </p:spPr>
        <p:txBody>
          <a:bodyPr wrap="none" rtlCol="0">
            <a:spAutoFit/>
          </a:bodyPr>
          <a:lstStyle/>
          <a:p>
            <a:r>
              <a:rPr lang="ko-KR" altLang="es-CL" sz="4000"/>
              <a:t>엄마</a:t>
            </a:r>
            <a:endParaRPr lang="es-CL" sz="4000" dirty="0"/>
          </a:p>
        </p:txBody>
      </p:sp>
      <p:sp>
        <p:nvSpPr>
          <p:cNvPr id="11" name="TextBox 10">
            <a:extLst>
              <a:ext uri="{FF2B5EF4-FFF2-40B4-BE49-F238E27FC236}">
                <a16:creationId xmlns:a16="http://schemas.microsoft.com/office/drawing/2014/main" id="{6EEEBE80-3AC2-4E9E-5F07-5C78D54C2F2E}"/>
              </a:ext>
            </a:extLst>
          </p:cNvPr>
          <p:cNvSpPr txBox="1"/>
          <p:nvPr/>
        </p:nvSpPr>
        <p:spPr>
          <a:xfrm>
            <a:off x="-209345" y="4770582"/>
            <a:ext cx="1326004" cy="707886"/>
          </a:xfrm>
          <a:prstGeom prst="rect">
            <a:avLst/>
          </a:prstGeom>
          <a:noFill/>
        </p:spPr>
        <p:txBody>
          <a:bodyPr wrap="none" rtlCol="0">
            <a:spAutoFit/>
          </a:bodyPr>
          <a:lstStyle/>
          <a:p>
            <a:r>
              <a:rPr lang="ko-KR" altLang="es-CL" sz="4000"/>
              <a:t>방 빵</a:t>
            </a:r>
            <a:endParaRPr lang="es-CL" sz="400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Design 82">
    <p:spTree>
      <p:nvGrpSpPr>
        <p:cNvPr id="1" name=""/>
        <p:cNvGrpSpPr/>
        <p:nvPr/>
      </p:nvGrpSpPr>
      <p:grpSpPr>
        <a:xfrm>
          <a:off x="0" y="0"/>
          <a:ext cx="0" cy="0"/>
          <a:chOff x="0" y="0"/>
          <a:chExt cx="0" cy="0"/>
        </a:xfrm>
      </p:grpSpPr>
      <p:pic>
        <p:nvPicPr>
          <p:cNvPr id="2" name="img82"/>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Design 83">
    <p:spTree>
      <p:nvGrpSpPr>
        <p:cNvPr id="1" name=""/>
        <p:cNvGrpSpPr/>
        <p:nvPr/>
      </p:nvGrpSpPr>
      <p:grpSpPr>
        <a:xfrm>
          <a:off x="0" y="0"/>
          <a:ext cx="0" cy="0"/>
          <a:chOff x="0" y="0"/>
          <a:chExt cx="0" cy="0"/>
        </a:xfrm>
      </p:grpSpPr>
      <p:pic>
        <p:nvPicPr>
          <p:cNvPr id="2" name="img83"/>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787571D-DC36-4E6F-7764-ED442B12108F}"/>
              </a:ext>
            </a:extLst>
          </p:cNvPr>
          <p:cNvPicPr>
            <a:picLocks noChangeAspect="1"/>
          </p:cNvPicPr>
          <p:nvPr/>
        </p:nvPicPr>
        <p:blipFill>
          <a:blip r:embed="rId2"/>
          <a:stretch>
            <a:fillRect/>
          </a:stretch>
        </p:blipFill>
        <p:spPr>
          <a:xfrm>
            <a:off x="4047836" y="1380836"/>
            <a:ext cx="4096327" cy="4096327"/>
          </a:xfrm>
          <a:prstGeom prst="rect">
            <a:avLst/>
          </a:prstGeom>
        </p:spPr>
      </p:pic>
    </p:spTree>
    <p:extLst>
      <p:ext uri="{BB962C8B-B14F-4D97-AF65-F5344CB8AC3E}">
        <p14:creationId xmlns:p14="http://schemas.microsoft.com/office/powerpoint/2010/main" val="107870970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276</TotalTime>
  <Words>5799</Words>
  <Application>Microsoft Office PowerPoint</Application>
  <PresentationFormat>Widescreen</PresentationFormat>
  <Paragraphs>1438</Paragraphs>
  <Slides>89</Slides>
  <Notes>70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89</vt:i4>
      </vt:variant>
    </vt:vector>
  </HeadingPairs>
  <TitlesOfParts>
    <vt:vector size="95" baseType="lpstr">
      <vt:lpstr>Malgun Gothic</vt:lpstr>
      <vt:lpstr>Arial</vt:lpstr>
      <vt:lpstr>Calibri</vt:lpstr>
      <vt:lpstr>Georgia</vt:lpstr>
      <vt:lpstr>Trebuchet MS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Academia Seúl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Academia Seúl · Taller Hangul · 6 Junio 2026</dc:title>
  <dc:subject>PptxGenJS Presentation</dc:subject>
  <dc:creator>김재희 (Jay Kim)</dc:creator>
  <cp:lastModifiedBy>Jae Hee Kim</cp:lastModifiedBy>
  <cp:revision>72</cp:revision>
  <dcterms:created xsi:type="dcterms:W3CDTF">2026-06-03T10:06:29Z</dcterms:created>
  <dcterms:modified xsi:type="dcterms:W3CDTF">2026-06-09T02:25:15Z</dcterms:modified>
</cp:coreProperties>
</file>