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743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087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GRATUITO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011680"/>
            <a:ext cx="1216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0" y="37490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leer Hangul en 1 hora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0" y="45262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6 de junio · 20:00 hora Chile</a:t>
            </a:r>
            <a:endParaRPr lang="en-US" sz="16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  ·  Academia Seúl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 hola chingus! 안녕하세요~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Bienvenidos al primer taller oficial de Academia Seúl.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próximos 60 minutos vamos a hacer algo concreto: que cuando salgas del Zoom, puedas LEER las letras coreanas y ESCRIBIR tu nombre en Hangul.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promesa: si alguno NO puede leer su nombre al final, me escribís por DM y te hago una sesión 1:1 gratuita. Tienen mi palabra.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tanto, en el chat: ¿desde qué país se conectan? ¿Es la primera vez que ven Hangul, o ya lo intentaron antes?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02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saber en 60 minutos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모음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vocales básicas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consonantes más usadas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음절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armar sílabas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이름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en Hangul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단어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reales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K-pop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letras de K-dramas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MITO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 ≠ Chino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mito que tenemos que romper.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 NO es chino. NO es japonés. El Hangul no son dibujos que tienen que memorizar uno por uno.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Hangul es un ALFABETO, como el nuestro.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24 letras. ¿Cuántas tiene el español?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O sea, son MENOS letras que el español.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del Hangul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que en español (27)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04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HISTORIA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del Rey Sejong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1443, el Rey Sejong el Grande inventó el Hangul.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él, en Corea solo escribían con caracteres chinos — pero eran tan complicados que SOLO los nobles podían leer.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Sejong dijo: NO. Yo quiero que TODOS — campesinos, mujeres, niños — puedan leer.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creó un alfabeto tan lógico que en sus palabras: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hombre sabio lo aprende en una mañana; uno tonto en 10 días."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lo vamos a aprender en 60 minutos.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1443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 Sejong el Grande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UNESCO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CIENCIA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alfabeto más científico del mundo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cool del Hangul: cada letra ES un dibujo de tu boca cuando la pronunciás.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ㄱ se pronuncia 'g'. La lengua toca el paladar. Mirá la forma.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ㄴ se pronuncia 'n'. La lengua arriba detrás de los dientes, en 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ㅁ se pronuncia 'm'. Los labios se cierran formando un cuadrado.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Hangul es el alfabeto MÁS científico del mundo.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UNESCO lo declaró Patrimonio de la Humanidad.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gwahak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(ciencia)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06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VOCALES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vocales básicas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VOCAL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ㅏ · La 'A' de mamá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ㅏ es una línea vertical con un puntito a la derecha.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pronuncia 'a' — igualito que la 'a' de 'mamá' en español. Súper fácil.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ㅏ. ㅏ. Repitan conmigo: ㅏ.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truco: el puntito te dice por DÓNDE sale el aire. A la derecha = sonido normal abierto.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아빠 → appa (papá)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나 → na (yo)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 → 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 'a' de mamá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08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§4.2 · VOCAL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ㅓ · La difícil para hispanos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ㅓ es la vocal MÁS difícil para hispanohablantes. Atención.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puntito está a la IZQUIERDA. Sonido más cerrado, profundo.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pronuncia 'e'. NO se pronuncia 'o'. Está EN EL MEDIO.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truco: pongan la boca como si fueran a decir 'A' (abierta), pero saquen el sonido de 'O'.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ㅓ.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Practica: ㅏ — ㅓ — ㅏ — ㅓ.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어디 → eodi (¿dónde?)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eo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de 'a' + sonido 'o'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§4.3 · VOCALES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fáciles · ㅗ ㅜ ㅡ 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 ] como en sol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오빠 (oppa)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 ] como en luna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우유 (uyu - leche)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eu ] labios estirados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(geu - ese)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 ] como en sí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(i - este)</a:t>
            </a:r>
            <a:endParaRPr lang="en-US" sz="1200" dirty="0"/>
          </a:p>
        </p:txBody>
      </p:sp>
      <p:pic>
        <p:nvPicPr>
          <p:cNvPr id="16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7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§4.4 · QUIZ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 de vocales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señalo, escribís la respuesta en el 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eo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eu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i</a:t>
            </a:r>
            <a:endParaRPr lang="en-US" sz="1400" dirty="0"/>
          </a:p>
        </p:txBody>
      </p:sp>
      <p:pic>
        <p:nvPicPr>
          <p:cNvPr id="23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· CONSONANTES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consonantes para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/ 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/ 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/ 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pic>
        <p:nvPicPr>
          <p:cNvPr id="25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12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CONSONANTES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 · ㄴ · 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 → La lengua tocando el paladar.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'g' o 'k'. Al inicio de palabra suena más 'k'.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김치 (Kimchi). 김 = kim.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 → Lengua arriba detrás de los dientes.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'n'. Igual que en español.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 → na (yo)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 → neo (tú)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ㄷ → La lengua hace forma de 'C' al revés.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'd' o 't'.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 → 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ㄴ ㄷ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(paladar, lengua, dientes)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Mostrá tu boca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13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CONSONANTES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ㄹ · ㅁ · 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ㄹ → ¡La famosa! Es a la vez 'r' y 'l'.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Suena suave, como en 'pero' (no 'perro').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MÍTICO: 사랑 → sarang.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¿Saben qué significa? AMOR.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사랑해 → saranghae = te amo.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ㅁ → Labios cerrados, forma cuadrada. 'm'.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 → ma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ㅂ → Labios juntos abriéndose. 'b' o 'p'.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 → bap (arroz/comida)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'밥 먹었어요?' = '¿Comiste?' (saludo en Corea)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사랑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14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CONSONANTES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ㅅ + Repaso · ya tenés 13 letras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ㅅ → Forma de techo o 'V' invertida.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Suena 's' como en español. 사 → sa.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ciudad de SEÚL se escribe: 서울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leerla: ㅅ + ㅓ + ㅇ + ㅜ + ㄹ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ㅇ que aparece es una consonante muda al inicio de sílaba. Solo está ahí para que la vocal tenga compañía.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TIENEN: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vocales + 7 consonantes = 13 letras.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 podemos armar sílabas.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ㅅ-ㅓ-ㅇ-ㅜ-ㄹ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15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SÍLABAS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mágica del Hangul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 la magia del Hangul.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sílaba se mete dentro de un cuadrado imaginario.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consonante va a la izquierda o arriba.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vocal va a la derecha o abajo.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JUNTAS forman UN bloque que es UNA sílaba.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 + ㅏ no se escribe 'na' en dos letras separadas.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나 — en UN solo cuadro.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 TETRIS coreano.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 + 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 cuadrado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16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§6.1 · REGLAS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 reglas de posición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 · Vocal VERTICAL (ㅏ ㅓ ㅣ)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Consonante a la IZQUIERDA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나 (na)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 (bi)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 (seo)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2 · Vocal HORIZONTAL (ㅗ ㅜ ㅡ)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Consonante ARRIBA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 (mo)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두 (du)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 (geu)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TODO. Con esas 2 reglas, pueden leer Hangul.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→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reglas)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/ Horizontal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17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§6.2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conmigo · palabras reales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(yo)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2743200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(tú)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2743200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(nosotros)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1672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08832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사랑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4386072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sa-rang (amor)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3471672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3608832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4386072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han-guk (Corea)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3471672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3608832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4386072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seo-ul (Seúl)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14544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51704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6028944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kim-chi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5114544"/>
            <a:ext cx="3657600" cy="1524000"/>
          </a:xfrm>
          <a:prstGeom prst="roundRect">
            <a:avLst>
              <a:gd name="adj" fmla="val 6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5112" y="5251704"/>
            <a:ext cx="3657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325112" y="6028944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ra-myeon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18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· TU NOMBRE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transliteración rápida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→ 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→ 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e/i → 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→ 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→ 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l/r → 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ka/ga → 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d/t → 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ba/pa → 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b/p → 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 → 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→ 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sola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19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NOMBRES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nombres en Hangul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루이스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(lu-i-seu)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디에고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카롤리나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(jeyi)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20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LOGRASTE!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Recapitulemos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Las 6 vocales: ㅏ ㅓ ㅗ ㅜ ㅡ ㅣ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consonantes: ㄱ ㄴ ㄷ ㄹ ㅁ ㅂ ㅅ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Construcción de sílabas (2 reglas)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Lectura de palabras reales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Tu propio nombre en Hangul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60 minutos aprendieron 13 letras + reglas de combinación.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paga $200 USD por cursos que enseñan menos.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AHORA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Subí tu nombre en Hangul al chat AHORA — quiero verlos a todos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· NIVEL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en Nivel 1 · 코리아 사랑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Nivel 1 nos vemos UNA vez por semana, 90 minutos, durante 10 semanas. Empezamos el 7 de julio.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esas 10 semanas vas a poder: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Presentarte en coreano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Saludar, agradecer, despedirte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Hablar de tu familia, trabajo, lo que te gusta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Pedir comida en un restaurante coreano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Entender frases básicas en K-dramas SIN subtítulos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además tenés MI atención: yo personalmente corrijo la pronunciación de cada uno, sesión por sesión.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· 10 semanas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7 julio 2026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22  ·  TALLER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28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2344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EXCLUSIVA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0" y="15087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los del Taller de HOY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371600" y="214884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54480" y="2286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trike="sngStrike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 USD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17920" y="2240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 USD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21792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HOY · 31% OFF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37033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BONOS GRATIS INCLUIDOS: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PDF Pronunciación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$19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411480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Sesión 1:1 con Jay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$30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411480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Discord permanente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$20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560" y="411480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20% OFF Nivel 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052560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$25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total: $223 USD  ·  Tu precio HOY: $89 USD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0" y="56692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Solo hasta el LUNES 8 JUNIO · 23:59 hora Chile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academiaseul.com/nivel-1</a:t>
            </a:r>
            <a:endParaRPr lang="en-US" sz="2200" dirty="0"/>
          </a:p>
        </p:txBody>
      </p:sp>
      <p:pic>
        <p:nvPicPr>
          <p:cNvPr id="25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126480"/>
            <a:ext cx="640080" cy="640080"/>
          </a:xfrm>
          <a:prstGeom prst="rect">
            <a:avLst/>
          </a:prstGeom>
        </p:spPr>
      </p:pic>
      <p:pic>
        <p:nvPicPr>
          <p:cNvPr id="26" name="Image 2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126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Preguntas?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0" y="28346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있어요?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 inscripción en el chat: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2976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academiaseul.com/nivel-1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@jaychingu.oficial    🎵 @jaychingu.oficial    🎥 @jaychinguoficial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57607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 Gracias por estar acá hoy 💜</a:t>
            </a:r>
            <a:endParaRPr lang="en-US" sz="1800" dirty="0"/>
          </a:p>
        </p:txBody>
      </p:sp>
      <p:pic>
        <p:nvPicPr>
          <p:cNvPr id="9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58521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Taller Hangul · 6 Junio 2026</dc:title>
  <dc:subject>PptxGenJS Presentation</dc:subject>
  <dc:creator>김재희 (Jay Kim)</dc:creator>
  <cp:lastModifiedBy>김재희 (Jay Kim)</cp:lastModifiedBy>
  <cp:revision>1</cp:revision>
  <dcterms:created xsi:type="dcterms:W3CDTF">2026-06-03T10:06:29Z</dcterms:created>
  <dcterms:modified xsi:type="dcterms:W3CDTF">2026-06-03T10:06:29Z</dcterms:modified>
</cp:coreProperties>
</file>