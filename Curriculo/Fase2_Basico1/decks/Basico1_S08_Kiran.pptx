
<file path=[Content_Types].xml><?xml version="1.0" encoding="utf-8"?>
<Types xmlns="http://schemas.openxmlformats.org/package/2006/content-types">
  <Default Extension="mp3" ContentType="audio/m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sldSz cx="12192000" cy="6858000"/>
  <p:notesSz cx="6858000" cy="12192000"/>
  <p:defaultTextStyle>
    <a:lvl1pPr marL="0" algn="l" defTabSz="914400" rtl="0" eaLnBrk="0" latinLnBrk="0" hangingPunct="1">
      <a:defRPr sz="1800" kern="1200">
        <a:solidFill>
          <a:schemeClr val="tx1"/>
        </a:solidFill>
        <a:latin typeface="+mn-lt"/>
        <a:ea typeface="+mn-ea"/>
        <a:cs typeface="+mn-cs"/>
      </a:defRPr>
    </a:lvl1pPr>
    <a:lvl2pPr marL="457200" algn="l" defTabSz="914400" rtl="0" eaLnBrk="0" latinLnBrk="0" hangingPunct="1">
      <a:defRPr sz="1800" kern="1200">
        <a:solidFill>
          <a:schemeClr val="tx1"/>
        </a:solidFill>
        <a:latin typeface="+mn-lt"/>
        <a:ea typeface="+mn-ea"/>
        <a:cs typeface="+mn-cs"/>
      </a:defRPr>
    </a:lvl2pPr>
    <a:lvl3pPr marL="914400" algn="l" defTabSz="914400" rtl="0" eaLnBrk="0" latinLnBrk="0" hangingPunct="1">
      <a:defRPr sz="1800" kern="1200">
        <a:solidFill>
          <a:schemeClr val="tx1"/>
        </a:solidFill>
        <a:latin typeface="+mn-lt"/>
        <a:ea typeface="+mn-ea"/>
        <a:cs typeface="+mn-cs"/>
      </a:defRPr>
    </a:lvl3pPr>
    <a:lvl4pPr marL="1371600" algn="l" defTabSz="914400" rtl="0" eaLnBrk="0" latinLnBrk="0" hangingPunct="1">
      <a:defRPr sz="1800" kern="1200">
        <a:solidFill>
          <a:schemeClr val="tx1"/>
        </a:solidFill>
        <a:latin typeface="+mn-lt"/>
        <a:ea typeface="+mn-ea"/>
        <a:cs typeface="+mn-cs"/>
      </a:defRPr>
    </a:lvl4pPr>
    <a:lvl5pPr marL="1828800" algn="l" defTabSz="914400" rtl="0" eaLnBrk="0" latinLnBrk="0" hangingPunct="1">
      <a:defRPr sz="1800" kern="1200">
        <a:solidFill>
          <a:schemeClr val="tx1"/>
        </a:solidFill>
        <a:latin typeface="+mn-lt"/>
        <a:ea typeface="+mn-ea"/>
        <a:cs typeface="+mn-cs"/>
      </a:defRPr>
    </a:lvl5pPr>
    <a:lvl6pPr marL="2286000" algn="l" defTabSz="914400" rtl="0" eaLnBrk="0" latinLnBrk="0" hangingPunct="1">
      <a:defRPr sz="1800" kern="1200">
        <a:solidFill>
          <a:schemeClr val="tx1"/>
        </a:solidFill>
        <a:latin typeface="+mn-lt"/>
        <a:ea typeface="+mn-ea"/>
        <a:cs typeface="+mn-cs"/>
      </a:defRPr>
    </a:lvl6pPr>
    <a:lvl7pPr marL="2743200" algn="l" defTabSz="914400" rtl="0" eaLnBrk="0" latinLnBrk="0" hangingPunct="1">
      <a:defRPr sz="1800" kern="1200">
        <a:solidFill>
          <a:schemeClr val="tx1"/>
        </a:solidFill>
        <a:latin typeface="+mn-lt"/>
        <a:ea typeface="+mn-ea"/>
        <a:cs typeface="+mn-cs"/>
      </a:defRPr>
    </a:lvl7pPr>
    <a:lvl8pPr marL="3200400" algn="l" defTabSz="914400" rtl="0" eaLnBrk="0" latinLnBrk="0" hangingPunct="1">
      <a:defRPr sz="1800" kern="1200">
        <a:solidFill>
          <a:schemeClr val="tx1"/>
        </a:solidFill>
        <a:latin typeface="+mn-lt"/>
        <a:ea typeface="+mn-ea"/>
        <a:cs typeface="+mn-cs"/>
      </a:defRPr>
    </a:lvl8pPr>
    <a:lvl9pPr marL="3657600" algn="l" defTabSz="914400" rtl="0" eaLnBrk="0"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emana 8" id="{EEAE02E5-D73A-A550-7C0C-7E95D93DF52E}">
          <p14:sldIdLst>
            <p14:sldId id="256"/>
            <p14:sldId id="257"/>
            <p14:sldId id="258"/>
            <p14:sldId id="259"/>
            <p14:sldId id="260"/>
            <p14:sldId id="261"/>
            <p14:sldId id="262"/>
            <p14:sldId id="263"/>
            <p14:sldId id="264"/>
            <p14:sldId id="265"/>
            <p14:sldId id="266"/>
            <p14:sldId id="267"/>
            <p14:sldId id="268"/>
            <p14:sldId id="269"/>
            <p14:sldId id="270"/>
            <p14:sldId id="271"/>
            <p14:sldId id="272"/>
            <p14:sldId id="273"/>
            <p14:sldId id="274"/>
            <p14:sldId id="275"/>
            <p14:sldId id="276"/>
            <p14:sldId id="277"/>
            <p14:sldId id="278"/>
            <p14:sldId id="27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527728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19:50: entra, reclama anfitrión, deja listas 7 salas automáticas (cuenta regresiva de 15 s), la planilla de rúbrica en el orden sorteado y el cronómetro. 20:00: graba desde el minuto 0 (Basico1-Martes_S08_2026-12-08 o Basico1-Jueves_S08_2026-12-10; el mar 8 es feriado en Chile: Jay confirma si se mantiene). Saluda con leve inclinación: 안녕하세요! y espera la respuesta, con cámaras encendidas.
Fuente: S08_Guia_Profesor.md · C.15 #1 · B (19:50–20:01)
Lámina 1</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20:01–20:03. ES: “¡Última clase, chingus! Hoy pasan tres cosas: ordenamos lo de los gustos, hacemos una encuesta en parejas y, la estrella del día, Yo en coreano. El examen ya cerró, así que hoy no se habla de él.” Pega en el chat el orden de presentaciones (sorteado en la clase 7). Sigue con las reglas (láminas 13a–13b) y vuelve a la lámina 3.
Fuente: S08_Guia_Profesor.md · C.15 #2 · 0 · B (20:01) · C.3 bloque 1
Lámina 2</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20:03–20:05. Dilo primero; el texto aparece con clic después. KO, señalando cada foto: 저는 커피를 정말 좋아해요. 매일 커피를 마셔요. · 그리고 한국 드라마를 좋아해요. · 라면은… 조금 좋아해요 (gesto de más o menos). · 운동은… 안 좋아해요 (cara de pena, con humor). ES: “¿Qué me encanta? ¿Qué me gusta un poco? ¿Qué no me gusta?” (aceptan español o la palabra en coreano). Estos 4 gustos son de ejemplo: van los tuyos.
Imagen: incluida (dibujo de la casa).
Fuente: S08_Guia_Profesor.md · C.15 #3 · C.3 bloque 2 (R)
Lámina 3</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20:05. ES: “En español decimos me gusta el café. Gramaticalmente, el que gusta es el café: es el sujeto. En coreano es al revés, como en yo adoro el café: yo soy el sujeto y el café es el objeto. Por eso lleva 을/를, la partícula de objeto de la semana pasada: 커피를 좋아해요.” Quien sabe inglés lo ve rápido con la frase equivalente. Sin artículo ni plural: me gustan las manzanas = 사과를 좋아해요.
Fuente: S08_Guia_Profesor.md · C.15 #4 · C.3 bloque 2 · C.4 (1 y 2) · idea de Repaso_MidTerm_A1.pptx lám. 19, sin romanización
Lámina 4</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 “¿을 o 를? La pregunta de siempre: ¿termina en 받침? 라면, con ㄴ abajo: 라면을. 커피 termina en vocal: 커피를.” [라며늘] y [으마글] se imitan enteros, sin explicar la regla. Hablando se puede omitir la partícula (김치 좋아해요?); al escribir, siempre.
Fuente: S08_Guia_Profesor.md · C.15 #5 · C.3 bloque 2 · material §3.2 · adapta Repaso_MidTerm_A1.pptx láms. 22–23 (sin romanización ni 입어요; 을/를 es objeto directo)
Lámina 5</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 “Para preguntar ¿qué te gusta?: 뭐 + 를 se junta en 뭘, igual que de + el se junta en del. 뭘 좋아해요?” En lo oral también se oye 뭐 좋아해요?, sin partícula: las dos están bien. Con 좋아해요 no va 뭐가: es objeto, 뭘. La misma frase con entonación que sube es pregunta.
Fuente: S08_Guia_Profesor.md · C.15 #6 · C.3 bloque 2 · C.4 (3 y 4) · material §3.3 · adapta Repaso_MidTerm_A1.pptx láms. 25–26 (sin 망고 주스, 파스타, 소주; 안 좋아해요 en vez de 싫어해요)
Lámina 6</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 “El termómetro: 정말 좋아해요 es me encanta; 조금 좋아해요, me gusta un poco; 안 좋아해요, no me gusta. Y 싫어해요 es lo detesto: ojo, suena fuerte. Si no quieres sonar duro, 안 좋아해요.” 안 va justo delante del verbo y separado al escribir (안 좋아해요); 싫어해요, nunca para personas frente a ellas. La marca de “fuerte” va en gris o navy, nunca en rojo.
Fuente: S08_Guia_Profesor.md · C.15 #7 · C.3 bloque 2 · C.4 (5–7) · material §3.4–3.5
Lámina 7</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20:06–20:07. ES: “Pronunciación: 좋아해요 se dice [조아해요]: la ㅎ de 좋 desaparece. 싫어해요 se dice [시러해요].” KO: 따라 하세요! 좋아해요. 싫어해요. 라면을 좋아해요. Coro 2 veces. No corrijas a quien suaviza la ㅎ de 해; corrige solo [좋하해요] o [초아해요]. 과일: ㅘ de un solo golpe.
Fuente: S08_Guia_Profesor.md · C.15 #8 · A.6 · C.3 bloque 2 · C.6
Lámina 8</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20:07–20:09. KO: 따라 하세요: 김치를 좋아해요? (entonación que sube). Pregunta a 6–8 alumnos, empezando por los últimos del orden de presentaciones: (nombre), 사과를 좋아해요? → 네, (정말) 좋아해요. / 아니요, 안 좋아해요. · 정말 좋아해요? 조금 좋아해요? → 조금 좋아해요. Partícula: “¿termina en 받침?” (no des la respuesta); pronunciación: 다시 한번; bien: 잘했어요!
Imagen: incluida (dibujo de la casa).
Fuente: S08_Guia_Profesor.md · C.15 #9 · C.3 bloque 2 (C) · C.8
Lámina 9a</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Sigue con estas imágenes. KO: (nombre), 김치를 좋아해요? → 네, 좋아해요. / 아니요, 안 좋아해요. · (nombre), 뭘 좋아해요? → 불고기를 좋아해요 (tiene que salir con partícula). Si un alumno nombra algo que te gusta, reacciona 저도요! (input, no se pide ni se evalúa). Si vas atrasada: 4 alumnos en vez de 8.
Imagen: incluida (dibujo de la casa).
Fuente: S08_Guia_Profesor.md · C.15 #9 · C.3 bloque 2 (C) · B.3 (2)
Lámina 9b</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20:09, 45 s. ES: “En Corea, para 추석, la fiesta de la cosecha, que este año fue a fines de septiembre, y para 설날, el Año Nuevo lunar (el próximo es el 7 de febrero), un regalo clásico es una caja de 사과 o de 배, la pera coreana, con cada fruta envuelta una por una. ¿Y acá? La canasta navideña, el pan de pascua… En diciembre estamos justo en temporada de regalar.” KO a un alumno: (nombre), 사과를 좋아해요? 배를 좋아해요? → 잘했어요! Si vas atrasada, di solo la frase ancla.
Imagen: incluida (dibujo de la casa).
Fuente: S08_Guia_Profesor.md · C.15 #10 · A.7 · C.3 bloque 2 (cultura) · material §8
Lámina 10</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20:10–20:11. Modelo de 30 s con un voluntario: 김치를 좋아해요? — 네, 좋아해요. — 정말 좋아해요? 조금 좋아해요? — 조금 좋아해요. — 라면을 좋아해요? — 아니요, 안 좋아해요. ES: “Listo: con el kimchi coincidimos un poco; con el ramyeon, no.” Abre 7 salas (6 de 2 + 1 de 3 con 15 alumnos); el chat no se ve en las salas. 20:16, a todas las salas: “Quedan 2 minutos: preparen su coincidencia y su diferencia, en 한글.” Una corrección por sala, casi siempre la partícula; 20:18, cierra las salas.
Fuente: S08_Guia_Profesor.md · C.15 #11 · B (20:10–20:18) · C.3 bloque 3 · material §7.A
Lámina 11</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20:19–20:22. ES: “Escriban en el chat, en 한글, su coincidencia y su diferencia.” Lee 3 en voz alta y pide a 2 pares que lo digan de viva voz. Corrige un solo patrón para todos (p. ej., 라면를 → 라면을: ¿termina en 받침?). 20:21: pega en el chat las preguntas del grupo y deja de compartir pantalla a las 20:21:30.
Fuente: S08_Guia_Profesor.md · C.15 #12 · C.3 bloque 3 (reporte) · material §7.A
Lámina 12</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 muestra en la bienvenida (20:01–20:03), junto con las reglas. Los gustos pueden ser 1 frase. Mínimo esperado para “listo para Básico 2”: los 6 bloques, sin leer, comprensible para un oyente paciente, la mayoría de las partículas y de 이에요/예요 correctos, y una respuesta en coreano a la pregunta.
Fuente: S08_Guia_Profesor.md · C.15 #13 · material §7.B · C.10 · diseño de Sesion_11_Cierre_A1.pptx lám. 9 (lista con checks) con contenido nuevo
Lámina 13a</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 “El orden es el que sorteamos la semana pasada; lo pego en el chat. Cada uno tiene 2 minutos, con la pregunta incluida: tu parte es de más o menos un minuto y medio. Cuando levante la mano abierta, te quedan 30 segundos. Sin leer: puedes mostrar fotos o dibujos a la cámara, pero no el texto. La pregunta te la hace quien viene después de ti; al último le pregunta el primero. Hablar lento no baja la nota. Si no entiendes la pregunta, di 네? y te la repiten.”
Fuente: S08_Guia_Profesor.md · C.15 #13 · C.3 bloque 1 (reglas) · material §7.B
Lámina 13b</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Respaldo si falla el chat. 20:22–20:52, sin compartir pantalla, vista de orador y Spotlight a quien presenta: “(nombre), 화이팅!”; seña de 30 s a 1:00 y corte a 1:30 con 13–15 presentes (con 12 o menos, seña a 1:30 y corte a 2:00); el siguiente pregunta y, tras la respuesta, 잘했어요! No interrumpas para corregir: anota y puntúa. Respuestas modelo: 우리 아빠예요 · 침대가 있어요 · 회사에 가요 · 라면을 좋아해요 · 멕시코시티예요 · 페루 사람이에요; una sola palabra correcta cuenta. La última presentación empieza a más tardar a las 20:50.
Fuente: S08_Guia_Profesor.md · C.15 #14 · C.3 bloque 4 · C.10 (preguntas y respuestas modelo) · B.2–B.3
Lámina 14</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20:52. KO: 따라 하세요! 뭘 좋아해요? … 불고기를 정말 좋아해요. … 아니요, 안 좋아해요. Dos veces, con los micrófonos abiertos. De aquí se recorta B1_S08_frases_clave.mp3: los 30 segundos del coro nunca se recortan.
Fuente: S08_Guia_Profesor.md · C.15 #15 · A.5 · C.3 bloque 5
Lámina 15</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20:53–20:56. ES: “Última ronda: una frase que no sabías decir hace 8 semanas. Por ejemplo…” KO: 저는 한국어를 공부해요! ES: “…pero la de ustedes. Empieza (primer nombre de la lista).” Rueda en el orden de la lista, unos 8 s cada uno; con más de 12 presentes, todos al chat y 4 voces.
Fuente: S08_Guia_Profesor.md · C.15 #16 · C.3 bloque 5
Lámina 16</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20:56. ES: “En enero viene Básico 2 (A1.2): pasado, futuro, la hora, la edad y las fechas. Hoy dices 불고기를 좋아해요; en Básico 2 vas a decir ayer comí bulgogi. El certificado se entrega la semana del 14 de diciembre, y Jay les va a contar de Básico 2.” Las frases de Básico 2 no se practican ni entran en nada: son solo para mirar. Si vas atrasada, una frase y el resto al mensaje post-clase.
Fuente: S08_Guia_Profesor.md · C.15 #17 · C.3 bloque 5 (puente) · material §10
Lámina 17</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20:56–20:57. ES: “Antes del [fecha], unos 20 minutos: captura final de Progreso y tu audio de 1 minuto con la presentación corregida. Escucha tu audio de la semana 1 y el de hoy: ese es tu antes y después. Anota para ti una cosa que mejoraste y una que quieres trabajar en Básico 2.” Plazo: [propuesta: domingo 13 de diciembre; confirmar con Kiran].
Fuente: S08_Guia_Profesor.md · C.15 #18 · A.13 · C.3 bloque 5 · material §9
Lámina 18</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20:57–20:58. KO: 감사합니다! 안녕히 가세요! 화이팅! Los alumnos: 감사합니다! 안녕히 계세요! con leve inclinación. Captura de galería solo si el grupo acepta (no va a redes sin permiso explícito). Corta la grabación y cierra a las 20:58: a las 21:00 empieza otra clase en la misma cuenta de Zoom. La frase de la lámina está en pasado: se muestra traducida, no se practica.
Fuente: S08_Guia_Profesor.md · C.15 #19 · B (20:57) · D (1 y 11) · reutiliza Repaso_MidTerm_A1.pptx lám. 34
Lámina 19</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Lámina de respaldo: solo si alguien pregunta en la encuesta o en el cierre. ES: “Una regla para cuatro pares: ¿termina en 받침?” El 에 no cambia. Presente: ㅏ/ㅗ → -아요, las demás → -어요, 하다 → 해요.
Fuente: S08_Guia_Profesor.md · C.15 #B1 · C.4 (8) · material §3.6 · adapta Particulas_Coreanas_Editable.pptx o Repaso_MidTerm_A1.pptx láms. 20–24 (sin 에서, 의, 안 가요, 수영장, 백화점 ni romanización)
Lámina B1</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Emergencia si sobra tiempo (9 o menos presentes). KO: 읽으세요! Cada alumno lee una frase en voz alta, sin deletrear. Después, las 6 preguntas al grupo: 소피아는 어느 나라 사람이에요? (멕시코 사람이에요.) · 소피아는 학생이에요? (아니요, 학생이 아니에요. 회사원이에요.) · 소피아 가족은 네 명이에요? (아니요, 세 명이에요.) · 소피아 집 앞에 뭐가 있어요? (공원이 있어요.) · 소피아는 매일 어디에 가요? (회사에 가요.) · 소피아는 커피를 좋아해요? (아니요, 안 좋아해요.) Una palabra correcta también vale.
Fuente: S08_Guia_Profesor.md · C.15 #B2 · C.12 (1) · material §6, ejercicio 6 · C.14
Lámina B2</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Extensión de 2–3 min si sobran minutos (13–14 presentes), con los reportes del chat de la encuesta. Elige a alguien sin decir el nombre y descríbelo con la plantilla; el grupo responde con el nombre + 예요/이에요. Con alumnos rápidos, que uno haga de Kiran.
Fuente: S08_Guia_Profesor.md · C.15 #B3 · C.11
Lámina B3</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_PORTADA">
    <p:bg>
      <p:bgPr>
        <a:solidFill>
          <a:srgbClr val="003478"/>
        </a:solidFill>
        <a:effectLst/>
      </p:bgPr>
    </p:bg>
    <p:spTree>
      <p:nvGrpSpPr>
        <p:cNvPr id="1" name=""/>
        <p:cNvGrpSpPr/>
        <p:nvPr/>
      </p:nvGrpSpPr>
      <p:grpSpPr>
        <a:xfrm>
          <a:off x="0" y="0"/>
          <a:ext cx="0" cy="0"/>
          <a:chOff x="0" y="0"/>
          <a:chExt cx="0" cy="0"/>
        </a:xfrm>
      </p:grpSpPr>
      <p:pic>
        <p:nvPicPr>
          <p:cNvPr id="2" name="Image 0" descr="C:/Users/Chingu/Desktop/ACADEMIASEULWEB/public/email/sello-blanco.png"/>
          <p:cNvPicPr>
            <a:picLocks noChangeAspect="1"/>
          </p:cNvPicPr>
          <p:nvPr/>
        </p:nvPicPr>
        <p:blipFill>
          <a:blip r:embed="rId2"/>
          <a:stretch>
            <a:fillRect/>
          </a:stretch>
        </p:blipFill>
        <p:spPr>
          <a:xfrm>
            <a:off x="640080" y="548640"/>
            <a:ext cx="822960" cy="822960"/>
          </a:xfrm>
          <a:prstGeom prst="rect">
            <a:avLst/>
          </a:prstGeom>
        </p:spPr>
      </p:pic>
      <p:sp>
        <p:nvSpPr>
          <p:cNvPr id="3" name="Text 0"/>
          <p:cNvSpPr txBox="1"/>
          <p:nvPr/>
        </p:nvSpPr>
        <p:spPr>
          <a:xfrm>
            <a:off x="1600200" y="713232"/>
            <a:ext cx="5486400" cy="457200"/>
          </a:xfrm>
          <a:prstGeom prst="rect">
            <a:avLst/>
          </a:prstGeom>
          <a:noFill/>
          <a:ln/>
        </p:spPr>
        <p:txBody>
          <a:bodyPr wrap="square" lIns="0" tIns="0" rIns="0" bIns="0" rtlCol="0" anchor="ctr"/>
          <a:lstStyle/>
          <a:p>
            <a:pPr marL="0" indent="0">
              <a:buNone/>
            </a:pPr>
            <a:r>
              <a:rPr lang="en-US" sz="1400" b="1" kern="0" spc="600" dirty="0">
                <a:solidFill>
                  <a:srgbClr val="FFFFFF"/>
                </a:solidFill>
              </a:rPr>
              <a:t>ACADEMIA SEÚL</a:t>
            </a:r>
            <a:endParaRPr lang="en-US" sz="1400" dirty="0"/>
          </a:p>
        </p:txBody>
      </p:sp>
      <p:sp>
        <p:nvSpPr>
          <p:cNvPr id="4" name="Text 1"/>
          <p:cNvSpPr>
            <a:spLocks noGrp="1"/>
          </p:cNvSpPr>
          <p:nvPr>
            <p:ph type="title" idx="102" hasCustomPrompt="1"/>
          </p:nvPr>
        </p:nvSpPr>
        <p:spPr>
          <a:xfrm>
            <a:off x="640080" y="3063240"/>
            <a:ext cx="10881360" cy="914400"/>
          </a:xfrm>
          <a:prstGeom prst="rect">
            <a:avLst/>
          </a:prstGeom>
          <a:noFill/>
          <a:ln/>
        </p:spPr>
        <p:txBody>
          <a:bodyPr wrap="square" rtlCol="0"/>
          <a:lstStyle>
            <a:lvl1pPr marL="0" indent="0">
              <a:buNone/>
              <a:defRPr lang="en-US" sz="4400" b="1" dirty="0">
                <a:solidFill>
                  <a:srgbClr val="FFFFFF"/>
                </a:solidFill>
              </a:defRPr>
            </a:lvl1pPr>
          </a:lstStyle>
          <a:p>
            <a:pPr marL="0" indent="0">
              <a:buNone/>
            </a:pPr>
            <a:endParaRPr lang="en-US" sz="4400" dirty="0"/>
          </a:p>
        </p:txBody>
      </p:sp>
      <p:sp>
        <p:nvSpPr>
          <p:cNvPr id="5" name="Text 1"/>
          <p:cNvSpPr>
            <a:spLocks noGrp="1"/>
          </p:cNvSpPr>
          <p:nvPr>
            <p:ph type="body" idx="103" hasCustomPrompt="1"/>
          </p:nvPr>
        </p:nvSpPr>
        <p:spPr>
          <a:xfrm>
            <a:off x="640080" y="4160520"/>
            <a:ext cx="10881360" cy="1828800"/>
          </a:xfrm>
          <a:prstGeom prst="rect">
            <a:avLst/>
          </a:prstGeom>
          <a:noFill/>
          <a:ln/>
        </p:spPr>
        <p:txBody>
          <a:bodyPr wrap="square" rtlCol="0"/>
          <a:lstStyle>
            <a:lvl1pPr marL="0" indent="0">
              <a:buNone/>
              <a:defRPr lang="en-US" sz="2200" dirty="0">
                <a:solidFill>
                  <a:srgbClr val="E8B84B"/>
                </a:solidFill>
              </a:defRPr>
            </a:lvl1pPr>
          </a:lstStyle>
          <a:p>
            <a:pPr marL="0" indent="0">
              <a:buNone/>
            </a:pPr>
            <a:endParaRPr lang="en-US" sz="2200" dirty="0"/>
          </a:p>
        </p:txBody>
      </p:sp>
      <p:sp>
        <p:nvSpPr>
          <p:cNvPr id="6" name="Text 1"/>
          <p:cNvSpPr txBox="1"/>
          <p:nvPr/>
        </p:nvSpPr>
        <p:spPr>
          <a:xfrm>
            <a:off x="640080" y="6172200"/>
            <a:ext cx="10881360" cy="365760"/>
          </a:xfrm>
          <a:prstGeom prst="rect">
            <a:avLst/>
          </a:prstGeom>
          <a:noFill/>
          <a:ln/>
        </p:spPr>
        <p:txBody>
          <a:bodyPr wrap="square" lIns="0" tIns="0" rIns="0" bIns="0" rtlCol="0" anchor="ctr"/>
          <a:lstStyle/>
          <a:p>
            <a:pPr marL="0" indent="0">
              <a:buNone/>
            </a:pPr>
            <a:r>
              <a:rPr lang="en-US" sz="1200" dirty="0">
                <a:solidFill>
                  <a:srgbClr val="B9C3DA"/>
                </a:solidFill>
              </a:rPr>
              <a:t>Básico 1 (A1.1) · Semana 8 · Kiran (기란) · Academia Seúl</a:t>
            </a:r>
            <a:endParaRPr lang="en-US" sz="1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_CONTENIDO">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0241280" cy="822960"/>
          </a:xfrm>
          <a:prstGeom prst="rect">
            <a:avLst/>
          </a:prstGeom>
          <a:noFill/>
          <a:ln/>
        </p:spPr>
        <p:txBody>
          <a:bodyPr wrap="square" rtlCol="0"/>
          <a:lstStyle>
            <a:lvl1pPr marL="0" indent="0">
              <a:buNone/>
              <a:defRPr lang="en-US" sz="3000" b="1" dirty="0">
                <a:solidFill>
                  <a:srgbClr val="003478"/>
                </a:solidFill>
              </a:defRPr>
            </a:lvl1pPr>
          </a:lstStyle>
          <a:p>
            <a:pPr marL="0" indent="0">
              <a:buNone/>
            </a:pPr>
            <a:endParaRPr lang="en-US" sz="3000" dirty="0"/>
          </a:p>
        </p:txBody>
      </p:sp>
      <p:pic>
        <p:nvPicPr>
          <p:cNvPr id="3" name="Image 0" descr="C:/Users/Chingu/Desktop/ACADEMIASEULWEB/public/email/sello-azul.png"/>
          <p:cNvPicPr>
            <a:picLocks noChangeAspect="1"/>
          </p:cNvPicPr>
          <p:nvPr/>
        </p:nvPicPr>
        <p:blipFill>
          <a:blip r:embed="rId2"/>
          <a:stretch>
            <a:fillRect/>
          </a:stretch>
        </p:blipFill>
        <p:spPr>
          <a:xfrm>
            <a:off x="11201400" y="411480"/>
            <a:ext cx="502920" cy="502920"/>
          </a:xfrm>
          <a:prstGeom prst="rect">
            <a:avLst/>
          </a:prstGeom>
        </p:spPr>
      </p:pic>
      <p:sp>
        <p:nvSpPr>
          <p:cNvPr id="4" name="Text 0"/>
          <p:cNvSpPr txBox="1"/>
          <p:nvPr/>
        </p:nvSpPr>
        <p:spPr>
          <a:xfrm>
            <a:off x="548640" y="6400800"/>
            <a:ext cx="9144000" cy="274320"/>
          </a:xfrm>
          <a:prstGeom prst="rect">
            <a:avLst/>
          </a:prstGeom>
          <a:noFill/>
          <a:ln/>
        </p:spPr>
        <p:txBody>
          <a:bodyPr wrap="square" lIns="0" tIns="0" rIns="0" bIns="0" rtlCol="0" anchor="ctr"/>
          <a:lstStyle/>
          <a:p>
            <a:pPr marL="0" indent="0">
              <a:buNone/>
            </a:pPr>
            <a:r>
              <a:rPr lang="en-US" sz="1000" dirty="0">
                <a:solidFill>
                  <a:srgbClr val="8A8DA0"/>
                </a:solidFill>
              </a:rPr>
              <a:t>Básico 1 (A1.1) · Semana 8 · Kiran (기란) · Academia Seúl</a:t>
            </a:r>
            <a:endParaRPr lang="en-US" sz="10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8DA0"/>
                </a:solidFill>
              </a:defRPr>
            </a:lvl1pPr>
          </a:lstStyle>
          <a:p>
            <a:pPr algn="r"/>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AS_CIERRE">
    <p:bg>
      <p:bgPr>
        <a:solidFill>
          <a:srgbClr val="4236F6"/>
        </a:solidFill>
        <a:effectLst/>
      </p:bgPr>
    </p:bg>
    <p:spTree>
      <p:nvGrpSpPr>
        <p:cNvPr id="1" name=""/>
        <p:cNvGrpSpPr/>
        <p:nvPr/>
      </p:nvGrpSpPr>
      <p:grpSpPr>
        <a:xfrm>
          <a:off x="0" y="0"/>
          <a:ext cx="0" cy="0"/>
          <a:chOff x="0" y="0"/>
          <a:chExt cx="0" cy="0"/>
        </a:xfrm>
      </p:grpSpPr>
      <p:pic>
        <p:nvPicPr>
          <p:cNvPr id="2" name="Image 0" descr="C:/Users/Chingu/Desktop/ACADEMIASEULWEB/public/email/sello-blanco.png"/>
          <p:cNvPicPr>
            <a:picLocks noChangeAspect="1"/>
          </p:cNvPicPr>
          <p:nvPr/>
        </p:nvPicPr>
        <p:blipFill>
          <a:blip r:embed="rId2"/>
          <a:stretch>
            <a:fillRect/>
          </a:stretch>
        </p:blipFill>
        <p:spPr>
          <a:xfrm>
            <a:off x="5641848" y="502920"/>
            <a:ext cx="914400" cy="914400"/>
          </a:xfrm>
          <a:prstGeom prst="rect">
            <a:avLst/>
          </a:prstGeom>
        </p:spPr>
      </p:pic>
      <p:sp>
        <p:nvSpPr>
          <p:cNvPr id="3" name="Text 0"/>
          <p:cNvSpPr>
            <a:spLocks noGrp="1"/>
          </p:cNvSpPr>
          <p:nvPr>
            <p:ph type="title" idx="101" hasCustomPrompt="1"/>
          </p:nvPr>
        </p:nvSpPr>
        <p:spPr>
          <a:xfrm>
            <a:off x="731520" y="1691640"/>
            <a:ext cx="10725912" cy="1097280"/>
          </a:xfrm>
          <a:prstGeom prst="rect">
            <a:avLst/>
          </a:prstGeom>
          <a:noFill/>
          <a:ln/>
        </p:spPr>
        <p:txBody>
          <a:bodyPr wrap="square" rtlCol="0"/>
          <a:lstStyle>
            <a:lvl1pPr marL="0" indent="0" algn="ctr">
              <a:buNone/>
              <a:defRPr lang="en-US" sz="4000" b="1" dirty="0">
                <a:solidFill>
                  <a:srgbClr val="FFFFFF"/>
                </a:solidFill>
              </a:defRPr>
            </a:lvl1pPr>
          </a:lstStyle>
          <a:p>
            <a:pPr marL="0" indent="0" algn="ctr">
              <a:buNone/>
            </a:pPr>
            <a:endParaRPr lang="en-US" sz="4000" dirty="0"/>
          </a:p>
        </p:txBody>
      </p:sp>
      <p:sp>
        <p:nvSpPr>
          <p:cNvPr id="4" name="Text 0"/>
          <p:cNvSpPr>
            <a:spLocks noGrp="1"/>
          </p:cNvSpPr>
          <p:nvPr>
            <p:ph type="body" idx="102" hasCustomPrompt="1"/>
          </p:nvPr>
        </p:nvSpPr>
        <p:spPr>
          <a:xfrm>
            <a:off x="1463040" y="2971800"/>
            <a:ext cx="9262872" cy="2926080"/>
          </a:xfrm>
          <a:prstGeom prst="rect">
            <a:avLst/>
          </a:prstGeom>
          <a:noFill/>
          <a:ln/>
        </p:spPr>
        <p:txBody>
          <a:bodyPr wrap="square" rtlCol="0"/>
          <a:lstStyle>
            <a:lvl1pPr marL="0" indent="0">
              <a:buNone/>
              <a:defRPr lang="en-US" sz="2200" dirty="0">
                <a:solidFill>
                  <a:srgbClr val="FFFFFF"/>
                </a:solidFill>
              </a:defRPr>
            </a:lvl1pPr>
          </a:lstStyle>
          <a:p>
            <a:pPr marL="0" indent="0">
              <a:buNone/>
            </a:pPr>
            <a:endParaRPr lang="en-US" sz="2200" dirty="0"/>
          </a:p>
        </p:txBody>
      </p:sp>
      <p:sp>
        <p:nvSpPr>
          <p:cNvPr id="5" name="Text 0"/>
          <p:cNvSpPr txBox="1"/>
          <p:nvPr/>
        </p:nvSpPr>
        <p:spPr>
          <a:xfrm>
            <a:off x="731520" y="6263640"/>
            <a:ext cx="10725912" cy="320040"/>
          </a:xfrm>
          <a:prstGeom prst="rect">
            <a:avLst/>
          </a:prstGeom>
          <a:noFill/>
          <a:ln/>
        </p:spPr>
        <p:txBody>
          <a:bodyPr wrap="square" lIns="0" tIns="0" rIns="0" bIns="0" rtlCol="0" anchor="ctr"/>
          <a:lstStyle/>
          <a:p>
            <a:pPr marL="0" indent="0" algn="ctr">
              <a:buNone/>
            </a:pPr>
            <a:r>
              <a:rPr lang="en-US" sz="1100" dirty="0">
                <a:solidFill>
                  <a:srgbClr val="D9D7F7"/>
                </a:solidFill>
              </a:rPr>
              <a:t>Básico 1 (A1.1) · Semana 8 · Kiran (기란) · Academia Seúl</a:t>
            </a:r>
            <a:endParaRPr lang="en-US" sz="11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8DA0"/>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0"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0"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0"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0"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0"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0"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0"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0"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0"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0"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0" latinLnBrk="0" hangingPunct="1">
        <a:defRPr sz="1800" kern="1200">
          <a:solidFill>
            <a:schemeClr val="tx1"/>
          </a:solidFill>
          <a:latin typeface="+mn-lt"/>
          <a:ea typeface="+mn-ea"/>
          <a:cs typeface="+mn-cs"/>
        </a:defRPr>
      </a:lvl1pPr>
      <a:lvl2pPr marL="457200" algn="l" defTabSz="914400" rtl="0" eaLnBrk="0" latinLnBrk="0" hangingPunct="1">
        <a:defRPr sz="1800" kern="1200">
          <a:solidFill>
            <a:schemeClr val="tx1"/>
          </a:solidFill>
          <a:latin typeface="+mn-lt"/>
          <a:ea typeface="+mn-ea"/>
          <a:cs typeface="+mn-cs"/>
        </a:defRPr>
      </a:lvl2pPr>
      <a:lvl3pPr marL="914400" algn="l" defTabSz="914400" rtl="0" eaLnBrk="0" latinLnBrk="0" hangingPunct="1">
        <a:defRPr sz="1800" kern="1200">
          <a:solidFill>
            <a:schemeClr val="tx1"/>
          </a:solidFill>
          <a:latin typeface="+mn-lt"/>
          <a:ea typeface="+mn-ea"/>
          <a:cs typeface="+mn-cs"/>
        </a:defRPr>
      </a:lvl3pPr>
      <a:lvl4pPr marL="1371600" algn="l" defTabSz="914400" rtl="0" eaLnBrk="0" latinLnBrk="0" hangingPunct="1">
        <a:defRPr sz="1800" kern="1200">
          <a:solidFill>
            <a:schemeClr val="tx1"/>
          </a:solidFill>
          <a:latin typeface="+mn-lt"/>
          <a:ea typeface="+mn-ea"/>
          <a:cs typeface="+mn-cs"/>
        </a:defRPr>
      </a:lvl4pPr>
      <a:lvl5pPr marL="1828800" algn="l" defTabSz="914400" rtl="0" eaLnBrk="0" latinLnBrk="0" hangingPunct="1">
        <a:defRPr sz="1800" kern="1200">
          <a:solidFill>
            <a:schemeClr val="tx1"/>
          </a:solidFill>
          <a:latin typeface="+mn-lt"/>
          <a:ea typeface="+mn-ea"/>
          <a:cs typeface="+mn-cs"/>
        </a:defRPr>
      </a:lvl5pPr>
      <a:lvl6pPr marL="2286000" algn="l" defTabSz="914400" rtl="0" eaLnBrk="0" latinLnBrk="0" hangingPunct="1">
        <a:defRPr sz="1800" kern="1200">
          <a:solidFill>
            <a:schemeClr val="tx1"/>
          </a:solidFill>
          <a:latin typeface="+mn-lt"/>
          <a:ea typeface="+mn-ea"/>
          <a:cs typeface="+mn-cs"/>
        </a:defRPr>
      </a:lvl6pPr>
      <a:lvl7pPr marL="2743200" algn="l" defTabSz="914400" rtl="0" eaLnBrk="0" latinLnBrk="0" hangingPunct="1">
        <a:defRPr sz="1800" kern="1200">
          <a:solidFill>
            <a:schemeClr val="tx1"/>
          </a:solidFill>
          <a:latin typeface="+mn-lt"/>
          <a:ea typeface="+mn-ea"/>
          <a:cs typeface="+mn-cs"/>
        </a:defRPr>
      </a:lvl7pPr>
      <a:lvl8pPr marL="3200400" algn="l" defTabSz="914400" rtl="0" eaLnBrk="0" latinLnBrk="0" hangingPunct="1">
        <a:defRPr sz="1800" kern="1200">
          <a:solidFill>
            <a:schemeClr val="tx1"/>
          </a:solidFill>
          <a:latin typeface="+mn-lt"/>
          <a:ea typeface="+mn-ea"/>
          <a:cs typeface="+mn-cs"/>
        </a:defRPr>
      </a:lvl8pPr>
      <a:lvl9pPr marL="3657600" algn="l" defTabSz="914400" rtl="0" eaLnBrk="0"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8" Type="http://schemas.openxmlformats.org/officeDocument/2006/relationships/audio" Target="../media/media4.mp3"/><Relationship Id="rId13" Type="http://schemas.openxmlformats.org/officeDocument/2006/relationships/image" Target="../media/image7.png"/><Relationship Id="rId18" Type="http://schemas.openxmlformats.org/officeDocument/2006/relationships/image" Target="../media/image5.png"/><Relationship Id="rId3" Type="http://schemas.microsoft.com/office/2007/relationships/media" Target="../media/media2.mp3"/><Relationship Id="rId7" Type="http://schemas.microsoft.com/office/2007/relationships/media" Target="../media/media4.mp3"/><Relationship Id="rId12" Type="http://schemas.openxmlformats.org/officeDocument/2006/relationships/notesSlide" Target="../notesSlides/notesSlide9.xml"/><Relationship Id="rId17" Type="http://schemas.openxmlformats.org/officeDocument/2006/relationships/image" Target="../media/image11.png"/><Relationship Id="rId2" Type="http://schemas.openxmlformats.org/officeDocument/2006/relationships/audio" Target="../media/media1.mp3"/><Relationship Id="rId16" Type="http://schemas.openxmlformats.org/officeDocument/2006/relationships/image" Target="../media/image10.png"/><Relationship Id="rId1" Type="http://schemas.microsoft.com/office/2007/relationships/media" Target="../media/media1.mp3"/><Relationship Id="rId6" Type="http://schemas.openxmlformats.org/officeDocument/2006/relationships/audio" Target="../media/media3.mp3"/><Relationship Id="rId11" Type="http://schemas.openxmlformats.org/officeDocument/2006/relationships/slideLayout" Target="../slideLayouts/slideLayout3.xml"/><Relationship Id="rId5" Type="http://schemas.microsoft.com/office/2007/relationships/media" Target="../media/media3.mp3"/><Relationship Id="rId15" Type="http://schemas.openxmlformats.org/officeDocument/2006/relationships/image" Target="../media/image9.png"/><Relationship Id="rId10" Type="http://schemas.openxmlformats.org/officeDocument/2006/relationships/audio" Target="../media/media5.mp3"/><Relationship Id="rId4" Type="http://schemas.openxmlformats.org/officeDocument/2006/relationships/audio" Target="../media/media2.mp3"/><Relationship Id="rId9" Type="http://schemas.microsoft.com/office/2007/relationships/media" Target="../media/media5.mp3"/><Relationship Id="rId14" Type="http://schemas.openxmlformats.org/officeDocument/2006/relationships/image" Target="../media/image8.png"/></Relationships>
</file>

<file path=ppt/slides/_rels/slide10.xml.rels><?xml version="1.0" encoding="UTF-8" standalone="yes"?>
<Relationships xmlns="http://schemas.openxmlformats.org/package/2006/relationships"><Relationship Id="rId8" Type="http://schemas.openxmlformats.org/officeDocument/2006/relationships/audio" Target="../media/media9.mp3"/><Relationship Id="rId13" Type="http://schemas.openxmlformats.org/officeDocument/2006/relationships/image" Target="../media/image12.png"/><Relationship Id="rId18" Type="http://schemas.openxmlformats.org/officeDocument/2006/relationships/image" Target="../media/image14.png"/><Relationship Id="rId3" Type="http://schemas.microsoft.com/office/2007/relationships/media" Target="../media/media7.mp3"/><Relationship Id="rId7" Type="http://schemas.microsoft.com/office/2007/relationships/media" Target="../media/media9.mp3"/><Relationship Id="rId12" Type="http://schemas.openxmlformats.org/officeDocument/2006/relationships/notesSlide" Target="../notesSlides/notesSlide10.xml"/><Relationship Id="rId17" Type="http://schemas.openxmlformats.org/officeDocument/2006/relationships/image" Target="../media/image6.png"/><Relationship Id="rId2" Type="http://schemas.openxmlformats.org/officeDocument/2006/relationships/audio" Target="../media/media6.mp3"/><Relationship Id="rId16" Type="http://schemas.openxmlformats.org/officeDocument/2006/relationships/image" Target="../media/image4.png"/><Relationship Id="rId1" Type="http://schemas.microsoft.com/office/2007/relationships/media" Target="../media/media6.mp3"/><Relationship Id="rId6" Type="http://schemas.openxmlformats.org/officeDocument/2006/relationships/audio" Target="../media/media8.mp3"/><Relationship Id="rId11" Type="http://schemas.openxmlformats.org/officeDocument/2006/relationships/slideLayout" Target="../slideLayouts/slideLayout3.xml"/><Relationship Id="rId5" Type="http://schemas.microsoft.com/office/2007/relationships/media" Target="../media/media8.mp3"/><Relationship Id="rId15" Type="http://schemas.openxmlformats.org/officeDocument/2006/relationships/image" Target="../media/image13.png"/><Relationship Id="rId10" Type="http://schemas.openxmlformats.org/officeDocument/2006/relationships/audio" Target="../media/media10.mp3"/><Relationship Id="rId4" Type="http://schemas.openxmlformats.org/officeDocument/2006/relationships/audio" Target="../media/media7.mp3"/><Relationship Id="rId9" Type="http://schemas.microsoft.com/office/2007/relationships/media" Target="../media/media10.mp3"/><Relationship Id="rId14"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3.xml"/><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1.mp3"/><Relationship Id="rId1" Type="http://schemas.microsoft.com/office/2007/relationships/media" Target="../media/media11.mp3"/><Relationship Id="rId5" Type="http://schemas.openxmlformats.org/officeDocument/2006/relationships/image" Target="../media/image8.png"/><Relationship Id="rId4"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itulo_ko"/>
          <p:cNvSpPr txBox="1"/>
          <p:nvPr/>
        </p:nvSpPr>
        <p:spPr>
          <a:xfrm>
            <a:off x="640080" y="1691640"/>
            <a:ext cx="10881360" cy="1280160"/>
          </a:xfrm>
          <a:prstGeom prst="rect">
            <a:avLst/>
          </a:prstGeom>
          <a:noFill/>
          <a:ln/>
        </p:spPr>
        <p:txBody>
          <a:bodyPr wrap="square" lIns="0" tIns="0" rIns="0" bIns="0" rtlCol="0" anchor="b">
            <a:normAutofit/>
          </a:bodyPr>
          <a:lstStyle/>
          <a:p>
            <a:pPr marL="0" indent="0" eaLnBrk="1">
              <a:buNone/>
            </a:pPr>
            <a:r>
              <a:rPr lang="ko-KR" altLang="en-US" sz="6600" b="1" dirty="0">
                <a:solidFill>
                  <a:srgbClr val="E8B84B"/>
                </a:solidFill>
                <a:latin typeface="Malgun Gothic" pitchFamily="34" charset="0"/>
                <a:ea typeface="Malgun Gothic" pitchFamily="34" charset="-122"/>
                <a:cs typeface="Malgun Gothic" pitchFamily="34" charset="-120"/>
              </a:rPr>
              <a:t>사과를 좋아해요</a:t>
            </a:r>
            <a:endParaRPr lang="en-US" sz="6600" dirty="0"/>
          </a:p>
        </p:txBody>
      </p:sp>
      <p:sp>
        <p:nvSpPr>
          <p:cNvPr id="3" name="Text 1"/>
          <p:cNvSpPr>
            <a:spLocks noGrp="1"/>
          </p:cNvSpPr>
          <p:nvPr>
            <p:ph type="title" idx="102" hasCustomPrompt="1"/>
          </p:nvPr>
        </p:nvSpPr>
        <p:spPr>
          <a:xfrm>
            <a:off x="640080" y="3063240"/>
            <a:ext cx="10881360" cy="914400"/>
          </a:xfrm>
          <a:prstGeom prst="rect">
            <a:avLst/>
          </a:prstGeom>
          <a:noFill/>
          <a:ln/>
        </p:spPr>
        <p:txBody>
          <a:bodyPr wrap="square" lIns="0" tIns="0" rIns="0" bIns="0" rtlCol="0" anchor="t"/>
          <a:lstStyle/>
          <a:p>
            <a:pPr marL="0" indent="0" algn="l" eaLnBrk="1">
              <a:buNone/>
            </a:pPr>
            <a:r>
              <a:rPr lang="en-US" sz="4100" b="1" dirty="0">
                <a:solidFill>
                  <a:srgbClr val="FFFFFF"/>
                </a:solidFill>
              </a:rPr>
              <a:t>Semana 8 · Me gusta + “Yo en coreano”</a:t>
            </a:r>
            <a:endParaRPr lang="en-US" sz="4400" dirty="0"/>
          </a:p>
        </p:txBody>
      </p:sp>
      <p:sp>
        <p:nvSpPr>
          <p:cNvPr id="4" name="Text 1"/>
          <p:cNvSpPr>
            <a:spLocks noGrp="1"/>
          </p:cNvSpPr>
          <p:nvPr>
            <p:ph type="body" idx="103" hasCustomPrompt="1"/>
          </p:nvPr>
        </p:nvSpPr>
        <p:spPr>
          <a:xfrm>
            <a:off x="640080" y="4160520"/>
            <a:ext cx="10881360" cy="1828800"/>
          </a:xfrm>
          <a:prstGeom prst="rect">
            <a:avLst/>
          </a:prstGeom>
          <a:noFill/>
          <a:ln/>
        </p:spPr>
        <p:txBody>
          <a:bodyPr wrap="square" lIns="0" tIns="0" rIns="0" bIns="0" rtlCol="0" anchor="t">
            <a:normAutofit/>
          </a:bodyPr>
          <a:lstStyle/>
          <a:p>
            <a:pPr marL="0" indent="0" eaLnBrk="1">
              <a:buNone/>
            </a:pPr>
            <a:r>
              <a:rPr lang="en-US" sz="2200" dirty="0">
                <a:solidFill>
                  <a:srgbClr val="E8B84B"/>
                </a:solidFill>
              </a:rPr>
              <a:t>Básico 1 (A1.1) · Clase 8 · Lección 9 + Lección 10 (repaso)</a:t>
            </a:r>
            <a:endParaRPr lang="en-US" sz="2200" dirty="0"/>
          </a:p>
          <a:p>
            <a:pPr marL="0" indent="0" eaLnBrk="1">
              <a:buNone/>
            </a:pPr>
            <a:r>
              <a:rPr lang="ko-KR" altLang="en-US" sz="2200" dirty="0">
                <a:solidFill>
                  <a:srgbClr val="E8B84B"/>
                </a:solidFill>
                <a:latin typeface="Malgun Gothic" pitchFamily="34" charset="0"/>
                <a:ea typeface="Malgun Gothic" pitchFamily="34" charset="-122"/>
                <a:cs typeface="Malgun Gothic" pitchFamily="34" charset="-120"/>
              </a:rPr>
              <a:t>Kiran (기란</a:t>
            </a:r>
            <a:r>
              <a:rPr lang="en-US" sz="2200" dirty="0">
                <a:solidFill>
                  <a:srgbClr val="E8B84B"/>
                </a:solidFill>
              </a:rPr>
              <a:t>)</a:t>
            </a:r>
            <a:endParaRPr lang="en-US" sz="2200" dirty="0"/>
          </a:p>
          <a:p>
            <a:pPr marL="0" indent="0" eaLnBrk="1">
              <a:buNone/>
            </a:pPr>
            <a:r>
              <a:rPr lang="en-US" sz="2200" dirty="0">
                <a:solidFill>
                  <a:srgbClr val="E8B84B"/>
                </a:solidFill>
              </a:rPr>
              <a:t>Martes 8 [por confirmar] / jueves 10 de diciembre de 2026 · 20:00 (hora de Chile)</a:t>
            </a:r>
            <a:endParaRPr lang="en-US"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0241280" cy="822960"/>
          </a:xfrm>
          <a:prstGeom prst="rect">
            <a:avLst/>
          </a:prstGeom>
          <a:noFill/>
          <a:ln/>
        </p:spPr>
        <p:txBody>
          <a:bodyPr wrap="square" lIns="0" tIns="0" rIns="0" bIns="0" rtlCol="0" anchor="ctr"/>
          <a:lstStyle/>
          <a:p>
            <a:pPr marL="0" indent="0" eaLnBrk="1">
              <a:buNone/>
            </a:pPr>
            <a:r>
              <a:rPr lang="ko-KR" altLang="en-US" sz="3000" b="1" dirty="0">
                <a:solidFill>
                  <a:srgbClr val="4236F6"/>
                </a:solidFill>
                <a:latin typeface="Malgun Gothic" pitchFamily="34" charset="0"/>
                <a:ea typeface="Malgun Gothic" pitchFamily="34" charset="-122"/>
                <a:cs typeface="Malgun Gothic" pitchFamily="34" charset="-120"/>
              </a:rPr>
              <a:t>오늘  </a:t>
            </a:r>
            <a:r>
              <a:rPr lang="en-US" sz="3000" b="1" dirty="0">
                <a:solidFill>
                  <a:srgbClr val="003478"/>
                </a:solidFill>
              </a:rPr>
              <a:t>Hoy</a:t>
            </a:r>
            <a:r>
              <a:rPr lang="en-US" sz="1500" b="1" i="1" dirty="0">
                <a:solidFill>
                  <a:srgbClr val="8A8DA0"/>
                </a:solidFill>
              </a:rPr>
              <a:t>   Today</a:t>
            </a:r>
            <a:endParaRPr lang="en-US" sz="3000" dirty="0"/>
          </a:p>
        </p:txBody>
      </p:sp>
      <p:sp>
        <p:nvSpPr>
          <p:cNvPr id="3" name="Text 1"/>
          <p:cNvSpPr txBox="1"/>
          <p:nvPr/>
        </p:nvSpPr>
        <p:spPr>
          <a:xfrm>
            <a:off x="548640" y="1325880"/>
            <a:ext cx="11091672" cy="457200"/>
          </a:xfrm>
          <a:prstGeom prst="rect">
            <a:avLst/>
          </a:prstGeom>
          <a:noFill/>
          <a:ln/>
        </p:spPr>
        <p:txBody>
          <a:bodyPr wrap="square" lIns="0" tIns="0" rIns="0" bIns="0" rtlCol="0" anchor="ctr">
            <a:normAutofit/>
          </a:bodyPr>
          <a:lstStyle/>
          <a:p>
            <a:pPr marL="0" indent="0" eaLnBrk="1">
              <a:buNone/>
            </a:pPr>
            <a:r>
              <a:rPr lang="en-US" sz="1800" i="1" dirty="0">
                <a:solidFill>
                  <a:srgbClr val="4236F6"/>
                </a:solidFill>
              </a:rPr>
              <a:t>El orden de presentaciones está en el chat</a:t>
            </a:r>
            <a:endParaRPr lang="en-US" sz="1800" dirty="0"/>
          </a:p>
        </p:txBody>
      </p:sp>
      <p:graphicFrame>
        <p:nvGraphicFramePr>
          <p:cNvPr id="4" name="tabla"/>
          <p:cNvGraphicFramePr>
            <a:graphicFrameLocks noGrp="1"/>
          </p:cNvGraphicFramePr>
          <p:nvPr>
            <p:extLst>
              <p:ext uri="{D42A27DB-BD31-4B8C-83A1-F6EECF244321}">
                <p14:modId xmlns:p14="http://schemas.microsoft.com/office/powerpoint/2010/main" val="657113328"/>
              </p:ext>
            </p:extLst>
          </p:nvPr>
        </p:nvGraphicFramePr>
        <p:xfrm>
          <a:off x="548640" y="1874520"/>
          <a:ext cx="11091672" cy="914400"/>
        </p:xfrm>
        <a:graphic>
          <a:graphicData uri="http://schemas.openxmlformats.org/drawingml/2006/table">
            <a:tbl>
              <a:tblPr/>
              <a:tblGrid>
                <a:gridCol w="5545836">
                  <a:extLst>
                    <a:ext uri="{9D8B030D-6E8A-4147-A177-3AD203B41FA5}">
                      <a16:colId xmlns:a16="http://schemas.microsoft.com/office/drawing/2014/main" val="20000"/>
                    </a:ext>
                  </a:extLst>
                </a:gridCol>
                <a:gridCol w="5545836">
                  <a:extLst>
                    <a:ext uri="{9D8B030D-6E8A-4147-A177-3AD203B41FA5}">
                      <a16:colId xmlns:a16="http://schemas.microsoft.com/office/drawing/2014/main" val="20001"/>
                    </a:ext>
                  </a:extLst>
                </a:gridCol>
              </a:tblGrid>
              <a:tr h="566928">
                <a:tc>
                  <a:txBody>
                    <a:bodyPr/>
                    <a:lstStyle/>
                    <a:p>
                      <a:pPr marL="0" indent="0" eaLnBrk="1">
                        <a:buNone/>
                      </a:pPr>
                      <a:r>
                        <a:rPr lang="en-US" sz="1800" b="1" dirty="0">
                          <a:solidFill>
                            <a:srgbClr val="FFFFFF"/>
                          </a:solidFill>
                        </a:rPr>
                        <a:t>Hora</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003478"/>
                    </a:solidFill>
                  </a:tcPr>
                </a:tc>
                <a:tc>
                  <a:txBody>
                    <a:bodyPr/>
                    <a:lstStyle/>
                    <a:p>
                      <a:pPr marL="0" indent="0" eaLnBrk="1">
                        <a:buNone/>
                      </a:pPr>
                      <a:r>
                        <a:rPr lang="en-US" sz="1800" b="1" dirty="0">
                          <a:solidFill>
                            <a:srgbClr val="FFFFFF"/>
                          </a:solidFill>
                        </a:rPr>
                        <a:t>Bloque</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003478"/>
                    </a:solidFill>
                  </a:tcPr>
                </a:tc>
                <a:extLst>
                  <a:ext uri="{0D108BD9-81ED-4DB2-BD59-A6C34878D82A}">
                    <a16:rowId xmlns:a16="http://schemas.microsoft.com/office/drawing/2014/main" val="10000"/>
                  </a:ext>
                </a:extLst>
              </a:tr>
              <a:tr h="566928">
                <a:tc>
                  <a:txBody>
                    <a:bodyPr/>
                    <a:lstStyle/>
                    <a:p>
                      <a:pPr marL="0" indent="0" eaLnBrk="1">
                        <a:buNone/>
                      </a:pPr>
                      <a:r>
                        <a:rPr lang="en-US" sz="1800" dirty="0">
                          <a:solidFill>
                            <a:srgbClr val="14142B"/>
                          </a:solidFill>
                        </a:rPr>
                        <a:t>20:03</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tc>
                  <a:txBody>
                    <a:bodyPr/>
                    <a:lstStyle/>
                    <a:p>
                      <a:pPr marL="0" indent="0" eaLnBrk="1">
                        <a:buNone/>
                      </a:pPr>
                      <a:r>
                        <a:rPr lang="ko-KR" altLang="en-US" sz="1800" dirty="0">
                          <a:solidFill>
                            <a:srgbClr val="14142B"/>
                          </a:solidFill>
                          <a:latin typeface="Malgun Gothic" pitchFamily="34" charset="0"/>
                          <a:ea typeface="Malgun Gothic" pitchFamily="34" charset="-122"/>
                          <a:cs typeface="Malgun Gothic" pitchFamily="34" charset="-120"/>
                        </a:rPr>
                        <a:t>좋아해요 </a:t>
                      </a:r>
                      <a:r>
                        <a:rPr lang="en-US" sz="1800" dirty="0">
                          <a:solidFill>
                            <a:srgbClr val="14142B"/>
                          </a:solidFill>
                        </a:rPr>
                        <a:t>· gustos</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extLst>
                  <a:ext uri="{0D108BD9-81ED-4DB2-BD59-A6C34878D82A}">
                    <a16:rowId xmlns:a16="http://schemas.microsoft.com/office/drawing/2014/main" val="10001"/>
                  </a:ext>
                </a:extLst>
              </a:tr>
              <a:tr h="566928">
                <a:tc>
                  <a:txBody>
                    <a:bodyPr/>
                    <a:lstStyle/>
                    <a:p>
                      <a:pPr marL="0" indent="0" eaLnBrk="1">
                        <a:buNone/>
                      </a:pPr>
                      <a:r>
                        <a:rPr lang="en-US" sz="1800" dirty="0">
                          <a:solidFill>
                            <a:srgbClr val="14142B"/>
                          </a:solidFill>
                        </a:rPr>
                        <a:t>20:10</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tc>
                  <a:txBody>
                    <a:bodyPr/>
                    <a:lstStyle/>
                    <a:p>
                      <a:pPr marL="0" indent="0" eaLnBrk="1">
                        <a:buNone/>
                      </a:pPr>
                      <a:r>
                        <a:rPr lang="en-US" sz="1800" dirty="0">
                          <a:solidFill>
                            <a:srgbClr val="14142B"/>
                          </a:solidFill>
                        </a:rPr>
                        <a:t>Encuesta de gustos</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66928">
                <a:tc>
                  <a:txBody>
                    <a:bodyPr/>
                    <a:lstStyle/>
                    <a:p>
                      <a:pPr marL="0" indent="0" eaLnBrk="1">
                        <a:buNone/>
                      </a:pPr>
                      <a:r>
                        <a:rPr lang="en-US" sz="1800" dirty="0">
                          <a:solidFill>
                            <a:srgbClr val="14142B"/>
                          </a:solidFill>
                        </a:rPr>
                        <a:t>20:22</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tc>
                  <a:txBody>
                    <a:bodyPr/>
                    <a:lstStyle/>
                    <a:p>
                      <a:pPr marL="0" indent="0" eaLnBrk="1">
                        <a:buNone/>
                      </a:pPr>
                      <a:r>
                        <a:rPr lang="en-US" sz="1800" dirty="0">
                          <a:solidFill>
                            <a:srgbClr val="14142B"/>
                          </a:solidFill>
                        </a:rPr>
                        <a:t>Yo en coreano</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extLst>
                  <a:ext uri="{0D108BD9-81ED-4DB2-BD59-A6C34878D82A}">
                    <a16:rowId xmlns:a16="http://schemas.microsoft.com/office/drawing/2014/main" val="10003"/>
                  </a:ext>
                </a:extLst>
              </a:tr>
              <a:tr h="566928">
                <a:tc>
                  <a:txBody>
                    <a:bodyPr/>
                    <a:lstStyle/>
                    <a:p>
                      <a:pPr marL="0" indent="0" eaLnBrk="1">
                        <a:buNone/>
                      </a:pPr>
                      <a:r>
                        <a:rPr lang="en-US" sz="1800" dirty="0">
                          <a:solidFill>
                            <a:srgbClr val="14142B"/>
                          </a:solidFill>
                        </a:rPr>
                        <a:t>20:52</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tc>
                  <a:txBody>
                    <a:bodyPr/>
                    <a:lstStyle/>
                    <a:p>
                      <a:pPr marL="0" indent="0" eaLnBrk="1">
                        <a:buNone/>
                      </a:pPr>
                      <a:r>
                        <a:rPr lang="en-US" sz="1800" dirty="0">
                          <a:solidFill>
                            <a:srgbClr val="14142B"/>
                          </a:solidFill>
                        </a:rPr>
                        <a:t>Cierre</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wrap="square">
            <a:normAutofit/>
          </a:bodyPr>
          <a:lstStyle>
            <a:lvl1pPr>
              <a:defRPr sz="1000">
                <a:solidFill>
                  <a:srgbClr val="8A8DA0"/>
                </a:solidFill>
              </a:defRPr>
            </a:lvl1pPr>
          </a:lstStyle>
          <a:p>
            <a:pPr algn="r" eaLnBrk="1"/>
            <a:fld id="{F7021451-1387-4CA6-816F-3879F97B5CBC}" type="slidenum">
              <a:rPr lang="en-US" b="0"/>
              <a:pPr algn="r" eaLnBrk="1"/>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0241280" cy="822960"/>
          </a:xfrm>
          <a:prstGeom prst="rect">
            <a:avLst/>
          </a:prstGeom>
          <a:noFill/>
          <a:ln/>
        </p:spPr>
        <p:txBody>
          <a:bodyPr wrap="square" lIns="0" tIns="0" rIns="0" bIns="0" rtlCol="0" anchor="ctr"/>
          <a:lstStyle/>
          <a:p>
            <a:pPr marL="0" indent="0" eaLnBrk="1">
              <a:buNone/>
            </a:pPr>
            <a:r>
              <a:rPr lang="ko-KR" altLang="en-US" sz="2600" b="1" dirty="0">
                <a:solidFill>
                  <a:srgbClr val="4236F6"/>
                </a:solidFill>
                <a:latin typeface="Malgun Gothic" pitchFamily="34" charset="0"/>
                <a:ea typeface="Malgun Gothic" pitchFamily="34" charset="-122"/>
                <a:cs typeface="Malgun Gothic" pitchFamily="34" charset="-120"/>
              </a:rPr>
              <a:t>기란 선생님은 뭘 좋아해요</a:t>
            </a:r>
            <a:r>
              <a:rPr lang="en-US" sz="2600" b="1" dirty="0">
                <a:solidFill>
                  <a:srgbClr val="4236F6"/>
                </a:solidFill>
              </a:rPr>
              <a:t>?  </a:t>
            </a:r>
            <a:r>
              <a:rPr lang="en-US" sz="2600" b="1" dirty="0">
                <a:solidFill>
                  <a:srgbClr val="003478"/>
                </a:solidFill>
              </a:rPr>
              <a:t>¿Qué le gusta a Kiran?</a:t>
            </a:r>
            <a:endParaRPr lang="en-US" sz="3000" dirty="0"/>
          </a:p>
        </p:txBody>
      </p:sp>
      <p:sp>
        <p:nvSpPr>
          <p:cNvPr id="3" name="Text 1"/>
          <p:cNvSpPr txBox="1"/>
          <p:nvPr/>
        </p:nvSpPr>
        <p:spPr>
          <a:xfrm>
            <a:off x="548640" y="1325880"/>
            <a:ext cx="11091672" cy="457200"/>
          </a:xfrm>
          <a:prstGeom prst="rect">
            <a:avLst/>
          </a:prstGeom>
          <a:noFill/>
          <a:ln/>
        </p:spPr>
        <p:txBody>
          <a:bodyPr wrap="square" lIns="0" tIns="0" rIns="0" bIns="0" rtlCol="0" anchor="ctr">
            <a:normAutofit/>
          </a:bodyPr>
          <a:lstStyle/>
          <a:p>
            <a:pPr marL="0" indent="0" eaLnBrk="1">
              <a:buNone/>
            </a:pPr>
            <a:r>
              <a:rPr lang="en-US" sz="1800" i="1" dirty="0">
                <a:solidFill>
                  <a:srgbClr val="4236F6"/>
                </a:solidFill>
              </a:rPr>
              <a:t>¿Qué le encanta? ¿Qué le gusta un poco? ¿Qué no le gusta?</a:t>
            </a:r>
            <a:endParaRPr lang="en-US" sz="1800" dirty="0"/>
          </a:p>
        </p:txBody>
      </p:sp>
      <p:sp>
        <p:nvSpPr>
          <p:cNvPr id="4" name="card_0"/>
          <p:cNvSpPr/>
          <p:nvPr/>
        </p:nvSpPr>
        <p:spPr>
          <a:xfrm>
            <a:off x="548640" y="1874520"/>
            <a:ext cx="2601468" cy="4297680"/>
          </a:xfrm>
          <a:prstGeom prst="roundRect">
            <a:avLst>
              <a:gd name="adj" fmla="val 5272"/>
            </a:avLst>
          </a:prstGeom>
          <a:solidFill>
            <a:srgbClr val="FFFFFF"/>
          </a:solidFill>
          <a:ln w="12700">
            <a:solidFill>
              <a:srgbClr val="D9D7F7"/>
            </a:solidFill>
            <a:prstDash val="solid"/>
          </a:ln>
          <a:effectLst>
            <a:outerShdw blurRad="76200" dist="25400" dir="5400000" algn="bl" rotWithShape="0">
              <a:srgbClr val="14142B">
                <a:alpha val="12000"/>
              </a:srgbClr>
            </a:outerShdw>
          </a:effectLst>
        </p:spPr>
      </p:sp>
      <p:pic>
        <p:nvPicPr>
          <p:cNvPr id="5" name="dibujo_0" descr="C:\Users\Chingu\AppData\Local\Temp\claude\C--Users-Chingu-Desktop-ACADEMIASEULWEB\d4111e1b-5523-44ea-97b2-b1a1d9545b9e\scratchpad\decks\cache\img_53cb8e9c870e4f7e.png"/>
          <p:cNvPicPr>
            <a:picLocks noChangeAspect="1"/>
          </p:cNvPicPr>
          <p:nvPr/>
        </p:nvPicPr>
        <p:blipFill>
          <a:blip r:embed="rId3"/>
          <a:stretch>
            <a:fillRect/>
          </a:stretch>
        </p:blipFill>
        <p:spPr>
          <a:xfrm>
            <a:off x="1042919" y="1984248"/>
            <a:ext cx="1612910" cy="1612910"/>
          </a:xfrm>
          <a:prstGeom prst="rect">
            <a:avLst/>
          </a:prstGeom>
        </p:spPr>
      </p:pic>
      <p:sp>
        <p:nvSpPr>
          <p:cNvPr id="6" name="Text 3"/>
          <p:cNvSpPr txBox="1"/>
          <p:nvPr/>
        </p:nvSpPr>
        <p:spPr>
          <a:xfrm>
            <a:off x="548640" y="3615446"/>
            <a:ext cx="2601468" cy="859536"/>
          </a:xfrm>
          <a:prstGeom prst="rect">
            <a:avLst/>
          </a:prstGeom>
          <a:noFill/>
          <a:ln/>
        </p:spPr>
        <p:txBody>
          <a:bodyPr wrap="square" lIns="0" tIns="0" rIns="0" bIns="0" rtlCol="0" anchor="ctr">
            <a:normAutofit/>
          </a:bodyPr>
          <a:lstStyle/>
          <a:p>
            <a:pPr marL="0" indent="0" algn="ctr" eaLnBrk="1">
              <a:buNone/>
            </a:pPr>
            <a:r>
              <a:rPr lang="ko-KR" altLang="en-US" sz="2700" b="1" dirty="0">
                <a:solidFill>
                  <a:srgbClr val="4236F6"/>
                </a:solidFill>
                <a:latin typeface="Malgun Gothic" pitchFamily="34" charset="0"/>
                <a:ea typeface="Malgun Gothic" pitchFamily="34" charset="-122"/>
                <a:cs typeface="Malgun Gothic" pitchFamily="34" charset="-120"/>
              </a:rPr>
              <a:t>커피를 정말</a:t>
            </a:r>
            <a:endParaRPr lang="en-US" sz="2700" dirty="0"/>
          </a:p>
          <a:p>
            <a:pPr marL="0" indent="0" algn="ctr" eaLnBrk="1">
              <a:buNone/>
            </a:pPr>
            <a:r>
              <a:rPr lang="ko-KR" altLang="en-US" sz="2700" b="1" dirty="0">
                <a:solidFill>
                  <a:srgbClr val="4236F6"/>
                </a:solidFill>
                <a:latin typeface="Malgun Gothic" pitchFamily="34" charset="0"/>
                <a:ea typeface="Malgun Gothic" pitchFamily="34" charset="-122"/>
                <a:cs typeface="Malgun Gothic" pitchFamily="34" charset="-120"/>
              </a:rPr>
              <a:t>좋아해요</a:t>
            </a:r>
            <a:r>
              <a:rPr lang="en-US" sz="2700" b="1" dirty="0">
                <a:solidFill>
                  <a:srgbClr val="4236F6"/>
                </a:solidFill>
              </a:rPr>
              <a:t>.</a:t>
            </a:r>
            <a:endParaRPr lang="en-US" sz="2700" dirty="0"/>
          </a:p>
        </p:txBody>
      </p:sp>
      <p:sp>
        <p:nvSpPr>
          <p:cNvPr id="7" name="Text 4"/>
          <p:cNvSpPr txBox="1"/>
          <p:nvPr/>
        </p:nvSpPr>
        <p:spPr>
          <a:xfrm>
            <a:off x="621792" y="4474982"/>
            <a:ext cx="2455164" cy="1624066"/>
          </a:xfrm>
          <a:prstGeom prst="rect">
            <a:avLst/>
          </a:prstGeom>
          <a:noFill/>
          <a:ln/>
        </p:spPr>
        <p:txBody>
          <a:bodyPr wrap="square" lIns="0" tIns="0" rIns="0" bIns="0" rtlCol="0" anchor="t">
            <a:normAutofit/>
          </a:bodyPr>
          <a:lstStyle/>
          <a:p>
            <a:pPr marL="0" indent="0" algn="ctr" eaLnBrk="1">
              <a:buNone/>
            </a:pPr>
            <a:r>
              <a:rPr lang="en-US" sz="1600" dirty="0">
                <a:solidFill>
                  <a:srgbClr val="5C5F6B"/>
                </a:solidFill>
              </a:rPr>
              <a:t>Me encanta el café.</a:t>
            </a:r>
            <a:endParaRPr lang="en-US" sz="1600" dirty="0"/>
          </a:p>
        </p:txBody>
      </p:sp>
      <p:sp>
        <p:nvSpPr>
          <p:cNvPr id="8" name="card_1"/>
          <p:cNvSpPr/>
          <p:nvPr/>
        </p:nvSpPr>
        <p:spPr>
          <a:xfrm>
            <a:off x="3378708" y="1874520"/>
            <a:ext cx="2601468" cy="4297680"/>
          </a:xfrm>
          <a:prstGeom prst="roundRect">
            <a:avLst>
              <a:gd name="adj" fmla="val 5272"/>
            </a:avLst>
          </a:prstGeom>
          <a:solidFill>
            <a:srgbClr val="FFFFFF"/>
          </a:solidFill>
          <a:ln w="12700">
            <a:solidFill>
              <a:srgbClr val="D9D7F7"/>
            </a:solidFill>
            <a:prstDash val="solid"/>
          </a:ln>
          <a:effectLst>
            <a:outerShdw blurRad="76200" dist="25400" dir="5400000" algn="bl" rotWithShape="0">
              <a:srgbClr val="14142B">
                <a:alpha val="12000"/>
              </a:srgbClr>
            </a:outerShdw>
          </a:effectLst>
        </p:spPr>
      </p:sp>
      <p:pic>
        <p:nvPicPr>
          <p:cNvPr id="9" name="dibujo_1" descr="C:\Users\Chingu\AppData\Local\Temp\claude\C--Users-Chingu-Desktop-ACADEMIASEULWEB\d4111e1b-5523-44ea-97b2-b1a1d9545b9e\scratchpad\decks\cache\img_fd96af5d4de752db.png"/>
          <p:cNvPicPr>
            <a:picLocks noChangeAspect="1"/>
          </p:cNvPicPr>
          <p:nvPr/>
        </p:nvPicPr>
        <p:blipFill>
          <a:blip r:embed="rId4"/>
          <a:stretch>
            <a:fillRect/>
          </a:stretch>
        </p:blipFill>
        <p:spPr>
          <a:xfrm>
            <a:off x="3872987" y="1984248"/>
            <a:ext cx="1612910" cy="1612910"/>
          </a:xfrm>
          <a:prstGeom prst="rect">
            <a:avLst/>
          </a:prstGeom>
        </p:spPr>
      </p:pic>
      <p:sp>
        <p:nvSpPr>
          <p:cNvPr id="10" name="Text 6"/>
          <p:cNvSpPr txBox="1"/>
          <p:nvPr/>
        </p:nvSpPr>
        <p:spPr>
          <a:xfrm>
            <a:off x="3378708" y="3615446"/>
            <a:ext cx="2601468" cy="859536"/>
          </a:xfrm>
          <a:prstGeom prst="rect">
            <a:avLst/>
          </a:prstGeom>
          <a:noFill/>
          <a:ln/>
        </p:spPr>
        <p:txBody>
          <a:bodyPr wrap="square" lIns="0" tIns="0" rIns="0" bIns="0" rtlCol="0" anchor="ctr">
            <a:normAutofit/>
          </a:bodyPr>
          <a:lstStyle/>
          <a:p>
            <a:pPr marL="0" indent="0" algn="ctr" eaLnBrk="1">
              <a:buNone/>
            </a:pPr>
            <a:r>
              <a:rPr lang="ko-KR" altLang="en-US" sz="2700" b="1" dirty="0">
                <a:solidFill>
                  <a:srgbClr val="4236F6"/>
                </a:solidFill>
                <a:latin typeface="Malgun Gothic" pitchFamily="34" charset="0"/>
                <a:ea typeface="Malgun Gothic" pitchFamily="34" charset="-122"/>
                <a:cs typeface="Malgun Gothic" pitchFamily="34" charset="-120"/>
              </a:rPr>
              <a:t>한국 드라마를</a:t>
            </a:r>
            <a:endParaRPr lang="en-US" sz="2700" dirty="0"/>
          </a:p>
          <a:p>
            <a:pPr marL="0" indent="0" algn="ctr" eaLnBrk="1">
              <a:buNone/>
            </a:pPr>
            <a:r>
              <a:rPr lang="ko-KR" altLang="en-US" sz="2700" b="1" dirty="0">
                <a:solidFill>
                  <a:srgbClr val="4236F6"/>
                </a:solidFill>
                <a:latin typeface="Malgun Gothic" pitchFamily="34" charset="0"/>
                <a:ea typeface="Malgun Gothic" pitchFamily="34" charset="-122"/>
                <a:cs typeface="Malgun Gothic" pitchFamily="34" charset="-120"/>
              </a:rPr>
              <a:t>좋아해요</a:t>
            </a:r>
            <a:r>
              <a:rPr lang="en-US" sz="2700" b="1" dirty="0">
                <a:solidFill>
                  <a:srgbClr val="4236F6"/>
                </a:solidFill>
              </a:rPr>
              <a:t>.</a:t>
            </a:r>
            <a:endParaRPr lang="en-US" sz="2700" dirty="0"/>
          </a:p>
        </p:txBody>
      </p:sp>
      <p:sp>
        <p:nvSpPr>
          <p:cNvPr id="11" name="Text 7"/>
          <p:cNvSpPr txBox="1"/>
          <p:nvPr/>
        </p:nvSpPr>
        <p:spPr>
          <a:xfrm>
            <a:off x="3451860" y="4474982"/>
            <a:ext cx="2455164" cy="1624066"/>
          </a:xfrm>
          <a:prstGeom prst="rect">
            <a:avLst/>
          </a:prstGeom>
          <a:noFill/>
          <a:ln/>
        </p:spPr>
        <p:txBody>
          <a:bodyPr wrap="square" lIns="0" tIns="0" rIns="0" bIns="0" rtlCol="0" anchor="t">
            <a:normAutofit/>
          </a:bodyPr>
          <a:lstStyle/>
          <a:p>
            <a:pPr marL="0" indent="0" algn="ctr" eaLnBrk="1">
              <a:buNone/>
            </a:pPr>
            <a:r>
              <a:rPr lang="en-US" sz="1600" dirty="0">
                <a:solidFill>
                  <a:srgbClr val="5C5F6B"/>
                </a:solidFill>
              </a:rPr>
              <a:t>Me gustan los dramas coreanos.</a:t>
            </a:r>
            <a:endParaRPr lang="en-US" sz="1600" dirty="0"/>
          </a:p>
        </p:txBody>
      </p:sp>
      <p:sp>
        <p:nvSpPr>
          <p:cNvPr id="12" name="card_2"/>
          <p:cNvSpPr/>
          <p:nvPr/>
        </p:nvSpPr>
        <p:spPr>
          <a:xfrm>
            <a:off x="6208776" y="1874520"/>
            <a:ext cx="2601468" cy="4297680"/>
          </a:xfrm>
          <a:prstGeom prst="roundRect">
            <a:avLst>
              <a:gd name="adj" fmla="val 5272"/>
            </a:avLst>
          </a:prstGeom>
          <a:solidFill>
            <a:srgbClr val="FFFFFF"/>
          </a:solidFill>
          <a:ln w="12700">
            <a:solidFill>
              <a:srgbClr val="D9D7F7"/>
            </a:solidFill>
            <a:prstDash val="solid"/>
          </a:ln>
          <a:effectLst>
            <a:outerShdw blurRad="76200" dist="25400" dir="5400000" algn="bl" rotWithShape="0">
              <a:srgbClr val="14142B">
                <a:alpha val="12000"/>
              </a:srgbClr>
            </a:outerShdw>
          </a:effectLst>
        </p:spPr>
      </p:sp>
      <p:pic>
        <p:nvPicPr>
          <p:cNvPr id="13" name="dibujo_2" descr="C:\Users\Chingu\AppData\Local\Temp\claude\C--Users-Chingu-Desktop-ACADEMIASEULWEB\d4111e1b-5523-44ea-97b2-b1a1d9545b9e\scratchpad\decks\cache\img_eeee510b3ed92a5d.png"/>
          <p:cNvPicPr>
            <a:picLocks noChangeAspect="1"/>
          </p:cNvPicPr>
          <p:nvPr/>
        </p:nvPicPr>
        <p:blipFill>
          <a:blip r:embed="rId5"/>
          <a:stretch>
            <a:fillRect/>
          </a:stretch>
        </p:blipFill>
        <p:spPr>
          <a:xfrm>
            <a:off x="6703055" y="1984248"/>
            <a:ext cx="1612910" cy="1612910"/>
          </a:xfrm>
          <a:prstGeom prst="rect">
            <a:avLst/>
          </a:prstGeom>
        </p:spPr>
      </p:pic>
      <p:sp>
        <p:nvSpPr>
          <p:cNvPr id="14" name="Text 9"/>
          <p:cNvSpPr txBox="1"/>
          <p:nvPr/>
        </p:nvSpPr>
        <p:spPr>
          <a:xfrm>
            <a:off x="6208776" y="3615446"/>
            <a:ext cx="2601468" cy="859536"/>
          </a:xfrm>
          <a:prstGeom prst="rect">
            <a:avLst/>
          </a:prstGeom>
          <a:noFill/>
          <a:ln/>
        </p:spPr>
        <p:txBody>
          <a:bodyPr wrap="square" lIns="0" tIns="0" rIns="0" bIns="0" rtlCol="0" anchor="ctr">
            <a:normAutofit/>
          </a:bodyPr>
          <a:lstStyle/>
          <a:p>
            <a:pPr marL="0" indent="0" algn="ctr" eaLnBrk="1">
              <a:buNone/>
            </a:pPr>
            <a:r>
              <a:rPr lang="ko-KR" altLang="en-US" sz="2700" b="1" dirty="0">
                <a:solidFill>
                  <a:srgbClr val="4236F6"/>
                </a:solidFill>
                <a:latin typeface="Malgun Gothic" pitchFamily="34" charset="0"/>
                <a:ea typeface="Malgun Gothic" pitchFamily="34" charset="-122"/>
                <a:cs typeface="Malgun Gothic" pitchFamily="34" charset="-120"/>
              </a:rPr>
              <a:t>라면은 조금</a:t>
            </a:r>
            <a:endParaRPr lang="en-US" sz="2700" dirty="0"/>
          </a:p>
          <a:p>
            <a:pPr marL="0" indent="0" algn="ctr" eaLnBrk="1">
              <a:buNone/>
            </a:pPr>
            <a:r>
              <a:rPr lang="ko-KR" altLang="en-US" sz="2700" b="1" dirty="0">
                <a:solidFill>
                  <a:srgbClr val="4236F6"/>
                </a:solidFill>
                <a:latin typeface="Malgun Gothic" pitchFamily="34" charset="0"/>
                <a:ea typeface="Malgun Gothic" pitchFamily="34" charset="-122"/>
                <a:cs typeface="Malgun Gothic" pitchFamily="34" charset="-120"/>
              </a:rPr>
              <a:t>좋아해요</a:t>
            </a:r>
            <a:r>
              <a:rPr lang="en-US" sz="2700" b="1" dirty="0">
                <a:solidFill>
                  <a:srgbClr val="4236F6"/>
                </a:solidFill>
              </a:rPr>
              <a:t>.</a:t>
            </a:r>
            <a:endParaRPr lang="en-US" sz="2700" dirty="0"/>
          </a:p>
        </p:txBody>
      </p:sp>
      <p:sp>
        <p:nvSpPr>
          <p:cNvPr id="15" name="Text 10"/>
          <p:cNvSpPr txBox="1"/>
          <p:nvPr/>
        </p:nvSpPr>
        <p:spPr>
          <a:xfrm>
            <a:off x="6281928" y="4474982"/>
            <a:ext cx="2455164" cy="1624066"/>
          </a:xfrm>
          <a:prstGeom prst="rect">
            <a:avLst/>
          </a:prstGeom>
          <a:noFill/>
          <a:ln/>
        </p:spPr>
        <p:txBody>
          <a:bodyPr wrap="square" lIns="0" tIns="0" rIns="0" bIns="0" rtlCol="0" anchor="t">
            <a:normAutofit/>
          </a:bodyPr>
          <a:lstStyle/>
          <a:p>
            <a:pPr marL="0" indent="0" algn="ctr" eaLnBrk="1">
              <a:buNone/>
            </a:pPr>
            <a:r>
              <a:rPr lang="en-US" sz="1600" dirty="0">
                <a:solidFill>
                  <a:srgbClr val="5C5F6B"/>
                </a:solidFill>
              </a:rPr>
              <a:t>El ramyeon me gusta un poco.</a:t>
            </a:r>
            <a:endParaRPr lang="en-US" sz="1600" dirty="0"/>
          </a:p>
        </p:txBody>
      </p:sp>
      <p:sp>
        <p:nvSpPr>
          <p:cNvPr id="16" name="card_3"/>
          <p:cNvSpPr/>
          <p:nvPr/>
        </p:nvSpPr>
        <p:spPr>
          <a:xfrm>
            <a:off x="9038844" y="1874520"/>
            <a:ext cx="2601468" cy="4297680"/>
          </a:xfrm>
          <a:prstGeom prst="roundRect">
            <a:avLst>
              <a:gd name="adj" fmla="val 5272"/>
            </a:avLst>
          </a:prstGeom>
          <a:solidFill>
            <a:srgbClr val="FFFFFF"/>
          </a:solidFill>
          <a:ln w="12700">
            <a:solidFill>
              <a:srgbClr val="D9D7F7"/>
            </a:solidFill>
            <a:prstDash val="solid"/>
          </a:ln>
          <a:effectLst>
            <a:outerShdw blurRad="76200" dist="25400" dir="5400000" algn="bl" rotWithShape="0">
              <a:srgbClr val="14142B">
                <a:alpha val="12000"/>
              </a:srgbClr>
            </a:outerShdw>
          </a:effectLst>
        </p:spPr>
      </p:sp>
      <p:pic>
        <p:nvPicPr>
          <p:cNvPr id="17" name="dibujo_3" descr="C:\Users\Chingu\AppData\Local\Temp\claude\C--Users-Chingu-Desktop-ACADEMIASEULWEB\d4111e1b-5523-44ea-97b2-b1a1d9545b9e\scratchpad\decks\cache\img_d4d418261acc8ca0.png"/>
          <p:cNvPicPr>
            <a:picLocks noChangeAspect="1"/>
          </p:cNvPicPr>
          <p:nvPr/>
        </p:nvPicPr>
        <p:blipFill>
          <a:blip r:embed="rId6"/>
          <a:stretch>
            <a:fillRect/>
          </a:stretch>
        </p:blipFill>
        <p:spPr>
          <a:xfrm>
            <a:off x="9533123" y="1984248"/>
            <a:ext cx="1612910" cy="1612910"/>
          </a:xfrm>
          <a:prstGeom prst="rect">
            <a:avLst/>
          </a:prstGeom>
        </p:spPr>
      </p:pic>
      <p:sp>
        <p:nvSpPr>
          <p:cNvPr id="18" name="Text 12"/>
          <p:cNvSpPr txBox="1"/>
          <p:nvPr/>
        </p:nvSpPr>
        <p:spPr>
          <a:xfrm>
            <a:off x="9038844" y="3615446"/>
            <a:ext cx="2601468" cy="859536"/>
          </a:xfrm>
          <a:prstGeom prst="rect">
            <a:avLst/>
          </a:prstGeom>
          <a:noFill/>
          <a:ln/>
        </p:spPr>
        <p:txBody>
          <a:bodyPr wrap="square" lIns="0" tIns="0" rIns="0" bIns="0" rtlCol="0" anchor="ctr">
            <a:normAutofit/>
          </a:bodyPr>
          <a:lstStyle/>
          <a:p>
            <a:pPr marL="0" indent="0" algn="ctr" eaLnBrk="1">
              <a:buNone/>
            </a:pPr>
            <a:r>
              <a:rPr lang="ko-KR" altLang="en-US" sz="2700" b="1" dirty="0">
                <a:solidFill>
                  <a:srgbClr val="4236F6"/>
                </a:solidFill>
                <a:latin typeface="Malgun Gothic" pitchFamily="34" charset="0"/>
                <a:ea typeface="Malgun Gothic" pitchFamily="34" charset="-122"/>
                <a:cs typeface="Malgun Gothic" pitchFamily="34" charset="-120"/>
              </a:rPr>
              <a:t>운동은 안</a:t>
            </a:r>
            <a:endParaRPr lang="en-US" sz="2700" dirty="0"/>
          </a:p>
          <a:p>
            <a:pPr marL="0" indent="0" algn="ctr" eaLnBrk="1">
              <a:buNone/>
            </a:pPr>
            <a:r>
              <a:rPr lang="ko-KR" altLang="en-US" sz="2700" b="1" dirty="0">
                <a:solidFill>
                  <a:srgbClr val="4236F6"/>
                </a:solidFill>
                <a:latin typeface="Malgun Gothic" pitchFamily="34" charset="0"/>
                <a:ea typeface="Malgun Gothic" pitchFamily="34" charset="-122"/>
                <a:cs typeface="Malgun Gothic" pitchFamily="34" charset="-120"/>
              </a:rPr>
              <a:t>좋아해요</a:t>
            </a:r>
            <a:r>
              <a:rPr lang="en-US" sz="2700" b="1" dirty="0">
                <a:solidFill>
                  <a:srgbClr val="4236F6"/>
                </a:solidFill>
              </a:rPr>
              <a:t>.</a:t>
            </a:r>
            <a:endParaRPr lang="en-US" sz="2700" dirty="0"/>
          </a:p>
        </p:txBody>
      </p:sp>
      <p:sp>
        <p:nvSpPr>
          <p:cNvPr id="19" name="Text 13"/>
          <p:cNvSpPr txBox="1"/>
          <p:nvPr/>
        </p:nvSpPr>
        <p:spPr>
          <a:xfrm>
            <a:off x="9111996" y="4474982"/>
            <a:ext cx="2455164" cy="1624066"/>
          </a:xfrm>
          <a:prstGeom prst="rect">
            <a:avLst/>
          </a:prstGeom>
          <a:noFill/>
          <a:ln/>
        </p:spPr>
        <p:txBody>
          <a:bodyPr wrap="square" lIns="0" tIns="0" rIns="0" bIns="0" rtlCol="0" anchor="t">
            <a:normAutofit/>
          </a:bodyPr>
          <a:lstStyle/>
          <a:p>
            <a:pPr marL="0" indent="0" algn="ctr" eaLnBrk="1">
              <a:buNone/>
            </a:pPr>
            <a:r>
              <a:rPr lang="en-US" sz="1600" dirty="0">
                <a:solidFill>
                  <a:srgbClr val="5C5F6B"/>
                </a:solidFill>
              </a:rPr>
              <a:t>El deporte no me gusta.</a:t>
            </a:r>
            <a:endParaRPr lang="en-US" sz="16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wrap="square">
            <a:normAutofit/>
          </a:bodyPr>
          <a:lstStyle>
            <a:lvl1pPr>
              <a:defRPr sz="1000">
                <a:solidFill>
                  <a:srgbClr val="8A8DA0"/>
                </a:solidFill>
              </a:defRPr>
            </a:lvl1pPr>
          </a:lstStyle>
          <a:p>
            <a:pPr algn="r" eaLnBrk="1"/>
            <a:fld id="{F7021451-1387-4CA6-816F-3879F97B5CBC}" type="slidenum">
              <a:rPr lang="en-US" b="0"/>
              <a:pPr algn="r" eaLnBrk="1"/>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0241280" cy="822960"/>
          </a:xfrm>
          <a:prstGeom prst="rect">
            <a:avLst/>
          </a:prstGeom>
          <a:noFill/>
          <a:ln/>
        </p:spPr>
        <p:txBody>
          <a:bodyPr wrap="square" lIns="0" tIns="0" rIns="0" bIns="0" rtlCol="0" anchor="ctr"/>
          <a:lstStyle/>
          <a:p>
            <a:pPr marL="0" indent="0" eaLnBrk="1">
              <a:buNone/>
            </a:pPr>
            <a:r>
              <a:rPr lang="ko-KR" altLang="en-US" sz="2600" b="1" dirty="0">
                <a:solidFill>
                  <a:srgbClr val="4236F6"/>
                </a:solidFill>
                <a:latin typeface="Malgun Gothic" pitchFamily="34" charset="0"/>
                <a:ea typeface="Malgun Gothic" pitchFamily="34" charset="-122"/>
                <a:cs typeface="Malgun Gothic" pitchFamily="34" charset="-120"/>
              </a:rPr>
              <a:t>저는 김치를 좋아해요  </a:t>
            </a:r>
            <a:r>
              <a:rPr lang="en-US" sz="2600" b="1" dirty="0">
                <a:solidFill>
                  <a:srgbClr val="003478"/>
                </a:solidFill>
              </a:rPr>
              <a:t>“Me gusta” funciona al revés</a:t>
            </a:r>
            <a:endParaRPr lang="en-US" sz="3000" dirty="0"/>
          </a:p>
        </p:txBody>
      </p:sp>
      <p:sp>
        <p:nvSpPr>
          <p:cNvPr id="3" name="Text 1"/>
          <p:cNvSpPr txBox="1"/>
          <p:nvPr/>
        </p:nvSpPr>
        <p:spPr>
          <a:xfrm>
            <a:off x="548640" y="1325880"/>
            <a:ext cx="11091672" cy="457200"/>
          </a:xfrm>
          <a:prstGeom prst="rect">
            <a:avLst/>
          </a:prstGeom>
          <a:noFill/>
          <a:ln/>
        </p:spPr>
        <p:txBody>
          <a:bodyPr wrap="square" lIns="0" tIns="0" rIns="0" bIns="0" rtlCol="0" anchor="ctr">
            <a:normAutofit/>
          </a:bodyPr>
          <a:lstStyle/>
          <a:p>
            <a:pPr marL="0" indent="0" eaLnBrk="1">
              <a:buNone/>
            </a:pPr>
            <a:r>
              <a:rPr lang="en-US" sz="1800" i="1" dirty="0">
                <a:solidFill>
                  <a:srgbClr val="4236F6"/>
                </a:solidFill>
              </a:rPr>
              <a:t>Como “yo adoro el kimchi”: tú haces la acción y el kimchi es el objeto</a:t>
            </a:r>
            <a:endParaRPr lang="en-US" sz="1800" dirty="0"/>
          </a:p>
        </p:txBody>
      </p:sp>
      <p:sp>
        <p:nvSpPr>
          <p:cNvPr id="4" name="col_0"/>
          <p:cNvSpPr/>
          <p:nvPr/>
        </p:nvSpPr>
        <p:spPr>
          <a:xfrm>
            <a:off x="548640" y="1874520"/>
            <a:ext cx="5385816" cy="4297680"/>
          </a:xfrm>
          <a:prstGeom prst="roundRect">
            <a:avLst>
              <a:gd name="adj" fmla="val 3191"/>
            </a:avLst>
          </a:prstGeom>
          <a:solidFill>
            <a:srgbClr val="F1F0FE"/>
          </a:solidFill>
          <a:ln w="12700">
            <a:solidFill>
              <a:srgbClr val="D9D7F7"/>
            </a:solidFill>
            <a:prstDash val="solid"/>
          </a:ln>
        </p:spPr>
      </p:sp>
      <p:sp>
        <p:nvSpPr>
          <p:cNvPr id="5" name="Text 3"/>
          <p:cNvSpPr txBox="1"/>
          <p:nvPr/>
        </p:nvSpPr>
        <p:spPr>
          <a:xfrm>
            <a:off x="777240" y="2057400"/>
            <a:ext cx="4928616" cy="548640"/>
          </a:xfrm>
          <a:prstGeom prst="rect">
            <a:avLst/>
          </a:prstGeom>
          <a:noFill/>
          <a:ln/>
        </p:spPr>
        <p:txBody>
          <a:bodyPr wrap="square" lIns="0" tIns="0" rIns="0" bIns="0" rtlCol="0" anchor="t">
            <a:normAutofit/>
          </a:bodyPr>
          <a:lstStyle/>
          <a:p>
            <a:pPr marL="0" indent="0" eaLnBrk="1">
              <a:buNone/>
            </a:pPr>
            <a:r>
              <a:rPr lang="en-US" sz="2000" b="1" dirty="0">
                <a:solidFill>
                  <a:srgbClr val="003478"/>
                </a:solidFill>
              </a:rPr>
              <a:t>Español</a:t>
            </a:r>
            <a:endParaRPr lang="en-US" sz="2000" dirty="0"/>
          </a:p>
        </p:txBody>
      </p:sp>
      <p:sp>
        <p:nvSpPr>
          <p:cNvPr id="6" name="lista"/>
          <p:cNvSpPr txBox="1"/>
          <p:nvPr/>
        </p:nvSpPr>
        <p:spPr>
          <a:xfrm>
            <a:off x="731520" y="2651760"/>
            <a:ext cx="5020056" cy="3383280"/>
          </a:xfrm>
          <a:prstGeom prst="rect">
            <a:avLst/>
          </a:prstGeom>
          <a:noFill/>
          <a:ln/>
        </p:spPr>
        <p:txBody>
          <a:bodyPr wrap="square" lIns="50800" tIns="25400" rIns="50800" bIns="50800" rtlCol="0" anchor="t">
            <a:normAutofit/>
          </a:bodyPr>
          <a:lstStyle/>
          <a:p>
            <a:pPr marL="228600" indent="-228600" eaLnBrk="1">
              <a:spcAft>
                <a:spcPts val="800"/>
              </a:spcAft>
              <a:buSzPct val="100000"/>
              <a:buChar char="•"/>
            </a:pPr>
            <a:r>
              <a:rPr lang="en-US" sz="2000" dirty="0">
                <a:solidFill>
                  <a:srgbClr val="14142B"/>
                </a:solidFill>
              </a:rPr>
              <a:t>(A mí) me gusta el kimchi.</a:t>
            </a:r>
            <a:endParaRPr lang="en-US" sz="2000" dirty="0"/>
          </a:p>
          <a:p>
            <a:pPr marL="228600" indent="-228600" eaLnBrk="1">
              <a:spcAft>
                <a:spcPts val="800"/>
              </a:spcAft>
              <a:buSzPct val="100000"/>
              <a:buChar char="•"/>
            </a:pPr>
            <a:r>
              <a:rPr lang="en-US" sz="2000" dirty="0">
                <a:solidFill>
                  <a:srgbClr val="14142B"/>
                </a:solidFill>
              </a:rPr>
              <a:t>El que “gusta” es el kimchi: es el sujeto.</a:t>
            </a:r>
            <a:endParaRPr lang="en-US" sz="2000" dirty="0"/>
          </a:p>
          <a:p>
            <a:pPr marL="228600" indent="-228600" eaLnBrk="1">
              <a:spcAft>
                <a:spcPts val="800"/>
              </a:spcAft>
              <a:buSzPct val="100000"/>
              <a:buChar char="•"/>
            </a:pPr>
            <a:r>
              <a:rPr lang="en-US" sz="2000" dirty="0">
                <a:solidFill>
                  <a:srgbClr val="14142B"/>
                </a:solidFill>
              </a:rPr>
              <a:t>Yo aparezco como “me”.</a:t>
            </a:r>
            <a:endParaRPr lang="en-US" sz="2000" dirty="0"/>
          </a:p>
        </p:txBody>
      </p:sp>
      <p:sp>
        <p:nvSpPr>
          <p:cNvPr id="7" name="col_1"/>
          <p:cNvSpPr/>
          <p:nvPr/>
        </p:nvSpPr>
        <p:spPr>
          <a:xfrm>
            <a:off x="6254496" y="1874520"/>
            <a:ext cx="5385816" cy="4297680"/>
          </a:xfrm>
          <a:prstGeom prst="roundRect">
            <a:avLst>
              <a:gd name="adj" fmla="val 3191"/>
            </a:avLst>
          </a:prstGeom>
          <a:solidFill>
            <a:srgbClr val="FFFFFF"/>
          </a:solidFill>
          <a:ln w="12700">
            <a:solidFill>
              <a:srgbClr val="D9D7F7"/>
            </a:solidFill>
            <a:prstDash val="solid"/>
          </a:ln>
        </p:spPr>
      </p:sp>
      <p:sp>
        <p:nvSpPr>
          <p:cNvPr id="8" name="Text 6"/>
          <p:cNvSpPr txBox="1"/>
          <p:nvPr/>
        </p:nvSpPr>
        <p:spPr>
          <a:xfrm>
            <a:off x="6483096" y="2057400"/>
            <a:ext cx="4928616" cy="548640"/>
          </a:xfrm>
          <a:prstGeom prst="rect">
            <a:avLst/>
          </a:prstGeom>
          <a:noFill/>
          <a:ln/>
        </p:spPr>
        <p:txBody>
          <a:bodyPr wrap="square" lIns="0" tIns="0" rIns="0" bIns="0" rtlCol="0" anchor="t">
            <a:normAutofit/>
          </a:bodyPr>
          <a:lstStyle/>
          <a:p>
            <a:pPr marL="0" indent="0" eaLnBrk="1">
              <a:buNone/>
            </a:pPr>
            <a:r>
              <a:rPr lang="en-US" sz="2000" b="1" dirty="0">
                <a:solidFill>
                  <a:srgbClr val="003478"/>
                </a:solidFill>
              </a:rPr>
              <a:t>Coreano</a:t>
            </a:r>
            <a:endParaRPr lang="en-US" sz="2000" dirty="0"/>
          </a:p>
        </p:txBody>
      </p:sp>
      <p:sp>
        <p:nvSpPr>
          <p:cNvPr id="9" name="Text 7"/>
          <p:cNvSpPr txBox="1"/>
          <p:nvPr/>
        </p:nvSpPr>
        <p:spPr>
          <a:xfrm>
            <a:off x="6483096" y="2651760"/>
            <a:ext cx="4928616" cy="914400"/>
          </a:xfrm>
          <a:prstGeom prst="rect">
            <a:avLst/>
          </a:prstGeom>
          <a:noFill/>
          <a:ln/>
        </p:spPr>
        <p:txBody>
          <a:bodyPr wrap="square" lIns="0" tIns="0" rIns="0" bIns="0" rtlCol="0" anchor="ctr">
            <a:normAutofit/>
          </a:bodyPr>
          <a:lstStyle/>
          <a:p>
            <a:pPr marL="0" indent="0" eaLnBrk="1">
              <a:buNone/>
            </a:pPr>
            <a:r>
              <a:rPr lang="ko-KR" altLang="en-US" sz="3400" b="1" dirty="0">
                <a:solidFill>
                  <a:srgbClr val="4236F6"/>
                </a:solidFill>
                <a:latin typeface="Malgun Gothic" pitchFamily="34" charset="0"/>
                <a:ea typeface="Malgun Gothic" pitchFamily="34" charset="-122"/>
                <a:cs typeface="Malgun Gothic" pitchFamily="34" charset="-120"/>
              </a:rPr>
              <a:t>저는 김치를 좋아해요</a:t>
            </a:r>
            <a:r>
              <a:rPr lang="en-US" sz="3400" b="1" dirty="0">
                <a:solidFill>
                  <a:srgbClr val="4236F6"/>
                </a:solidFill>
              </a:rPr>
              <a:t>.</a:t>
            </a:r>
            <a:endParaRPr lang="en-US" sz="3400" dirty="0"/>
          </a:p>
        </p:txBody>
      </p:sp>
      <p:sp>
        <p:nvSpPr>
          <p:cNvPr id="10" name="lista"/>
          <p:cNvSpPr txBox="1"/>
          <p:nvPr/>
        </p:nvSpPr>
        <p:spPr>
          <a:xfrm>
            <a:off x="6437376" y="3657600"/>
            <a:ext cx="5020056" cy="2377440"/>
          </a:xfrm>
          <a:prstGeom prst="rect">
            <a:avLst/>
          </a:prstGeom>
          <a:noFill/>
          <a:ln/>
        </p:spPr>
        <p:txBody>
          <a:bodyPr wrap="square" lIns="50800" tIns="25400" rIns="50800" bIns="50800" rtlCol="0" anchor="t">
            <a:normAutofit/>
          </a:bodyPr>
          <a:lstStyle/>
          <a:p>
            <a:pPr marL="228600" indent="-228600" eaLnBrk="1">
              <a:spcAft>
                <a:spcPts val="800"/>
              </a:spcAft>
              <a:buSzPct val="100000"/>
              <a:buChar char="•"/>
            </a:pPr>
            <a:r>
              <a:rPr lang="ko-KR" altLang="en-US" sz="2000" dirty="0">
                <a:solidFill>
                  <a:srgbClr val="14142B"/>
                </a:solidFill>
                <a:latin typeface="Malgun Gothic" pitchFamily="34" charset="0"/>
                <a:ea typeface="Malgun Gothic" pitchFamily="34" charset="-122"/>
                <a:cs typeface="Malgun Gothic" pitchFamily="34" charset="-120"/>
              </a:rPr>
              <a:t>저는</a:t>
            </a:r>
            <a:r>
              <a:rPr lang="en-US" sz="2000" dirty="0">
                <a:solidFill>
                  <a:srgbClr val="14142B"/>
                </a:solidFill>
              </a:rPr>
              <a:t>: yo (tema)</a:t>
            </a:r>
            <a:endParaRPr lang="en-US" sz="2000" dirty="0"/>
          </a:p>
          <a:p>
            <a:pPr marL="228600" indent="-228600" eaLnBrk="1">
              <a:spcAft>
                <a:spcPts val="800"/>
              </a:spcAft>
              <a:buSzPct val="100000"/>
              <a:buChar char="•"/>
            </a:pPr>
            <a:r>
              <a:rPr lang="ko-KR" altLang="en-US" sz="2000" dirty="0">
                <a:solidFill>
                  <a:srgbClr val="14142B"/>
                </a:solidFill>
                <a:latin typeface="Malgun Gothic" pitchFamily="34" charset="0"/>
                <a:ea typeface="Malgun Gothic" pitchFamily="34" charset="-122"/>
                <a:cs typeface="Malgun Gothic" pitchFamily="34" charset="-120"/>
              </a:rPr>
              <a:t>김치를</a:t>
            </a:r>
            <a:r>
              <a:rPr lang="en-US" sz="2000" dirty="0">
                <a:solidFill>
                  <a:srgbClr val="14142B"/>
                </a:solidFill>
              </a:rPr>
              <a:t>: el kimchi (objeto, con </a:t>
            </a:r>
            <a:r>
              <a:rPr lang="ko-KR" altLang="en-US" sz="2000" dirty="0">
                <a:solidFill>
                  <a:srgbClr val="14142B"/>
                </a:solidFill>
                <a:latin typeface="Malgun Gothic" pitchFamily="34" charset="0"/>
                <a:ea typeface="Malgun Gothic" pitchFamily="34" charset="-122"/>
                <a:cs typeface="Malgun Gothic" pitchFamily="34" charset="-120"/>
              </a:rPr>
              <a:t>을</a:t>
            </a:r>
            <a:r>
              <a:rPr lang="en-US" sz="2000" dirty="0">
                <a:solidFill>
                  <a:srgbClr val="14142B"/>
                </a:solidFill>
              </a:rPr>
              <a:t>/</a:t>
            </a:r>
            <a:r>
              <a:rPr lang="ko-KR" altLang="en-US" sz="2000" dirty="0">
                <a:solidFill>
                  <a:srgbClr val="14142B"/>
                </a:solidFill>
                <a:latin typeface="Malgun Gothic" pitchFamily="34" charset="0"/>
                <a:ea typeface="Malgun Gothic" pitchFamily="34" charset="-122"/>
                <a:cs typeface="Malgun Gothic" pitchFamily="34" charset="-120"/>
              </a:rPr>
              <a:t>를</a:t>
            </a:r>
            <a:r>
              <a:rPr lang="en-US" sz="2000" dirty="0">
                <a:solidFill>
                  <a:srgbClr val="14142B"/>
                </a:solidFill>
              </a:rPr>
              <a:t>)</a:t>
            </a:r>
            <a:endParaRPr lang="en-US" sz="2000" dirty="0"/>
          </a:p>
          <a:p>
            <a:pPr marL="228600" indent="-228600" eaLnBrk="1">
              <a:spcAft>
                <a:spcPts val="800"/>
              </a:spcAft>
              <a:buSzPct val="100000"/>
              <a:buChar char="•"/>
            </a:pPr>
            <a:r>
              <a:rPr lang="ko-KR" altLang="en-US" sz="2000" dirty="0">
                <a:solidFill>
                  <a:srgbClr val="14142B"/>
                </a:solidFill>
                <a:latin typeface="Malgun Gothic" pitchFamily="34" charset="0"/>
                <a:ea typeface="Malgun Gothic" pitchFamily="34" charset="-122"/>
                <a:cs typeface="Malgun Gothic" pitchFamily="34" charset="-120"/>
              </a:rPr>
              <a:t>좋아해요</a:t>
            </a:r>
            <a:r>
              <a:rPr lang="en-US" sz="2000" dirty="0">
                <a:solidFill>
                  <a:srgbClr val="14142B"/>
                </a:solidFill>
              </a:rPr>
              <a:t>: me gusta (el verbo, siempre al final)</a:t>
            </a:r>
            <a:endParaRPr lang="en-US" sz="20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wrap="square">
            <a:normAutofit/>
          </a:bodyPr>
          <a:lstStyle>
            <a:lvl1pPr>
              <a:defRPr sz="1000">
                <a:solidFill>
                  <a:srgbClr val="8A8DA0"/>
                </a:solidFill>
              </a:defRPr>
            </a:lvl1pPr>
          </a:lstStyle>
          <a:p>
            <a:pPr algn="r" eaLnBrk="1"/>
            <a:fld id="{F7021451-1387-4CA6-816F-3879F97B5CBC}" type="slidenum">
              <a:rPr lang="en-US" b="0"/>
              <a:pPr algn="r" eaLnBrk="1"/>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0241280" cy="822960"/>
          </a:xfrm>
          <a:prstGeom prst="rect">
            <a:avLst/>
          </a:prstGeom>
          <a:noFill/>
          <a:ln/>
        </p:spPr>
        <p:txBody>
          <a:bodyPr wrap="square" lIns="0" tIns="0" rIns="0" bIns="0" rtlCol="0" anchor="ctr"/>
          <a:lstStyle/>
          <a:p>
            <a:pPr marL="0" indent="0" eaLnBrk="1">
              <a:buNone/>
            </a:pPr>
            <a:r>
              <a:rPr lang="ko-KR" altLang="en-US" sz="3000" b="1" dirty="0">
                <a:solidFill>
                  <a:srgbClr val="4236F6"/>
                </a:solidFill>
                <a:latin typeface="Malgun Gothic" pitchFamily="34" charset="0"/>
                <a:ea typeface="Malgun Gothic" pitchFamily="34" charset="-122"/>
                <a:cs typeface="Malgun Gothic" pitchFamily="34" charset="-120"/>
              </a:rPr>
              <a:t>을 </a:t>
            </a:r>
            <a:r>
              <a:rPr lang="en-US" sz="3000" b="1" dirty="0">
                <a:solidFill>
                  <a:srgbClr val="4236F6"/>
                </a:solidFill>
              </a:rPr>
              <a:t>· </a:t>
            </a:r>
            <a:r>
              <a:rPr lang="ko-KR" altLang="en-US" sz="3000" b="1" dirty="0">
                <a:solidFill>
                  <a:srgbClr val="4236F6"/>
                </a:solidFill>
                <a:latin typeface="Malgun Gothic" pitchFamily="34" charset="0"/>
                <a:ea typeface="Malgun Gothic" pitchFamily="34" charset="-122"/>
                <a:cs typeface="Malgun Gothic" pitchFamily="34" charset="-120"/>
              </a:rPr>
              <a:t>를  </a:t>
            </a:r>
            <a:r>
              <a:rPr lang="ko-KR" altLang="en-US" sz="3000" b="1" dirty="0">
                <a:solidFill>
                  <a:srgbClr val="003478"/>
                </a:solidFill>
                <a:latin typeface="Malgun Gothic" pitchFamily="34" charset="0"/>
                <a:ea typeface="Malgun Gothic" pitchFamily="34" charset="-122"/>
                <a:cs typeface="Malgun Gothic" pitchFamily="34" charset="-120"/>
              </a:rPr>
              <a:t>¿을 </a:t>
            </a:r>
            <a:r>
              <a:rPr lang="en-US" sz="3000" b="1" dirty="0">
                <a:solidFill>
                  <a:srgbClr val="003478"/>
                </a:solidFill>
              </a:rPr>
              <a:t>o </a:t>
            </a:r>
            <a:r>
              <a:rPr lang="ko-KR" altLang="en-US" sz="3000" b="1" dirty="0">
                <a:solidFill>
                  <a:srgbClr val="003478"/>
                </a:solidFill>
                <a:latin typeface="Malgun Gothic" pitchFamily="34" charset="0"/>
                <a:ea typeface="Malgun Gothic" pitchFamily="34" charset="-122"/>
                <a:cs typeface="Malgun Gothic" pitchFamily="34" charset="-120"/>
              </a:rPr>
              <a:t>를</a:t>
            </a:r>
            <a:r>
              <a:rPr lang="en-US" sz="3000" b="1" dirty="0">
                <a:solidFill>
                  <a:srgbClr val="003478"/>
                </a:solidFill>
              </a:rPr>
              <a:t>?</a:t>
            </a:r>
            <a:r>
              <a:rPr lang="ko-KR" altLang="en-US" sz="1500" b="1" i="1" dirty="0">
                <a:solidFill>
                  <a:srgbClr val="8A8DA0"/>
                </a:solidFill>
              </a:rPr>
              <a:t>   을 or 를?</a:t>
            </a:r>
            <a:endParaRPr lang="en-US" sz="3000" dirty="0"/>
          </a:p>
        </p:txBody>
      </p:sp>
      <p:sp>
        <p:nvSpPr>
          <p:cNvPr id="3" name="Text 1"/>
          <p:cNvSpPr txBox="1"/>
          <p:nvPr/>
        </p:nvSpPr>
        <p:spPr>
          <a:xfrm>
            <a:off x="548640" y="1325880"/>
            <a:ext cx="11091672" cy="457200"/>
          </a:xfrm>
          <a:prstGeom prst="rect">
            <a:avLst/>
          </a:prstGeom>
          <a:noFill/>
          <a:ln/>
        </p:spPr>
        <p:txBody>
          <a:bodyPr wrap="square" lIns="0" tIns="0" rIns="0" bIns="0" rtlCol="0" anchor="ctr">
            <a:normAutofit/>
          </a:bodyPr>
          <a:lstStyle/>
          <a:p>
            <a:pPr marL="0" indent="0" eaLnBrk="1">
              <a:buNone/>
            </a:pPr>
            <a:r>
              <a:rPr lang="ko-KR" altLang="en-US" sz="1800" i="1" dirty="0">
                <a:solidFill>
                  <a:srgbClr val="4236F6"/>
                </a:solidFill>
                <a:latin typeface="Malgun Gothic" pitchFamily="34" charset="0"/>
                <a:ea typeface="Malgun Gothic" pitchFamily="34" charset="-122"/>
                <a:cs typeface="Malgun Gothic" pitchFamily="34" charset="-120"/>
              </a:rPr>
              <a:t>La pregunta de siempre: ¿termina en 받침</a:t>
            </a:r>
            <a:r>
              <a:rPr lang="en-US" sz="1800" i="1" dirty="0">
                <a:solidFill>
                  <a:srgbClr val="4236F6"/>
                </a:solidFill>
              </a:rPr>
              <a:t>?</a:t>
            </a:r>
            <a:endParaRPr lang="en-US" sz="1800" dirty="0"/>
          </a:p>
        </p:txBody>
      </p:sp>
      <p:sp>
        <p:nvSpPr>
          <p:cNvPr id="4" name="col_0"/>
          <p:cNvSpPr/>
          <p:nvPr/>
        </p:nvSpPr>
        <p:spPr>
          <a:xfrm>
            <a:off x="548640" y="1874520"/>
            <a:ext cx="5385816" cy="4297680"/>
          </a:xfrm>
          <a:prstGeom prst="roundRect">
            <a:avLst>
              <a:gd name="adj" fmla="val 3191"/>
            </a:avLst>
          </a:prstGeom>
          <a:solidFill>
            <a:srgbClr val="F1F0FE"/>
          </a:solidFill>
          <a:ln w="12700">
            <a:solidFill>
              <a:srgbClr val="D9D7F7"/>
            </a:solidFill>
            <a:prstDash val="solid"/>
          </a:ln>
        </p:spPr>
      </p:sp>
      <p:sp>
        <p:nvSpPr>
          <p:cNvPr id="5" name="Text 3"/>
          <p:cNvSpPr txBox="1"/>
          <p:nvPr/>
        </p:nvSpPr>
        <p:spPr>
          <a:xfrm>
            <a:off x="777240" y="2057400"/>
            <a:ext cx="4928616" cy="548640"/>
          </a:xfrm>
          <a:prstGeom prst="rect">
            <a:avLst/>
          </a:prstGeom>
          <a:noFill/>
          <a:ln/>
        </p:spPr>
        <p:txBody>
          <a:bodyPr wrap="square" lIns="0" tIns="0" rIns="0" bIns="0" rtlCol="0" anchor="t">
            <a:normAutofit/>
          </a:bodyPr>
          <a:lstStyle/>
          <a:p>
            <a:pPr marL="0" indent="0" eaLnBrk="1">
              <a:buNone/>
            </a:pPr>
            <a:r>
              <a:rPr lang="ko-KR" altLang="en-US" sz="2000" b="1" dirty="0">
                <a:solidFill>
                  <a:srgbClr val="003478"/>
                </a:solidFill>
                <a:latin typeface="Malgun Gothic" pitchFamily="34" charset="0"/>
                <a:ea typeface="Malgun Gothic" pitchFamily="34" charset="-122"/>
                <a:cs typeface="Malgun Gothic" pitchFamily="34" charset="-120"/>
              </a:rPr>
              <a:t>Termina en 받침</a:t>
            </a:r>
            <a:endParaRPr lang="en-US" sz="2000" dirty="0"/>
          </a:p>
        </p:txBody>
      </p:sp>
      <p:sp>
        <p:nvSpPr>
          <p:cNvPr id="6" name="Text 4"/>
          <p:cNvSpPr txBox="1"/>
          <p:nvPr/>
        </p:nvSpPr>
        <p:spPr>
          <a:xfrm>
            <a:off x="777240" y="2651760"/>
            <a:ext cx="4928616" cy="914400"/>
          </a:xfrm>
          <a:prstGeom prst="rect">
            <a:avLst/>
          </a:prstGeom>
          <a:noFill/>
          <a:ln/>
        </p:spPr>
        <p:txBody>
          <a:bodyPr wrap="square" lIns="0" tIns="0" rIns="0" bIns="0" rtlCol="0" anchor="ctr">
            <a:normAutofit/>
          </a:bodyPr>
          <a:lstStyle/>
          <a:p>
            <a:pPr marL="0" indent="0" eaLnBrk="1">
              <a:buNone/>
            </a:pPr>
            <a:r>
              <a:rPr lang="ko-KR" altLang="en-US" sz="5400" b="1" dirty="0">
                <a:solidFill>
                  <a:srgbClr val="4236F6"/>
                </a:solidFill>
                <a:latin typeface="Malgun Gothic" pitchFamily="34" charset="0"/>
                <a:ea typeface="Malgun Gothic" pitchFamily="34" charset="-122"/>
                <a:cs typeface="Malgun Gothic" pitchFamily="34" charset="-120"/>
              </a:rPr>
              <a:t>을</a:t>
            </a:r>
            <a:endParaRPr lang="en-US" sz="5400" dirty="0"/>
          </a:p>
        </p:txBody>
      </p:sp>
      <p:sp>
        <p:nvSpPr>
          <p:cNvPr id="7" name="lista"/>
          <p:cNvSpPr txBox="1"/>
          <p:nvPr/>
        </p:nvSpPr>
        <p:spPr>
          <a:xfrm>
            <a:off x="731520" y="3657600"/>
            <a:ext cx="5020056" cy="2377440"/>
          </a:xfrm>
          <a:prstGeom prst="rect">
            <a:avLst/>
          </a:prstGeom>
          <a:noFill/>
          <a:ln/>
        </p:spPr>
        <p:txBody>
          <a:bodyPr wrap="square" lIns="50800" tIns="25400" rIns="50800" bIns="50800" rtlCol="0" anchor="t">
            <a:normAutofit/>
          </a:bodyPr>
          <a:lstStyle/>
          <a:p>
            <a:pPr marL="228600" indent="-228600" eaLnBrk="1">
              <a:spcAft>
                <a:spcPts val="800"/>
              </a:spcAft>
              <a:buSzPct val="100000"/>
              <a:buChar char="•"/>
            </a:pPr>
            <a:r>
              <a:rPr lang="ko-KR" altLang="en-US" sz="2000" dirty="0">
                <a:solidFill>
                  <a:srgbClr val="14142B"/>
                </a:solidFill>
                <a:latin typeface="Malgun Gothic" pitchFamily="34" charset="0"/>
                <a:ea typeface="Malgun Gothic" pitchFamily="34" charset="-122"/>
                <a:cs typeface="Malgun Gothic" pitchFamily="34" charset="-120"/>
              </a:rPr>
              <a:t>라면을 </a:t>
            </a:r>
            <a:r>
              <a:rPr lang="en-US" sz="2000" dirty="0">
                <a:solidFill>
                  <a:srgbClr val="14142B"/>
                </a:solidFill>
              </a:rPr>
              <a:t>[</a:t>
            </a:r>
            <a:r>
              <a:rPr lang="ko-KR" altLang="en-US" sz="2000" dirty="0">
                <a:solidFill>
                  <a:srgbClr val="14142B"/>
                </a:solidFill>
                <a:latin typeface="Malgun Gothic" pitchFamily="34" charset="0"/>
                <a:ea typeface="Malgun Gothic" pitchFamily="34" charset="-122"/>
                <a:cs typeface="Malgun Gothic" pitchFamily="34" charset="-120"/>
              </a:rPr>
              <a:t>라며늘</a:t>
            </a:r>
            <a:r>
              <a:rPr lang="en-US" sz="2000" dirty="0">
                <a:solidFill>
                  <a:srgbClr val="14142B"/>
                </a:solidFill>
              </a:rPr>
              <a:t>] · el ramyeon</a:t>
            </a:r>
            <a:endParaRPr lang="en-US" sz="2000" dirty="0"/>
          </a:p>
          <a:p>
            <a:pPr marL="228600" indent="-228600" eaLnBrk="1">
              <a:spcAft>
                <a:spcPts val="800"/>
              </a:spcAft>
              <a:buSzPct val="100000"/>
              <a:buChar char="•"/>
            </a:pPr>
            <a:r>
              <a:rPr lang="ko-KR" altLang="en-US" sz="2000" dirty="0">
                <a:solidFill>
                  <a:srgbClr val="14142B"/>
                </a:solidFill>
                <a:latin typeface="Malgun Gothic" pitchFamily="34" charset="0"/>
                <a:ea typeface="Malgun Gothic" pitchFamily="34" charset="-122"/>
                <a:cs typeface="Malgun Gothic" pitchFamily="34" charset="-120"/>
              </a:rPr>
              <a:t>음악을 </a:t>
            </a:r>
            <a:r>
              <a:rPr lang="en-US" sz="2000" dirty="0">
                <a:solidFill>
                  <a:srgbClr val="14142B"/>
                </a:solidFill>
              </a:rPr>
              <a:t>[</a:t>
            </a:r>
            <a:r>
              <a:rPr lang="ko-KR" altLang="en-US" sz="2000" dirty="0">
                <a:solidFill>
                  <a:srgbClr val="14142B"/>
                </a:solidFill>
                <a:latin typeface="Malgun Gothic" pitchFamily="34" charset="0"/>
                <a:ea typeface="Malgun Gothic" pitchFamily="34" charset="-122"/>
                <a:cs typeface="Malgun Gothic" pitchFamily="34" charset="-120"/>
              </a:rPr>
              <a:t>으마글</a:t>
            </a:r>
            <a:r>
              <a:rPr lang="en-US" sz="2000" dirty="0">
                <a:solidFill>
                  <a:srgbClr val="14142B"/>
                </a:solidFill>
              </a:rPr>
              <a:t>] · la música</a:t>
            </a:r>
            <a:endParaRPr lang="en-US" sz="2000" dirty="0"/>
          </a:p>
          <a:p>
            <a:pPr marL="228600" indent="-228600" eaLnBrk="1">
              <a:spcAft>
                <a:spcPts val="800"/>
              </a:spcAft>
              <a:buSzPct val="100000"/>
              <a:buChar char="•"/>
            </a:pPr>
            <a:r>
              <a:rPr lang="ko-KR" altLang="en-US" sz="2000" dirty="0">
                <a:solidFill>
                  <a:srgbClr val="14142B"/>
                </a:solidFill>
                <a:latin typeface="Malgun Gothic" pitchFamily="34" charset="0"/>
                <a:ea typeface="Malgun Gothic" pitchFamily="34" charset="-122"/>
                <a:cs typeface="Malgun Gothic" pitchFamily="34" charset="-120"/>
              </a:rPr>
              <a:t>한국 음식을 </a:t>
            </a:r>
            <a:r>
              <a:rPr lang="en-US" sz="2000" dirty="0">
                <a:solidFill>
                  <a:srgbClr val="14142B"/>
                </a:solidFill>
              </a:rPr>
              <a:t>· la comida coreana</a:t>
            </a:r>
            <a:endParaRPr lang="en-US" sz="2000" dirty="0"/>
          </a:p>
        </p:txBody>
      </p:sp>
      <p:sp>
        <p:nvSpPr>
          <p:cNvPr id="8" name="col_1"/>
          <p:cNvSpPr/>
          <p:nvPr/>
        </p:nvSpPr>
        <p:spPr>
          <a:xfrm>
            <a:off x="6254496" y="1874520"/>
            <a:ext cx="5385816" cy="4297680"/>
          </a:xfrm>
          <a:prstGeom prst="roundRect">
            <a:avLst>
              <a:gd name="adj" fmla="val 3191"/>
            </a:avLst>
          </a:prstGeom>
          <a:solidFill>
            <a:srgbClr val="FFFFFF"/>
          </a:solidFill>
          <a:ln w="12700">
            <a:solidFill>
              <a:srgbClr val="D9D7F7"/>
            </a:solidFill>
            <a:prstDash val="solid"/>
          </a:ln>
        </p:spPr>
      </p:sp>
      <p:sp>
        <p:nvSpPr>
          <p:cNvPr id="9" name="Text 7"/>
          <p:cNvSpPr txBox="1"/>
          <p:nvPr/>
        </p:nvSpPr>
        <p:spPr>
          <a:xfrm>
            <a:off x="6483096" y="2057400"/>
            <a:ext cx="4928616" cy="548640"/>
          </a:xfrm>
          <a:prstGeom prst="rect">
            <a:avLst/>
          </a:prstGeom>
          <a:noFill/>
          <a:ln/>
        </p:spPr>
        <p:txBody>
          <a:bodyPr wrap="square" lIns="0" tIns="0" rIns="0" bIns="0" rtlCol="0" anchor="t">
            <a:normAutofit/>
          </a:bodyPr>
          <a:lstStyle/>
          <a:p>
            <a:pPr marL="0" indent="0" eaLnBrk="1">
              <a:buNone/>
            </a:pPr>
            <a:r>
              <a:rPr lang="en-US" sz="2000" b="1" dirty="0">
                <a:solidFill>
                  <a:srgbClr val="003478"/>
                </a:solidFill>
              </a:rPr>
              <a:t>Termina en vocal</a:t>
            </a:r>
            <a:endParaRPr lang="en-US" sz="2000" dirty="0"/>
          </a:p>
        </p:txBody>
      </p:sp>
      <p:sp>
        <p:nvSpPr>
          <p:cNvPr id="10" name="Text 8"/>
          <p:cNvSpPr txBox="1"/>
          <p:nvPr/>
        </p:nvSpPr>
        <p:spPr>
          <a:xfrm>
            <a:off x="6483096" y="2651760"/>
            <a:ext cx="4928616" cy="914400"/>
          </a:xfrm>
          <a:prstGeom prst="rect">
            <a:avLst/>
          </a:prstGeom>
          <a:noFill/>
          <a:ln/>
        </p:spPr>
        <p:txBody>
          <a:bodyPr wrap="square" lIns="0" tIns="0" rIns="0" bIns="0" rtlCol="0" anchor="ctr">
            <a:normAutofit/>
          </a:bodyPr>
          <a:lstStyle/>
          <a:p>
            <a:pPr marL="0" indent="0" eaLnBrk="1">
              <a:buNone/>
            </a:pPr>
            <a:r>
              <a:rPr lang="ko-KR" altLang="en-US" sz="5400" b="1" dirty="0">
                <a:solidFill>
                  <a:srgbClr val="4236F6"/>
                </a:solidFill>
                <a:latin typeface="Malgun Gothic" pitchFamily="34" charset="0"/>
                <a:ea typeface="Malgun Gothic" pitchFamily="34" charset="-122"/>
                <a:cs typeface="Malgun Gothic" pitchFamily="34" charset="-120"/>
              </a:rPr>
              <a:t>를</a:t>
            </a:r>
            <a:endParaRPr lang="en-US" sz="5400" dirty="0"/>
          </a:p>
        </p:txBody>
      </p:sp>
      <p:sp>
        <p:nvSpPr>
          <p:cNvPr id="11" name="lista"/>
          <p:cNvSpPr txBox="1"/>
          <p:nvPr/>
        </p:nvSpPr>
        <p:spPr>
          <a:xfrm>
            <a:off x="6437376" y="3657600"/>
            <a:ext cx="5020056" cy="2377440"/>
          </a:xfrm>
          <a:prstGeom prst="rect">
            <a:avLst/>
          </a:prstGeom>
          <a:noFill/>
          <a:ln/>
        </p:spPr>
        <p:txBody>
          <a:bodyPr wrap="square" lIns="50800" tIns="25400" rIns="50800" bIns="50800" rtlCol="0" anchor="t">
            <a:normAutofit/>
          </a:bodyPr>
          <a:lstStyle/>
          <a:p>
            <a:pPr marL="228600" indent="-228600" eaLnBrk="1">
              <a:spcAft>
                <a:spcPts val="800"/>
              </a:spcAft>
              <a:buSzPct val="100000"/>
              <a:buChar char="•"/>
            </a:pPr>
            <a:r>
              <a:rPr lang="ko-KR" altLang="en-US" sz="2000" dirty="0">
                <a:solidFill>
                  <a:srgbClr val="14142B"/>
                </a:solidFill>
                <a:latin typeface="Malgun Gothic" pitchFamily="34" charset="0"/>
                <a:ea typeface="Malgun Gothic" pitchFamily="34" charset="-122"/>
                <a:cs typeface="Malgun Gothic" pitchFamily="34" charset="-120"/>
              </a:rPr>
              <a:t>사과를 </a:t>
            </a:r>
            <a:r>
              <a:rPr lang="en-US" sz="2000" dirty="0">
                <a:solidFill>
                  <a:srgbClr val="14142B"/>
                </a:solidFill>
              </a:rPr>
              <a:t>· las manzanas</a:t>
            </a:r>
            <a:endParaRPr lang="en-US" sz="2000" dirty="0"/>
          </a:p>
          <a:p>
            <a:pPr marL="228600" indent="-228600" eaLnBrk="1">
              <a:spcAft>
                <a:spcPts val="800"/>
              </a:spcAft>
              <a:buSzPct val="100000"/>
              <a:buChar char="•"/>
            </a:pPr>
            <a:r>
              <a:rPr lang="ko-KR" altLang="en-US" sz="2000" dirty="0">
                <a:solidFill>
                  <a:srgbClr val="14142B"/>
                </a:solidFill>
                <a:latin typeface="Malgun Gothic" pitchFamily="34" charset="0"/>
                <a:ea typeface="Malgun Gothic" pitchFamily="34" charset="-122"/>
                <a:cs typeface="Malgun Gothic" pitchFamily="34" charset="-120"/>
              </a:rPr>
              <a:t>커피를 </a:t>
            </a:r>
            <a:r>
              <a:rPr lang="en-US" sz="2000" dirty="0">
                <a:solidFill>
                  <a:srgbClr val="14142B"/>
                </a:solidFill>
              </a:rPr>
              <a:t>· el café</a:t>
            </a:r>
            <a:endParaRPr lang="en-US" sz="2000" dirty="0"/>
          </a:p>
          <a:p>
            <a:pPr marL="228600" indent="-228600" eaLnBrk="1">
              <a:spcAft>
                <a:spcPts val="800"/>
              </a:spcAft>
              <a:buSzPct val="100000"/>
              <a:buChar char="•"/>
            </a:pPr>
            <a:r>
              <a:rPr lang="ko-KR" altLang="en-US" sz="2000" dirty="0">
                <a:solidFill>
                  <a:srgbClr val="14142B"/>
                </a:solidFill>
                <a:latin typeface="Malgun Gothic" pitchFamily="34" charset="0"/>
                <a:ea typeface="Malgun Gothic" pitchFamily="34" charset="-122"/>
                <a:cs typeface="Malgun Gothic" pitchFamily="34" charset="-120"/>
              </a:rPr>
              <a:t>드라마를 </a:t>
            </a:r>
            <a:r>
              <a:rPr lang="en-US" sz="2000" dirty="0">
                <a:solidFill>
                  <a:srgbClr val="14142B"/>
                </a:solidFill>
              </a:rPr>
              <a:t>· las series</a:t>
            </a:r>
            <a:endParaRPr lang="en-US" sz="20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wrap="square">
            <a:normAutofit/>
          </a:bodyPr>
          <a:lstStyle>
            <a:lvl1pPr>
              <a:defRPr sz="1000">
                <a:solidFill>
                  <a:srgbClr val="8A8DA0"/>
                </a:solidFill>
              </a:defRPr>
            </a:lvl1pPr>
          </a:lstStyle>
          <a:p>
            <a:pPr algn="r" eaLnBrk="1"/>
            <a:fld id="{F7021451-1387-4CA6-816F-3879F97B5CBC}" type="slidenum">
              <a:rPr lang="en-US" b="0"/>
              <a:pPr algn="r" eaLnBrk="1"/>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0241280" cy="822960"/>
          </a:xfrm>
          <a:prstGeom prst="rect">
            <a:avLst/>
          </a:prstGeom>
          <a:noFill/>
          <a:ln/>
        </p:spPr>
        <p:txBody>
          <a:bodyPr wrap="square" lIns="0" tIns="0" rIns="0" bIns="0" rtlCol="0" anchor="ctr"/>
          <a:lstStyle/>
          <a:p>
            <a:pPr marL="0" indent="0" eaLnBrk="1">
              <a:buNone/>
            </a:pPr>
            <a:r>
              <a:rPr lang="ko-KR" altLang="en-US" sz="2600" b="1" dirty="0">
                <a:solidFill>
                  <a:srgbClr val="4236F6"/>
                </a:solidFill>
                <a:latin typeface="Malgun Gothic" pitchFamily="34" charset="0"/>
                <a:ea typeface="Malgun Gothic" pitchFamily="34" charset="-122"/>
                <a:cs typeface="Malgun Gothic" pitchFamily="34" charset="-120"/>
              </a:rPr>
              <a:t>뭘 </a:t>
            </a:r>
            <a:r>
              <a:rPr lang="en-US" sz="2600" b="1" dirty="0">
                <a:solidFill>
                  <a:srgbClr val="4236F6"/>
                </a:solidFill>
              </a:rPr>
              <a:t>= </a:t>
            </a:r>
            <a:r>
              <a:rPr lang="ko-KR" altLang="en-US" sz="2600" b="1" dirty="0">
                <a:solidFill>
                  <a:srgbClr val="4236F6"/>
                </a:solidFill>
                <a:latin typeface="Malgun Gothic" pitchFamily="34" charset="0"/>
                <a:ea typeface="Malgun Gothic" pitchFamily="34" charset="-122"/>
                <a:cs typeface="Malgun Gothic" pitchFamily="34" charset="-120"/>
              </a:rPr>
              <a:t>뭐 </a:t>
            </a:r>
            <a:r>
              <a:rPr lang="en-US" sz="2600" b="1" dirty="0">
                <a:solidFill>
                  <a:srgbClr val="4236F6"/>
                </a:solidFill>
              </a:rPr>
              <a:t>+ </a:t>
            </a:r>
            <a:r>
              <a:rPr lang="ko-KR" altLang="en-US" sz="2600" b="1" dirty="0">
                <a:solidFill>
                  <a:srgbClr val="4236F6"/>
                </a:solidFill>
                <a:latin typeface="Malgun Gothic" pitchFamily="34" charset="0"/>
                <a:ea typeface="Malgun Gothic" pitchFamily="34" charset="-122"/>
                <a:cs typeface="Malgun Gothic" pitchFamily="34" charset="-120"/>
              </a:rPr>
              <a:t>를  </a:t>
            </a:r>
            <a:r>
              <a:rPr lang="en-US" sz="2600" b="1" dirty="0">
                <a:solidFill>
                  <a:srgbClr val="003478"/>
                </a:solidFill>
              </a:rPr>
              <a:t>Preguntar: ¿qué te gusta?</a:t>
            </a:r>
            <a:r>
              <a:rPr lang="en-US" sz="1500" b="1" i="1" dirty="0">
                <a:solidFill>
                  <a:srgbClr val="8A8DA0"/>
                </a:solidFill>
              </a:rPr>
              <a:t>   Asking: what do you like?</a:t>
            </a:r>
            <a:endParaRPr lang="en-US" sz="3000" dirty="0"/>
          </a:p>
        </p:txBody>
      </p:sp>
      <p:sp>
        <p:nvSpPr>
          <p:cNvPr id="3" name="Text 1"/>
          <p:cNvSpPr txBox="1"/>
          <p:nvPr/>
        </p:nvSpPr>
        <p:spPr>
          <a:xfrm>
            <a:off x="548640" y="1325880"/>
            <a:ext cx="11091672" cy="457200"/>
          </a:xfrm>
          <a:prstGeom prst="rect">
            <a:avLst/>
          </a:prstGeom>
          <a:noFill/>
          <a:ln/>
        </p:spPr>
        <p:txBody>
          <a:bodyPr wrap="square" lIns="0" tIns="0" rIns="0" bIns="0" rtlCol="0" anchor="ctr">
            <a:normAutofit/>
          </a:bodyPr>
          <a:lstStyle/>
          <a:p>
            <a:pPr marL="0" indent="0" eaLnBrk="1">
              <a:buNone/>
            </a:pPr>
            <a:r>
              <a:rPr lang="ko-KR" altLang="en-US" sz="1800" i="1" dirty="0">
                <a:solidFill>
                  <a:srgbClr val="4236F6"/>
                </a:solidFill>
                <a:latin typeface="Malgun Gothic" pitchFamily="34" charset="0"/>
                <a:ea typeface="Malgun Gothic" pitchFamily="34" charset="-122"/>
                <a:cs typeface="Malgun Gothic" pitchFamily="34" charset="-120"/>
              </a:rPr>
              <a:t>뭘 </a:t>
            </a:r>
            <a:r>
              <a:rPr lang="en-US" sz="1800" i="1" dirty="0">
                <a:solidFill>
                  <a:srgbClr val="4236F6"/>
                </a:solidFill>
              </a:rPr>
              <a:t>= </a:t>
            </a:r>
            <a:r>
              <a:rPr lang="ko-KR" altLang="en-US" sz="1800" i="1" dirty="0">
                <a:solidFill>
                  <a:srgbClr val="4236F6"/>
                </a:solidFill>
                <a:latin typeface="Malgun Gothic" pitchFamily="34" charset="0"/>
                <a:ea typeface="Malgun Gothic" pitchFamily="34" charset="-122"/>
                <a:cs typeface="Malgun Gothic" pitchFamily="34" charset="-120"/>
              </a:rPr>
              <a:t>뭐 </a:t>
            </a:r>
            <a:r>
              <a:rPr lang="en-US" sz="1800" i="1" dirty="0">
                <a:solidFill>
                  <a:srgbClr val="4236F6"/>
                </a:solidFill>
              </a:rPr>
              <a:t>+ </a:t>
            </a:r>
            <a:r>
              <a:rPr lang="ko-KR" altLang="en-US" sz="1800" i="1" dirty="0">
                <a:solidFill>
                  <a:srgbClr val="4236F6"/>
                </a:solidFill>
                <a:latin typeface="Malgun Gothic" pitchFamily="34" charset="0"/>
                <a:ea typeface="Malgun Gothic" pitchFamily="34" charset="-122"/>
                <a:cs typeface="Malgun Gothic" pitchFamily="34" charset="-120"/>
              </a:rPr>
              <a:t>를</a:t>
            </a:r>
            <a:r>
              <a:rPr lang="en-US" sz="1800" i="1" dirty="0">
                <a:solidFill>
                  <a:srgbClr val="4236F6"/>
                </a:solidFill>
              </a:rPr>
              <a:t>, como “de + el” = “del”</a:t>
            </a:r>
            <a:endParaRPr lang="en-US" sz="1800" dirty="0"/>
          </a:p>
        </p:txBody>
      </p:sp>
      <p:graphicFrame>
        <p:nvGraphicFramePr>
          <p:cNvPr id="7" name="tabla"/>
          <p:cNvGraphicFramePr>
            <a:graphicFrameLocks noGrp="1"/>
          </p:cNvGraphicFramePr>
          <p:nvPr>
            <p:extLst>
              <p:ext uri="{D42A27DB-BD31-4B8C-83A1-F6EECF244321}">
                <p14:modId xmlns:p14="http://schemas.microsoft.com/office/powerpoint/2010/main" val="1674738522"/>
              </p:ext>
            </p:extLst>
          </p:nvPr>
        </p:nvGraphicFramePr>
        <p:xfrm>
          <a:off x="548640" y="1874520"/>
          <a:ext cx="11091672" cy="914400"/>
        </p:xfrm>
        <a:graphic>
          <a:graphicData uri="http://schemas.openxmlformats.org/drawingml/2006/table">
            <a:tbl>
              <a:tblPr/>
              <a:tblGrid>
                <a:gridCol w="3697224">
                  <a:extLst>
                    <a:ext uri="{9D8B030D-6E8A-4147-A177-3AD203B41FA5}">
                      <a16:colId xmlns:a16="http://schemas.microsoft.com/office/drawing/2014/main" val="20000"/>
                    </a:ext>
                  </a:extLst>
                </a:gridCol>
                <a:gridCol w="3697224">
                  <a:extLst>
                    <a:ext uri="{9D8B030D-6E8A-4147-A177-3AD203B41FA5}">
                      <a16:colId xmlns:a16="http://schemas.microsoft.com/office/drawing/2014/main" val="20001"/>
                    </a:ext>
                  </a:extLst>
                </a:gridCol>
                <a:gridCol w="3697224">
                  <a:extLst>
                    <a:ext uri="{9D8B030D-6E8A-4147-A177-3AD203B41FA5}">
                      <a16:colId xmlns:a16="http://schemas.microsoft.com/office/drawing/2014/main" val="20002"/>
                    </a:ext>
                  </a:extLst>
                </a:gridCol>
              </a:tblGrid>
              <a:tr h="566928">
                <a:tc>
                  <a:txBody>
                    <a:bodyPr/>
                    <a:lstStyle/>
                    <a:p>
                      <a:pPr marL="0" indent="0" eaLnBrk="1">
                        <a:buNone/>
                      </a:pPr>
                      <a:r>
                        <a:rPr lang="en-US" sz="1800" b="1" dirty="0">
                          <a:solidFill>
                            <a:srgbClr val="FFFFFF"/>
                          </a:solidFill>
                        </a:rPr>
                        <a:t>Pregunta</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003478"/>
                    </a:solidFill>
                  </a:tcPr>
                </a:tc>
                <a:tc>
                  <a:txBody>
                    <a:bodyPr/>
                    <a:lstStyle/>
                    <a:p>
                      <a:pPr marL="0" indent="0" eaLnBrk="1">
                        <a:buNone/>
                      </a:pPr>
                      <a:r>
                        <a:rPr lang="en-US" sz="1800" b="1" dirty="0">
                          <a:solidFill>
                            <a:srgbClr val="FFFFFF"/>
                          </a:solidFill>
                        </a:rPr>
                        <a:t>Español</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003478"/>
                    </a:solidFill>
                  </a:tcPr>
                </a:tc>
                <a:tc>
                  <a:txBody>
                    <a:bodyPr/>
                    <a:lstStyle/>
                    <a:p>
                      <a:pPr marL="0" indent="0" eaLnBrk="1">
                        <a:buNone/>
                      </a:pPr>
                      <a:r>
                        <a:rPr lang="en-US" sz="1800" b="1" dirty="0">
                          <a:solidFill>
                            <a:srgbClr val="FFFFFF"/>
                          </a:solidFill>
                        </a:rPr>
                        <a:t>Respuestas</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003478"/>
                    </a:solidFill>
                  </a:tcPr>
                </a:tc>
                <a:extLst>
                  <a:ext uri="{0D108BD9-81ED-4DB2-BD59-A6C34878D82A}">
                    <a16:rowId xmlns:a16="http://schemas.microsoft.com/office/drawing/2014/main" val="10000"/>
                  </a:ext>
                </a:extLst>
              </a:tr>
              <a:tr h="566928">
                <a:tc>
                  <a:txBody>
                    <a:bodyPr/>
                    <a:lstStyle/>
                    <a:p>
                      <a:pPr marL="0" indent="0" eaLnBrk="1">
                        <a:buNone/>
                      </a:pPr>
                      <a:r>
                        <a:rPr lang="ko-KR" altLang="en-US" sz="1800" dirty="0">
                          <a:solidFill>
                            <a:srgbClr val="14142B"/>
                          </a:solidFill>
                          <a:latin typeface="Malgun Gothic" pitchFamily="34" charset="0"/>
                          <a:ea typeface="Malgun Gothic" pitchFamily="34" charset="-122"/>
                          <a:cs typeface="Malgun Gothic" pitchFamily="34" charset="-120"/>
                        </a:rPr>
                        <a:t>뭘 좋아해요</a:t>
                      </a:r>
                      <a:r>
                        <a:rPr lang="en-US" sz="1800" dirty="0">
                          <a:solidFill>
                            <a:srgbClr val="14142B"/>
                          </a:solidFill>
                        </a:rPr>
                        <a:t>?</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tc>
                  <a:txBody>
                    <a:bodyPr/>
                    <a:lstStyle/>
                    <a:p>
                      <a:pPr marL="0" indent="0" eaLnBrk="1">
                        <a:buNone/>
                      </a:pPr>
                      <a:r>
                        <a:rPr lang="en-US" sz="1800" dirty="0">
                          <a:solidFill>
                            <a:srgbClr val="14142B"/>
                          </a:solidFill>
                        </a:rPr>
                        <a:t>¿Qué te gusta?</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tc>
                  <a:txBody>
                    <a:bodyPr/>
                    <a:lstStyle/>
                    <a:p>
                      <a:pPr marL="0" indent="0" eaLnBrk="1">
                        <a:buNone/>
                      </a:pPr>
                      <a:r>
                        <a:rPr lang="ko-KR" altLang="en-US" sz="1800" dirty="0">
                          <a:solidFill>
                            <a:srgbClr val="14142B"/>
                          </a:solidFill>
                          <a:latin typeface="Malgun Gothic" pitchFamily="34" charset="0"/>
                          <a:ea typeface="Malgun Gothic" pitchFamily="34" charset="-122"/>
                          <a:cs typeface="Malgun Gothic" pitchFamily="34" charset="-120"/>
                        </a:rPr>
                        <a:t>___을</a:t>
                      </a:r>
                      <a:r>
                        <a:rPr lang="en-US" sz="1800" dirty="0">
                          <a:solidFill>
                            <a:srgbClr val="14142B"/>
                          </a:solidFill>
                        </a:rPr>
                        <a:t>/</a:t>
                      </a:r>
                      <a:r>
                        <a:rPr lang="ko-KR" altLang="en-US" sz="1800" dirty="0">
                          <a:solidFill>
                            <a:srgbClr val="14142B"/>
                          </a:solidFill>
                          <a:latin typeface="Malgun Gothic" pitchFamily="34" charset="0"/>
                          <a:ea typeface="Malgun Gothic" pitchFamily="34" charset="-122"/>
                          <a:cs typeface="Malgun Gothic" pitchFamily="34" charset="-120"/>
                        </a:rPr>
                        <a:t>를 좋아해요</a:t>
                      </a:r>
                      <a:r>
                        <a:rPr lang="en-US" sz="1800" dirty="0">
                          <a:solidFill>
                            <a:srgbClr val="14142B"/>
                          </a:solidFill>
                        </a:rPr>
                        <a:t>. · </a:t>
                      </a:r>
                      <a:r>
                        <a:rPr lang="ko-KR" altLang="en-US" sz="1800" dirty="0">
                          <a:solidFill>
                            <a:srgbClr val="14142B"/>
                          </a:solidFill>
                          <a:latin typeface="Malgun Gothic" pitchFamily="34" charset="0"/>
                          <a:ea typeface="Malgun Gothic" pitchFamily="34" charset="-122"/>
                          <a:cs typeface="Malgun Gothic" pitchFamily="34" charset="-120"/>
                        </a:rPr>
                        <a:t>영화를 좋아해요</a:t>
                      </a:r>
                      <a:r>
                        <a:rPr lang="en-US" sz="1800" dirty="0">
                          <a:solidFill>
                            <a:srgbClr val="14142B"/>
                          </a:solidFill>
                        </a:rPr>
                        <a:t>.</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extLst>
                  <a:ext uri="{0D108BD9-81ED-4DB2-BD59-A6C34878D82A}">
                    <a16:rowId xmlns:a16="http://schemas.microsoft.com/office/drawing/2014/main" val="10001"/>
                  </a:ext>
                </a:extLst>
              </a:tr>
              <a:tr h="566928">
                <a:tc>
                  <a:txBody>
                    <a:bodyPr/>
                    <a:lstStyle/>
                    <a:p>
                      <a:pPr marL="0" indent="0" eaLnBrk="1">
                        <a:buNone/>
                      </a:pPr>
                      <a:r>
                        <a:rPr lang="ko-KR" altLang="en-US" sz="1800" dirty="0">
                          <a:solidFill>
                            <a:srgbClr val="14142B"/>
                          </a:solidFill>
                          <a:latin typeface="Malgun Gothic" pitchFamily="34" charset="0"/>
                          <a:ea typeface="Malgun Gothic" pitchFamily="34" charset="-122"/>
                          <a:cs typeface="Malgun Gothic" pitchFamily="34" charset="-120"/>
                        </a:rPr>
                        <a:t>___을</a:t>
                      </a:r>
                      <a:r>
                        <a:rPr lang="en-US" sz="1800" dirty="0">
                          <a:solidFill>
                            <a:srgbClr val="14142B"/>
                          </a:solidFill>
                        </a:rPr>
                        <a:t>/</a:t>
                      </a:r>
                      <a:r>
                        <a:rPr lang="ko-KR" altLang="en-US" sz="1800" dirty="0">
                          <a:solidFill>
                            <a:srgbClr val="14142B"/>
                          </a:solidFill>
                          <a:latin typeface="Malgun Gothic" pitchFamily="34" charset="0"/>
                          <a:ea typeface="Malgun Gothic" pitchFamily="34" charset="-122"/>
                          <a:cs typeface="Malgun Gothic" pitchFamily="34" charset="-120"/>
                        </a:rPr>
                        <a:t>를 좋아해요</a:t>
                      </a:r>
                      <a:r>
                        <a:rPr lang="en-US" sz="1800" dirty="0">
                          <a:solidFill>
                            <a:srgbClr val="14142B"/>
                          </a:solidFill>
                        </a:rPr>
                        <a:t>?</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tc>
                  <a:txBody>
                    <a:bodyPr/>
                    <a:lstStyle/>
                    <a:p>
                      <a:pPr marL="0" indent="0" eaLnBrk="1">
                        <a:buNone/>
                      </a:pPr>
                      <a:r>
                        <a:rPr lang="en-US" sz="1800" dirty="0">
                          <a:solidFill>
                            <a:srgbClr val="14142B"/>
                          </a:solidFill>
                        </a:rPr>
                        <a:t>¿Te gusta ___?</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tc>
                  <a:txBody>
                    <a:bodyPr/>
                    <a:lstStyle/>
                    <a:p>
                      <a:pPr marL="0" indent="0" eaLnBrk="1">
                        <a:buNone/>
                      </a:pPr>
                      <a:r>
                        <a:rPr lang="ko-KR" altLang="en-US" sz="1800" dirty="0">
                          <a:solidFill>
                            <a:srgbClr val="14142B"/>
                          </a:solidFill>
                          <a:latin typeface="Malgun Gothic" pitchFamily="34" charset="0"/>
                          <a:ea typeface="Malgun Gothic" pitchFamily="34" charset="-122"/>
                          <a:cs typeface="Malgun Gothic" pitchFamily="34" charset="-120"/>
                        </a:rPr>
                        <a:t>네</a:t>
                      </a:r>
                      <a:r>
                        <a:rPr lang="en-US" sz="1800" dirty="0">
                          <a:solidFill>
                            <a:srgbClr val="14142B"/>
                          </a:solidFill>
                        </a:rPr>
                        <a:t>, (</a:t>
                      </a:r>
                      <a:r>
                        <a:rPr lang="ko-KR" altLang="en-US" sz="1800" dirty="0">
                          <a:solidFill>
                            <a:srgbClr val="14142B"/>
                          </a:solidFill>
                          <a:latin typeface="Malgun Gothic" pitchFamily="34" charset="0"/>
                          <a:ea typeface="Malgun Gothic" pitchFamily="34" charset="-122"/>
                          <a:cs typeface="Malgun Gothic" pitchFamily="34" charset="-120"/>
                        </a:rPr>
                        <a:t>정말</a:t>
                      </a:r>
                      <a:r>
                        <a:rPr lang="en-US" sz="1800" dirty="0">
                          <a:solidFill>
                            <a:srgbClr val="14142B"/>
                          </a:solidFill>
                        </a:rPr>
                        <a:t>) </a:t>
                      </a:r>
                      <a:r>
                        <a:rPr lang="ko-KR" altLang="en-US" sz="1800" dirty="0">
                          <a:solidFill>
                            <a:srgbClr val="14142B"/>
                          </a:solidFill>
                          <a:latin typeface="Malgun Gothic" pitchFamily="34" charset="0"/>
                          <a:ea typeface="Malgun Gothic" pitchFamily="34" charset="-122"/>
                          <a:cs typeface="Malgun Gothic" pitchFamily="34" charset="-120"/>
                        </a:rPr>
                        <a:t>좋아해요</a:t>
                      </a:r>
                      <a:r>
                        <a:rPr lang="en-US" sz="1800" dirty="0">
                          <a:solidFill>
                            <a:srgbClr val="14142B"/>
                          </a:solidFill>
                        </a:rPr>
                        <a:t>. / </a:t>
                      </a:r>
                      <a:r>
                        <a:rPr lang="ko-KR" altLang="en-US" sz="1800" dirty="0">
                          <a:solidFill>
                            <a:srgbClr val="14142B"/>
                          </a:solidFill>
                          <a:latin typeface="Malgun Gothic" pitchFamily="34" charset="0"/>
                          <a:ea typeface="Malgun Gothic" pitchFamily="34" charset="-122"/>
                          <a:cs typeface="Malgun Gothic" pitchFamily="34" charset="-120"/>
                        </a:rPr>
                        <a:t>아니요</a:t>
                      </a:r>
                      <a:r>
                        <a:rPr lang="en-US" sz="1800" dirty="0">
                          <a:solidFill>
                            <a:srgbClr val="14142B"/>
                          </a:solidFill>
                        </a:rPr>
                        <a:t>, </a:t>
                      </a:r>
                      <a:r>
                        <a:rPr lang="ko-KR" altLang="en-US" sz="1800" dirty="0">
                          <a:solidFill>
                            <a:srgbClr val="14142B"/>
                          </a:solidFill>
                          <a:latin typeface="Malgun Gothic" pitchFamily="34" charset="0"/>
                          <a:ea typeface="Malgun Gothic" pitchFamily="34" charset="-122"/>
                          <a:cs typeface="Malgun Gothic" pitchFamily="34" charset="-120"/>
                        </a:rPr>
                        <a:t>안 좋아해요</a:t>
                      </a:r>
                      <a:r>
                        <a:rPr lang="en-US" sz="1800" dirty="0">
                          <a:solidFill>
                            <a:srgbClr val="14142B"/>
                          </a:solidFill>
                        </a:rPr>
                        <a:t>.</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bl>
          </a:graphicData>
        </a:graphic>
      </p:graphicFrame>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wrap="square">
            <a:normAutofit/>
          </a:bodyPr>
          <a:lstStyle>
            <a:lvl1pPr>
              <a:defRPr sz="1000">
                <a:solidFill>
                  <a:srgbClr val="8A8DA0"/>
                </a:solidFill>
              </a:defRPr>
            </a:lvl1pPr>
          </a:lstStyle>
          <a:p>
            <a:pPr algn="r" eaLnBrk="1"/>
            <a:fld id="{F7021451-1387-4CA6-816F-3879F97B5CBC}" type="slidenum">
              <a:rPr lang="en-US" b="0"/>
              <a:pPr algn="r" eaLnBrk="1"/>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0241280" cy="822960"/>
          </a:xfrm>
          <a:prstGeom prst="rect">
            <a:avLst/>
          </a:prstGeom>
          <a:noFill/>
          <a:ln/>
        </p:spPr>
        <p:txBody>
          <a:bodyPr wrap="square" lIns="0" tIns="0" rIns="0" bIns="0" rtlCol="0" anchor="ctr"/>
          <a:lstStyle/>
          <a:p>
            <a:pPr marL="0" indent="0" eaLnBrk="1">
              <a:buNone/>
            </a:pPr>
            <a:r>
              <a:rPr lang="en-US" sz="3000" b="1" dirty="0">
                <a:solidFill>
                  <a:srgbClr val="003478"/>
                </a:solidFill>
              </a:rPr>
              <a:t>El termómetro</a:t>
            </a:r>
            <a:r>
              <a:rPr lang="en-US" sz="1500" b="1" i="1" dirty="0">
                <a:solidFill>
                  <a:srgbClr val="8A8DA0"/>
                </a:solidFill>
              </a:rPr>
              <a:t>   The thermometer</a:t>
            </a:r>
            <a:endParaRPr lang="en-US" sz="3000" dirty="0"/>
          </a:p>
        </p:txBody>
      </p:sp>
      <p:sp>
        <p:nvSpPr>
          <p:cNvPr id="3" name="Text 1"/>
          <p:cNvSpPr txBox="1"/>
          <p:nvPr/>
        </p:nvSpPr>
        <p:spPr>
          <a:xfrm>
            <a:off x="548640" y="1325880"/>
            <a:ext cx="11091672" cy="457200"/>
          </a:xfrm>
          <a:prstGeom prst="rect">
            <a:avLst/>
          </a:prstGeom>
          <a:noFill/>
          <a:ln/>
        </p:spPr>
        <p:txBody>
          <a:bodyPr wrap="square" lIns="0" tIns="0" rIns="0" bIns="0" rtlCol="0" anchor="ctr">
            <a:normAutofit/>
          </a:bodyPr>
          <a:lstStyle/>
          <a:p>
            <a:pPr marL="0" indent="0" eaLnBrk="1">
              <a:buNone/>
            </a:pPr>
            <a:r>
              <a:rPr lang="ko-KR" altLang="en-US" sz="1800" i="1" dirty="0">
                <a:solidFill>
                  <a:srgbClr val="4236F6"/>
                </a:solidFill>
                <a:latin typeface="Malgun Gothic" pitchFamily="34" charset="0"/>
                <a:ea typeface="Malgun Gothic" pitchFamily="34" charset="-122"/>
                <a:cs typeface="Malgun Gothic" pitchFamily="34" charset="-120"/>
              </a:rPr>
              <a:t>정말 </a:t>
            </a:r>
            <a:r>
              <a:rPr lang="en-US" sz="1800" i="1" dirty="0">
                <a:solidFill>
                  <a:srgbClr val="4236F6"/>
                </a:solidFill>
              </a:rPr>
              <a:t>y </a:t>
            </a:r>
            <a:r>
              <a:rPr lang="ko-KR" altLang="en-US" sz="1800" i="1" dirty="0">
                <a:solidFill>
                  <a:srgbClr val="4236F6"/>
                </a:solidFill>
                <a:latin typeface="Malgun Gothic" pitchFamily="34" charset="0"/>
                <a:ea typeface="Malgun Gothic" pitchFamily="34" charset="-122"/>
                <a:cs typeface="Malgun Gothic" pitchFamily="34" charset="-120"/>
              </a:rPr>
              <a:t>조금 </a:t>
            </a:r>
            <a:r>
              <a:rPr lang="en-US" sz="1800" i="1" dirty="0">
                <a:solidFill>
                  <a:srgbClr val="4236F6"/>
                </a:solidFill>
              </a:rPr>
              <a:t>van delante del verbo · para no sonar duro: </a:t>
            </a:r>
            <a:r>
              <a:rPr lang="ko-KR" altLang="en-US" sz="1800" i="1" dirty="0">
                <a:solidFill>
                  <a:srgbClr val="4236F6"/>
                </a:solidFill>
                <a:latin typeface="Malgun Gothic" pitchFamily="34" charset="0"/>
                <a:ea typeface="Malgun Gothic" pitchFamily="34" charset="-122"/>
                <a:cs typeface="Malgun Gothic" pitchFamily="34" charset="-120"/>
              </a:rPr>
              <a:t>안 좋아해요</a:t>
            </a:r>
            <a:endParaRPr lang="en-US" sz="1800" dirty="0"/>
          </a:p>
        </p:txBody>
      </p:sp>
      <p:graphicFrame>
        <p:nvGraphicFramePr>
          <p:cNvPr id="8" name="tabla"/>
          <p:cNvGraphicFramePr>
            <a:graphicFrameLocks noGrp="1"/>
          </p:cNvGraphicFramePr>
          <p:nvPr>
            <p:extLst>
              <p:ext uri="{D42A27DB-BD31-4B8C-83A1-F6EECF244321}">
                <p14:modId xmlns:p14="http://schemas.microsoft.com/office/powerpoint/2010/main" val="695598875"/>
              </p:ext>
            </p:extLst>
          </p:nvPr>
        </p:nvGraphicFramePr>
        <p:xfrm>
          <a:off x="548640" y="1874520"/>
          <a:ext cx="11091672" cy="914400"/>
        </p:xfrm>
        <a:graphic>
          <a:graphicData uri="http://schemas.openxmlformats.org/drawingml/2006/table">
            <a:tbl>
              <a:tblPr/>
              <a:tblGrid>
                <a:gridCol w="3697224">
                  <a:extLst>
                    <a:ext uri="{9D8B030D-6E8A-4147-A177-3AD203B41FA5}">
                      <a16:colId xmlns:a16="http://schemas.microsoft.com/office/drawing/2014/main" val="20000"/>
                    </a:ext>
                  </a:extLst>
                </a:gridCol>
                <a:gridCol w="3697224">
                  <a:extLst>
                    <a:ext uri="{9D8B030D-6E8A-4147-A177-3AD203B41FA5}">
                      <a16:colId xmlns:a16="http://schemas.microsoft.com/office/drawing/2014/main" val="20001"/>
                    </a:ext>
                  </a:extLst>
                </a:gridCol>
                <a:gridCol w="3697224">
                  <a:extLst>
                    <a:ext uri="{9D8B030D-6E8A-4147-A177-3AD203B41FA5}">
                      <a16:colId xmlns:a16="http://schemas.microsoft.com/office/drawing/2014/main" val="20002"/>
                    </a:ext>
                  </a:extLst>
                </a:gridCol>
              </a:tblGrid>
              <a:tr h="566928">
                <a:tc>
                  <a:txBody>
                    <a:bodyPr/>
                    <a:lstStyle/>
                    <a:p>
                      <a:pPr marL="0" indent="0" eaLnBrk="1">
                        <a:buNone/>
                      </a:pPr>
                      <a:r>
                        <a:rPr lang="en-US" sz="1800" b="1" dirty="0">
                          <a:solidFill>
                            <a:srgbClr val="FFFFFF"/>
                          </a:solidFill>
                        </a:rPr>
                        <a:t>Nivel</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003478"/>
                    </a:solidFill>
                  </a:tcPr>
                </a:tc>
                <a:tc>
                  <a:txBody>
                    <a:bodyPr/>
                    <a:lstStyle/>
                    <a:p>
                      <a:pPr marL="0" indent="0" eaLnBrk="1">
                        <a:buNone/>
                      </a:pPr>
                      <a:r>
                        <a:rPr lang="en-US" sz="1800" b="1" dirty="0">
                          <a:solidFill>
                            <a:srgbClr val="FFFFFF"/>
                          </a:solidFill>
                        </a:rPr>
                        <a:t>Coreano</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003478"/>
                    </a:solidFill>
                  </a:tcPr>
                </a:tc>
                <a:tc>
                  <a:txBody>
                    <a:bodyPr/>
                    <a:lstStyle/>
                    <a:p>
                      <a:pPr marL="0" indent="0" eaLnBrk="1">
                        <a:buNone/>
                      </a:pPr>
                      <a:r>
                        <a:rPr lang="en-US" sz="1800" b="1" dirty="0">
                          <a:solidFill>
                            <a:srgbClr val="FFFFFF"/>
                          </a:solidFill>
                        </a:rPr>
                        <a:t>Español</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003478"/>
                    </a:solidFill>
                  </a:tcPr>
                </a:tc>
                <a:extLst>
                  <a:ext uri="{0D108BD9-81ED-4DB2-BD59-A6C34878D82A}">
                    <a16:rowId xmlns:a16="http://schemas.microsoft.com/office/drawing/2014/main" val="10000"/>
                  </a:ext>
                </a:extLst>
              </a:tr>
              <a:tr h="566928">
                <a:tc>
                  <a:txBody>
                    <a:bodyPr/>
                    <a:lstStyle/>
                    <a:p>
                      <a:pPr marL="0" indent="0" eaLnBrk="1">
                        <a:buNone/>
                      </a:pPr>
                      <a:r>
                        <a:rPr lang="en-US" sz="1800" dirty="0">
                          <a:solidFill>
                            <a:srgbClr val="14142B"/>
                          </a:solidFill>
                        </a:rPr>
                        <a:t>★★★</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tc>
                  <a:txBody>
                    <a:bodyPr/>
                    <a:lstStyle/>
                    <a:p>
                      <a:pPr marL="0" indent="0" eaLnBrk="1">
                        <a:buNone/>
                      </a:pPr>
                      <a:r>
                        <a:rPr lang="ko-KR" altLang="en-US" sz="1800" dirty="0">
                          <a:solidFill>
                            <a:srgbClr val="14142B"/>
                          </a:solidFill>
                          <a:latin typeface="Malgun Gothic" pitchFamily="34" charset="0"/>
                          <a:ea typeface="Malgun Gothic" pitchFamily="34" charset="-122"/>
                          <a:cs typeface="Malgun Gothic" pitchFamily="34" charset="-120"/>
                        </a:rPr>
                        <a:t>정말 좋아해요</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tc>
                  <a:txBody>
                    <a:bodyPr/>
                    <a:lstStyle/>
                    <a:p>
                      <a:pPr marL="0" indent="0" eaLnBrk="1">
                        <a:buNone/>
                      </a:pPr>
                      <a:r>
                        <a:rPr lang="en-US" sz="1800" dirty="0">
                          <a:solidFill>
                            <a:srgbClr val="14142B"/>
                          </a:solidFill>
                        </a:rPr>
                        <a:t>me encanta</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extLst>
                  <a:ext uri="{0D108BD9-81ED-4DB2-BD59-A6C34878D82A}">
                    <a16:rowId xmlns:a16="http://schemas.microsoft.com/office/drawing/2014/main" val="10001"/>
                  </a:ext>
                </a:extLst>
              </a:tr>
              <a:tr h="566928">
                <a:tc>
                  <a:txBody>
                    <a:bodyPr/>
                    <a:lstStyle/>
                    <a:p>
                      <a:pPr marL="0" indent="0" eaLnBrk="1">
                        <a:buNone/>
                      </a:pPr>
                      <a:r>
                        <a:rPr lang="en-US" sz="1800" dirty="0">
                          <a:solidFill>
                            <a:srgbClr val="14142B"/>
                          </a:solidFill>
                        </a:rPr>
                        <a:t>★★</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tc>
                  <a:txBody>
                    <a:bodyPr/>
                    <a:lstStyle/>
                    <a:p>
                      <a:pPr marL="0" indent="0" eaLnBrk="1">
                        <a:buNone/>
                      </a:pPr>
                      <a:r>
                        <a:rPr lang="ko-KR" altLang="en-US" sz="1800" dirty="0">
                          <a:solidFill>
                            <a:srgbClr val="14142B"/>
                          </a:solidFill>
                          <a:latin typeface="Malgun Gothic" pitchFamily="34" charset="0"/>
                          <a:ea typeface="Malgun Gothic" pitchFamily="34" charset="-122"/>
                          <a:cs typeface="Malgun Gothic" pitchFamily="34" charset="-120"/>
                        </a:rPr>
                        <a:t>좋아해요</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tc>
                  <a:txBody>
                    <a:bodyPr/>
                    <a:lstStyle/>
                    <a:p>
                      <a:pPr marL="0" indent="0" eaLnBrk="1">
                        <a:buNone/>
                      </a:pPr>
                      <a:r>
                        <a:rPr lang="en-US" sz="1800" dirty="0">
                          <a:solidFill>
                            <a:srgbClr val="14142B"/>
                          </a:solidFill>
                        </a:rPr>
                        <a:t>me gusta</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66928">
                <a:tc>
                  <a:txBody>
                    <a:bodyPr/>
                    <a:lstStyle/>
                    <a:p>
                      <a:pPr marL="0" indent="0" eaLnBrk="1">
                        <a:buNone/>
                      </a:pPr>
                      <a:r>
                        <a:rPr lang="en-US" sz="1800" dirty="0">
                          <a:solidFill>
                            <a:srgbClr val="14142B"/>
                          </a:solidFill>
                        </a:rPr>
                        <a:t>★</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tc>
                  <a:txBody>
                    <a:bodyPr/>
                    <a:lstStyle/>
                    <a:p>
                      <a:pPr marL="0" indent="0" eaLnBrk="1">
                        <a:buNone/>
                      </a:pPr>
                      <a:r>
                        <a:rPr lang="ko-KR" altLang="en-US" sz="1800" dirty="0">
                          <a:solidFill>
                            <a:srgbClr val="14142B"/>
                          </a:solidFill>
                          <a:latin typeface="Malgun Gothic" pitchFamily="34" charset="0"/>
                          <a:ea typeface="Malgun Gothic" pitchFamily="34" charset="-122"/>
                          <a:cs typeface="Malgun Gothic" pitchFamily="34" charset="-120"/>
                        </a:rPr>
                        <a:t>조금 좋아해요</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tc>
                  <a:txBody>
                    <a:bodyPr/>
                    <a:lstStyle/>
                    <a:p>
                      <a:pPr marL="0" indent="0" eaLnBrk="1">
                        <a:buNone/>
                      </a:pPr>
                      <a:r>
                        <a:rPr lang="en-US" sz="1800" dirty="0">
                          <a:solidFill>
                            <a:srgbClr val="14142B"/>
                          </a:solidFill>
                        </a:rPr>
                        <a:t>me gusta un poco</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extLst>
                  <a:ext uri="{0D108BD9-81ED-4DB2-BD59-A6C34878D82A}">
                    <a16:rowId xmlns:a16="http://schemas.microsoft.com/office/drawing/2014/main" val="10003"/>
                  </a:ext>
                </a:extLst>
              </a:tr>
              <a:tr h="566928">
                <a:tc>
                  <a:txBody>
                    <a:bodyPr/>
                    <a:lstStyle/>
                    <a:p>
                      <a:pPr marL="0" indent="0" eaLnBrk="1">
                        <a:buNone/>
                      </a:pPr>
                      <a:r>
                        <a:rPr lang="en-US" sz="1800" dirty="0">
                          <a:solidFill>
                            <a:srgbClr val="14142B"/>
                          </a:solidFill>
                        </a:rPr>
                        <a:t>✗</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tc>
                  <a:txBody>
                    <a:bodyPr/>
                    <a:lstStyle/>
                    <a:p>
                      <a:pPr marL="0" indent="0" eaLnBrk="1">
                        <a:buNone/>
                      </a:pPr>
                      <a:r>
                        <a:rPr lang="ko-KR" altLang="en-US" sz="1800" dirty="0">
                          <a:solidFill>
                            <a:srgbClr val="14142B"/>
                          </a:solidFill>
                          <a:latin typeface="Malgun Gothic" pitchFamily="34" charset="0"/>
                          <a:ea typeface="Malgun Gothic" pitchFamily="34" charset="-122"/>
                          <a:cs typeface="Malgun Gothic" pitchFamily="34" charset="-120"/>
                        </a:rPr>
                        <a:t>안 좋아해요</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tc>
                  <a:txBody>
                    <a:bodyPr/>
                    <a:lstStyle/>
                    <a:p>
                      <a:pPr marL="0" indent="0" eaLnBrk="1">
                        <a:buNone/>
                      </a:pPr>
                      <a:r>
                        <a:rPr lang="en-US" sz="1800" dirty="0">
                          <a:solidFill>
                            <a:srgbClr val="14142B"/>
                          </a:solidFill>
                        </a:rPr>
                        <a:t>no me gusta</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66928">
                <a:tc>
                  <a:txBody>
                    <a:bodyPr/>
                    <a:lstStyle/>
                    <a:p>
                      <a:pPr marL="0" indent="0" eaLnBrk="1">
                        <a:buNone/>
                      </a:pPr>
                      <a:r>
                        <a:rPr lang="en-US" sz="1800" dirty="0">
                          <a:solidFill>
                            <a:srgbClr val="14142B"/>
                          </a:solidFill>
                        </a:rPr>
                        <a:t>✗✗</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tc>
                  <a:txBody>
                    <a:bodyPr/>
                    <a:lstStyle/>
                    <a:p>
                      <a:pPr marL="0" indent="0" eaLnBrk="1">
                        <a:buNone/>
                      </a:pPr>
                      <a:r>
                        <a:rPr lang="ko-KR" altLang="en-US" sz="1800" dirty="0">
                          <a:solidFill>
                            <a:srgbClr val="14142B"/>
                          </a:solidFill>
                          <a:latin typeface="Malgun Gothic" pitchFamily="34" charset="0"/>
                          <a:ea typeface="Malgun Gothic" pitchFamily="34" charset="-122"/>
                          <a:cs typeface="Malgun Gothic" pitchFamily="34" charset="-120"/>
                        </a:rPr>
                        <a:t>싫어해요</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tc>
                  <a:txBody>
                    <a:bodyPr/>
                    <a:lstStyle/>
                    <a:p>
                      <a:pPr marL="0" indent="0" eaLnBrk="1">
                        <a:buNone/>
                      </a:pPr>
                      <a:r>
                        <a:rPr lang="en-US" sz="1800" dirty="0">
                          <a:solidFill>
                            <a:srgbClr val="14142B"/>
                          </a:solidFill>
                        </a:rPr>
                        <a:t>lo detesto (suena fuerte)</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extLst>
                  <a:ext uri="{0D108BD9-81ED-4DB2-BD59-A6C34878D82A}">
                    <a16:rowId xmlns:a16="http://schemas.microsoft.com/office/drawing/2014/main" val="10005"/>
                  </a:ext>
                </a:extLst>
              </a:tr>
            </a:tbl>
          </a:graphicData>
        </a:graphic>
      </p:graphicFrame>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wrap="square">
            <a:normAutofit/>
          </a:bodyPr>
          <a:lstStyle>
            <a:lvl1pPr>
              <a:defRPr sz="1000">
                <a:solidFill>
                  <a:srgbClr val="8A8DA0"/>
                </a:solidFill>
              </a:defRPr>
            </a:lvl1pPr>
          </a:lstStyle>
          <a:p>
            <a:pPr algn="r" eaLnBrk="1"/>
            <a:fld id="{F7021451-1387-4CA6-816F-3879F97B5CBC}" type="slidenum">
              <a:rPr lang="en-US" b="0"/>
              <a:pPr algn="r" eaLnBrk="1"/>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0241280" cy="822960"/>
          </a:xfrm>
          <a:prstGeom prst="rect">
            <a:avLst/>
          </a:prstGeom>
          <a:noFill/>
          <a:ln/>
        </p:spPr>
        <p:txBody>
          <a:bodyPr wrap="square" lIns="0" tIns="0" rIns="0" bIns="0" rtlCol="0" anchor="ctr"/>
          <a:lstStyle/>
          <a:p>
            <a:pPr marL="0" indent="0" eaLnBrk="1">
              <a:buNone/>
            </a:pPr>
            <a:r>
              <a:rPr lang="ko-KR" altLang="en-US" sz="3000" b="1" dirty="0">
                <a:solidFill>
                  <a:srgbClr val="4236F6"/>
                </a:solidFill>
                <a:latin typeface="Malgun Gothic" pitchFamily="34" charset="0"/>
                <a:ea typeface="Malgun Gothic" pitchFamily="34" charset="-122"/>
                <a:cs typeface="Malgun Gothic" pitchFamily="34" charset="-120"/>
              </a:rPr>
              <a:t>따라 하세요  </a:t>
            </a:r>
            <a:r>
              <a:rPr lang="en-US" sz="3000" b="1" dirty="0">
                <a:solidFill>
                  <a:srgbClr val="003478"/>
                </a:solidFill>
              </a:rPr>
              <a:t>Repite conmigo</a:t>
            </a:r>
            <a:r>
              <a:rPr lang="en-US" sz="1500" b="1" i="1" dirty="0">
                <a:solidFill>
                  <a:srgbClr val="8A8DA0"/>
                </a:solidFill>
              </a:rPr>
              <a:t>   Repeat after me</a:t>
            </a:r>
            <a:endParaRPr lang="en-US" sz="3000" dirty="0"/>
          </a:p>
        </p:txBody>
      </p:sp>
      <p:sp>
        <p:nvSpPr>
          <p:cNvPr id="3" name="card_0"/>
          <p:cNvSpPr/>
          <p:nvPr/>
        </p:nvSpPr>
        <p:spPr>
          <a:xfrm>
            <a:off x="548640" y="1325880"/>
            <a:ext cx="2601468" cy="4389120"/>
          </a:xfrm>
          <a:prstGeom prst="roundRect">
            <a:avLst>
              <a:gd name="adj" fmla="val 5272"/>
            </a:avLst>
          </a:prstGeom>
          <a:solidFill>
            <a:srgbClr val="FFFFFF"/>
          </a:solidFill>
          <a:ln w="12700">
            <a:solidFill>
              <a:srgbClr val="D9D7F7"/>
            </a:solidFill>
            <a:prstDash val="solid"/>
          </a:ln>
          <a:effectLst>
            <a:outerShdw blurRad="76200" dist="25400" dir="5400000" algn="bl" rotWithShape="0">
              <a:srgbClr val="14142B">
                <a:alpha val="12000"/>
              </a:srgbClr>
            </a:outerShdw>
          </a:effectLst>
        </p:spPr>
      </p:sp>
      <p:sp>
        <p:nvSpPr>
          <p:cNvPr id="4" name="Text 2"/>
          <p:cNvSpPr txBox="1"/>
          <p:nvPr/>
        </p:nvSpPr>
        <p:spPr>
          <a:xfrm>
            <a:off x="548640" y="1962302"/>
            <a:ext cx="2601468" cy="1492301"/>
          </a:xfrm>
          <a:prstGeom prst="rect">
            <a:avLst/>
          </a:prstGeom>
          <a:noFill/>
          <a:ln/>
        </p:spPr>
        <p:txBody>
          <a:bodyPr wrap="square" lIns="0" tIns="0" rIns="0" bIns="0" rtlCol="0" anchor="ctr">
            <a:normAutofit/>
          </a:bodyPr>
          <a:lstStyle/>
          <a:p>
            <a:pPr marL="0" indent="0" algn="ctr" eaLnBrk="1">
              <a:buNone/>
            </a:pPr>
            <a:r>
              <a:rPr lang="ko-KR" altLang="en-US" sz="4200" b="1" dirty="0">
                <a:solidFill>
                  <a:srgbClr val="4236F6"/>
                </a:solidFill>
                <a:latin typeface="Malgun Gothic" pitchFamily="34" charset="0"/>
                <a:ea typeface="Malgun Gothic" pitchFamily="34" charset="-122"/>
                <a:cs typeface="Malgun Gothic" pitchFamily="34" charset="-120"/>
              </a:rPr>
              <a:t>좋아해요</a:t>
            </a:r>
            <a:endParaRPr lang="en-US" sz="4200" dirty="0"/>
          </a:p>
        </p:txBody>
      </p:sp>
      <p:sp>
        <p:nvSpPr>
          <p:cNvPr id="5" name="Text 3"/>
          <p:cNvSpPr txBox="1"/>
          <p:nvPr/>
        </p:nvSpPr>
        <p:spPr>
          <a:xfrm>
            <a:off x="548640" y="3454603"/>
            <a:ext cx="2601468" cy="274320"/>
          </a:xfrm>
          <a:prstGeom prst="rect">
            <a:avLst/>
          </a:prstGeom>
          <a:noFill/>
          <a:ln/>
        </p:spPr>
        <p:txBody>
          <a:bodyPr wrap="square" lIns="0" tIns="0" rIns="0" bIns="0" rtlCol="0" anchor="ctr">
            <a:normAutofit/>
          </a:bodyPr>
          <a:lstStyle/>
          <a:p>
            <a:pPr marL="0" indent="0" algn="ctr" eaLnBrk="1">
              <a:buNone/>
            </a:pPr>
            <a:r>
              <a:rPr lang="ko-KR" altLang="en-US" sz="1300" dirty="0">
                <a:solidFill>
                  <a:srgbClr val="8A8DA0"/>
                </a:solidFill>
                <a:latin typeface="Malgun Gothic" pitchFamily="34" charset="0"/>
                <a:ea typeface="Malgun Gothic" pitchFamily="34" charset="-122"/>
                <a:cs typeface="Malgun Gothic" pitchFamily="34" charset="-120"/>
              </a:rPr>
              <a:t>[조아해요</a:t>
            </a:r>
            <a:r>
              <a:rPr lang="en-US" sz="1300" dirty="0">
                <a:solidFill>
                  <a:srgbClr val="8A8DA0"/>
                </a:solidFill>
              </a:rPr>
              <a:t>]</a:t>
            </a:r>
            <a:endParaRPr lang="en-US" sz="1300" dirty="0"/>
          </a:p>
        </p:txBody>
      </p:sp>
      <p:sp>
        <p:nvSpPr>
          <p:cNvPr id="6" name="Text 4"/>
          <p:cNvSpPr txBox="1"/>
          <p:nvPr/>
        </p:nvSpPr>
        <p:spPr>
          <a:xfrm>
            <a:off x="621792" y="3728923"/>
            <a:ext cx="2455164" cy="1912925"/>
          </a:xfrm>
          <a:prstGeom prst="rect">
            <a:avLst/>
          </a:prstGeom>
          <a:noFill/>
          <a:ln/>
        </p:spPr>
        <p:txBody>
          <a:bodyPr wrap="square" lIns="0" tIns="0" rIns="0" bIns="0" rtlCol="0" anchor="t">
            <a:normAutofit/>
          </a:bodyPr>
          <a:lstStyle/>
          <a:p>
            <a:pPr marL="0" indent="0" algn="ctr" eaLnBrk="1">
              <a:buNone/>
            </a:pPr>
            <a:r>
              <a:rPr lang="en-US" sz="1600" dirty="0">
                <a:solidFill>
                  <a:srgbClr val="5C5F6B"/>
                </a:solidFill>
              </a:rPr>
              <a:t>me gusta</a:t>
            </a:r>
            <a:endParaRPr lang="en-US" sz="1600" dirty="0"/>
          </a:p>
        </p:txBody>
      </p:sp>
      <p:sp>
        <p:nvSpPr>
          <p:cNvPr id="7" name="card_1"/>
          <p:cNvSpPr/>
          <p:nvPr/>
        </p:nvSpPr>
        <p:spPr>
          <a:xfrm>
            <a:off x="3378708" y="1325880"/>
            <a:ext cx="2601468" cy="4389120"/>
          </a:xfrm>
          <a:prstGeom prst="roundRect">
            <a:avLst>
              <a:gd name="adj" fmla="val 5272"/>
            </a:avLst>
          </a:prstGeom>
          <a:solidFill>
            <a:srgbClr val="FFFFFF"/>
          </a:solidFill>
          <a:ln w="12700">
            <a:solidFill>
              <a:srgbClr val="D9D7F7"/>
            </a:solidFill>
            <a:prstDash val="solid"/>
          </a:ln>
          <a:effectLst>
            <a:outerShdw blurRad="76200" dist="25400" dir="5400000" algn="bl" rotWithShape="0">
              <a:srgbClr val="14142B">
                <a:alpha val="12000"/>
              </a:srgbClr>
            </a:outerShdw>
          </a:effectLst>
        </p:spPr>
      </p:sp>
      <p:sp>
        <p:nvSpPr>
          <p:cNvPr id="8" name="Text 6"/>
          <p:cNvSpPr txBox="1"/>
          <p:nvPr/>
        </p:nvSpPr>
        <p:spPr>
          <a:xfrm>
            <a:off x="3378708" y="1962302"/>
            <a:ext cx="2601468" cy="1492301"/>
          </a:xfrm>
          <a:prstGeom prst="rect">
            <a:avLst/>
          </a:prstGeom>
          <a:noFill/>
          <a:ln/>
        </p:spPr>
        <p:txBody>
          <a:bodyPr wrap="square" lIns="0" tIns="0" rIns="0" bIns="0" rtlCol="0" anchor="ctr">
            <a:normAutofit/>
          </a:bodyPr>
          <a:lstStyle/>
          <a:p>
            <a:pPr marL="0" indent="0" algn="ctr" eaLnBrk="1">
              <a:buNone/>
            </a:pPr>
            <a:r>
              <a:rPr lang="ko-KR" altLang="en-US" sz="4200" b="1" dirty="0">
                <a:solidFill>
                  <a:srgbClr val="4236F6"/>
                </a:solidFill>
                <a:latin typeface="Malgun Gothic" pitchFamily="34" charset="0"/>
                <a:ea typeface="Malgun Gothic" pitchFamily="34" charset="-122"/>
                <a:cs typeface="Malgun Gothic" pitchFamily="34" charset="-120"/>
              </a:rPr>
              <a:t>싫어해요</a:t>
            </a:r>
            <a:endParaRPr lang="en-US" sz="4200" dirty="0"/>
          </a:p>
        </p:txBody>
      </p:sp>
      <p:sp>
        <p:nvSpPr>
          <p:cNvPr id="9" name="Text 7"/>
          <p:cNvSpPr txBox="1"/>
          <p:nvPr/>
        </p:nvSpPr>
        <p:spPr>
          <a:xfrm>
            <a:off x="3378708" y="3454603"/>
            <a:ext cx="2601468" cy="274320"/>
          </a:xfrm>
          <a:prstGeom prst="rect">
            <a:avLst/>
          </a:prstGeom>
          <a:noFill/>
          <a:ln/>
        </p:spPr>
        <p:txBody>
          <a:bodyPr wrap="square" lIns="0" tIns="0" rIns="0" bIns="0" rtlCol="0" anchor="ctr">
            <a:normAutofit/>
          </a:bodyPr>
          <a:lstStyle/>
          <a:p>
            <a:pPr marL="0" indent="0" algn="ctr" eaLnBrk="1">
              <a:buNone/>
            </a:pPr>
            <a:r>
              <a:rPr lang="ko-KR" altLang="en-US" sz="1300" dirty="0">
                <a:solidFill>
                  <a:srgbClr val="8A8DA0"/>
                </a:solidFill>
                <a:latin typeface="Malgun Gothic" pitchFamily="34" charset="0"/>
                <a:ea typeface="Malgun Gothic" pitchFamily="34" charset="-122"/>
                <a:cs typeface="Malgun Gothic" pitchFamily="34" charset="-120"/>
              </a:rPr>
              <a:t>[시러해요</a:t>
            </a:r>
            <a:r>
              <a:rPr lang="en-US" sz="1300" dirty="0">
                <a:solidFill>
                  <a:srgbClr val="8A8DA0"/>
                </a:solidFill>
              </a:rPr>
              <a:t>]</a:t>
            </a:r>
            <a:endParaRPr lang="en-US" sz="1300" dirty="0"/>
          </a:p>
        </p:txBody>
      </p:sp>
      <p:sp>
        <p:nvSpPr>
          <p:cNvPr id="10" name="Text 8"/>
          <p:cNvSpPr txBox="1"/>
          <p:nvPr/>
        </p:nvSpPr>
        <p:spPr>
          <a:xfrm>
            <a:off x="3451860" y="3728923"/>
            <a:ext cx="2455164" cy="1912925"/>
          </a:xfrm>
          <a:prstGeom prst="rect">
            <a:avLst/>
          </a:prstGeom>
          <a:noFill/>
          <a:ln/>
        </p:spPr>
        <p:txBody>
          <a:bodyPr wrap="square" lIns="0" tIns="0" rIns="0" bIns="0" rtlCol="0" anchor="t">
            <a:normAutofit/>
          </a:bodyPr>
          <a:lstStyle/>
          <a:p>
            <a:pPr marL="0" indent="0" algn="ctr" eaLnBrk="1">
              <a:buNone/>
            </a:pPr>
            <a:r>
              <a:rPr lang="en-US" sz="1600" dirty="0">
                <a:solidFill>
                  <a:srgbClr val="5C5F6B"/>
                </a:solidFill>
              </a:rPr>
              <a:t>lo detesto (suena fuerte)</a:t>
            </a:r>
            <a:endParaRPr lang="en-US" sz="1600" dirty="0"/>
          </a:p>
        </p:txBody>
      </p:sp>
      <p:sp>
        <p:nvSpPr>
          <p:cNvPr id="11" name="card_2"/>
          <p:cNvSpPr/>
          <p:nvPr/>
        </p:nvSpPr>
        <p:spPr>
          <a:xfrm>
            <a:off x="6208776" y="1325880"/>
            <a:ext cx="2601468" cy="4389120"/>
          </a:xfrm>
          <a:prstGeom prst="roundRect">
            <a:avLst>
              <a:gd name="adj" fmla="val 5272"/>
            </a:avLst>
          </a:prstGeom>
          <a:solidFill>
            <a:srgbClr val="FFFFFF"/>
          </a:solidFill>
          <a:ln w="12700">
            <a:solidFill>
              <a:srgbClr val="D9D7F7"/>
            </a:solidFill>
            <a:prstDash val="solid"/>
          </a:ln>
          <a:effectLst>
            <a:outerShdw blurRad="76200" dist="25400" dir="5400000" algn="bl" rotWithShape="0">
              <a:srgbClr val="14142B">
                <a:alpha val="12000"/>
              </a:srgbClr>
            </a:outerShdw>
          </a:effectLst>
        </p:spPr>
      </p:sp>
      <p:sp>
        <p:nvSpPr>
          <p:cNvPr id="12" name="Text 10"/>
          <p:cNvSpPr txBox="1"/>
          <p:nvPr/>
        </p:nvSpPr>
        <p:spPr>
          <a:xfrm>
            <a:off x="6208776" y="1962302"/>
            <a:ext cx="2601468" cy="1492301"/>
          </a:xfrm>
          <a:prstGeom prst="rect">
            <a:avLst/>
          </a:prstGeom>
          <a:noFill/>
          <a:ln/>
        </p:spPr>
        <p:txBody>
          <a:bodyPr wrap="square" lIns="0" tIns="0" rIns="0" bIns="0" rtlCol="0" anchor="ctr">
            <a:normAutofit/>
          </a:bodyPr>
          <a:lstStyle/>
          <a:p>
            <a:pPr marL="0" indent="0" algn="ctr" eaLnBrk="1">
              <a:buNone/>
            </a:pPr>
            <a:r>
              <a:rPr lang="ko-KR" altLang="en-US" sz="4200" b="1" dirty="0">
                <a:solidFill>
                  <a:srgbClr val="4236F6"/>
                </a:solidFill>
                <a:latin typeface="Malgun Gothic" pitchFamily="34" charset="0"/>
                <a:ea typeface="Malgun Gothic" pitchFamily="34" charset="-122"/>
                <a:cs typeface="Malgun Gothic" pitchFamily="34" charset="-120"/>
              </a:rPr>
              <a:t>라면을</a:t>
            </a:r>
            <a:endParaRPr lang="en-US" sz="4200" dirty="0"/>
          </a:p>
        </p:txBody>
      </p:sp>
      <p:sp>
        <p:nvSpPr>
          <p:cNvPr id="13" name="Text 11"/>
          <p:cNvSpPr txBox="1"/>
          <p:nvPr/>
        </p:nvSpPr>
        <p:spPr>
          <a:xfrm>
            <a:off x="6208776" y="3454603"/>
            <a:ext cx="2601468" cy="274320"/>
          </a:xfrm>
          <a:prstGeom prst="rect">
            <a:avLst/>
          </a:prstGeom>
          <a:noFill/>
          <a:ln/>
        </p:spPr>
        <p:txBody>
          <a:bodyPr wrap="square" lIns="0" tIns="0" rIns="0" bIns="0" rtlCol="0" anchor="ctr">
            <a:normAutofit/>
          </a:bodyPr>
          <a:lstStyle/>
          <a:p>
            <a:pPr marL="0" indent="0" algn="ctr" eaLnBrk="1">
              <a:buNone/>
            </a:pPr>
            <a:r>
              <a:rPr lang="ko-KR" altLang="en-US" sz="1300" dirty="0">
                <a:solidFill>
                  <a:srgbClr val="8A8DA0"/>
                </a:solidFill>
                <a:latin typeface="Malgun Gothic" pitchFamily="34" charset="0"/>
                <a:ea typeface="Malgun Gothic" pitchFamily="34" charset="-122"/>
                <a:cs typeface="Malgun Gothic" pitchFamily="34" charset="-120"/>
              </a:rPr>
              <a:t>[라며늘</a:t>
            </a:r>
            <a:r>
              <a:rPr lang="en-US" sz="1300" dirty="0">
                <a:solidFill>
                  <a:srgbClr val="8A8DA0"/>
                </a:solidFill>
              </a:rPr>
              <a:t>]</a:t>
            </a:r>
            <a:endParaRPr lang="en-US" sz="1300" dirty="0"/>
          </a:p>
        </p:txBody>
      </p:sp>
      <p:sp>
        <p:nvSpPr>
          <p:cNvPr id="14" name="Text 12"/>
          <p:cNvSpPr txBox="1"/>
          <p:nvPr/>
        </p:nvSpPr>
        <p:spPr>
          <a:xfrm>
            <a:off x="6281928" y="3728923"/>
            <a:ext cx="2455164" cy="1912925"/>
          </a:xfrm>
          <a:prstGeom prst="rect">
            <a:avLst/>
          </a:prstGeom>
          <a:noFill/>
          <a:ln/>
        </p:spPr>
        <p:txBody>
          <a:bodyPr wrap="square" lIns="0" tIns="0" rIns="0" bIns="0" rtlCol="0" anchor="t">
            <a:normAutofit/>
          </a:bodyPr>
          <a:lstStyle/>
          <a:p>
            <a:pPr marL="0" indent="0" algn="ctr" eaLnBrk="1">
              <a:buNone/>
            </a:pPr>
            <a:r>
              <a:rPr lang="en-US" sz="1600" dirty="0">
                <a:solidFill>
                  <a:srgbClr val="5C5F6B"/>
                </a:solidFill>
              </a:rPr>
              <a:t>el ramyeon (objeto)</a:t>
            </a:r>
            <a:endParaRPr lang="en-US" sz="1600" dirty="0"/>
          </a:p>
        </p:txBody>
      </p:sp>
      <p:sp>
        <p:nvSpPr>
          <p:cNvPr id="15" name="card_3"/>
          <p:cNvSpPr/>
          <p:nvPr/>
        </p:nvSpPr>
        <p:spPr>
          <a:xfrm>
            <a:off x="9038844" y="1325880"/>
            <a:ext cx="2601468" cy="4389120"/>
          </a:xfrm>
          <a:prstGeom prst="roundRect">
            <a:avLst>
              <a:gd name="adj" fmla="val 5272"/>
            </a:avLst>
          </a:prstGeom>
          <a:solidFill>
            <a:srgbClr val="FFFFFF"/>
          </a:solidFill>
          <a:ln w="12700">
            <a:solidFill>
              <a:srgbClr val="D9D7F7"/>
            </a:solidFill>
            <a:prstDash val="solid"/>
          </a:ln>
          <a:effectLst>
            <a:outerShdw blurRad="76200" dist="25400" dir="5400000" algn="bl" rotWithShape="0">
              <a:srgbClr val="14142B">
                <a:alpha val="12000"/>
              </a:srgbClr>
            </a:outerShdw>
          </a:effectLst>
        </p:spPr>
      </p:sp>
      <p:sp>
        <p:nvSpPr>
          <p:cNvPr id="16" name="Text 14"/>
          <p:cNvSpPr txBox="1"/>
          <p:nvPr/>
        </p:nvSpPr>
        <p:spPr>
          <a:xfrm>
            <a:off x="9038844" y="1962302"/>
            <a:ext cx="2601468" cy="1492301"/>
          </a:xfrm>
          <a:prstGeom prst="rect">
            <a:avLst/>
          </a:prstGeom>
          <a:noFill/>
          <a:ln/>
        </p:spPr>
        <p:txBody>
          <a:bodyPr wrap="square" lIns="0" tIns="0" rIns="0" bIns="0" rtlCol="0" anchor="ctr">
            <a:normAutofit/>
          </a:bodyPr>
          <a:lstStyle/>
          <a:p>
            <a:pPr marL="0" indent="0" algn="ctr" eaLnBrk="1">
              <a:buNone/>
            </a:pPr>
            <a:r>
              <a:rPr lang="ko-KR" altLang="en-US" sz="4200" b="1" dirty="0">
                <a:solidFill>
                  <a:srgbClr val="4236F6"/>
                </a:solidFill>
                <a:latin typeface="Malgun Gothic" pitchFamily="34" charset="0"/>
                <a:ea typeface="Malgun Gothic" pitchFamily="34" charset="-122"/>
                <a:cs typeface="Malgun Gothic" pitchFamily="34" charset="-120"/>
              </a:rPr>
              <a:t>과일을</a:t>
            </a:r>
            <a:endParaRPr lang="en-US" sz="4200" dirty="0"/>
          </a:p>
        </p:txBody>
      </p:sp>
      <p:sp>
        <p:nvSpPr>
          <p:cNvPr id="17" name="Text 15"/>
          <p:cNvSpPr txBox="1"/>
          <p:nvPr/>
        </p:nvSpPr>
        <p:spPr>
          <a:xfrm>
            <a:off x="9038844" y="3454603"/>
            <a:ext cx="2601468" cy="274320"/>
          </a:xfrm>
          <a:prstGeom prst="rect">
            <a:avLst/>
          </a:prstGeom>
          <a:noFill/>
          <a:ln/>
        </p:spPr>
        <p:txBody>
          <a:bodyPr wrap="square" lIns="0" tIns="0" rIns="0" bIns="0" rtlCol="0" anchor="ctr">
            <a:normAutofit/>
          </a:bodyPr>
          <a:lstStyle/>
          <a:p>
            <a:pPr marL="0" indent="0" algn="ctr" eaLnBrk="1">
              <a:buNone/>
            </a:pPr>
            <a:r>
              <a:rPr lang="ko-KR" altLang="en-US" sz="1300" dirty="0">
                <a:solidFill>
                  <a:srgbClr val="8A8DA0"/>
                </a:solidFill>
                <a:latin typeface="Malgun Gothic" pitchFamily="34" charset="0"/>
                <a:ea typeface="Malgun Gothic" pitchFamily="34" charset="-122"/>
                <a:cs typeface="Malgun Gothic" pitchFamily="34" charset="-120"/>
              </a:rPr>
              <a:t>[과이를</a:t>
            </a:r>
            <a:r>
              <a:rPr lang="en-US" sz="1300" dirty="0">
                <a:solidFill>
                  <a:srgbClr val="8A8DA0"/>
                </a:solidFill>
              </a:rPr>
              <a:t>]</a:t>
            </a:r>
            <a:endParaRPr lang="en-US" sz="1300" dirty="0"/>
          </a:p>
        </p:txBody>
      </p:sp>
      <p:sp>
        <p:nvSpPr>
          <p:cNvPr id="18" name="Text 16"/>
          <p:cNvSpPr txBox="1"/>
          <p:nvPr/>
        </p:nvSpPr>
        <p:spPr>
          <a:xfrm>
            <a:off x="9111996" y="3728923"/>
            <a:ext cx="2455164" cy="1912925"/>
          </a:xfrm>
          <a:prstGeom prst="rect">
            <a:avLst/>
          </a:prstGeom>
          <a:noFill/>
          <a:ln/>
        </p:spPr>
        <p:txBody>
          <a:bodyPr wrap="square" lIns="0" tIns="0" rIns="0" bIns="0" rtlCol="0" anchor="t">
            <a:normAutofit/>
          </a:bodyPr>
          <a:lstStyle/>
          <a:p>
            <a:pPr marL="0" indent="0" algn="ctr" eaLnBrk="1">
              <a:buNone/>
            </a:pPr>
            <a:r>
              <a:rPr lang="en-US" sz="1600" dirty="0">
                <a:solidFill>
                  <a:srgbClr val="5C5F6B"/>
                </a:solidFill>
              </a:rPr>
              <a:t>la fruta (objeto)</a:t>
            </a:r>
            <a:endParaRPr lang="en-US" sz="16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wrap="square">
            <a:normAutofit/>
          </a:bodyPr>
          <a:lstStyle>
            <a:lvl1pPr>
              <a:defRPr sz="1000">
                <a:solidFill>
                  <a:srgbClr val="8A8DA0"/>
                </a:solidFill>
              </a:defRPr>
            </a:lvl1pPr>
          </a:lstStyle>
          <a:p>
            <a:pPr algn="r" eaLnBrk="1"/>
            <a:fld id="{F7021451-1387-4CA6-816F-3879F97B5CBC}" type="slidenum">
              <a:rPr lang="en-US" b="0"/>
              <a:pPr algn="r" eaLnBrk="1"/>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0241280" cy="822960"/>
          </a:xfrm>
          <a:prstGeom prst="rect">
            <a:avLst/>
          </a:prstGeom>
          <a:noFill/>
          <a:ln/>
        </p:spPr>
        <p:txBody>
          <a:bodyPr wrap="square" lIns="0" tIns="0" rIns="0" bIns="0" rtlCol="0" anchor="ctr"/>
          <a:lstStyle/>
          <a:p>
            <a:pPr marL="0" indent="0" eaLnBrk="1">
              <a:buNone/>
            </a:pPr>
            <a:r>
              <a:rPr lang="ko-KR" altLang="en-US" sz="2600" b="1" dirty="0">
                <a:solidFill>
                  <a:srgbClr val="4236F6"/>
                </a:solidFill>
                <a:latin typeface="Malgun Gothic" pitchFamily="34" charset="0"/>
                <a:ea typeface="Malgun Gothic" pitchFamily="34" charset="-122"/>
                <a:cs typeface="Malgun Gothic" pitchFamily="34" charset="-120"/>
              </a:rPr>
              <a:t>___을</a:t>
            </a:r>
            <a:r>
              <a:rPr lang="en-US" sz="2600" b="1" dirty="0">
                <a:solidFill>
                  <a:srgbClr val="4236F6"/>
                </a:solidFill>
              </a:rPr>
              <a:t>/</a:t>
            </a:r>
            <a:r>
              <a:rPr lang="ko-KR" altLang="en-US" sz="2600" b="1" dirty="0">
                <a:solidFill>
                  <a:srgbClr val="4236F6"/>
                </a:solidFill>
                <a:latin typeface="Malgun Gothic" pitchFamily="34" charset="0"/>
                <a:ea typeface="Malgun Gothic" pitchFamily="34" charset="-122"/>
                <a:cs typeface="Malgun Gothic" pitchFamily="34" charset="-120"/>
              </a:rPr>
              <a:t>를 좋아해요</a:t>
            </a:r>
            <a:r>
              <a:rPr lang="en-US" sz="2600" b="1" dirty="0">
                <a:solidFill>
                  <a:srgbClr val="4236F6"/>
                </a:solidFill>
              </a:rPr>
              <a:t>?  </a:t>
            </a:r>
            <a:r>
              <a:rPr lang="en-US" sz="2600" b="1" dirty="0">
                <a:solidFill>
                  <a:srgbClr val="003478"/>
                </a:solidFill>
              </a:rPr>
              <a:t>¿Te gusta ___? (1/2)</a:t>
            </a:r>
            <a:r>
              <a:rPr lang="en-US" sz="1500" b="1" i="1" dirty="0">
                <a:solidFill>
                  <a:srgbClr val="8A8DA0"/>
                </a:solidFill>
              </a:rPr>
              <a:t>   Do you like ___? (1/2)</a:t>
            </a:r>
            <a:endParaRPr lang="en-US" sz="3000" dirty="0"/>
          </a:p>
        </p:txBody>
      </p:sp>
      <p:sp>
        <p:nvSpPr>
          <p:cNvPr id="3" name="card_0"/>
          <p:cNvSpPr/>
          <p:nvPr/>
        </p:nvSpPr>
        <p:spPr>
          <a:xfrm>
            <a:off x="548640" y="1325880"/>
            <a:ext cx="3544824" cy="2308860"/>
          </a:xfrm>
          <a:prstGeom prst="roundRect">
            <a:avLst>
              <a:gd name="adj" fmla="val 5941"/>
            </a:avLst>
          </a:prstGeom>
          <a:solidFill>
            <a:srgbClr val="FFFFFF"/>
          </a:solidFill>
          <a:ln w="12700">
            <a:solidFill>
              <a:srgbClr val="D9D7F7"/>
            </a:solidFill>
            <a:prstDash val="solid"/>
          </a:ln>
          <a:effectLst>
            <a:outerShdw blurRad="76200" dist="25400" dir="5400000" algn="bl" rotWithShape="0">
              <a:srgbClr val="14142B">
                <a:alpha val="12000"/>
              </a:srgbClr>
            </a:outerShdw>
          </a:effectLst>
        </p:spPr>
      </p:sp>
      <p:pic>
        <p:nvPicPr>
          <p:cNvPr id="4" name="dibujo_0" descr="C:\Users\Chingu\AppData\Local\Temp\claude\C--Users-Chingu-Desktop-ACADEMIASEULWEB\d4111e1b-5523-44ea-97b2-b1a1d9545b9e\scratchpad\decks\cache\img_7121720bd7600c7c.png"/>
          <p:cNvPicPr>
            <a:picLocks noChangeAspect="1"/>
          </p:cNvPicPr>
          <p:nvPr/>
        </p:nvPicPr>
        <p:blipFill>
          <a:blip r:embed="rId13"/>
          <a:stretch>
            <a:fillRect/>
          </a:stretch>
        </p:blipFill>
        <p:spPr>
          <a:xfrm>
            <a:off x="1766926" y="1435608"/>
            <a:ext cx="1108253" cy="1108253"/>
          </a:xfrm>
          <a:prstGeom prst="rect">
            <a:avLst/>
          </a:prstGeom>
        </p:spPr>
      </p:pic>
      <p:sp>
        <p:nvSpPr>
          <p:cNvPr id="5" name="Text 2"/>
          <p:cNvSpPr txBox="1"/>
          <p:nvPr/>
        </p:nvSpPr>
        <p:spPr>
          <a:xfrm>
            <a:off x="548640" y="2562149"/>
            <a:ext cx="3544824" cy="461772"/>
          </a:xfrm>
          <a:prstGeom prst="rect">
            <a:avLst/>
          </a:prstGeom>
          <a:noFill/>
          <a:ln/>
        </p:spPr>
        <p:txBody>
          <a:bodyPr wrap="square" lIns="0" tIns="0" rIns="0" bIns="0" rtlCol="0" anchor="ctr">
            <a:normAutofit/>
          </a:bodyPr>
          <a:lstStyle/>
          <a:p>
            <a:pPr marL="0" indent="0" algn="ctr" eaLnBrk="1">
              <a:buNone/>
            </a:pPr>
            <a:r>
              <a:rPr lang="ko-KR" altLang="en-US" sz="2900" b="1" dirty="0">
                <a:solidFill>
                  <a:srgbClr val="4236F6"/>
                </a:solidFill>
                <a:latin typeface="Malgun Gothic" pitchFamily="34" charset="0"/>
                <a:ea typeface="Malgun Gothic" pitchFamily="34" charset="-122"/>
                <a:cs typeface="Malgun Gothic" pitchFamily="34" charset="-120"/>
              </a:rPr>
              <a:t>사과</a:t>
            </a:r>
            <a:endParaRPr lang="en-US" sz="2900" dirty="0"/>
          </a:p>
        </p:txBody>
      </p:sp>
      <p:sp>
        <p:nvSpPr>
          <p:cNvPr id="6" name="Text 3"/>
          <p:cNvSpPr txBox="1"/>
          <p:nvPr/>
        </p:nvSpPr>
        <p:spPr>
          <a:xfrm>
            <a:off x="621792" y="3023921"/>
            <a:ext cx="3398520" cy="537667"/>
          </a:xfrm>
          <a:prstGeom prst="rect">
            <a:avLst/>
          </a:prstGeom>
          <a:noFill/>
          <a:ln/>
        </p:spPr>
        <p:txBody>
          <a:bodyPr wrap="square" lIns="0" tIns="0" rIns="0" bIns="0" rtlCol="0" anchor="t">
            <a:normAutofit/>
          </a:bodyPr>
          <a:lstStyle/>
          <a:p>
            <a:pPr marL="0" indent="0" algn="ctr" eaLnBrk="1">
              <a:buNone/>
            </a:pPr>
            <a:r>
              <a:rPr lang="en-US" sz="1600" dirty="0">
                <a:solidFill>
                  <a:srgbClr val="5C5F6B"/>
                </a:solidFill>
              </a:rPr>
              <a:t>manzana</a:t>
            </a:r>
            <a:endParaRPr lang="en-US" sz="1600" dirty="0"/>
          </a:p>
        </p:txBody>
      </p:sp>
      <p:pic>
        <p:nvPicPr>
          <p:cNvPr id="7" name="Media 0">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14"/>
          <a:stretch>
            <a:fillRect/>
          </a:stretch>
        </p:blipFill>
        <p:spPr>
          <a:xfrm>
            <a:off x="3691128" y="1399032"/>
            <a:ext cx="310896" cy="310896"/>
          </a:xfrm>
          <a:prstGeom prst="rect">
            <a:avLst/>
          </a:prstGeom>
        </p:spPr>
      </p:pic>
      <p:sp>
        <p:nvSpPr>
          <p:cNvPr id="8" name="card_1"/>
          <p:cNvSpPr/>
          <p:nvPr/>
        </p:nvSpPr>
        <p:spPr>
          <a:xfrm>
            <a:off x="4322064" y="1325880"/>
            <a:ext cx="3544824" cy="2308860"/>
          </a:xfrm>
          <a:prstGeom prst="roundRect">
            <a:avLst>
              <a:gd name="adj" fmla="val 5941"/>
            </a:avLst>
          </a:prstGeom>
          <a:solidFill>
            <a:srgbClr val="FFFFFF"/>
          </a:solidFill>
          <a:ln w="12700">
            <a:solidFill>
              <a:srgbClr val="D9D7F7"/>
            </a:solidFill>
            <a:prstDash val="solid"/>
          </a:ln>
          <a:effectLst>
            <a:outerShdw blurRad="76200" dist="25400" dir="5400000" algn="bl" rotWithShape="0">
              <a:srgbClr val="14142B">
                <a:alpha val="12000"/>
              </a:srgbClr>
            </a:outerShdw>
          </a:effectLst>
        </p:spPr>
      </p:sp>
      <p:pic>
        <p:nvPicPr>
          <p:cNvPr id="9" name="dibujo_1" descr="C:\Users\Chingu\AppData\Local\Temp\claude\C--Users-Chingu-Desktop-ACADEMIASEULWEB\d4111e1b-5523-44ea-97b2-b1a1d9545b9e\scratchpad\decks\cache\img_3e1db1d06bc6bc2d.png"/>
          <p:cNvPicPr>
            <a:picLocks noChangeAspect="1"/>
          </p:cNvPicPr>
          <p:nvPr/>
        </p:nvPicPr>
        <p:blipFill>
          <a:blip r:embed="rId15"/>
          <a:stretch>
            <a:fillRect/>
          </a:stretch>
        </p:blipFill>
        <p:spPr>
          <a:xfrm>
            <a:off x="5540350" y="1435608"/>
            <a:ext cx="1108253" cy="1108253"/>
          </a:xfrm>
          <a:prstGeom prst="rect">
            <a:avLst/>
          </a:prstGeom>
        </p:spPr>
      </p:pic>
      <p:sp>
        <p:nvSpPr>
          <p:cNvPr id="10" name="Text 5"/>
          <p:cNvSpPr txBox="1"/>
          <p:nvPr/>
        </p:nvSpPr>
        <p:spPr>
          <a:xfrm>
            <a:off x="4322064" y="2562149"/>
            <a:ext cx="3544824" cy="461772"/>
          </a:xfrm>
          <a:prstGeom prst="rect">
            <a:avLst/>
          </a:prstGeom>
          <a:noFill/>
          <a:ln/>
        </p:spPr>
        <p:txBody>
          <a:bodyPr wrap="square" lIns="0" tIns="0" rIns="0" bIns="0" rtlCol="0" anchor="ctr">
            <a:normAutofit/>
          </a:bodyPr>
          <a:lstStyle/>
          <a:p>
            <a:pPr marL="0" indent="0" algn="ctr" eaLnBrk="1">
              <a:buNone/>
            </a:pPr>
            <a:r>
              <a:rPr lang="ko-KR" altLang="en-US" sz="2900" b="1" dirty="0">
                <a:solidFill>
                  <a:srgbClr val="4236F6"/>
                </a:solidFill>
                <a:latin typeface="Malgun Gothic" pitchFamily="34" charset="0"/>
                <a:ea typeface="Malgun Gothic" pitchFamily="34" charset="-122"/>
                <a:cs typeface="Malgun Gothic" pitchFamily="34" charset="-120"/>
              </a:rPr>
              <a:t>바나나</a:t>
            </a:r>
            <a:endParaRPr lang="en-US" sz="2900" dirty="0"/>
          </a:p>
        </p:txBody>
      </p:sp>
      <p:sp>
        <p:nvSpPr>
          <p:cNvPr id="11" name="Text 6"/>
          <p:cNvSpPr txBox="1"/>
          <p:nvPr/>
        </p:nvSpPr>
        <p:spPr>
          <a:xfrm>
            <a:off x="4395216" y="3023921"/>
            <a:ext cx="3398520" cy="537667"/>
          </a:xfrm>
          <a:prstGeom prst="rect">
            <a:avLst/>
          </a:prstGeom>
          <a:noFill/>
          <a:ln/>
        </p:spPr>
        <p:txBody>
          <a:bodyPr wrap="square" lIns="0" tIns="0" rIns="0" bIns="0" rtlCol="0" anchor="t">
            <a:normAutofit/>
          </a:bodyPr>
          <a:lstStyle/>
          <a:p>
            <a:pPr marL="0" indent="0" algn="ctr" eaLnBrk="1">
              <a:buNone/>
            </a:pPr>
            <a:r>
              <a:rPr lang="en-US" sz="1600" dirty="0">
                <a:solidFill>
                  <a:srgbClr val="5C5F6B"/>
                </a:solidFill>
              </a:rPr>
              <a:t>banana, plátano</a:t>
            </a:r>
            <a:endParaRPr lang="en-US" sz="1600" dirty="0"/>
          </a:p>
        </p:txBody>
      </p:sp>
      <p:pic>
        <p:nvPicPr>
          <p:cNvPr id="17" name="Media 1">
            <a:hlinkClick r:id="" action="ppaction://media"/>
          </p:cNvPr>
          <p:cNvPicPr>
            <a:picLocks noChangeAspect="1"/>
          </p:cNvPicPr>
          <p:nvPr>
            <a:audioFile r:link="rId4"/>
            <p:extLst>
              <p:ext uri="{DAA4B4D4-6D71-4841-9C94-3DE7FCFB9230}">
                <p14:media xmlns:p14="http://schemas.microsoft.com/office/powerpoint/2010/main" r:embed="rId3"/>
              </p:ext>
            </p:extLst>
          </p:nvPr>
        </p:nvPicPr>
        <p:blipFill>
          <a:blip r:embed="rId14"/>
          <a:stretch>
            <a:fillRect/>
          </a:stretch>
        </p:blipFill>
        <p:spPr>
          <a:xfrm>
            <a:off x="7464552" y="1399032"/>
            <a:ext cx="310896" cy="310896"/>
          </a:xfrm>
          <a:prstGeom prst="rect">
            <a:avLst/>
          </a:prstGeom>
        </p:spPr>
      </p:pic>
      <p:sp>
        <p:nvSpPr>
          <p:cNvPr id="13" name="card_2"/>
          <p:cNvSpPr/>
          <p:nvPr/>
        </p:nvSpPr>
        <p:spPr>
          <a:xfrm>
            <a:off x="8095488" y="1325880"/>
            <a:ext cx="3544824" cy="2308860"/>
          </a:xfrm>
          <a:prstGeom prst="roundRect">
            <a:avLst>
              <a:gd name="adj" fmla="val 5941"/>
            </a:avLst>
          </a:prstGeom>
          <a:solidFill>
            <a:srgbClr val="FFFFFF"/>
          </a:solidFill>
          <a:ln w="12700">
            <a:solidFill>
              <a:srgbClr val="D9D7F7"/>
            </a:solidFill>
            <a:prstDash val="solid"/>
          </a:ln>
          <a:effectLst>
            <a:outerShdw blurRad="76200" dist="25400" dir="5400000" algn="bl" rotWithShape="0">
              <a:srgbClr val="14142B">
                <a:alpha val="12000"/>
              </a:srgbClr>
            </a:outerShdw>
          </a:effectLst>
        </p:spPr>
      </p:sp>
      <p:pic>
        <p:nvPicPr>
          <p:cNvPr id="14" name="dibujo_2" descr="C:\Users\Chingu\AppData\Local\Temp\claude\C--Users-Chingu-Desktop-ACADEMIASEULWEB\d4111e1b-5523-44ea-97b2-b1a1d9545b9e\scratchpad\decks\cache\img_1dade9dd1f521f6b.png"/>
          <p:cNvPicPr>
            <a:picLocks noChangeAspect="1"/>
          </p:cNvPicPr>
          <p:nvPr/>
        </p:nvPicPr>
        <p:blipFill>
          <a:blip r:embed="rId16"/>
          <a:stretch>
            <a:fillRect/>
          </a:stretch>
        </p:blipFill>
        <p:spPr>
          <a:xfrm>
            <a:off x="9313774" y="1435608"/>
            <a:ext cx="1108253" cy="1108253"/>
          </a:xfrm>
          <a:prstGeom prst="rect">
            <a:avLst/>
          </a:prstGeom>
        </p:spPr>
      </p:pic>
      <p:sp>
        <p:nvSpPr>
          <p:cNvPr id="15" name="Text 8"/>
          <p:cNvSpPr txBox="1"/>
          <p:nvPr/>
        </p:nvSpPr>
        <p:spPr>
          <a:xfrm>
            <a:off x="8095488" y="2562149"/>
            <a:ext cx="3544824" cy="461772"/>
          </a:xfrm>
          <a:prstGeom prst="rect">
            <a:avLst/>
          </a:prstGeom>
          <a:noFill/>
          <a:ln/>
        </p:spPr>
        <p:txBody>
          <a:bodyPr wrap="square" lIns="0" tIns="0" rIns="0" bIns="0" rtlCol="0" anchor="ctr">
            <a:normAutofit/>
          </a:bodyPr>
          <a:lstStyle/>
          <a:p>
            <a:pPr marL="0" indent="0" algn="ctr" eaLnBrk="1">
              <a:buNone/>
            </a:pPr>
            <a:r>
              <a:rPr lang="ko-KR" altLang="en-US" sz="2900" b="1" dirty="0">
                <a:solidFill>
                  <a:srgbClr val="4236F6"/>
                </a:solidFill>
                <a:latin typeface="Malgun Gothic" pitchFamily="34" charset="0"/>
                <a:ea typeface="Malgun Gothic" pitchFamily="34" charset="-122"/>
                <a:cs typeface="Malgun Gothic" pitchFamily="34" charset="-120"/>
              </a:rPr>
              <a:t>과일</a:t>
            </a:r>
            <a:endParaRPr lang="en-US" sz="2900" dirty="0"/>
          </a:p>
        </p:txBody>
      </p:sp>
      <p:sp>
        <p:nvSpPr>
          <p:cNvPr id="16" name="Text 9"/>
          <p:cNvSpPr txBox="1"/>
          <p:nvPr/>
        </p:nvSpPr>
        <p:spPr>
          <a:xfrm>
            <a:off x="8168640" y="3023921"/>
            <a:ext cx="3398520" cy="537667"/>
          </a:xfrm>
          <a:prstGeom prst="rect">
            <a:avLst/>
          </a:prstGeom>
          <a:noFill/>
          <a:ln/>
        </p:spPr>
        <p:txBody>
          <a:bodyPr wrap="square" lIns="0" tIns="0" rIns="0" bIns="0" rtlCol="0" anchor="t">
            <a:normAutofit/>
          </a:bodyPr>
          <a:lstStyle/>
          <a:p>
            <a:pPr marL="0" indent="0" algn="ctr" eaLnBrk="1">
              <a:buNone/>
            </a:pPr>
            <a:r>
              <a:rPr lang="en-US" sz="1600" dirty="0">
                <a:solidFill>
                  <a:srgbClr val="5C5F6B"/>
                </a:solidFill>
              </a:rPr>
              <a:t>fruta</a:t>
            </a:r>
            <a:endParaRPr lang="en-US" sz="1600" dirty="0"/>
          </a:p>
        </p:txBody>
      </p:sp>
      <p:pic>
        <p:nvPicPr>
          <p:cNvPr id="12" name="Media 2">
            <a:hlinkClick r:id="" action="ppaction://media"/>
          </p:cNvPr>
          <p:cNvPicPr>
            <a:picLocks noChangeAspect="1"/>
          </p:cNvPicPr>
          <p:nvPr>
            <a:audioFile r:link="rId6"/>
            <p:extLst>
              <p:ext uri="{DAA4B4D4-6D71-4841-9C94-3DE7FCFB9230}">
                <p14:media xmlns:p14="http://schemas.microsoft.com/office/powerpoint/2010/main" r:embed="rId5"/>
              </p:ext>
            </p:extLst>
          </p:nvPr>
        </p:nvPicPr>
        <p:blipFill>
          <a:blip r:embed="rId14"/>
          <a:stretch>
            <a:fillRect/>
          </a:stretch>
        </p:blipFill>
        <p:spPr>
          <a:xfrm>
            <a:off x="11237976" y="1399032"/>
            <a:ext cx="310896" cy="310896"/>
          </a:xfrm>
          <a:prstGeom prst="rect">
            <a:avLst/>
          </a:prstGeom>
        </p:spPr>
      </p:pic>
      <p:sp>
        <p:nvSpPr>
          <p:cNvPr id="18" name="card_3"/>
          <p:cNvSpPr/>
          <p:nvPr/>
        </p:nvSpPr>
        <p:spPr>
          <a:xfrm>
            <a:off x="2435352" y="3863340"/>
            <a:ext cx="3544824" cy="2308860"/>
          </a:xfrm>
          <a:prstGeom prst="roundRect">
            <a:avLst>
              <a:gd name="adj" fmla="val 5941"/>
            </a:avLst>
          </a:prstGeom>
          <a:solidFill>
            <a:srgbClr val="FFFFFF"/>
          </a:solidFill>
          <a:ln w="12700">
            <a:solidFill>
              <a:srgbClr val="D9D7F7"/>
            </a:solidFill>
            <a:prstDash val="solid"/>
          </a:ln>
          <a:effectLst>
            <a:outerShdw blurRad="76200" dist="25400" dir="5400000" algn="bl" rotWithShape="0">
              <a:srgbClr val="14142B">
                <a:alpha val="12000"/>
              </a:srgbClr>
            </a:outerShdw>
          </a:effectLst>
        </p:spPr>
      </p:sp>
      <p:pic>
        <p:nvPicPr>
          <p:cNvPr id="19" name="dibujo_3" descr="C:\Users\Chingu\AppData\Local\Temp\claude\C--Users-Chingu-Desktop-ACADEMIASEULWEB\d4111e1b-5523-44ea-97b2-b1a1d9545b9e\scratchpad\decks\cache\img_cd6ceeb7cdf77971.png"/>
          <p:cNvPicPr>
            <a:picLocks noChangeAspect="1"/>
          </p:cNvPicPr>
          <p:nvPr/>
        </p:nvPicPr>
        <p:blipFill>
          <a:blip r:embed="rId17"/>
          <a:stretch>
            <a:fillRect/>
          </a:stretch>
        </p:blipFill>
        <p:spPr>
          <a:xfrm>
            <a:off x="3653638" y="3973068"/>
            <a:ext cx="1108253" cy="1108253"/>
          </a:xfrm>
          <a:prstGeom prst="rect">
            <a:avLst/>
          </a:prstGeom>
        </p:spPr>
      </p:pic>
      <p:sp>
        <p:nvSpPr>
          <p:cNvPr id="20" name="Text 11"/>
          <p:cNvSpPr txBox="1"/>
          <p:nvPr/>
        </p:nvSpPr>
        <p:spPr>
          <a:xfrm>
            <a:off x="2435352" y="5099609"/>
            <a:ext cx="3544824" cy="461772"/>
          </a:xfrm>
          <a:prstGeom prst="rect">
            <a:avLst/>
          </a:prstGeom>
          <a:noFill/>
          <a:ln/>
        </p:spPr>
        <p:txBody>
          <a:bodyPr wrap="square" lIns="0" tIns="0" rIns="0" bIns="0" rtlCol="0" anchor="ctr">
            <a:normAutofit/>
          </a:bodyPr>
          <a:lstStyle/>
          <a:p>
            <a:pPr marL="0" indent="0" algn="ctr" eaLnBrk="1">
              <a:buNone/>
            </a:pPr>
            <a:r>
              <a:rPr lang="ko-KR" altLang="en-US" sz="2900" b="1" dirty="0">
                <a:solidFill>
                  <a:srgbClr val="4236F6"/>
                </a:solidFill>
                <a:latin typeface="Malgun Gothic" pitchFamily="34" charset="0"/>
                <a:ea typeface="Malgun Gothic" pitchFamily="34" charset="-122"/>
                <a:cs typeface="Malgun Gothic" pitchFamily="34" charset="-120"/>
              </a:rPr>
              <a:t>불고기</a:t>
            </a:r>
            <a:endParaRPr lang="en-US" sz="2900" dirty="0"/>
          </a:p>
        </p:txBody>
      </p:sp>
      <p:sp>
        <p:nvSpPr>
          <p:cNvPr id="21" name="Text 12"/>
          <p:cNvSpPr txBox="1"/>
          <p:nvPr/>
        </p:nvSpPr>
        <p:spPr>
          <a:xfrm>
            <a:off x="2508504" y="5561381"/>
            <a:ext cx="3398520" cy="537667"/>
          </a:xfrm>
          <a:prstGeom prst="rect">
            <a:avLst/>
          </a:prstGeom>
          <a:noFill/>
          <a:ln/>
        </p:spPr>
        <p:txBody>
          <a:bodyPr wrap="square" lIns="0" tIns="0" rIns="0" bIns="0" rtlCol="0" anchor="t">
            <a:normAutofit/>
          </a:bodyPr>
          <a:lstStyle/>
          <a:p>
            <a:pPr marL="0" indent="0" algn="ctr" eaLnBrk="1">
              <a:buNone/>
            </a:pPr>
            <a:r>
              <a:rPr lang="en-US" sz="1600" dirty="0">
                <a:solidFill>
                  <a:srgbClr val="5C5F6B"/>
                </a:solidFill>
              </a:rPr>
              <a:t>bulgogi (carne marinada)</a:t>
            </a:r>
            <a:endParaRPr lang="en-US" sz="1600" dirty="0"/>
          </a:p>
        </p:txBody>
      </p:sp>
      <p:pic>
        <p:nvPicPr>
          <p:cNvPr id="22" name="Media 3">
            <a:hlinkClick r:id="" action="ppaction://media"/>
          </p:cNvPr>
          <p:cNvPicPr>
            <a:picLocks noChangeAspect="1"/>
          </p:cNvPicPr>
          <p:nvPr>
            <a:audioFile r:link="rId8"/>
            <p:extLst>
              <p:ext uri="{DAA4B4D4-6D71-4841-9C94-3DE7FCFB9230}">
                <p14:media xmlns:p14="http://schemas.microsoft.com/office/powerpoint/2010/main" r:embed="rId7"/>
              </p:ext>
            </p:extLst>
          </p:nvPr>
        </p:nvPicPr>
        <p:blipFill>
          <a:blip r:embed="rId14"/>
          <a:stretch>
            <a:fillRect/>
          </a:stretch>
        </p:blipFill>
        <p:spPr>
          <a:xfrm>
            <a:off x="5577840" y="3936492"/>
            <a:ext cx="310896" cy="310896"/>
          </a:xfrm>
          <a:prstGeom prst="rect">
            <a:avLst/>
          </a:prstGeom>
        </p:spPr>
      </p:pic>
      <p:sp>
        <p:nvSpPr>
          <p:cNvPr id="23" name="card_4"/>
          <p:cNvSpPr/>
          <p:nvPr/>
        </p:nvSpPr>
        <p:spPr>
          <a:xfrm>
            <a:off x="6208776" y="3863340"/>
            <a:ext cx="3544824" cy="2308860"/>
          </a:xfrm>
          <a:prstGeom prst="roundRect">
            <a:avLst>
              <a:gd name="adj" fmla="val 5941"/>
            </a:avLst>
          </a:prstGeom>
          <a:solidFill>
            <a:srgbClr val="FFFFFF"/>
          </a:solidFill>
          <a:ln w="12700">
            <a:solidFill>
              <a:srgbClr val="D9D7F7"/>
            </a:solidFill>
            <a:prstDash val="solid"/>
          </a:ln>
          <a:effectLst>
            <a:outerShdw blurRad="76200" dist="25400" dir="5400000" algn="bl" rotWithShape="0">
              <a:srgbClr val="14142B">
                <a:alpha val="12000"/>
              </a:srgbClr>
            </a:outerShdw>
          </a:effectLst>
        </p:spPr>
      </p:sp>
      <p:pic>
        <p:nvPicPr>
          <p:cNvPr id="24" name="dibujo_4" descr="C:\Users\Chingu\AppData\Local\Temp\claude\C--Users-Chingu-Desktop-ACADEMIASEULWEB\d4111e1b-5523-44ea-97b2-b1a1d9545b9e\scratchpad\decks\cache\img_eeee510b3ed92a5d.png"/>
          <p:cNvPicPr>
            <a:picLocks noChangeAspect="1"/>
          </p:cNvPicPr>
          <p:nvPr/>
        </p:nvPicPr>
        <p:blipFill>
          <a:blip r:embed="rId18"/>
          <a:stretch>
            <a:fillRect/>
          </a:stretch>
        </p:blipFill>
        <p:spPr>
          <a:xfrm>
            <a:off x="7427062" y="3973068"/>
            <a:ext cx="1108253" cy="1108253"/>
          </a:xfrm>
          <a:prstGeom prst="rect">
            <a:avLst/>
          </a:prstGeom>
        </p:spPr>
      </p:pic>
      <p:sp>
        <p:nvSpPr>
          <p:cNvPr id="25" name="Text 14"/>
          <p:cNvSpPr txBox="1"/>
          <p:nvPr/>
        </p:nvSpPr>
        <p:spPr>
          <a:xfrm>
            <a:off x="6208776" y="5099609"/>
            <a:ext cx="3544824" cy="461772"/>
          </a:xfrm>
          <a:prstGeom prst="rect">
            <a:avLst/>
          </a:prstGeom>
          <a:noFill/>
          <a:ln/>
        </p:spPr>
        <p:txBody>
          <a:bodyPr wrap="square" lIns="0" tIns="0" rIns="0" bIns="0" rtlCol="0" anchor="ctr">
            <a:normAutofit/>
          </a:bodyPr>
          <a:lstStyle/>
          <a:p>
            <a:pPr marL="0" indent="0" algn="ctr" eaLnBrk="1">
              <a:buNone/>
            </a:pPr>
            <a:r>
              <a:rPr lang="ko-KR" altLang="en-US" sz="2900" b="1" dirty="0">
                <a:solidFill>
                  <a:srgbClr val="4236F6"/>
                </a:solidFill>
                <a:latin typeface="Malgun Gothic" pitchFamily="34" charset="0"/>
                <a:ea typeface="Malgun Gothic" pitchFamily="34" charset="-122"/>
                <a:cs typeface="Malgun Gothic" pitchFamily="34" charset="-120"/>
              </a:rPr>
              <a:t>라면</a:t>
            </a:r>
            <a:endParaRPr lang="en-US" sz="2900" dirty="0"/>
          </a:p>
        </p:txBody>
      </p:sp>
      <p:sp>
        <p:nvSpPr>
          <p:cNvPr id="26" name="Text 15"/>
          <p:cNvSpPr txBox="1"/>
          <p:nvPr/>
        </p:nvSpPr>
        <p:spPr>
          <a:xfrm>
            <a:off x="6281928" y="5561381"/>
            <a:ext cx="3398520" cy="537667"/>
          </a:xfrm>
          <a:prstGeom prst="rect">
            <a:avLst/>
          </a:prstGeom>
          <a:noFill/>
          <a:ln/>
        </p:spPr>
        <p:txBody>
          <a:bodyPr wrap="square" lIns="0" tIns="0" rIns="0" bIns="0" rtlCol="0" anchor="t">
            <a:normAutofit/>
          </a:bodyPr>
          <a:lstStyle/>
          <a:p>
            <a:pPr marL="0" indent="0" algn="ctr" eaLnBrk="1">
              <a:buNone/>
            </a:pPr>
            <a:r>
              <a:rPr lang="en-US" sz="1600" dirty="0">
                <a:solidFill>
                  <a:srgbClr val="5C5F6B"/>
                </a:solidFill>
              </a:rPr>
              <a:t>ramyeon (fideos instantáneos)</a:t>
            </a:r>
            <a:endParaRPr lang="en-US" sz="1600" dirty="0"/>
          </a:p>
        </p:txBody>
      </p:sp>
      <p:pic>
        <p:nvPicPr>
          <p:cNvPr id="27" name="Media 4">
            <a:hlinkClick r:id="" action="ppaction://media"/>
          </p:cNvPr>
          <p:cNvPicPr>
            <a:picLocks noChangeAspect="1"/>
          </p:cNvPicPr>
          <p:nvPr>
            <a:audioFile r:link="rId10"/>
            <p:extLst>
              <p:ext uri="{DAA4B4D4-6D71-4841-9C94-3DE7FCFB9230}">
                <p14:media xmlns:p14="http://schemas.microsoft.com/office/powerpoint/2010/main" r:embed="rId9"/>
              </p:ext>
            </p:extLst>
          </p:nvPr>
        </p:nvPicPr>
        <p:blipFill>
          <a:blip r:embed="rId14"/>
          <a:stretch>
            <a:fillRect/>
          </a:stretch>
        </p:blipFill>
        <p:spPr>
          <a:xfrm>
            <a:off x="9351264" y="3936492"/>
            <a:ext cx="310896" cy="310896"/>
          </a:xfrm>
          <a:prstGeom prst="rect">
            <a:avLst/>
          </a:prstGeom>
        </p:spPr>
      </p:pic>
      <p:sp>
        <p:nvSpPr>
          <p:cNvPr id="28"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wrap="square">
            <a:normAutofit/>
          </a:bodyPr>
          <a:lstStyle>
            <a:lvl1pPr>
              <a:defRPr sz="1000">
                <a:solidFill>
                  <a:srgbClr val="8A8DA0"/>
                </a:solidFill>
              </a:defRPr>
            </a:lvl1pPr>
          </a:lstStyle>
          <a:p>
            <a:pPr algn="r" eaLnBrk="1"/>
            <a:fld id="{F7021451-1387-4CA6-816F-3879F97B5CBC}" type="slidenum">
              <a:rPr lang="en-US" b="0"/>
              <a:pPr algn="r" eaLnBrk="1"/>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0241280" cy="822960"/>
          </a:xfrm>
          <a:prstGeom prst="rect">
            <a:avLst/>
          </a:prstGeom>
          <a:noFill/>
          <a:ln/>
        </p:spPr>
        <p:txBody>
          <a:bodyPr wrap="square" lIns="0" tIns="0" rIns="0" bIns="0" rtlCol="0" anchor="ctr"/>
          <a:lstStyle/>
          <a:p>
            <a:pPr marL="0" indent="0" eaLnBrk="1">
              <a:buNone/>
            </a:pPr>
            <a:r>
              <a:rPr lang="ko-KR" altLang="en-US" sz="2600" b="1" dirty="0">
                <a:solidFill>
                  <a:srgbClr val="4236F6"/>
                </a:solidFill>
                <a:latin typeface="Malgun Gothic" pitchFamily="34" charset="0"/>
                <a:ea typeface="Malgun Gothic" pitchFamily="34" charset="-122"/>
                <a:cs typeface="Malgun Gothic" pitchFamily="34" charset="-120"/>
              </a:rPr>
              <a:t>___을</a:t>
            </a:r>
            <a:r>
              <a:rPr lang="en-US" sz="2600" b="1" dirty="0">
                <a:solidFill>
                  <a:srgbClr val="4236F6"/>
                </a:solidFill>
              </a:rPr>
              <a:t>/</a:t>
            </a:r>
            <a:r>
              <a:rPr lang="ko-KR" altLang="en-US" sz="2600" b="1" dirty="0">
                <a:solidFill>
                  <a:srgbClr val="4236F6"/>
                </a:solidFill>
                <a:latin typeface="Malgun Gothic" pitchFamily="34" charset="0"/>
                <a:ea typeface="Malgun Gothic" pitchFamily="34" charset="-122"/>
                <a:cs typeface="Malgun Gothic" pitchFamily="34" charset="-120"/>
              </a:rPr>
              <a:t>를 좋아해요</a:t>
            </a:r>
            <a:r>
              <a:rPr lang="en-US" sz="2600" b="1" dirty="0">
                <a:solidFill>
                  <a:srgbClr val="4236F6"/>
                </a:solidFill>
              </a:rPr>
              <a:t>?  </a:t>
            </a:r>
            <a:r>
              <a:rPr lang="en-US" sz="2600" b="1" dirty="0">
                <a:solidFill>
                  <a:srgbClr val="003478"/>
                </a:solidFill>
              </a:rPr>
              <a:t>¿Te gusta ___? (2/2)</a:t>
            </a:r>
            <a:r>
              <a:rPr lang="en-US" sz="1500" b="1" i="1" dirty="0">
                <a:solidFill>
                  <a:srgbClr val="8A8DA0"/>
                </a:solidFill>
              </a:rPr>
              <a:t>   Do you like ___? (2/2)</a:t>
            </a:r>
            <a:endParaRPr lang="en-US" sz="3000" dirty="0"/>
          </a:p>
        </p:txBody>
      </p:sp>
      <p:sp>
        <p:nvSpPr>
          <p:cNvPr id="3" name="card_0"/>
          <p:cNvSpPr/>
          <p:nvPr/>
        </p:nvSpPr>
        <p:spPr>
          <a:xfrm>
            <a:off x="548640" y="1325880"/>
            <a:ext cx="3544824" cy="2308860"/>
          </a:xfrm>
          <a:prstGeom prst="roundRect">
            <a:avLst>
              <a:gd name="adj" fmla="val 5941"/>
            </a:avLst>
          </a:prstGeom>
          <a:solidFill>
            <a:srgbClr val="FFFFFF"/>
          </a:solidFill>
          <a:ln w="12700">
            <a:solidFill>
              <a:srgbClr val="D9D7F7"/>
            </a:solidFill>
            <a:prstDash val="solid"/>
          </a:ln>
          <a:effectLst>
            <a:outerShdw blurRad="76200" dist="25400" dir="5400000" algn="bl" rotWithShape="0">
              <a:srgbClr val="14142B">
                <a:alpha val="12000"/>
              </a:srgbClr>
            </a:outerShdw>
          </a:effectLst>
        </p:spPr>
      </p:sp>
      <p:pic>
        <p:nvPicPr>
          <p:cNvPr id="4" name="dibujo_0" descr="C:\Users\Chingu\AppData\Local\Temp\claude\C--Users-Chingu-Desktop-ACADEMIASEULWEB\d4111e1b-5523-44ea-97b2-b1a1d9545b9e\scratchpad\decks\cache\img_1a10d3b4eab21023.png"/>
          <p:cNvPicPr>
            <a:picLocks noChangeAspect="1"/>
          </p:cNvPicPr>
          <p:nvPr/>
        </p:nvPicPr>
        <p:blipFill>
          <a:blip r:embed="rId13"/>
          <a:stretch>
            <a:fillRect/>
          </a:stretch>
        </p:blipFill>
        <p:spPr>
          <a:xfrm>
            <a:off x="1766926" y="1435608"/>
            <a:ext cx="1108253" cy="1108253"/>
          </a:xfrm>
          <a:prstGeom prst="rect">
            <a:avLst/>
          </a:prstGeom>
        </p:spPr>
      </p:pic>
      <p:sp>
        <p:nvSpPr>
          <p:cNvPr id="5" name="Text 2"/>
          <p:cNvSpPr txBox="1"/>
          <p:nvPr/>
        </p:nvSpPr>
        <p:spPr>
          <a:xfrm>
            <a:off x="548640" y="2562149"/>
            <a:ext cx="3544824" cy="461772"/>
          </a:xfrm>
          <a:prstGeom prst="rect">
            <a:avLst/>
          </a:prstGeom>
          <a:noFill/>
          <a:ln/>
        </p:spPr>
        <p:txBody>
          <a:bodyPr wrap="square" lIns="0" tIns="0" rIns="0" bIns="0" rtlCol="0" anchor="ctr">
            <a:normAutofit/>
          </a:bodyPr>
          <a:lstStyle/>
          <a:p>
            <a:pPr marL="0" indent="0" algn="ctr" eaLnBrk="1">
              <a:buNone/>
            </a:pPr>
            <a:r>
              <a:rPr lang="ko-KR" altLang="en-US" sz="2900" b="1" dirty="0">
                <a:solidFill>
                  <a:srgbClr val="4236F6"/>
                </a:solidFill>
                <a:latin typeface="Malgun Gothic" pitchFamily="34" charset="0"/>
                <a:ea typeface="Malgun Gothic" pitchFamily="34" charset="-122"/>
                <a:cs typeface="Malgun Gothic" pitchFamily="34" charset="-120"/>
              </a:rPr>
              <a:t>영화</a:t>
            </a:r>
            <a:endParaRPr lang="en-US" sz="2900" dirty="0"/>
          </a:p>
        </p:txBody>
      </p:sp>
      <p:sp>
        <p:nvSpPr>
          <p:cNvPr id="6" name="Text 3"/>
          <p:cNvSpPr txBox="1"/>
          <p:nvPr/>
        </p:nvSpPr>
        <p:spPr>
          <a:xfrm>
            <a:off x="621792" y="3023921"/>
            <a:ext cx="3398520" cy="537667"/>
          </a:xfrm>
          <a:prstGeom prst="rect">
            <a:avLst/>
          </a:prstGeom>
          <a:noFill/>
          <a:ln/>
        </p:spPr>
        <p:txBody>
          <a:bodyPr wrap="square" lIns="0" tIns="0" rIns="0" bIns="0" rtlCol="0" anchor="t">
            <a:normAutofit/>
          </a:bodyPr>
          <a:lstStyle/>
          <a:p>
            <a:pPr marL="0" indent="0" algn="ctr" eaLnBrk="1">
              <a:buNone/>
            </a:pPr>
            <a:r>
              <a:rPr lang="en-US" sz="1600" dirty="0">
                <a:solidFill>
                  <a:srgbClr val="5C5F6B"/>
                </a:solidFill>
              </a:rPr>
              <a:t>película</a:t>
            </a:r>
            <a:endParaRPr lang="en-US" sz="1600" dirty="0"/>
          </a:p>
        </p:txBody>
      </p:sp>
      <p:pic>
        <p:nvPicPr>
          <p:cNvPr id="7" name="Media 0">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14"/>
          <a:stretch>
            <a:fillRect/>
          </a:stretch>
        </p:blipFill>
        <p:spPr>
          <a:xfrm>
            <a:off x="3691128" y="1399032"/>
            <a:ext cx="310896" cy="310896"/>
          </a:xfrm>
          <a:prstGeom prst="rect">
            <a:avLst/>
          </a:prstGeom>
        </p:spPr>
      </p:pic>
      <p:sp>
        <p:nvSpPr>
          <p:cNvPr id="8" name="card_1"/>
          <p:cNvSpPr/>
          <p:nvPr/>
        </p:nvSpPr>
        <p:spPr>
          <a:xfrm>
            <a:off x="4322064" y="1325880"/>
            <a:ext cx="3544824" cy="2308860"/>
          </a:xfrm>
          <a:prstGeom prst="roundRect">
            <a:avLst>
              <a:gd name="adj" fmla="val 5941"/>
            </a:avLst>
          </a:prstGeom>
          <a:solidFill>
            <a:srgbClr val="FFFFFF"/>
          </a:solidFill>
          <a:ln w="12700">
            <a:solidFill>
              <a:srgbClr val="D9D7F7"/>
            </a:solidFill>
            <a:prstDash val="solid"/>
          </a:ln>
          <a:effectLst>
            <a:outerShdw blurRad="76200" dist="25400" dir="5400000" algn="bl" rotWithShape="0">
              <a:srgbClr val="14142B">
                <a:alpha val="12000"/>
              </a:srgbClr>
            </a:outerShdw>
          </a:effectLst>
        </p:spPr>
      </p:sp>
      <p:pic>
        <p:nvPicPr>
          <p:cNvPr id="9" name="dibujo_1" descr="C:\Users\Chingu\AppData\Local\Temp\claude\C--Users-Chingu-Desktop-ACADEMIASEULWEB\d4111e1b-5523-44ea-97b2-b1a1d9545b9e\scratchpad\decks\cache\img_b92768372336df4c.png"/>
          <p:cNvPicPr>
            <a:picLocks noChangeAspect="1"/>
          </p:cNvPicPr>
          <p:nvPr/>
        </p:nvPicPr>
        <p:blipFill>
          <a:blip r:embed="rId15"/>
          <a:stretch>
            <a:fillRect/>
          </a:stretch>
        </p:blipFill>
        <p:spPr>
          <a:xfrm>
            <a:off x="5540350" y="1435608"/>
            <a:ext cx="1108253" cy="1108253"/>
          </a:xfrm>
          <a:prstGeom prst="rect">
            <a:avLst/>
          </a:prstGeom>
        </p:spPr>
      </p:pic>
      <p:sp>
        <p:nvSpPr>
          <p:cNvPr id="10" name="Text 5"/>
          <p:cNvSpPr txBox="1"/>
          <p:nvPr/>
        </p:nvSpPr>
        <p:spPr>
          <a:xfrm>
            <a:off x="4322064" y="2562149"/>
            <a:ext cx="3544824" cy="461772"/>
          </a:xfrm>
          <a:prstGeom prst="rect">
            <a:avLst/>
          </a:prstGeom>
          <a:noFill/>
          <a:ln/>
        </p:spPr>
        <p:txBody>
          <a:bodyPr wrap="square" lIns="0" tIns="0" rIns="0" bIns="0" rtlCol="0" anchor="ctr">
            <a:normAutofit/>
          </a:bodyPr>
          <a:lstStyle/>
          <a:p>
            <a:pPr marL="0" indent="0" algn="ctr" eaLnBrk="1">
              <a:buNone/>
            </a:pPr>
            <a:r>
              <a:rPr lang="ko-KR" altLang="en-US" sz="2900" b="1" dirty="0">
                <a:solidFill>
                  <a:srgbClr val="4236F6"/>
                </a:solidFill>
                <a:latin typeface="Malgun Gothic" pitchFamily="34" charset="0"/>
                <a:ea typeface="Malgun Gothic" pitchFamily="34" charset="-122"/>
                <a:cs typeface="Malgun Gothic" pitchFamily="34" charset="-120"/>
              </a:rPr>
              <a:t>노래</a:t>
            </a:r>
            <a:endParaRPr lang="en-US" sz="2900" dirty="0"/>
          </a:p>
        </p:txBody>
      </p:sp>
      <p:sp>
        <p:nvSpPr>
          <p:cNvPr id="11" name="Text 6"/>
          <p:cNvSpPr txBox="1"/>
          <p:nvPr/>
        </p:nvSpPr>
        <p:spPr>
          <a:xfrm>
            <a:off x="4395216" y="3023921"/>
            <a:ext cx="3398520" cy="537667"/>
          </a:xfrm>
          <a:prstGeom prst="rect">
            <a:avLst/>
          </a:prstGeom>
          <a:noFill/>
          <a:ln/>
        </p:spPr>
        <p:txBody>
          <a:bodyPr wrap="square" lIns="0" tIns="0" rIns="0" bIns="0" rtlCol="0" anchor="t">
            <a:normAutofit/>
          </a:bodyPr>
          <a:lstStyle/>
          <a:p>
            <a:pPr marL="0" indent="0" algn="ctr" eaLnBrk="1">
              <a:buNone/>
            </a:pPr>
            <a:r>
              <a:rPr lang="en-US" sz="1600" dirty="0">
                <a:solidFill>
                  <a:srgbClr val="5C5F6B"/>
                </a:solidFill>
              </a:rPr>
              <a:t>canción</a:t>
            </a:r>
            <a:endParaRPr lang="en-US" sz="1600" dirty="0"/>
          </a:p>
        </p:txBody>
      </p:sp>
      <p:pic>
        <p:nvPicPr>
          <p:cNvPr id="17" name="Media 1">
            <a:hlinkClick r:id="" action="ppaction://media"/>
          </p:cNvPr>
          <p:cNvPicPr>
            <a:picLocks noChangeAspect="1"/>
          </p:cNvPicPr>
          <p:nvPr>
            <a:audioFile r:link="rId4"/>
            <p:extLst>
              <p:ext uri="{DAA4B4D4-6D71-4841-9C94-3DE7FCFB9230}">
                <p14:media xmlns:p14="http://schemas.microsoft.com/office/powerpoint/2010/main" r:embed="rId3"/>
              </p:ext>
            </p:extLst>
          </p:nvPr>
        </p:nvPicPr>
        <p:blipFill>
          <a:blip r:embed="rId14"/>
          <a:stretch>
            <a:fillRect/>
          </a:stretch>
        </p:blipFill>
        <p:spPr>
          <a:xfrm>
            <a:off x="7464552" y="1399032"/>
            <a:ext cx="310896" cy="310896"/>
          </a:xfrm>
          <a:prstGeom prst="rect">
            <a:avLst/>
          </a:prstGeom>
        </p:spPr>
      </p:pic>
      <p:sp>
        <p:nvSpPr>
          <p:cNvPr id="13" name="card_2"/>
          <p:cNvSpPr/>
          <p:nvPr/>
        </p:nvSpPr>
        <p:spPr>
          <a:xfrm>
            <a:off x="8095488" y="1325880"/>
            <a:ext cx="3544824" cy="2308860"/>
          </a:xfrm>
          <a:prstGeom prst="roundRect">
            <a:avLst>
              <a:gd name="adj" fmla="val 5941"/>
            </a:avLst>
          </a:prstGeom>
          <a:solidFill>
            <a:srgbClr val="FFFFFF"/>
          </a:solidFill>
          <a:ln w="12700">
            <a:solidFill>
              <a:srgbClr val="D9D7F7"/>
            </a:solidFill>
            <a:prstDash val="solid"/>
          </a:ln>
          <a:effectLst>
            <a:outerShdw blurRad="76200" dist="25400" dir="5400000" algn="bl" rotWithShape="0">
              <a:srgbClr val="14142B">
                <a:alpha val="12000"/>
              </a:srgbClr>
            </a:outerShdw>
          </a:effectLst>
        </p:spPr>
      </p:sp>
      <p:pic>
        <p:nvPicPr>
          <p:cNvPr id="14" name="dibujo_2" descr="C:\Users\Chingu\AppData\Local\Temp\claude\C--Users-Chingu-Desktop-ACADEMIASEULWEB\d4111e1b-5523-44ea-97b2-b1a1d9545b9e\scratchpad\decks\cache\img_fd96af5d4de752db.png"/>
          <p:cNvPicPr>
            <a:picLocks noChangeAspect="1"/>
          </p:cNvPicPr>
          <p:nvPr/>
        </p:nvPicPr>
        <p:blipFill>
          <a:blip r:embed="rId16"/>
          <a:stretch>
            <a:fillRect/>
          </a:stretch>
        </p:blipFill>
        <p:spPr>
          <a:xfrm>
            <a:off x="9313774" y="1435608"/>
            <a:ext cx="1108253" cy="1108253"/>
          </a:xfrm>
          <a:prstGeom prst="rect">
            <a:avLst/>
          </a:prstGeom>
        </p:spPr>
      </p:pic>
      <p:sp>
        <p:nvSpPr>
          <p:cNvPr id="15" name="Text 8"/>
          <p:cNvSpPr txBox="1"/>
          <p:nvPr/>
        </p:nvSpPr>
        <p:spPr>
          <a:xfrm>
            <a:off x="8095488" y="2562149"/>
            <a:ext cx="3544824" cy="461772"/>
          </a:xfrm>
          <a:prstGeom prst="rect">
            <a:avLst/>
          </a:prstGeom>
          <a:noFill/>
          <a:ln/>
        </p:spPr>
        <p:txBody>
          <a:bodyPr wrap="square" lIns="0" tIns="0" rIns="0" bIns="0" rtlCol="0" anchor="ctr">
            <a:normAutofit/>
          </a:bodyPr>
          <a:lstStyle/>
          <a:p>
            <a:pPr marL="0" indent="0" algn="ctr" eaLnBrk="1">
              <a:buNone/>
            </a:pPr>
            <a:r>
              <a:rPr lang="ko-KR" altLang="en-US" sz="2900" b="1" dirty="0">
                <a:solidFill>
                  <a:srgbClr val="4236F6"/>
                </a:solidFill>
                <a:latin typeface="Malgun Gothic" pitchFamily="34" charset="0"/>
                <a:ea typeface="Malgun Gothic" pitchFamily="34" charset="-122"/>
                <a:cs typeface="Malgun Gothic" pitchFamily="34" charset="-120"/>
              </a:rPr>
              <a:t>드라마</a:t>
            </a:r>
            <a:endParaRPr lang="en-US" sz="2900" dirty="0"/>
          </a:p>
        </p:txBody>
      </p:sp>
      <p:sp>
        <p:nvSpPr>
          <p:cNvPr id="16" name="Text 9"/>
          <p:cNvSpPr txBox="1"/>
          <p:nvPr/>
        </p:nvSpPr>
        <p:spPr>
          <a:xfrm>
            <a:off x="8168640" y="3023921"/>
            <a:ext cx="3398520" cy="537667"/>
          </a:xfrm>
          <a:prstGeom prst="rect">
            <a:avLst/>
          </a:prstGeom>
          <a:noFill/>
          <a:ln/>
        </p:spPr>
        <p:txBody>
          <a:bodyPr wrap="square" lIns="0" tIns="0" rIns="0" bIns="0" rtlCol="0" anchor="t">
            <a:normAutofit/>
          </a:bodyPr>
          <a:lstStyle/>
          <a:p>
            <a:pPr marL="0" indent="0" algn="ctr" eaLnBrk="1">
              <a:buNone/>
            </a:pPr>
            <a:r>
              <a:rPr lang="en-US" sz="1600" dirty="0">
                <a:solidFill>
                  <a:srgbClr val="5C5F6B"/>
                </a:solidFill>
              </a:rPr>
              <a:t>serie, K-drama</a:t>
            </a:r>
            <a:endParaRPr lang="en-US" sz="1600" dirty="0"/>
          </a:p>
        </p:txBody>
      </p:sp>
      <p:pic>
        <p:nvPicPr>
          <p:cNvPr id="12" name="Media 2">
            <a:hlinkClick r:id="" action="ppaction://media"/>
          </p:cNvPr>
          <p:cNvPicPr>
            <a:picLocks noChangeAspect="1"/>
          </p:cNvPicPr>
          <p:nvPr>
            <a:audioFile r:link="rId6"/>
            <p:extLst>
              <p:ext uri="{DAA4B4D4-6D71-4841-9C94-3DE7FCFB9230}">
                <p14:media xmlns:p14="http://schemas.microsoft.com/office/powerpoint/2010/main" r:embed="rId5"/>
              </p:ext>
            </p:extLst>
          </p:nvPr>
        </p:nvPicPr>
        <p:blipFill>
          <a:blip r:embed="rId14"/>
          <a:stretch>
            <a:fillRect/>
          </a:stretch>
        </p:blipFill>
        <p:spPr>
          <a:xfrm>
            <a:off x="11237976" y="1399032"/>
            <a:ext cx="310896" cy="310896"/>
          </a:xfrm>
          <a:prstGeom prst="rect">
            <a:avLst/>
          </a:prstGeom>
        </p:spPr>
      </p:pic>
      <p:sp>
        <p:nvSpPr>
          <p:cNvPr id="18" name="card_3"/>
          <p:cNvSpPr/>
          <p:nvPr/>
        </p:nvSpPr>
        <p:spPr>
          <a:xfrm>
            <a:off x="2435352" y="3863340"/>
            <a:ext cx="3544824" cy="2308860"/>
          </a:xfrm>
          <a:prstGeom prst="roundRect">
            <a:avLst>
              <a:gd name="adj" fmla="val 5941"/>
            </a:avLst>
          </a:prstGeom>
          <a:solidFill>
            <a:srgbClr val="FFFFFF"/>
          </a:solidFill>
          <a:ln w="12700">
            <a:solidFill>
              <a:srgbClr val="D9D7F7"/>
            </a:solidFill>
            <a:prstDash val="solid"/>
          </a:ln>
          <a:effectLst>
            <a:outerShdw blurRad="76200" dist="25400" dir="5400000" algn="bl" rotWithShape="0">
              <a:srgbClr val="14142B">
                <a:alpha val="12000"/>
              </a:srgbClr>
            </a:outerShdw>
          </a:effectLst>
        </p:spPr>
      </p:sp>
      <p:pic>
        <p:nvPicPr>
          <p:cNvPr id="19" name="dibujo_3" descr="C:\Users\Chingu\AppData\Local\Temp\claude\C--Users-Chingu-Desktop-ACADEMIASEULWEB\d4111e1b-5523-44ea-97b2-b1a1d9545b9e\scratchpad\decks\cache\img_d4d418261acc8ca0.png"/>
          <p:cNvPicPr>
            <a:picLocks noChangeAspect="1"/>
          </p:cNvPicPr>
          <p:nvPr/>
        </p:nvPicPr>
        <p:blipFill>
          <a:blip r:embed="rId17"/>
          <a:stretch>
            <a:fillRect/>
          </a:stretch>
        </p:blipFill>
        <p:spPr>
          <a:xfrm>
            <a:off x="3653638" y="3973068"/>
            <a:ext cx="1108253" cy="1108253"/>
          </a:xfrm>
          <a:prstGeom prst="rect">
            <a:avLst/>
          </a:prstGeom>
        </p:spPr>
      </p:pic>
      <p:sp>
        <p:nvSpPr>
          <p:cNvPr id="20" name="Text 11"/>
          <p:cNvSpPr txBox="1"/>
          <p:nvPr/>
        </p:nvSpPr>
        <p:spPr>
          <a:xfrm>
            <a:off x="2435352" y="5099609"/>
            <a:ext cx="3544824" cy="461772"/>
          </a:xfrm>
          <a:prstGeom prst="rect">
            <a:avLst/>
          </a:prstGeom>
          <a:noFill/>
          <a:ln/>
        </p:spPr>
        <p:txBody>
          <a:bodyPr wrap="square" lIns="0" tIns="0" rIns="0" bIns="0" rtlCol="0" anchor="ctr">
            <a:normAutofit/>
          </a:bodyPr>
          <a:lstStyle/>
          <a:p>
            <a:pPr marL="0" indent="0" algn="ctr" eaLnBrk="1">
              <a:buNone/>
            </a:pPr>
            <a:r>
              <a:rPr lang="ko-KR" altLang="en-US" sz="2900" b="1" dirty="0">
                <a:solidFill>
                  <a:srgbClr val="4236F6"/>
                </a:solidFill>
                <a:latin typeface="Malgun Gothic" pitchFamily="34" charset="0"/>
                <a:ea typeface="Malgun Gothic" pitchFamily="34" charset="-122"/>
                <a:cs typeface="Malgun Gothic" pitchFamily="34" charset="-120"/>
              </a:rPr>
              <a:t>운동</a:t>
            </a:r>
            <a:endParaRPr lang="en-US" sz="2900" dirty="0"/>
          </a:p>
        </p:txBody>
      </p:sp>
      <p:sp>
        <p:nvSpPr>
          <p:cNvPr id="21" name="Text 12"/>
          <p:cNvSpPr txBox="1"/>
          <p:nvPr/>
        </p:nvSpPr>
        <p:spPr>
          <a:xfrm>
            <a:off x="2508504" y="5561381"/>
            <a:ext cx="3398520" cy="537667"/>
          </a:xfrm>
          <a:prstGeom prst="rect">
            <a:avLst/>
          </a:prstGeom>
          <a:noFill/>
          <a:ln/>
        </p:spPr>
        <p:txBody>
          <a:bodyPr wrap="square" lIns="0" tIns="0" rIns="0" bIns="0" rtlCol="0" anchor="t">
            <a:normAutofit/>
          </a:bodyPr>
          <a:lstStyle/>
          <a:p>
            <a:pPr marL="0" indent="0" algn="ctr" eaLnBrk="1">
              <a:buNone/>
            </a:pPr>
            <a:r>
              <a:rPr lang="en-US" sz="1600" dirty="0">
                <a:solidFill>
                  <a:srgbClr val="5C5F6B"/>
                </a:solidFill>
              </a:rPr>
              <a:t>deporte, ejercicio</a:t>
            </a:r>
            <a:endParaRPr lang="en-US" sz="1600" dirty="0"/>
          </a:p>
        </p:txBody>
      </p:sp>
      <p:pic>
        <p:nvPicPr>
          <p:cNvPr id="22" name="Media 3">
            <a:hlinkClick r:id="" action="ppaction://media"/>
          </p:cNvPr>
          <p:cNvPicPr>
            <a:picLocks noChangeAspect="1"/>
          </p:cNvPicPr>
          <p:nvPr>
            <a:audioFile r:link="rId8"/>
            <p:extLst>
              <p:ext uri="{DAA4B4D4-6D71-4841-9C94-3DE7FCFB9230}">
                <p14:media xmlns:p14="http://schemas.microsoft.com/office/powerpoint/2010/main" r:embed="rId7"/>
              </p:ext>
            </p:extLst>
          </p:nvPr>
        </p:nvPicPr>
        <p:blipFill>
          <a:blip r:embed="rId14"/>
          <a:stretch>
            <a:fillRect/>
          </a:stretch>
        </p:blipFill>
        <p:spPr>
          <a:xfrm>
            <a:off x="5577840" y="3936492"/>
            <a:ext cx="310896" cy="310896"/>
          </a:xfrm>
          <a:prstGeom prst="rect">
            <a:avLst/>
          </a:prstGeom>
        </p:spPr>
      </p:pic>
      <p:sp>
        <p:nvSpPr>
          <p:cNvPr id="23" name="card_4"/>
          <p:cNvSpPr/>
          <p:nvPr/>
        </p:nvSpPr>
        <p:spPr>
          <a:xfrm>
            <a:off x="6208776" y="3863340"/>
            <a:ext cx="3544824" cy="2308860"/>
          </a:xfrm>
          <a:prstGeom prst="roundRect">
            <a:avLst>
              <a:gd name="adj" fmla="val 5941"/>
            </a:avLst>
          </a:prstGeom>
          <a:solidFill>
            <a:srgbClr val="FFFFFF"/>
          </a:solidFill>
          <a:ln w="12700">
            <a:solidFill>
              <a:srgbClr val="D9D7F7"/>
            </a:solidFill>
            <a:prstDash val="solid"/>
          </a:ln>
          <a:effectLst>
            <a:outerShdw blurRad="76200" dist="25400" dir="5400000" algn="bl" rotWithShape="0">
              <a:srgbClr val="14142B">
                <a:alpha val="12000"/>
              </a:srgbClr>
            </a:outerShdw>
          </a:effectLst>
        </p:spPr>
      </p:sp>
      <p:pic>
        <p:nvPicPr>
          <p:cNvPr id="24" name="dibujo_4" descr="C:\Users\Chingu\AppData\Local\Temp\claude\C--Users-Chingu-Desktop-ACADEMIASEULWEB\d4111e1b-5523-44ea-97b2-b1a1d9545b9e\scratchpad\decks\cache\img_8c5392b127bd23e1.png"/>
          <p:cNvPicPr>
            <a:picLocks noChangeAspect="1"/>
          </p:cNvPicPr>
          <p:nvPr/>
        </p:nvPicPr>
        <p:blipFill>
          <a:blip r:embed="rId18"/>
          <a:stretch>
            <a:fillRect/>
          </a:stretch>
        </p:blipFill>
        <p:spPr>
          <a:xfrm>
            <a:off x="7427062" y="3973068"/>
            <a:ext cx="1108253" cy="1108253"/>
          </a:xfrm>
          <a:prstGeom prst="rect">
            <a:avLst/>
          </a:prstGeom>
        </p:spPr>
      </p:pic>
      <p:sp>
        <p:nvSpPr>
          <p:cNvPr id="25" name="Text 14"/>
          <p:cNvSpPr txBox="1"/>
          <p:nvPr/>
        </p:nvSpPr>
        <p:spPr>
          <a:xfrm>
            <a:off x="6208776" y="5099609"/>
            <a:ext cx="3544824" cy="461772"/>
          </a:xfrm>
          <a:prstGeom prst="rect">
            <a:avLst/>
          </a:prstGeom>
          <a:noFill/>
          <a:ln/>
        </p:spPr>
        <p:txBody>
          <a:bodyPr wrap="square" lIns="0" tIns="0" rIns="0" bIns="0" rtlCol="0" anchor="ctr">
            <a:normAutofit/>
          </a:bodyPr>
          <a:lstStyle/>
          <a:p>
            <a:pPr marL="0" indent="0" algn="ctr" eaLnBrk="1">
              <a:buNone/>
            </a:pPr>
            <a:r>
              <a:rPr lang="ko-KR" altLang="en-US" sz="2900" b="1" dirty="0">
                <a:solidFill>
                  <a:srgbClr val="4236F6"/>
                </a:solidFill>
                <a:latin typeface="Malgun Gothic" pitchFamily="34" charset="0"/>
                <a:ea typeface="Malgun Gothic" pitchFamily="34" charset="-122"/>
                <a:cs typeface="Malgun Gothic" pitchFamily="34" charset="-120"/>
              </a:rPr>
              <a:t>김치</a:t>
            </a:r>
            <a:endParaRPr lang="en-US" sz="2900" dirty="0"/>
          </a:p>
        </p:txBody>
      </p:sp>
      <p:sp>
        <p:nvSpPr>
          <p:cNvPr id="26" name="Text 15"/>
          <p:cNvSpPr txBox="1"/>
          <p:nvPr/>
        </p:nvSpPr>
        <p:spPr>
          <a:xfrm>
            <a:off x="6281928" y="5561381"/>
            <a:ext cx="3398520" cy="537667"/>
          </a:xfrm>
          <a:prstGeom prst="rect">
            <a:avLst/>
          </a:prstGeom>
          <a:noFill/>
          <a:ln/>
        </p:spPr>
        <p:txBody>
          <a:bodyPr wrap="square" lIns="0" tIns="0" rIns="0" bIns="0" rtlCol="0" anchor="t">
            <a:normAutofit/>
          </a:bodyPr>
          <a:lstStyle/>
          <a:p>
            <a:pPr marL="0" indent="0" algn="ctr" eaLnBrk="1">
              <a:buNone/>
            </a:pPr>
            <a:r>
              <a:rPr lang="en-US" sz="1600" dirty="0">
                <a:solidFill>
                  <a:srgbClr val="5C5F6B"/>
                </a:solidFill>
              </a:rPr>
              <a:t>kimchi</a:t>
            </a:r>
            <a:endParaRPr lang="en-US" sz="1600" dirty="0"/>
          </a:p>
        </p:txBody>
      </p:sp>
      <p:pic>
        <p:nvPicPr>
          <p:cNvPr id="27" name="Media 4">
            <a:hlinkClick r:id="" action="ppaction://media"/>
          </p:cNvPr>
          <p:cNvPicPr>
            <a:picLocks noChangeAspect="1"/>
          </p:cNvPicPr>
          <p:nvPr>
            <a:audioFile r:link="rId10"/>
            <p:extLst>
              <p:ext uri="{DAA4B4D4-6D71-4841-9C94-3DE7FCFB9230}">
                <p14:media xmlns:p14="http://schemas.microsoft.com/office/powerpoint/2010/main" r:embed="rId9"/>
              </p:ext>
            </p:extLst>
          </p:nvPr>
        </p:nvPicPr>
        <p:blipFill>
          <a:blip r:embed="rId14"/>
          <a:stretch>
            <a:fillRect/>
          </a:stretch>
        </p:blipFill>
        <p:spPr>
          <a:xfrm>
            <a:off x="9351264" y="3936492"/>
            <a:ext cx="310896" cy="310896"/>
          </a:xfrm>
          <a:prstGeom prst="rect">
            <a:avLst/>
          </a:prstGeom>
        </p:spPr>
      </p:pic>
      <p:sp>
        <p:nvSpPr>
          <p:cNvPr id="28"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wrap="square">
            <a:normAutofit/>
          </a:bodyPr>
          <a:lstStyle>
            <a:lvl1pPr>
              <a:defRPr sz="1000">
                <a:solidFill>
                  <a:srgbClr val="8A8DA0"/>
                </a:solidFill>
              </a:defRPr>
            </a:lvl1pPr>
          </a:lstStyle>
          <a:p>
            <a:pPr algn="r" eaLnBrk="1"/>
            <a:fld id="{F7021451-1387-4CA6-816F-3879F97B5CBC}" type="slidenum">
              <a:rPr lang="en-US" b="0"/>
              <a:pPr algn="r" eaLnBrk="1"/>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0241280" cy="822960"/>
          </a:xfrm>
          <a:prstGeom prst="rect">
            <a:avLst/>
          </a:prstGeom>
          <a:noFill/>
          <a:ln/>
        </p:spPr>
        <p:txBody>
          <a:bodyPr wrap="square" lIns="0" tIns="0" rIns="0" bIns="0" rtlCol="0" anchor="ctr"/>
          <a:lstStyle/>
          <a:p>
            <a:pPr marL="0" indent="0" eaLnBrk="1">
              <a:buNone/>
            </a:pPr>
            <a:r>
              <a:rPr lang="ko-KR" altLang="en-US" sz="2200" b="1" dirty="0">
                <a:solidFill>
                  <a:srgbClr val="4236F6"/>
                </a:solidFill>
                <a:latin typeface="Malgun Gothic" pitchFamily="34" charset="0"/>
                <a:ea typeface="Malgun Gothic" pitchFamily="34" charset="-122"/>
                <a:cs typeface="Malgun Gothic" pitchFamily="34" charset="-120"/>
              </a:rPr>
              <a:t>사과를 좋아해요</a:t>
            </a:r>
            <a:r>
              <a:rPr lang="en-US" sz="2200" b="1" dirty="0">
                <a:solidFill>
                  <a:srgbClr val="4236F6"/>
                </a:solidFill>
              </a:rPr>
              <a:t>? </a:t>
            </a:r>
            <a:r>
              <a:rPr lang="ko-KR" altLang="en-US" sz="2200" b="1" dirty="0">
                <a:solidFill>
                  <a:srgbClr val="4236F6"/>
                </a:solidFill>
                <a:latin typeface="Malgun Gothic" pitchFamily="34" charset="0"/>
                <a:ea typeface="Malgun Gothic" pitchFamily="34" charset="-122"/>
                <a:cs typeface="Malgun Gothic" pitchFamily="34" charset="-120"/>
              </a:rPr>
              <a:t>배를 좋아해요</a:t>
            </a:r>
            <a:r>
              <a:rPr lang="en-US" sz="2200" b="1" dirty="0">
                <a:solidFill>
                  <a:srgbClr val="4236F6"/>
                </a:solidFill>
              </a:rPr>
              <a:t>?  </a:t>
            </a:r>
            <a:r>
              <a:rPr lang="en-US" sz="2200" b="1" dirty="0">
                <a:solidFill>
                  <a:srgbClr val="003478"/>
                </a:solidFill>
              </a:rPr>
              <a:t>Una caja de manzanas</a:t>
            </a:r>
            <a:r>
              <a:rPr lang="en-US" sz="1500" b="1" i="1" dirty="0">
                <a:solidFill>
                  <a:srgbClr val="8A8DA0"/>
                </a:solidFill>
              </a:rPr>
              <a:t>   A box of apples</a:t>
            </a:r>
            <a:endParaRPr lang="en-US" sz="3000" dirty="0"/>
          </a:p>
        </p:txBody>
      </p:sp>
      <p:sp>
        <p:nvSpPr>
          <p:cNvPr id="3" name="col_0"/>
          <p:cNvSpPr/>
          <p:nvPr/>
        </p:nvSpPr>
        <p:spPr>
          <a:xfrm>
            <a:off x="548640" y="1325880"/>
            <a:ext cx="5385816" cy="4846320"/>
          </a:xfrm>
          <a:prstGeom prst="roundRect">
            <a:avLst>
              <a:gd name="adj" fmla="val 2830"/>
            </a:avLst>
          </a:prstGeom>
          <a:solidFill>
            <a:srgbClr val="F1F0FE"/>
          </a:solidFill>
          <a:ln w="12700">
            <a:solidFill>
              <a:srgbClr val="D9D7F7"/>
            </a:solidFill>
            <a:prstDash val="solid"/>
          </a:ln>
        </p:spPr>
      </p:sp>
      <p:sp>
        <p:nvSpPr>
          <p:cNvPr id="4" name="Text 2"/>
          <p:cNvSpPr txBox="1"/>
          <p:nvPr/>
        </p:nvSpPr>
        <p:spPr>
          <a:xfrm>
            <a:off x="777240" y="1508760"/>
            <a:ext cx="4928616" cy="548640"/>
          </a:xfrm>
          <a:prstGeom prst="rect">
            <a:avLst/>
          </a:prstGeom>
          <a:noFill/>
          <a:ln/>
        </p:spPr>
        <p:txBody>
          <a:bodyPr wrap="square" lIns="0" tIns="0" rIns="0" bIns="0" rtlCol="0" anchor="t">
            <a:normAutofit/>
          </a:bodyPr>
          <a:lstStyle/>
          <a:p>
            <a:pPr marL="0" indent="0" eaLnBrk="1">
              <a:buNone/>
            </a:pPr>
            <a:r>
              <a:rPr lang="en-US" sz="2000" b="1" dirty="0">
                <a:solidFill>
                  <a:srgbClr val="003478"/>
                </a:solidFill>
              </a:rPr>
              <a:t>En Corea</a:t>
            </a:r>
            <a:endParaRPr lang="en-US" sz="2000" dirty="0"/>
          </a:p>
        </p:txBody>
      </p:sp>
      <p:pic>
        <p:nvPicPr>
          <p:cNvPr id="5" name="col_img_0" descr="C:\Users\Chingu\AppData\Local\Temp\claude\C--Users-Chingu-Desktop-ACADEMIASEULWEB\d4111e1b-5523-44ea-97b2-b1a1d9545b9e\scratchpad\decks\cache\img_947ee19d6efaa4fe.png"/>
          <p:cNvPicPr>
            <a:picLocks noChangeAspect="1"/>
          </p:cNvPicPr>
          <p:nvPr/>
        </p:nvPicPr>
        <p:blipFill>
          <a:blip r:embed="rId3"/>
          <a:stretch>
            <a:fillRect/>
          </a:stretch>
        </p:blipFill>
        <p:spPr>
          <a:xfrm>
            <a:off x="2163064" y="2103120"/>
            <a:ext cx="2156968" cy="980440"/>
          </a:xfrm>
          <a:prstGeom prst="rect">
            <a:avLst/>
          </a:prstGeom>
        </p:spPr>
      </p:pic>
      <p:sp>
        <p:nvSpPr>
          <p:cNvPr id="6" name="Text 3"/>
          <p:cNvSpPr txBox="1"/>
          <p:nvPr/>
        </p:nvSpPr>
        <p:spPr>
          <a:xfrm>
            <a:off x="777240" y="3175000"/>
            <a:ext cx="4928616" cy="914400"/>
          </a:xfrm>
          <a:prstGeom prst="rect">
            <a:avLst/>
          </a:prstGeom>
          <a:noFill/>
          <a:ln/>
        </p:spPr>
        <p:txBody>
          <a:bodyPr wrap="square" lIns="0" tIns="0" rIns="0" bIns="0" rtlCol="0" anchor="ctr">
            <a:normAutofit/>
          </a:bodyPr>
          <a:lstStyle/>
          <a:p>
            <a:pPr marL="0" indent="0" eaLnBrk="1">
              <a:buNone/>
            </a:pPr>
            <a:r>
              <a:rPr lang="ko-KR" altLang="en-US" sz="5400" b="1" dirty="0">
                <a:solidFill>
                  <a:srgbClr val="4236F6"/>
                </a:solidFill>
                <a:latin typeface="Malgun Gothic" pitchFamily="34" charset="0"/>
                <a:ea typeface="Malgun Gothic" pitchFamily="34" charset="-122"/>
                <a:cs typeface="Malgun Gothic" pitchFamily="34" charset="-120"/>
              </a:rPr>
              <a:t>추석 </a:t>
            </a:r>
            <a:r>
              <a:rPr lang="en-US" sz="5400" b="1" dirty="0">
                <a:solidFill>
                  <a:srgbClr val="4236F6"/>
                </a:solidFill>
              </a:rPr>
              <a:t>· </a:t>
            </a:r>
            <a:r>
              <a:rPr lang="ko-KR" altLang="en-US" sz="5400" b="1" dirty="0">
                <a:solidFill>
                  <a:srgbClr val="4236F6"/>
                </a:solidFill>
                <a:latin typeface="Malgun Gothic" pitchFamily="34" charset="0"/>
                <a:ea typeface="Malgun Gothic" pitchFamily="34" charset="-122"/>
                <a:cs typeface="Malgun Gothic" pitchFamily="34" charset="-120"/>
              </a:rPr>
              <a:t>설날</a:t>
            </a:r>
            <a:endParaRPr lang="en-US" sz="5400" dirty="0"/>
          </a:p>
        </p:txBody>
      </p:sp>
      <p:sp>
        <p:nvSpPr>
          <p:cNvPr id="7" name="lista"/>
          <p:cNvSpPr txBox="1"/>
          <p:nvPr/>
        </p:nvSpPr>
        <p:spPr>
          <a:xfrm>
            <a:off x="731520" y="4180840"/>
            <a:ext cx="5020056" cy="1854200"/>
          </a:xfrm>
          <a:prstGeom prst="rect">
            <a:avLst/>
          </a:prstGeom>
          <a:noFill/>
          <a:ln/>
        </p:spPr>
        <p:txBody>
          <a:bodyPr wrap="square" lIns="50800" tIns="25400" rIns="50800" bIns="50800" rtlCol="0" anchor="t">
            <a:normAutofit/>
          </a:bodyPr>
          <a:lstStyle/>
          <a:p>
            <a:pPr marL="228600" indent="-228600" eaLnBrk="1">
              <a:spcAft>
                <a:spcPts val="800"/>
              </a:spcAft>
              <a:buSzPct val="100000"/>
              <a:buChar char="•"/>
            </a:pPr>
            <a:r>
              <a:rPr lang="ko-KR" altLang="en-US" sz="2000" dirty="0">
                <a:solidFill>
                  <a:srgbClr val="14142B"/>
                </a:solidFill>
                <a:latin typeface="Malgun Gothic" pitchFamily="34" charset="0"/>
                <a:ea typeface="Malgun Gothic" pitchFamily="34" charset="-122"/>
                <a:cs typeface="Malgun Gothic" pitchFamily="34" charset="-120"/>
              </a:rPr>
              <a:t>Regalo clásico: una caja de 사과 </a:t>
            </a:r>
            <a:r>
              <a:rPr lang="en-US" sz="2000" dirty="0">
                <a:solidFill>
                  <a:srgbClr val="14142B"/>
                </a:solidFill>
              </a:rPr>
              <a:t>o de </a:t>
            </a:r>
            <a:r>
              <a:rPr lang="ko-KR" altLang="en-US" sz="2000" dirty="0">
                <a:solidFill>
                  <a:srgbClr val="14142B"/>
                </a:solidFill>
                <a:latin typeface="Malgun Gothic" pitchFamily="34" charset="0"/>
                <a:ea typeface="Malgun Gothic" pitchFamily="34" charset="-122"/>
                <a:cs typeface="Malgun Gothic" pitchFamily="34" charset="-120"/>
              </a:rPr>
              <a:t>배</a:t>
            </a:r>
            <a:r>
              <a:rPr lang="en-US" sz="2000" dirty="0">
                <a:solidFill>
                  <a:srgbClr val="14142B"/>
                </a:solidFill>
              </a:rPr>
              <a:t>, cada fruta envuelta una por una</a:t>
            </a:r>
            <a:endParaRPr lang="en-US" sz="2000" dirty="0"/>
          </a:p>
          <a:p>
            <a:pPr marL="228600" indent="-228600" eaLnBrk="1">
              <a:spcAft>
                <a:spcPts val="800"/>
              </a:spcAft>
              <a:buSzPct val="100000"/>
              <a:buChar char="•"/>
            </a:pPr>
            <a:r>
              <a:rPr lang="ko-KR" altLang="en-US" sz="2000" dirty="0">
                <a:solidFill>
                  <a:srgbClr val="14142B"/>
                </a:solidFill>
                <a:latin typeface="Malgun Gothic" pitchFamily="34" charset="0"/>
                <a:ea typeface="Malgun Gothic" pitchFamily="34" charset="-122"/>
                <a:cs typeface="Malgun Gothic" pitchFamily="34" charset="-120"/>
              </a:rPr>
              <a:t>추석</a:t>
            </a:r>
            <a:r>
              <a:rPr lang="en-US" sz="2000" dirty="0">
                <a:solidFill>
                  <a:srgbClr val="14142B"/>
                </a:solidFill>
              </a:rPr>
              <a:t>: fiesta de la cosecha</a:t>
            </a:r>
            <a:endParaRPr lang="en-US" sz="2000" dirty="0"/>
          </a:p>
          <a:p>
            <a:pPr marL="228600" indent="-228600" eaLnBrk="1">
              <a:spcAft>
                <a:spcPts val="800"/>
              </a:spcAft>
              <a:buSzPct val="100000"/>
              <a:buChar char="•"/>
            </a:pPr>
            <a:r>
              <a:rPr lang="ko-KR" altLang="en-US" sz="2000" dirty="0">
                <a:solidFill>
                  <a:srgbClr val="14142B"/>
                </a:solidFill>
                <a:latin typeface="Malgun Gothic" pitchFamily="34" charset="0"/>
                <a:ea typeface="Malgun Gothic" pitchFamily="34" charset="-122"/>
                <a:cs typeface="Malgun Gothic" pitchFamily="34" charset="-120"/>
              </a:rPr>
              <a:t>설날</a:t>
            </a:r>
            <a:r>
              <a:rPr lang="en-US" sz="2000" dirty="0">
                <a:solidFill>
                  <a:srgbClr val="14142B"/>
                </a:solidFill>
              </a:rPr>
              <a:t>: Año Nuevo lunar · el próximo es el 7 de febrero de 2027</a:t>
            </a:r>
            <a:endParaRPr lang="en-US" sz="2000" dirty="0"/>
          </a:p>
        </p:txBody>
      </p:sp>
      <p:sp>
        <p:nvSpPr>
          <p:cNvPr id="8" name="col_1"/>
          <p:cNvSpPr/>
          <p:nvPr/>
        </p:nvSpPr>
        <p:spPr>
          <a:xfrm>
            <a:off x="6254496" y="1325880"/>
            <a:ext cx="5385816" cy="4846320"/>
          </a:xfrm>
          <a:prstGeom prst="roundRect">
            <a:avLst>
              <a:gd name="adj" fmla="val 2830"/>
            </a:avLst>
          </a:prstGeom>
          <a:solidFill>
            <a:srgbClr val="FFFFFF"/>
          </a:solidFill>
          <a:ln w="12700">
            <a:solidFill>
              <a:srgbClr val="D9D7F7"/>
            </a:solidFill>
            <a:prstDash val="solid"/>
          </a:ln>
        </p:spPr>
      </p:sp>
      <p:sp>
        <p:nvSpPr>
          <p:cNvPr id="9" name="Text 6"/>
          <p:cNvSpPr txBox="1"/>
          <p:nvPr/>
        </p:nvSpPr>
        <p:spPr>
          <a:xfrm>
            <a:off x="6483096" y="1508760"/>
            <a:ext cx="4928616" cy="548640"/>
          </a:xfrm>
          <a:prstGeom prst="rect">
            <a:avLst/>
          </a:prstGeom>
          <a:noFill/>
          <a:ln/>
        </p:spPr>
        <p:txBody>
          <a:bodyPr wrap="square" lIns="0" tIns="0" rIns="0" bIns="0" rtlCol="0" anchor="t">
            <a:normAutofit/>
          </a:bodyPr>
          <a:lstStyle/>
          <a:p>
            <a:pPr marL="0" indent="0" eaLnBrk="1">
              <a:buNone/>
            </a:pPr>
            <a:r>
              <a:rPr lang="en-US" sz="2000" b="1" dirty="0">
                <a:solidFill>
                  <a:srgbClr val="003478"/>
                </a:solidFill>
              </a:rPr>
              <a:t>Por acá</a:t>
            </a:r>
            <a:endParaRPr lang="en-US" sz="2000" dirty="0"/>
          </a:p>
        </p:txBody>
      </p:sp>
      <p:pic>
        <p:nvPicPr>
          <p:cNvPr id="10" name="col_img_1" descr="C:\Users\Chingu\AppData\Local\Temp\claude\C--Users-Chingu-Desktop-ACADEMIASEULWEB\d4111e1b-5523-44ea-97b2-b1a1d9545b9e\scratchpad\decks\cache\img_d084206d114151c9.png"/>
          <p:cNvPicPr>
            <a:picLocks noChangeAspect="1"/>
          </p:cNvPicPr>
          <p:nvPr/>
        </p:nvPicPr>
        <p:blipFill>
          <a:blip r:embed="rId4"/>
          <a:stretch>
            <a:fillRect/>
          </a:stretch>
        </p:blipFill>
        <p:spPr>
          <a:xfrm>
            <a:off x="7237476" y="2103120"/>
            <a:ext cx="3419856" cy="1554480"/>
          </a:xfrm>
          <a:prstGeom prst="rect">
            <a:avLst/>
          </a:prstGeom>
        </p:spPr>
      </p:pic>
      <p:sp>
        <p:nvSpPr>
          <p:cNvPr id="11" name="lista"/>
          <p:cNvSpPr txBox="1"/>
          <p:nvPr/>
        </p:nvSpPr>
        <p:spPr>
          <a:xfrm>
            <a:off x="6437376" y="3749040"/>
            <a:ext cx="5020056" cy="2286000"/>
          </a:xfrm>
          <a:prstGeom prst="rect">
            <a:avLst/>
          </a:prstGeom>
          <a:noFill/>
          <a:ln/>
        </p:spPr>
        <p:txBody>
          <a:bodyPr wrap="square" lIns="50800" tIns="25400" rIns="50800" bIns="50800" rtlCol="0" anchor="t">
            <a:normAutofit/>
          </a:bodyPr>
          <a:lstStyle/>
          <a:p>
            <a:pPr marL="228600" indent="-228600" eaLnBrk="1">
              <a:spcAft>
                <a:spcPts val="800"/>
              </a:spcAft>
              <a:buSzPct val="100000"/>
              <a:buChar char="•"/>
            </a:pPr>
            <a:r>
              <a:rPr lang="en-US" sz="2000" dirty="0">
                <a:solidFill>
                  <a:srgbClr val="14142B"/>
                </a:solidFill>
              </a:rPr>
              <a:t>La canasta navideña (en Colombia, la ancheta)</a:t>
            </a:r>
            <a:endParaRPr lang="en-US" sz="2000" dirty="0"/>
          </a:p>
          <a:p>
            <a:pPr marL="228600" indent="-228600" eaLnBrk="1">
              <a:spcAft>
                <a:spcPts val="800"/>
              </a:spcAft>
              <a:buSzPct val="100000"/>
              <a:buChar char="•"/>
            </a:pPr>
            <a:r>
              <a:rPr lang="en-US" sz="2000" dirty="0">
                <a:solidFill>
                  <a:srgbClr val="14142B"/>
                </a:solidFill>
              </a:rPr>
              <a:t>El pan de pascua en Chile, el pan dulce en Argentina</a:t>
            </a:r>
            <a:endParaRPr lang="en-US" sz="2000" dirty="0"/>
          </a:p>
          <a:p>
            <a:pPr marL="228600" indent="-228600" eaLnBrk="1">
              <a:spcAft>
                <a:spcPts val="800"/>
              </a:spcAft>
              <a:buSzPct val="100000"/>
              <a:buChar char="•"/>
            </a:pPr>
            <a:r>
              <a:rPr lang="ko-KR" altLang="en-US" sz="2000" dirty="0">
                <a:solidFill>
                  <a:srgbClr val="14142B"/>
                </a:solidFill>
                <a:latin typeface="Malgun Gothic" pitchFamily="34" charset="0"/>
                <a:ea typeface="Malgun Gothic" pitchFamily="34" charset="-122"/>
                <a:cs typeface="Malgun Gothic" pitchFamily="34" charset="-120"/>
              </a:rPr>
              <a:t>추석 </a:t>
            </a:r>
            <a:r>
              <a:rPr lang="en-US" sz="2000" dirty="0">
                <a:solidFill>
                  <a:srgbClr val="14142B"/>
                </a:solidFill>
              </a:rPr>
              <a:t>↔ Fiestas Patrias: todos vuelven a ver a la familia</a:t>
            </a:r>
            <a:endParaRPr lang="en-US" sz="20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wrap="square">
            <a:normAutofit/>
          </a:bodyPr>
          <a:lstStyle>
            <a:lvl1pPr>
              <a:defRPr sz="1000">
                <a:solidFill>
                  <a:srgbClr val="8A8DA0"/>
                </a:solidFill>
              </a:defRPr>
            </a:lvl1pPr>
          </a:lstStyle>
          <a:p>
            <a:pPr algn="r" eaLnBrk="1"/>
            <a:fld id="{F7021451-1387-4CA6-816F-3879F97B5CBC}" type="slidenum">
              <a:rPr lang="en-US" b="0"/>
              <a:pPr algn="r" eaLnBrk="1"/>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0241280" cy="822960"/>
          </a:xfrm>
          <a:prstGeom prst="rect">
            <a:avLst/>
          </a:prstGeom>
          <a:noFill/>
          <a:ln/>
        </p:spPr>
        <p:txBody>
          <a:bodyPr wrap="square" lIns="0" tIns="0" rIns="0" bIns="0" rtlCol="0" anchor="ctr"/>
          <a:lstStyle/>
          <a:p>
            <a:pPr marL="0" indent="0" eaLnBrk="1">
              <a:buNone/>
            </a:pPr>
            <a:r>
              <a:rPr lang="en-US" sz="3000" b="1" dirty="0">
                <a:solidFill>
                  <a:srgbClr val="003478"/>
                </a:solidFill>
              </a:rPr>
              <a:t>Encuesta de gustos · 7 minutos</a:t>
            </a:r>
            <a:r>
              <a:rPr lang="en-US" sz="1500" b="1" i="1" dirty="0">
                <a:solidFill>
                  <a:srgbClr val="8A8DA0"/>
                </a:solidFill>
              </a:rPr>
              <a:t>   Likes survey · 7 minutes</a:t>
            </a:r>
            <a:endParaRPr lang="en-US" sz="3000" dirty="0"/>
          </a:p>
        </p:txBody>
      </p:sp>
      <p:sp>
        <p:nvSpPr>
          <p:cNvPr id="3" name="Text 1"/>
          <p:cNvSpPr txBox="1"/>
          <p:nvPr/>
        </p:nvSpPr>
        <p:spPr>
          <a:xfrm>
            <a:off x="548640" y="1325880"/>
            <a:ext cx="6949440" cy="548640"/>
          </a:xfrm>
          <a:prstGeom prst="rect">
            <a:avLst/>
          </a:prstGeom>
          <a:noFill/>
          <a:ln/>
        </p:spPr>
        <p:txBody>
          <a:bodyPr wrap="square" lIns="0" tIns="0" rIns="0" bIns="0" rtlCol="0" anchor="t">
            <a:normAutofit/>
          </a:bodyPr>
          <a:lstStyle/>
          <a:p>
            <a:pPr marL="0" indent="0" eaLnBrk="1">
              <a:buNone/>
            </a:pPr>
            <a:r>
              <a:rPr lang="en-US" sz="1800" i="1" dirty="0">
                <a:solidFill>
                  <a:srgbClr val="4236F6"/>
                </a:solidFill>
              </a:rPr>
              <a:t>En parejas o tríos</a:t>
            </a:r>
            <a:endParaRPr lang="en-US" sz="1800" dirty="0"/>
          </a:p>
        </p:txBody>
      </p:sp>
      <p:sp>
        <p:nvSpPr>
          <p:cNvPr id="4" name="lista"/>
          <p:cNvSpPr txBox="1"/>
          <p:nvPr/>
        </p:nvSpPr>
        <p:spPr>
          <a:xfrm>
            <a:off x="548640" y="1965960"/>
            <a:ext cx="6949440" cy="4206240"/>
          </a:xfrm>
          <a:prstGeom prst="rect">
            <a:avLst/>
          </a:prstGeom>
          <a:noFill/>
          <a:ln/>
        </p:spPr>
        <p:txBody>
          <a:bodyPr wrap="square" lIns="50800" tIns="25400" rIns="50800" bIns="50800" rtlCol="0" anchor="t">
            <a:normAutofit/>
          </a:bodyPr>
          <a:lstStyle/>
          <a:p>
            <a:pPr marL="228600" indent="-228600" eaLnBrk="1">
              <a:spcAft>
                <a:spcPts val="800"/>
              </a:spcAft>
              <a:buSzPct val="100000"/>
              <a:buChar char="•"/>
            </a:pPr>
            <a:r>
              <a:rPr lang="ko-KR" altLang="en-US" sz="2000" dirty="0">
                <a:solidFill>
                  <a:srgbClr val="14142B"/>
                </a:solidFill>
                <a:latin typeface="Malgun Gothic" pitchFamily="34" charset="0"/>
                <a:ea typeface="Malgun Gothic" pitchFamily="34" charset="-122"/>
                <a:cs typeface="Malgun Gothic" pitchFamily="34" charset="-120"/>
              </a:rPr>
              <a:t>1) Pregunta: ___을</a:t>
            </a:r>
            <a:r>
              <a:rPr lang="en-US" sz="2000" dirty="0">
                <a:solidFill>
                  <a:srgbClr val="14142B"/>
                </a:solidFill>
              </a:rPr>
              <a:t>/</a:t>
            </a:r>
            <a:r>
              <a:rPr lang="ko-KR" altLang="en-US" sz="2000" dirty="0">
                <a:solidFill>
                  <a:srgbClr val="14142B"/>
                </a:solidFill>
                <a:latin typeface="Malgun Gothic" pitchFamily="34" charset="0"/>
                <a:ea typeface="Malgun Gothic" pitchFamily="34" charset="-122"/>
                <a:cs typeface="Malgun Gothic" pitchFamily="34" charset="-120"/>
              </a:rPr>
              <a:t>를 좋아해요</a:t>
            </a:r>
            <a:r>
              <a:rPr lang="en-US" sz="2000" dirty="0">
                <a:solidFill>
                  <a:srgbClr val="14142B"/>
                </a:solidFill>
              </a:rPr>
              <a:t>? · </a:t>
            </a:r>
            <a:r>
              <a:rPr lang="ko-KR" altLang="en-US" sz="2000" dirty="0">
                <a:solidFill>
                  <a:srgbClr val="14142B"/>
                </a:solidFill>
                <a:latin typeface="Malgun Gothic" pitchFamily="34" charset="0"/>
                <a:ea typeface="Malgun Gothic" pitchFamily="34" charset="-122"/>
                <a:cs typeface="Malgun Gothic" pitchFamily="34" charset="-120"/>
              </a:rPr>
              <a:t>정말 좋아해요</a:t>
            </a:r>
            <a:r>
              <a:rPr lang="en-US" sz="2000" dirty="0">
                <a:solidFill>
                  <a:srgbClr val="14142B"/>
                </a:solidFill>
              </a:rPr>
              <a:t>? </a:t>
            </a:r>
            <a:r>
              <a:rPr lang="ko-KR" altLang="en-US" sz="2000" dirty="0">
                <a:solidFill>
                  <a:srgbClr val="14142B"/>
                </a:solidFill>
                <a:latin typeface="Malgun Gothic" pitchFamily="34" charset="0"/>
                <a:ea typeface="Malgun Gothic" pitchFamily="34" charset="-122"/>
                <a:cs typeface="Malgun Gothic" pitchFamily="34" charset="-120"/>
              </a:rPr>
              <a:t>조금 좋아해요</a:t>
            </a:r>
            <a:r>
              <a:rPr lang="en-US" sz="2000" dirty="0">
                <a:solidFill>
                  <a:srgbClr val="14142B"/>
                </a:solidFill>
              </a:rPr>
              <a:t>? · </a:t>
            </a:r>
            <a:r>
              <a:rPr lang="ko-KR" altLang="en-US" sz="2000" dirty="0">
                <a:solidFill>
                  <a:srgbClr val="14142B"/>
                </a:solidFill>
                <a:latin typeface="Malgun Gothic" pitchFamily="34" charset="0"/>
                <a:ea typeface="Malgun Gothic" pitchFamily="34" charset="-122"/>
                <a:cs typeface="Malgun Gothic" pitchFamily="34" charset="-120"/>
              </a:rPr>
              <a:t>뭘 좋아해요</a:t>
            </a:r>
            <a:r>
              <a:rPr lang="en-US" sz="2000" dirty="0">
                <a:solidFill>
                  <a:srgbClr val="14142B"/>
                </a:solidFill>
              </a:rPr>
              <a:t>?</a:t>
            </a:r>
            <a:endParaRPr lang="en-US" sz="2000" dirty="0"/>
          </a:p>
          <a:p>
            <a:pPr marL="228600" indent="-228600" eaLnBrk="1">
              <a:spcAft>
                <a:spcPts val="800"/>
              </a:spcAft>
              <a:buSzPct val="100000"/>
              <a:buChar char="•"/>
            </a:pPr>
            <a:r>
              <a:rPr lang="ko-KR" altLang="en-US" sz="2000" dirty="0">
                <a:solidFill>
                  <a:srgbClr val="14142B"/>
                </a:solidFill>
                <a:latin typeface="Malgun Gothic" pitchFamily="34" charset="0"/>
                <a:ea typeface="Malgun Gothic" pitchFamily="34" charset="-122"/>
                <a:cs typeface="Malgun Gothic" pitchFamily="34" charset="-120"/>
              </a:rPr>
              <a:t>2) Anota en tu hoja: ++ 정말 </a:t>
            </a:r>
            <a:r>
              <a:rPr lang="en-US" sz="2000" dirty="0">
                <a:solidFill>
                  <a:srgbClr val="14142B"/>
                </a:solidFill>
              </a:rPr>
              <a:t>· + </a:t>
            </a:r>
            <a:r>
              <a:rPr lang="ko-KR" altLang="en-US" sz="2000" dirty="0">
                <a:solidFill>
                  <a:srgbClr val="14142B"/>
                </a:solidFill>
                <a:latin typeface="Malgun Gothic" pitchFamily="34" charset="0"/>
                <a:ea typeface="Malgun Gothic" pitchFamily="34" charset="-122"/>
                <a:cs typeface="Malgun Gothic" pitchFamily="34" charset="-120"/>
              </a:rPr>
              <a:t>좋아해요 </a:t>
            </a:r>
            <a:r>
              <a:rPr lang="en-US" sz="2000" dirty="0">
                <a:solidFill>
                  <a:srgbClr val="14142B"/>
                </a:solidFill>
              </a:rPr>
              <a:t>· ~ </a:t>
            </a:r>
            <a:r>
              <a:rPr lang="ko-KR" altLang="en-US" sz="2000" dirty="0">
                <a:solidFill>
                  <a:srgbClr val="14142B"/>
                </a:solidFill>
                <a:latin typeface="Malgun Gothic" pitchFamily="34" charset="0"/>
                <a:ea typeface="Malgun Gothic" pitchFamily="34" charset="-122"/>
                <a:cs typeface="Malgun Gothic" pitchFamily="34" charset="-120"/>
              </a:rPr>
              <a:t>조금 </a:t>
            </a:r>
            <a:r>
              <a:rPr lang="en-US" sz="2000" dirty="0">
                <a:solidFill>
                  <a:srgbClr val="14142B"/>
                </a:solidFill>
              </a:rPr>
              <a:t>· − </a:t>
            </a:r>
            <a:r>
              <a:rPr lang="ko-KR" altLang="en-US" sz="2000" dirty="0">
                <a:solidFill>
                  <a:srgbClr val="14142B"/>
                </a:solidFill>
                <a:latin typeface="Malgun Gothic" pitchFamily="34" charset="0"/>
                <a:ea typeface="Malgun Gothic" pitchFamily="34" charset="-122"/>
                <a:cs typeface="Malgun Gothic" pitchFamily="34" charset="-120"/>
              </a:rPr>
              <a:t>안 좋아해요</a:t>
            </a:r>
            <a:endParaRPr lang="en-US" sz="2000" dirty="0"/>
          </a:p>
          <a:p>
            <a:pPr marL="228600" indent="-228600" eaLnBrk="1">
              <a:spcAft>
                <a:spcPts val="800"/>
              </a:spcAft>
              <a:buSzPct val="100000"/>
              <a:buChar char="•"/>
            </a:pPr>
            <a:r>
              <a:rPr lang="en-US" sz="2000" dirty="0">
                <a:solidFill>
                  <a:srgbClr val="14142B"/>
                </a:solidFill>
              </a:rPr>
              <a:t>Las 13 palabras de la tarjeta + tu palabra</a:t>
            </a:r>
            <a:endParaRPr lang="en-US" sz="2000" dirty="0"/>
          </a:p>
          <a:p>
            <a:pPr marL="228600" indent="-228600" eaLnBrk="1">
              <a:spcAft>
                <a:spcPts val="800"/>
              </a:spcAft>
              <a:buSzPct val="100000"/>
              <a:buChar char="•"/>
            </a:pPr>
            <a:r>
              <a:rPr lang="ko-KR" altLang="en-US" sz="2000" dirty="0">
                <a:solidFill>
                  <a:srgbClr val="14142B"/>
                </a:solidFill>
                <a:latin typeface="Malgun Gothic" pitchFamily="34" charset="0"/>
                <a:ea typeface="Malgun Gothic" pitchFamily="34" charset="-122"/>
                <a:cs typeface="Malgun Gothic" pitchFamily="34" charset="-120"/>
              </a:rPr>
              <a:t>3) Prepara una coincidencia y una diferencia, para el chat en 한글</a:t>
            </a:r>
            <a:endParaRPr lang="en-US" sz="2000" dirty="0"/>
          </a:p>
          <a:p>
            <a:pPr marL="228600" indent="-228600" eaLnBrk="1">
              <a:spcAft>
                <a:spcPts val="800"/>
              </a:spcAft>
              <a:buSzPct val="100000"/>
              <a:buChar char="•"/>
            </a:pPr>
            <a:r>
              <a:rPr lang="en-US" sz="2000" dirty="0">
                <a:solidFill>
                  <a:srgbClr val="14142B"/>
                </a:solidFill>
              </a:rPr>
              <a:t>4) ¿Sobra tiempo? Dile a tu compañero tus 2 frases de gustos</a:t>
            </a:r>
            <a:endParaRPr lang="en-US" sz="2000" dirty="0"/>
          </a:p>
          <a:p>
            <a:pPr marL="228600" indent="-228600" eaLnBrk="1">
              <a:spcAft>
                <a:spcPts val="800"/>
              </a:spcAft>
              <a:buSzPct val="100000"/>
              <a:buChar char="•"/>
            </a:pPr>
            <a:r>
              <a:rPr lang="en-US" sz="2000" dirty="0">
                <a:solidFill>
                  <a:srgbClr val="14142B"/>
                </a:solidFill>
              </a:rPr>
              <a:t>La tarjeta está en tu hoja: “En clase · A. Encuesta de gustos”</a:t>
            </a:r>
            <a:endParaRPr lang="en-US" sz="2000" dirty="0"/>
          </a:p>
        </p:txBody>
      </p:sp>
      <p:sp>
        <p:nvSpPr>
          <p:cNvPr id="5" name="panel"/>
          <p:cNvSpPr/>
          <p:nvPr/>
        </p:nvSpPr>
        <p:spPr>
          <a:xfrm>
            <a:off x="8001000" y="1417320"/>
            <a:ext cx="3611880" cy="4480560"/>
          </a:xfrm>
          <a:prstGeom prst="roundRect">
            <a:avLst>
              <a:gd name="adj" fmla="val 6329"/>
            </a:avLst>
          </a:prstGeom>
          <a:solidFill>
            <a:srgbClr val="F1F0FE"/>
          </a:solidFill>
          <a:ln w="12700">
            <a:solidFill>
              <a:srgbClr val="F1F0FE"/>
            </a:solidFill>
            <a:prstDash val="solid"/>
          </a:ln>
        </p:spPr>
      </p:sp>
      <p:pic>
        <p:nvPicPr>
          <p:cNvPr id="6" name="sello" descr="C:/Users/Chingu/Desktop/ACADEMIASEULWEB/public/email/sello-azul.png"/>
          <p:cNvPicPr>
            <a:picLocks noChangeAspect="1"/>
          </p:cNvPicPr>
          <p:nvPr/>
        </p:nvPicPr>
        <p:blipFill>
          <a:blip r:embed="rId3"/>
          <a:stretch>
            <a:fillRect/>
          </a:stretch>
        </p:blipFill>
        <p:spPr>
          <a:xfrm>
            <a:off x="9052560" y="2926080"/>
            <a:ext cx="1508760" cy="1508760"/>
          </a:xfrm>
          <a:prstGeom prst="rect">
            <a:avLst/>
          </a:prstGeom>
        </p:spPr>
      </p:pic>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wrap="square">
            <a:normAutofit/>
          </a:bodyPr>
          <a:lstStyle>
            <a:lvl1pPr>
              <a:defRPr sz="1000">
                <a:solidFill>
                  <a:srgbClr val="8A8DA0"/>
                </a:solidFill>
              </a:defRPr>
            </a:lvl1pPr>
          </a:lstStyle>
          <a:p>
            <a:pPr algn="r" eaLnBrk="1"/>
            <a:fld id="{F7021451-1387-4CA6-816F-3879F97B5CBC}" type="slidenum">
              <a:rPr lang="en-US" b="0"/>
              <a:pPr algn="r" eaLnBrk="1"/>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0241280" cy="822960"/>
          </a:xfrm>
          <a:prstGeom prst="rect">
            <a:avLst/>
          </a:prstGeom>
          <a:noFill/>
          <a:ln/>
        </p:spPr>
        <p:txBody>
          <a:bodyPr wrap="square" lIns="0" tIns="0" rIns="0" bIns="0" rtlCol="0" anchor="ctr"/>
          <a:lstStyle/>
          <a:p>
            <a:pPr marL="0" indent="0" eaLnBrk="1">
              <a:buNone/>
            </a:pPr>
            <a:r>
              <a:rPr lang="en-US" sz="3000" b="1" dirty="0">
                <a:solidFill>
                  <a:srgbClr val="003478"/>
                </a:solidFill>
              </a:rPr>
              <a:t>Reporte</a:t>
            </a:r>
            <a:r>
              <a:rPr lang="en-US" sz="1500" b="1" i="1" dirty="0">
                <a:solidFill>
                  <a:srgbClr val="8A8DA0"/>
                </a:solidFill>
              </a:rPr>
              <a:t>   Report</a:t>
            </a:r>
            <a:endParaRPr lang="en-US" sz="3000" dirty="0"/>
          </a:p>
        </p:txBody>
      </p:sp>
      <p:sp>
        <p:nvSpPr>
          <p:cNvPr id="3" name="Text 1"/>
          <p:cNvSpPr txBox="1"/>
          <p:nvPr/>
        </p:nvSpPr>
        <p:spPr>
          <a:xfrm>
            <a:off x="548640" y="1325880"/>
            <a:ext cx="11091672" cy="457200"/>
          </a:xfrm>
          <a:prstGeom prst="rect">
            <a:avLst/>
          </a:prstGeom>
          <a:noFill/>
          <a:ln/>
        </p:spPr>
        <p:txBody>
          <a:bodyPr wrap="square" lIns="0" tIns="0" rIns="0" bIns="0" rtlCol="0" anchor="ctr">
            <a:normAutofit/>
          </a:bodyPr>
          <a:lstStyle/>
          <a:p>
            <a:pPr marL="0" indent="0" eaLnBrk="1">
              <a:buNone/>
            </a:pPr>
            <a:r>
              <a:rPr lang="ko-KR" altLang="en-US" sz="1800" i="1" dirty="0">
                <a:solidFill>
                  <a:srgbClr val="4236F6"/>
                </a:solidFill>
                <a:latin typeface="Malgun Gothic" pitchFamily="34" charset="0"/>
                <a:ea typeface="Malgun Gothic" pitchFamily="34" charset="-122"/>
                <a:cs typeface="Malgun Gothic" pitchFamily="34" charset="-120"/>
              </a:rPr>
              <a:t>Al chat, en 한글</a:t>
            </a:r>
            <a:endParaRPr lang="en-US" sz="1800" dirty="0"/>
          </a:p>
        </p:txBody>
      </p:sp>
      <p:sp>
        <p:nvSpPr>
          <p:cNvPr id="4" name="col_0"/>
          <p:cNvSpPr/>
          <p:nvPr/>
        </p:nvSpPr>
        <p:spPr>
          <a:xfrm>
            <a:off x="548640" y="1874520"/>
            <a:ext cx="5385816" cy="4297680"/>
          </a:xfrm>
          <a:prstGeom prst="roundRect">
            <a:avLst>
              <a:gd name="adj" fmla="val 3191"/>
            </a:avLst>
          </a:prstGeom>
          <a:solidFill>
            <a:srgbClr val="F1F0FE"/>
          </a:solidFill>
          <a:ln w="12700">
            <a:solidFill>
              <a:srgbClr val="D9D7F7"/>
            </a:solidFill>
            <a:prstDash val="solid"/>
          </a:ln>
        </p:spPr>
      </p:sp>
      <p:sp>
        <p:nvSpPr>
          <p:cNvPr id="5" name="Text 3"/>
          <p:cNvSpPr txBox="1"/>
          <p:nvPr/>
        </p:nvSpPr>
        <p:spPr>
          <a:xfrm>
            <a:off x="777240" y="2057400"/>
            <a:ext cx="4928616" cy="548640"/>
          </a:xfrm>
          <a:prstGeom prst="rect">
            <a:avLst/>
          </a:prstGeom>
          <a:noFill/>
          <a:ln/>
        </p:spPr>
        <p:txBody>
          <a:bodyPr wrap="square" lIns="0" tIns="0" rIns="0" bIns="0" rtlCol="0" anchor="t">
            <a:normAutofit/>
          </a:bodyPr>
          <a:lstStyle/>
          <a:p>
            <a:pPr marL="0" indent="0" eaLnBrk="1">
              <a:buNone/>
            </a:pPr>
            <a:r>
              <a:rPr lang="en-US" sz="2000" b="1" dirty="0">
                <a:solidFill>
                  <a:srgbClr val="003478"/>
                </a:solidFill>
              </a:rPr>
              <a:t>Una coincidencia</a:t>
            </a:r>
            <a:endParaRPr lang="en-US" sz="2000" dirty="0"/>
          </a:p>
        </p:txBody>
      </p:sp>
      <p:sp>
        <p:nvSpPr>
          <p:cNvPr id="6" name="Text 4"/>
          <p:cNvSpPr txBox="1"/>
          <p:nvPr/>
        </p:nvSpPr>
        <p:spPr>
          <a:xfrm>
            <a:off x="777240" y="2651760"/>
            <a:ext cx="4928616" cy="914400"/>
          </a:xfrm>
          <a:prstGeom prst="rect">
            <a:avLst/>
          </a:prstGeom>
          <a:noFill/>
          <a:ln/>
        </p:spPr>
        <p:txBody>
          <a:bodyPr wrap="square" lIns="0" tIns="0" rIns="0" bIns="0" rtlCol="0" anchor="ctr">
            <a:normAutofit/>
          </a:bodyPr>
          <a:lstStyle/>
          <a:p>
            <a:pPr marL="0" indent="0" eaLnBrk="1">
              <a:buNone/>
            </a:pPr>
            <a:r>
              <a:rPr lang="ko-KR" altLang="en-US" sz="2800" b="1" dirty="0">
                <a:solidFill>
                  <a:srgbClr val="4236F6"/>
                </a:solidFill>
                <a:latin typeface="Malgun Gothic" pitchFamily="34" charset="0"/>
                <a:ea typeface="Malgun Gothic" pitchFamily="34" charset="-122"/>
                <a:cs typeface="Malgun Gothic" pitchFamily="34" charset="-120"/>
              </a:rPr>
              <a:t>우리는 </a:t>
            </a:r>
            <a:r>
              <a:rPr lang="en-US" sz="2800" b="1" dirty="0">
                <a:solidFill>
                  <a:srgbClr val="4236F6"/>
                </a:solidFill>
              </a:rPr>
              <a:t>___</a:t>
            </a:r>
            <a:r>
              <a:rPr lang="ko-KR" altLang="en-US" sz="2800" b="1" dirty="0">
                <a:solidFill>
                  <a:srgbClr val="4236F6"/>
                </a:solidFill>
                <a:latin typeface="Malgun Gothic" pitchFamily="34" charset="0"/>
                <a:ea typeface="Malgun Gothic" pitchFamily="34" charset="-122"/>
                <a:cs typeface="Malgun Gothic" pitchFamily="34" charset="-120"/>
              </a:rPr>
              <a:t>을</a:t>
            </a:r>
            <a:r>
              <a:rPr lang="en-US" sz="2800" b="1" dirty="0">
                <a:solidFill>
                  <a:srgbClr val="4236F6"/>
                </a:solidFill>
              </a:rPr>
              <a:t>/</a:t>
            </a:r>
            <a:r>
              <a:rPr lang="ko-KR" altLang="en-US" sz="2800" b="1" dirty="0">
                <a:solidFill>
                  <a:srgbClr val="4236F6"/>
                </a:solidFill>
                <a:latin typeface="Malgun Gothic" pitchFamily="34" charset="0"/>
                <a:ea typeface="Malgun Gothic" pitchFamily="34" charset="-122"/>
                <a:cs typeface="Malgun Gothic" pitchFamily="34" charset="-120"/>
              </a:rPr>
              <a:t>를</a:t>
            </a:r>
            <a:endParaRPr lang="en-US" sz="2800" dirty="0"/>
          </a:p>
          <a:p>
            <a:pPr marL="0" indent="0" eaLnBrk="1">
              <a:buNone/>
            </a:pPr>
            <a:r>
              <a:rPr lang="ko-KR" altLang="en-US" sz="2800" b="1" dirty="0">
                <a:solidFill>
                  <a:srgbClr val="4236F6"/>
                </a:solidFill>
                <a:latin typeface="Malgun Gothic" pitchFamily="34" charset="0"/>
                <a:ea typeface="Malgun Gothic" pitchFamily="34" charset="-122"/>
                <a:cs typeface="Malgun Gothic" pitchFamily="34" charset="-120"/>
              </a:rPr>
              <a:t>좋아해요</a:t>
            </a:r>
            <a:r>
              <a:rPr lang="en-US" sz="2800" b="1" dirty="0">
                <a:solidFill>
                  <a:srgbClr val="4236F6"/>
                </a:solidFill>
              </a:rPr>
              <a:t>.</a:t>
            </a:r>
            <a:endParaRPr lang="en-US" sz="2800" dirty="0"/>
          </a:p>
        </p:txBody>
      </p:sp>
      <p:sp>
        <p:nvSpPr>
          <p:cNvPr id="7" name="lista"/>
          <p:cNvSpPr txBox="1"/>
          <p:nvPr/>
        </p:nvSpPr>
        <p:spPr>
          <a:xfrm>
            <a:off x="731520" y="3657600"/>
            <a:ext cx="5020056" cy="2377440"/>
          </a:xfrm>
          <a:prstGeom prst="rect">
            <a:avLst/>
          </a:prstGeom>
          <a:noFill/>
          <a:ln/>
        </p:spPr>
        <p:txBody>
          <a:bodyPr wrap="square" lIns="50800" tIns="25400" rIns="50800" bIns="50800" rtlCol="0" anchor="t">
            <a:normAutofit/>
          </a:bodyPr>
          <a:lstStyle/>
          <a:p>
            <a:pPr marL="228600" indent="-228600" eaLnBrk="1">
              <a:spcAft>
                <a:spcPts val="800"/>
              </a:spcAft>
              <a:buSzPct val="100000"/>
              <a:buChar char="•"/>
            </a:pPr>
            <a:r>
              <a:rPr lang="ko-KR" altLang="en-US" sz="2000" dirty="0">
                <a:solidFill>
                  <a:srgbClr val="14142B"/>
                </a:solidFill>
                <a:latin typeface="Malgun Gothic" pitchFamily="34" charset="0"/>
                <a:ea typeface="Malgun Gothic" pitchFamily="34" charset="-122"/>
                <a:cs typeface="Malgun Gothic" pitchFamily="34" charset="-120"/>
              </a:rPr>
              <a:t>우리는 라면을 좋아해요</a:t>
            </a:r>
            <a:r>
              <a:rPr lang="en-US" sz="2000" dirty="0">
                <a:solidFill>
                  <a:srgbClr val="14142B"/>
                </a:solidFill>
              </a:rPr>
              <a:t>.</a:t>
            </a:r>
            <a:endParaRPr lang="en-US" sz="2000" dirty="0"/>
          </a:p>
          <a:p>
            <a:pPr marL="228600" indent="-228600" eaLnBrk="1">
              <a:spcAft>
                <a:spcPts val="800"/>
              </a:spcAft>
              <a:buSzPct val="100000"/>
              <a:buChar char="•"/>
            </a:pPr>
            <a:r>
              <a:rPr lang="en-US" sz="2000" dirty="0">
                <a:solidFill>
                  <a:srgbClr val="14142B"/>
                </a:solidFill>
              </a:rPr>
              <a:t>A nosotros nos gusta el ramyeon.</a:t>
            </a:r>
            <a:endParaRPr lang="en-US" sz="2000" dirty="0"/>
          </a:p>
        </p:txBody>
      </p:sp>
      <p:sp>
        <p:nvSpPr>
          <p:cNvPr id="8" name="col_1"/>
          <p:cNvSpPr/>
          <p:nvPr/>
        </p:nvSpPr>
        <p:spPr>
          <a:xfrm>
            <a:off x="6254496" y="1874520"/>
            <a:ext cx="5385816" cy="4297680"/>
          </a:xfrm>
          <a:prstGeom prst="roundRect">
            <a:avLst>
              <a:gd name="adj" fmla="val 3191"/>
            </a:avLst>
          </a:prstGeom>
          <a:solidFill>
            <a:srgbClr val="FFFFFF"/>
          </a:solidFill>
          <a:ln w="12700">
            <a:solidFill>
              <a:srgbClr val="D9D7F7"/>
            </a:solidFill>
            <a:prstDash val="solid"/>
          </a:ln>
        </p:spPr>
      </p:sp>
      <p:sp>
        <p:nvSpPr>
          <p:cNvPr id="9" name="Text 7"/>
          <p:cNvSpPr txBox="1"/>
          <p:nvPr/>
        </p:nvSpPr>
        <p:spPr>
          <a:xfrm>
            <a:off x="6483096" y="2057400"/>
            <a:ext cx="4928616" cy="548640"/>
          </a:xfrm>
          <a:prstGeom prst="rect">
            <a:avLst/>
          </a:prstGeom>
          <a:noFill/>
          <a:ln/>
        </p:spPr>
        <p:txBody>
          <a:bodyPr wrap="square" lIns="0" tIns="0" rIns="0" bIns="0" rtlCol="0" anchor="t">
            <a:normAutofit/>
          </a:bodyPr>
          <a:lstStyle/>
          <a:p>
            <a:pPr marL="0" indent="0" eaLnBrk="1">
              <a:buNone/>
            </a:pPr>
            <a:r>
              <a:rPr lang="en-US" sz="2000" b="1" dirty="0">
                <a:solidFill>
                  <a:srgbClr val="003478"/>
                </a:solidFill>
              </a:rPr>
              <a:t>Una diferencia</a:t>
            </a:r>
            <a:endParaRPr lang="en-US" sz="2000" dirty="0"/>
          </a:p>
        </p:txBody>
      </p:sp>
      <p:sp>
        <p:nvSpPr>
          <p:cNvPr id="10" name="Text 8"/>
          <p:cNvSpPr txBox="1"/>
          <p:nvPr/>
        </p:nvSpPr>
        <p:spPr>
          <a:xfrm>
            <a:off x="6483096" y="2651760"/>
            <a:ext cx="4928616" cy="914400"/>
          </a:xfrm>
          <a:prstGeom prst="rect">
            <a:avLst/>
          </a:prstGeom>
          <a:noFill/>
          <a:ln/>
        </p:spPr>
        <p:txBody>
          <a:bodyPr wrap="square" lIns="0" tIns="0" rIns="0" bIns="0" rtlCol="0" anchor="ctr">
            <a:normAutofit/>
          </a:bodyPr>
          <a:lstStyle/>
          <a:p>
            <a:pPr marL="0" indent="0" eaLnBrk="1">
              <a:buNone/>
            </a:pPr>
            <a:r>
              <a:rPr lang="ko-KR" altLang="en-US" sz="2500" b="1" dirty="0">
                <a:solidFill>
                  <a:srgbClr val="4236F6"/>
                </a:solidFill>
                <a:latin typeface="Malgun Gothic" pitchFamily="34" charset="0"/>
                <a:ea typeface="Malgun Gothic" pitchFamily="34" charset="-122"/>
                <a:cs typeface="Malgun Gothic" pitchFamily="34" charset="-120"/>
              </a:rPr>
              <a:t>___는</a:t>
            </a:r>
            <a:r>
              <a:rPr lang="en-US" sz="2500" b="1" dirty="0">
                <a:solidFill>
                  <a:srgbClr val="4236F6"/>
                </a:solidFill>
              </a:rPr>
              <a:t>/</a:t>
            </a:r>
            <a:r>
              <a:rPr lang="ko-KR" altLang="en-US" sz="2500" b="1" dirty="0">
                <a:solidFill>
                  <a:srgbClr val="4236F6"/>
                </a:solidFill>
                <a:latin typeface="Malgun Gothic" pitchFamily="34" charset="0"/>
                <a:ea typeface="Malgun Gothic" pitchFamily="34" charset="-122"/>
                <a:cs typeface="Malgun Gothic" pitchFamily="34" charset="-120"/>
              </a:rPr>
              <a:t>은 </a:t>
            </a:r>
            <a:r>
              <a:rPr lang="en-US" sz="2500" b="1" dirty="0">
                <a:solidFill>
                  <a:srgbClr val="4236F6"/>
                </a:solidFill>
              </a:rPr>
              <a:t>___</a:t>
            </a:r>
            <a:r>
              <a:rPr lang="ko-KR" altLang="en-US" sz="2500" b="1" dirty="0">
                <a:solidFill>
                  <a:srgbClr val="4236F6"/>
                </a:solidFill>
                <a:latin typeface="Malgun Gothic" pitchFamily="34" charset="0"/>
                <a:ea typeface="Malgun Gothic" pitchFamily="34" charset="-122"/>
                <a:cs typeface="Malgun Gothic" pitchFamily="34" charset="-120"/>
              </a:rPr>
              <a:t>을</a:t>
            </a:r>
            <a:r>
              <a:rPr lang="en-US" sz="2500" b="1" dirty="0">
                <a:solidFill>
                  <a:srgbClr val="4236F6"/>
                </a:solidFill>
              </a:rPr>
              <a:t>/</a:t>
            </a:r>
            <a:r>
              <a:rPr lang="ko-KR" altLang="en-US" sz="2500" b="1" dirty="0">
                <a:solidFill>
                  <a:srgbClr val="4236F6"/>
                </a:solidFill>
                <a:latin typeface="Malgun Gothic" pitchFamily="34" charset="0"/>
                <a:ea typeface="Malgun Gothic" pitchFamily="34" charset="-122"/>
                <a:cs typeface="Malgun Gothic" pitchFamily="34" charset="-120"/>
              </a:rPr>
              <a:t>를 좋아해요</a:t>
            </a:r>
            <a:r>
              <a:rPr lang="en-US" sz="2500" b="1" dirty="0">
                <a:solidFill>
                  <a:srgbClr val="4236F6"/>
                </a:solidFill>
              </a:rPr>
              <a:t>.</a:t>
            </a:r>
            <a:endParaRPr lang="en-US" sz="2500" dirty="0"/>
          </a:p>
          <a:p>
            <a:pPr marL="0" indent="0" eaLnBrk="1">
              <a:buNone/>
            </a:pPr>
            <a:r>
              <a:rPr lang="ko-KR" altLang="en-US" sz="2500" b="1" dirty="0">
                <a:solidFill>
                  <a:srgbClr val="4236F6"/>
                </a:solidFill>
                <a:latin typeface="Malgun Gothic" pitchFamily="34" charset="0"/>
                <a:ea typeface="Malgun Gothic" pitchFamily="34" charset="-122"/>
                <a:cs typeface="Malgun Gothic" pitchFamily="34" charset="-120"/>
              </a:rPr>
              <a:t>저는 </a:t>
            </a:r>
            <a:r>
              <a:rPr lang="en-US" sz="2500" b="1" dirty="0">
                <a:solidFill>
                  <a:srgbClr val="4236F6"/>
                </a:solidFill>
              </a:rPr>
              <a:t>___</a:t>
            </a:r>
            <a:r>
              <a:rPr lang="ko-KR" altLang="en-US" sz="2500" b="1" dirty="0">
                <a:solidFill>
                  <a:srgbClr val="4236F6"/>
                </a:solidFill>
                <a:latin typeface="Malgun Gothic" pitchFamily="34" charset="0"/>
                <a:ea typeface="Malgun Gothic" pitchFamily="34" charset="-122"/>
                <a:cs typeface="Malgun Gothic" pitchFamily="34" charset="-120"/>
              </a:rPr>
              <a:t>을</a:t>
            </a:r>
            <a:r>
              <a:rPr lang="en-US" sz="2500" b="1" dirty="0">
                <a:solidFill>
                  <a:srgbClr val="4236F6"/>
                </a:solidFill>
              </a:rPr>
              <a:t>/</a:t>
            </a:r>
            <a:r>
              <a:rPr lang="ko-KR" altLang="en-US" sz="2500" b="1" dirty="0">
                <a:solidFill>
                  <a:srgbClr val="4236F6"/>
                </a:solidFill>
                <a:latin typeface="Malgun Gothic" pitchFamily="34" charset="0"/>
                <a:ea typeface="Malgun Gothic" pitchFamily="34" charset="-122"/>
                <a:cs typeface="Malgun Gothic" pitchFamily="34" charset="-120"/>
              </a:rPr>
              <a:t>를 안 좋아해요</a:t>
            </a:r>
            <a:r>
              <a:rPr lang="en-US" sz="2500" b="1" dirty="0">
                <a:solidFill>
                  <a:srgbClr val="4236F6"/>
                </a:solidFill>
              </a:rPr>
              <a:t>.</a:t>
            </a:r>
            <a:endParaRPr lang="en-US" sz="2500" dirty="0"/>
          </a:p>
        </p:txBody>
      </p:sp>
      <p:sp>
        <p:nvSpPr>
          <p:cNvPr id="11" name="lista"/>
          <p:cNvSpPr txBox="1"/>
          <p:nvPr/>
        </p:nvSpPr>
        <p:spPr>
          <a:xfrm>
            <a:off x="6437376" y="3657600"/>
            <a:ext cx="5020056" cy="2377440"/>
          </a:xfrm>
          <a:prstGeom prst="rect">
            <a:avLst/>
          </a:prstGeom>
          <a:noFill/>
          <a:ln/>
        </p:spPr>
        <p:txBody>
          <a:bodyPr wrap="square" lIns="50800" tIns="25400" rIns="50800" bIns="50800" rtlCol="0" anchor="t">
            <a:normAutofit/>
          </a:bodyPr>
          <a:lstStyle/>
          <a:p>
            <a:pPr marL="228600" indent="-228600" eaLnBrk="1">
              <a:spcAft>
                <a:spcPts val="800"/>
              </a:spcAft>
              <a:buSzPct val="100000"/>
              <a:buChar char="•"/>
            </a:pPr>
            <a:r>
              <a:rPr lang="ko-KR" altLang="en-US" sz="2000" dirty="0">
                <a:solidFill>
                  <a:srgbClr val="14142B"/>
                </a:solidFill>
                <a:latin typeface="Malgun Gothic" pitchFamily="34" charset="0"/>
                <a:ea typeface="Malgun Gothic" pitchFamily="34" charset="-122"/>
                <a:cs typeface="Malgun Gothic" pitchFamily="34" charset="-120"/>
              </a:rPr>
              <a:t>마르코는 김치를 좋아해요</a:t>
            </a:r>
            <a:r>
              <a:rPr lang="en-US" sz="2000" dirty="0">
                <a:solidFill>
                  <a:srgbClr val="14142B"/>
                </a:solidFill>
              </a:rPr>
              <a:t>. </a:t>
            </a:r>
            <a:r>
              <a:rPr lang="ko-KR" altLang="en-US" sz="2000" dirty="0">
                <a:solidFill>
                  <a:srgbClr val="14142B"/>
                </a:solidFill>
                <a:latin typeface="Malgun Gothic" pitchFamily="34" charset="0"/>
                <a:ea typeface="Malgun Gothic" pitchFamily="34" charset="-122"/>
                <a:cs typeface="Malgun Gothic" pitchFamily="34" charset="-120"/>
              </a:rPr>
              <a:t>저는 김치를 안 좋아해요</a:t>
            </a:r>
            <a:r>
              <a:rPr lang="en-US" sz="2000" dirty="0">
                <a:solidFill>
                  <a:srgbClr val="14142B"/>
                </a:solidFill>
              </a:rPr>
              <a:t>.</a:t>
            </a:r>
            <a:endParaRPr lang="en-US" sz="2000" dirty="0"/>
          </a:p>
          <a:p>
            <a:pPr marL="228600" indent="-228600" eaLnBrk="1">
              <a:spcAft>
                <a:spcPts val="800"/>
              </a:spcAft>
              <a:buSzPct val="100000"/>
              <a:buChar char="•"/>
            </a:pPr>
            <a:r>
              <a:rPr lang="en-US" sz="2000" dirty="0">
                <a:solidFill>
                  <a:srgbClr val="14142B"/>
                </a:solidFill>
              </a:rPr>
              <a:t>A Marco le gusta el kimchi. A mí no me gusta.</a:t>
            </a:r>
            <a:endParaRPr lang="en-US" sz="20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wrap="square">
            <a:normAutofit/>
          </a:bodyPr>
          <a:lstStyle>
            <a:lvl1pPr>
              <a:defRPr sz="1000">
                <a:solidFill>
                  <a:srgbClr val="8A8DA0"/>
                </a:solidFill>
              </a:defRPr>
            </a:lvl1pPr>
          </a:lstStyle>
          <a:p>
            <a:pPr algn="r" eaLnBrk="1"/>
            <a:fld id="{F7021451-1387-4CA6-816F-3879F97B5CBC}" type="slidenum">
              <a:rPr lang="en-US" b="0"/>
              <a:pPr algn="r" eaLnBrk="1"/>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0241280" cy="822960"/>
          </a:xfrm>
          <a:prstGeom prst="rect">
            <a:avLst/>
          </a:prstGeom>
          <a:noFill/>
          <a:ln/>
        </p:spPr>
        <p:txBody>
          <a:bodyPr wrap="square" lIns="0" tIns="0" rIns="0" bIns="0" rtlCol="0" anchor="ctr"/>
          <a:lstStyle/>
          <a:p>
            <a:pPr marL="0" indent="0" eaLnBrk="1">
              <a:buNone/>
            </a:pPr>
            <a:r>
              <a:rPr lang="en-US" sz="3000" b="1" dirty="0">
                <a:solidFill>
                  <a:srgbClr val="003478"/>
                </a:solidFill>
              </a:rPr>
              <a:t>Yo en coreano · qué cuentas</a:t>
            </a:r>
            <a:r>
              <a:rPr lang="en-US" sz="1500" b="1" i="1" dirty="0">
                <a:solidFill>
                  <a:srgbClr val="8A8DA0"/>
                </a:solidFill>
              </a:rPr>
              <a:t>   Me in Korean · what you tell</a:t>
            </a:r>
            <a:endParaRPr lang="en-US" sz="3000" dirty="0"/>
          </a:p>
        </p:txBody>
      </p:sp>
      <p:sp>
        <p:nvSpPr>
          <p:cNvPr id="3" name="Text 1"/>
          <p:cNvSpPr txBox="1"/>
          <p:nvPr/>
        </p:nvSpPr>
        <p:spPr>
          <a:xfrm>
            <a:off x="548640" y="1325880"/>
            <a:ext cx="11091672" cy="457200"/>
          </a:xfrm>
          <a:prstGeom prst="rect">
            <a:avLst/>
          </a:prstGeom>
          <a:noFill/>
          <a:ln/>
        </p:spPr>
        <p:txBody>
          <a:bodyPr wrap="square" lIns="0" tIns="0" rIns="0" bIns="0" rtlCol="0" anchor="ctr">
            <a:normAutofit/>
          </a:bodyPr>
          <a:lstStyle/>
          <a:p>
            <a:pPr marL="0" indent="0" eaLnBrk="1">
              <a:buNone/>
            </a:pPr>
            <a:r>
              <a:rPr lang="en-US" sz="1800" i="1" dirty="0">
                <a:solidFill>
                  <a:srgbClr val="4236F6"/>
                </a:solidFill>
              </a:rPr>
              <a:t>1 a 2 minutos, sin leer</a:t>
            </a:r>
            <a:endParaRPr lang="en-US" sz="1800" dirty="0"/>
          </a:p>
        </p:txBody>
      </p:sp>
      <p:graphicFrame>
        <p:nvGraphicFramePr>
          <p:cNvPr id="15" name="tabla"/>
          <p:cNvGraphicFramePr>
            <a:graphicFrameLocks noGrp="1"/>
          </p:cNvGraphicFramePr>
          <p:nvPr>
            <p:extLst>
              <p:ext uri="{D42A27DB-BD31-4B8C-83A1-F6EECF244321}">
                <p14:modId xmlns:p14="http://schemas.microsoft.com/office/powerpoint/2010/main" val="6028992"/>
              </p:ext>
            </p:extLst>
          </p:nvPr>
        </p:nvGraphicFramePr>
        <p:xfrm>
          <a:off x="548640" y="1874520"/>
          <a:ext cx="11091672" cy="914400"/>
        </p:xfrm>
        <a:graphic>
          <a:graphicData uri="http://schemas.openxmlformats.org/drawingml/2006/table">
            <a:tbl>
              <a:tblPr/>
              <a:tblGrid>
                <a:gridCol w="3697224">
                  <a:extLst>
                    <a:ext uri="{9D8B030D-6E8A-4147-A177-3AD203B41FA5}">
                      <a16:colId xmlns:a16="http://schemas.microsoft.com/office/drawing/2014/main" val="20000"/>
                    </a:ext>
                  </a:extLst>
                </a:gridCol>
                <a:gridCol w="3697224">
                  <a:extLst>
                    <a:ext uri="{9D8B030D-6E8A-4147-A177-3AD203B41FA5}">
                      <a16:colId xmlns:a16="http://schemas.microsoft.com/office/drawing/2014/main" val="20001"/>
                    </a:ext>
                  </a:extLst>
                </a:gridCol>
                <a:gridCol w="3697224">
                  <a:extLst>
                    <a:ext uri="{9D8B030D-6E8A-4147-A177-3AD203B41FA5}">
                      <a16:colId xmlns:a16="http://schemas.microsoft.com/office/drawing/2014/main" val="20002"/>
                    </a:ext>
                  </a:extLst>
                </a:gridCol>
              </a:tblGrid>
              <a:tr h="0">
                <a:tc>
                  <a:txBody>
                    <a:bodyPr/>
                    <a:lstStyle/>
                    <a:p>
                      <a:pPr marL="0" indent="0" eaLnBrk="1">
                        <a:buNone/>
                      </a:pPr>
                      <a:r>
                        <a:rPr lang="en-US" sz="1500" b="1" dirty="0">
                          <a:solidFill>
                            <a:srgbClr val="FFFFFF"/>
                          </a:solidFill>
                        </a:rPr>
                        <a:t>#</a:t>
                      </a:r>
                      <a:endParaRPr lang="en-US" sz="15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003478"/>
                    </a:solidFill>
                  </a:tcPr>
                </a:tc>
                <a:tc>
                  <a:txBody>
                    <a:bodyPr/>
                    <a:lstStyle/>
                    <a:p>
                      <a:pPr marL="0" indent="0" eaLnBrk="1">
                        <a:buNone/>
                      </a:pPr>
                      <a:r>
                        <a:rPr lang="en-US" sz="1500" b="1" dirty="0">
                          <a:solidFill>
                            <a:srgbClr val="FFFFFF"/>
                          </a:solidFill>
                        </a:rPr>
                        <a:t>Bloque</a:t>
                      </a:r>
                      <a:endParaRPr lang="en-US" sz="15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003478"/>
                    </a:solidFill>
                  </a:tcPr>
                </a:tc>
                <a:tc>
                  <a:txBody>
                    <a:bodyPr/>
                    <a:lstStyle/>
                    <a:p>
                      <a:pPr marL="0" indent="0" eaLnBrk="1">
                        <a:buNone/>
                      </a:pPr>
                      <a:r>
                        <a:rPr lang="en-US" sz="1500" b="1" dirty="0">
                          <a:solidFill>
                            <a:srgbClr val="FFFFFF"/>
                          </a:solidFill>
                        </a:rPr>
                        <a:t>Qué cuentas</a:t>
                      </a:r>
                      <a:endParaRPr lang="en-US" sz="15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003478"/>
                    </a:solidFill>
                  </a:tcPr>
                </a:tc>
                <a:extLst>
                  <a:ext uri="{0D108BD9-81ED-4DB2-BD59-A6C34878D82A}">
                    <a16:rowId xmlns:a16="http://schemas.microsoft.com/office/drawing/2014/main" val="10000"/>
                  </a:ext>
                </a:extLst>
              </a:tr>
              <a:tr h="0">
                <a:tc>
                  <a:txBody>
                    <a:bodyPr/>
                    <a:lstStyle/>
                    <a:p>
                      <a:pPr marL="0" indent="0" eaLnBrk="1">
                        <a:buNone/>
                      </a:pPr>
                      <a:r>
                        <a:rPr lang="en-US" sz="1500" dirty="0">
                          <a:solidFill>
                            <a:srgbClr val="14142B"/>
                          </a:solidFill>
                        </a:rPr>
                        <a:t>1</a:t>
                      </a:r>
                      <a:endParaRPr lang="en-US" sz="15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tc>
                  <a:txBody>
                    <a:bodyPr/>
                    <a:lstStyle/>
                    <a:p>
                      <a:pPr marL="0" indent="0" eaLnBrk="1">
                        <a:buNone/>
                      </a:pPr>
                      <a:r>
                        <a:rPr lang="en-US" sz="1500" dirty="0">
                          <a:solidFill>
                            <a:srgbClr val="14142B"/>
                          </a:solidFill>
                        </a:rPr>
                        <a:t>Saludo y quién eres</a:t>
                      </a:r>
                      <a:endParaRPr lang="en-US" sz="15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tc>
                  <a:txBody>
                    <a:bodyPr/>
                    <a:lstStyle/>
                    <a:p>
                      <a:pPr marL="0" indent="0" eaLnBrk="1">
                        <a:buNone/>
                      </a:pPr>
                      <a:r>
                        <a:rPr lang="en-US" sz="1500" dirty="0">
                          <a:solidFill>
                            <a:srgbClr val="14142B"/>
                          </a:solidFill>
                        </a:rPr>
                        <a:t>Tu nombre, tu país y a qué te dedicas</a:t>
                      </a:r>
                      <a:endParaRPr lang="en-US" sz="15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extLst>
                  <a:ext uri="{0D108BD9-81ED-4DB2-BD59-A6C34878D82A}">
                    <a16:rowId xmlns:a16="http://schemas.microsoft.com/office/drawing/2014/main" val="10001"/>
                  </a:ext>
                </a:extLst>
              </a:tr>
              <a:tr h="0">
                <a:tc>
                  <a:txBody>
                    <a:bodyPr/>
                    <a:lstStyle/>
                    <a:p>
                      <a:pPr marL="0" indent="0" eaLnBrk="1">
                        <a:buNone/>
                      </a:pPr>
                      <a:r>
                        <a:rPr lang="en-US" sz="1500" dirty="0">
                          <a:solidFill>
                            <a:srgbClr val="14142B"/>
                          </a:solidFill>
                        </a:rPr>
                        <a:t>2</a:t>
                      </a:r>
                      <a:endParaRPr lang="en-US" sz="15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tc>
                  <a:txBody>
                    <a:bodyPr/>
                    <a:lstStyle/>
                    <a:p>
                      <a:pPr marL="0" indent="0" eaLnBrk="1">
                        <a:buNone/>
                      </a:pPr>
                      <a:r>
                        <a:rPr lang="en-US" sz="1500" dirty="0">
                          <a:solidFill>
                            <a:srgbClr val="14142B"/>
                          </a:solidFill>
                        </a:rPr>
                        <a:t>Tu familia</a:t>
                      </a:r>
                      <a:endParaRPr lang="en-US" sz="15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tc>
                  <a:txBody>
                    <a:bodyPr/>
                    <a:lstStyle/>
                    <a:p>
                      <a:pPr marL="0" indent="0" eaLnBrk="1">
                        <a:buNone/>
                      </a:pPr>
                      <a:r>
                        <a:rPr lang="en-US" sz="1500" dirty="0">
                          <a:solidFill>
                            <a:srgbClr val="14142B"/>
                          </a:solidFill>
                        </a:rPr>
                        <a:t>Cuántos son y 2 o 3 personas (si quieres, con una foto)</a:t>
                      </a:r>
                      <a:endParaRPr lang="en-US" sz="15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0">
                <a:tc>
                  <a:txBody>
                    <a:bodyPr/>
                    <a:lstStyle/>
                    <a:p>
                      <a:pPr marL="0" indent="0" eaLnBrk="1">
                        <a:buNone/>
                      </a:pPr>
                      <a:r>
                        <a:rPr lang="en-US" sz="1500" dirty="0">
                          <a:solidFill>
                            <a:srgbClr val="14142B"/>
                          </a:solidFill>
                        </a:rPr>
                        <a:t>3</a:t>
                      </a:r>
                      <a:endParaRPr lang="en-US" sz="15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tc>
                  <a:txBody>
                    <a:bodyPr/>
                    <a:lstStyle/>
                    <a:p>
                      <a:pPr marL="0" indent="0" eaLnBrk="1">
                        <a:buNone/>
                      </a:pPr>
                      <a:r>
                        <a:rPr lang="en-US" sz="1500" dirty="0">
                          <a:solidFill>
                            <a:srgbClr val="14142B"/>
                          </a:solidFill>
                        </a:rPr>
                        <a:t>Dónde vives</a:t>
                      </a:r>
                      <a:endParaRPr lang="en-US" sz="15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tc>
                  <a:txBody>
                    <a:bodyPr/>
                    <a:lstStyle/>
                    <a:p>
                      <a:pPr marL="0" indent="0" eaLnBrk="1">
                        <a:buNone/>
                      </a:pPr>
                      <a:r>
                        <a:rPr lang="en-US" sz="1500" dirty="0">
                          <a:solidFill>
                            <a:srgbClr val="14142B"/>
                          </a:solidFill>
                        </a:rPr>
                        <a:t>Y algo que hay cerca de tu casa</a:t>
                      </a:r>
                      <a:endParaRPr lang="en-US" sz="15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extLst>
                  <a:ext uri="{0D108BD9-81ED-4DB2-BD59-A6C34878D82A}">
                    <a16:rowId xmlns:a16="http://schemas.microsoft.com/office/drawing/2014/main" val="10003"/>
                  </a:ext>
                </a:extLst>
              </a:tr>
              <a:tr h="0">
                <a:tc>
                  <a:txBody>
                    <a:bodyPr/>
                    <a:lstStyle/>
                    <a:p>
                      <a:pPr marL="0" indent="0" eaLnBrk="1">
                        <a:buNone/>
                      </a:pPr>
                      <a:r>
                        <a:rPr lang="en-US" sz="1500" dirty="0">
                          <a:solidFill>
                            <a:srgbClr val="14142B"/>
                          </a:solidFill>
                        </a:rPr>
                        <a:t>4</a:t>
                      </a:r>
                      <a:endParaRPr lang="en-US" sz="15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tc>
                  <a:txBody>
                    <a:bodyPr/>
                    <a:lstStyle/>
                    <a:p>
                      <a:pPr marL="0" indent="0" eaLnBrk="1">
                        <a:buNone/>
                      </a:pPr>
                      <a:r>
                        <a:rPr lang="en-US" sz="1500" dirty="0">
                          <a:solidFill>
                            <a:srgbClr val="14142B"/>
                          </a:solidFill>
                        </a:rPr>
                        <a:t>Tu día</a:t>
                      </a:r>
                      <a:endParaRPr lang="en-US" sz="15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tc>
                  <a:txBody>
                    <a:bodyPr/>
                    <a:lstStyle/>
                    <a:p>
                      <a:pPr marL="0" indent="0" eaLnBrk="1">
                        <a:buNone/>
                      </a:pPr>
                      <a:r>
                        <a:rPr lang="en-US" sz="1500" dirty="0">
                          <a:solidFill>
                            <a:srgbClr val="14142B"/>
                          </a:solidFill>
                        </a:rPr>
                        <a:t>A dónde vas y qué haces (al menos 3 verbos)</a:t>
                      </a:r>
                      <a:endParaRPr lang="en-US" sz="15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0">
                <a:tc>
                  <a:txBody>
                    <a:bodyPr/>
                    <a:lstStyle/>
                    <a:p>
                      <a:pPr marL="0" indent="0" eaLnBrk="1">
                        <a:buNone/>
                      </a:pPr>
                      <a:r>
                        <a:rPr lang="en-US" sz="1500" dirty="0">
                          <a:solidFill>
                            <a:srgbClr val="14142B"/>
                          </a:solidFill>
                        </a:rPr>
                        <a:t>5</a:t>
                      </a:r>
                      <a:endParaRPr lang="en-US" sz="15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tc>
                  <a:txBody>
                    <a:bodyPr/>
                    <a:lstStyle/>
                    <a:p>
                      <a:pPr marL="0" indent="0" eaLnBrk="1">
                        <a:buNone/>
                      </a:pPr>
                      <a:r>
                        <a:rPr lang="en-US" sz="1500" dirty="0">
                          <a:solidFill>
                            <a:srgbClr val="14142B"/>
                          </a:solidFill>
                        </a:rPr>
                        <a:t>Tu pieza</a:t>
                      </a:r>
                      <a:endParaRPr lang="en-US" sz="15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tc>
                  <a:txBody>
                    <a:bodyPr/>
                    <a:lstStyle/>
                    <a:p>
                      <a:pPr marL="0" indent="0" eaLnBrk="1">
                        <a:buNone/>
                      </a:pPr>
                      <a:r>
                        <a:rPr lang="en-US" sz="1500" dirty="0">
                          <a:solidFill>
                            <a:srgbClr val="14142B"/>
                          </a:solidFill>
                        </a:rPr>
                        <a:t>Qué hay y qué no hay</a:t>
                      </a:r>
                      <a:endParaRPr lang="en-US" sz="15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extLst>
                  <a:ext uri="{0D108BD9-81ED-4DB2-BD59-A6C34878D82A}">
                    <a16:rowId xmlns:a16="http://schemas.microsoft.com/office/drawing/2014/main" val="10005"/>
                  </a:ext>
                </a:extLst>
              </a:tr>
              <a:tr h="0">
                <a:tc>
                  <a:txBody>
                    <a:bodyPr/>
                    <a:lstStyle/>
                    <a:p>
                      <a:pPr marL="0" indent="0" eaLnBrk="1">
                        <a:buNone/>
                      </a:pPr>
                      <a:r>
                        <a:rPr lang="en-US" sz="1500" dirty="0">
                          <a:solidFill>
                            <a:srgbClr val="14142B"/>
                          </a:solidFill>
                        </a:rPr>
                        <a:t>6</a:t>
                      </a:r>
                      <a:endParaRPr lang="en-US" sz="15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tc>
                  <a:txBody>
                    <a:bodyPr/>
                    <a:lstStyle/>
                    <a:p>
                      <a:pPr marL="0" indent="0" eaLnBrk="1">
                        <a:buNone/>
                      </a:pPr>
                      <a:r>
                        <a:rPr lang="en-US" sz="1500" dirty="0">
                          <a:solidFill>
                            <a:srgbClr val="14142B"/>
                          </a:solidFill>
                        </a:rPr>
                        <a:t>Tus gustos</a:t>
                      </a:r>
                      <a:endParaRPr lang="en-US" sz="15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tc>
                  <a:txBody>
                    <a:bodyPr/>
                    <a:lstStyle/>
                    <a:p>
                      <a:pPr marL="0" indent="0" eaLnBrk="1">
                        <a:buNone/>
                      </a:pPr>
                      <a:r>
                        <a:rPr lang="en-US" sz="1500" dirty="0">
                          <a:solidFill>
                            <a:srgbClr val="14142B"/>
                          </a:solidFill>
                        </a:rPr>
                        <a:t>Algo que te gusta y algo que no</a:t>
                      </a:r>
                      <a:endParaRPr lang="en-US" sz="15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0">
                <a:tc>
                  <a:txBody>
                    <a:bodyPr/>
                    <a:lstStyle/>
                    <a:p>
                      <a:pPr marL="0" indent="0" eaLnBrk="1">
                        <a:buNone/>
                      </a:pPr>
                      <a:r>
                        <a:rPr lang="en-US" sz="1500" dirty="0">
                          <a:solidFill>
                            <a:srgbClr val="14142B"/>
                          </a:solidFill>
                        </a:rPr>
                        <a:t>7</a:t>
                      </a:r>
                      <a:endParaRPr lang="en-US" sz="15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tc>
                  <a:txBody>
                    <a:bodyPr/>
                    <a:lstStyle/>
                    <a:p>
                      <a:pPr marL="0" indent="0" eaLnBrk="1">
                        <a:buNone/>
                      </a:pPr>
                      <a:r>
                        <a:rPr lang="en-US" sz="1500" dirty="0">
                          <a:solidFill>
                            <a:srgbClr val="14142B"/>
                          </a:solidFill>
                        </a:rPr>
                        <a:t>Cierre</a:t>
                      </a:r>
                      <a:endParaRPr lang="en-US" sz="15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tc>
                  <a:txBody>
                    <a:bodyPr/>
                    <a:lstStyle/>
                    <a:p>
                      <a:pPr marL="0" indent="0" eaLnBrk="1">
                        <a:buNone/>
                      </a:pPr>
                      <a:r>
                        <a:rPr lang="ko-KR" altLang="en-US" sz="1500" dirty="0">
                          <a:solidFill>
                            <a:srgbClr val="14142B"/>
                          </a:solidFill>
                          <a:latin typeface="Malgun Gothic" pitchFamily="34" charset="0"/>
                          <a:ea typeface="Malgun Gothic" pitchFamily="34" charset="-122"/>
                          <a:cs typeface="Malgun Gothic" pitchFamily="34" charset="-120"/>
                        </a:rPr>
                        <a:t>감사합니다</a:t>
                      </a:r>
                      <a:r>
                        <a:rPr lang="en-US" sz="1500" dirty="0">
                          <a:solidFill>
                            <a:srgbClr val="14142B"/>
                          </a:solidFill>
                        </a:rPr>
                        <a:t>!</a:t>
                      </a:r>
                      <a:endParaRPr lang="en-US" sz="15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extLst>
                  <a:ext uri="{0D108BD9-81ED-4DB2-BD59-A6C34878D82A}">
                    <a16:rowId xmlns:a16="http://schemas.microsoft.com/office/drawing/2014/main" val="10007"/>
                  </a:ext>
                </a:extLst>
              </a:tr>
            </a:tbl>
          </a:graphicData>
        </a:graphic>
      </p:graphicFrame>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wrap="square">
            <a:normAutofit/>
          </a:bodyPr>
          <a:lstStyle>
            <a:lvl1pPr>
              <a:defRPr sz="1000">
                <a:solidFill>
                  <a:srgbClr val="8A8DA0"/>
                </a:solidFill>
              </a:defRPr>
            </a:lvl1pPr>
          </a:lstStyle>
          <a:p>
            <a:pPr algn="r" eaLnBrk="1"/>
            <a:fld id="{F7021451-1387-4CA6-816F-3879F97B5CBC}" type="slidenum">
              <a:rPr lang="en-US" b="0"/>
              <a:pPr algn="r" eaLnBrk="1"/>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0241280" cy="822960"/>
          </a:xfrm>
          <a:prstGeom prst="rect">
            <a:avLst/>
          </a:prstGeom>
          <a:noFill/>
          <a:ln/>
        </p:spPr>
        <p:txBody>
          <a:bodyPr wrap="square" lIns="0" tIns="0" rIns="0" bIns="0" rtlCol="0" anchor="ctr"/>
          <a:lstStyle/>
          <a:p>
            <a:pPr marL="0" indent="0" eaLnBrk="1">
              <a:buNone/>
            </a:pPr>
            <a:r>
              <a:rPr lang="en-US" sz="3000" b="1" dirty="0">
                <a:solidFill>
                  <a:srgbClr val="003478"/>
                </a:solidFill>
              </a:rPr>
              <a:t>Yo en coreano · reglas del día</a:t>
            </a:r>
            <a:r>
              <a:rPr lang="en-US" sz="1500" b="1" i="1" dirty="0">
                <a:solidFill>
                  <a:srgbClr val="8A8DA0"/>
                </a:solidFill>
              </a:rPr>
              <a:t>   Me in Korean · today's rules</a:t>
            </a:r>
            <a:endParaRPr lang="en-US" sz="3000" dirty="0"/>
          </a:p>
        </p:txBody>
      </p:sp>
      <p:sp>
        <p:nvSpPr>
          <p:cNvPr id="3" name="lista"/>
          <p:cNvSpPr txBox="1"/>
          <p:nvPr/>
        </p:nvSpPr>
        <p:spPr>
          <a:xfrm>
            <a:off x="548640" y="1325880"/>
            <a:ext cx="6949440" cy="4846320"/>
          </a:xfrm>
          <a:prstGeom prst="rect">
            <a:avLst/>
          </a:prstGeom>
          <a:noFill/>
          <a:ln/>
        </p:spPr>
        <p:txBody>
          <a:bodyPr wrap="square" lIns="50800" tIns="25400" rIns="50800" bIns="50800" rtlCol="0" anchor="t">
            <a:normAutofit/>
          </a:bodyPr>
          <a:lstStyle/>
          <a:p>
            <a:pPr marL="228600" indent="-228600" eaLnBrk="1">
              <a:spcAft>
                <a:spcPts val="800"/>
              </a:spcAft>
              <a:buSzPct val="100000"/>
              <a:buChar char="•"/>
            </a:pPr>
            <a:r>
              <a:rPr lang="en-US" sz="2000" dirty="0">
                <a:solidFill>
                  <a:srgbClr val="14142B"/>
                </a:solidFill>
              </a:rPr>
              <a:t>2 minutos con la pregunta incluida: tu parte, ≈ 1 minuto y medio</a:t>
            </a:r>
            <a:endParaRPr lang="en-US" sz="2000" dirty="0"/>
          </a:p>
          <a:p>
            <a:pPr marL="228600" indent="-228600" eaLnBrk="1">
              <a:spcAft>
                <a:spcPts val="800"/>
              </a:spcAft>
              <a:buSzPct val="100000"/>
              <a:buChar char="•"/>
            </a:pPr>
            <a:r>
              <a:rPr lang="en-US" sz="2000" dirty="0">
                <a:solidFill>
                  <a:srgbClr val="14142B"/>
                </a:solidFill>
              </a:rPr>
              <a:t>Mano abierta de Kiran = te quedan 30 segundos</a:t>
            </a:r>
            <a:endParaRPr lang="en-US" sz="2000" dirty="0"/>
          </a:p>
          <a:p>
            <a:pPr marL="228600" indent="-228600" eaLnBrk="1">
              <a:spcAft>
                <a:spcPts val="800"/>
              </a:spcAft>
              <a:buSzPct val="100000"/>
              <a:buChar char="•"/>
            </a:pPr>
            <a:r>
              <a:rPr lang="en-US" sz="2000" dirty="0">
                <a:solidFill>
                  <a:srgbClr val="14142B"/>
                </a:solidFill>
              </a:rPr>
              <a:t>Sin leer: hasta 4 fotos o dibujos, a la cámara (nunca el texto)</a:t>
            </a:r>
            <a:endParaRPr lang="en-US" sz="2000" dirty="0"/>
          </a:p>
          <a:p>
            <a:pPr marL="228600" indent="-228600" eaLnBrk="1">
              <a:spcAft>
                <a:spcPts val="800"/>
              </a:spcAft>
              <a:buSzPct val="100000"/>
              <a:buChar char="•"/>
            </a:pPr>
            <a:r>
              <a:rPr lang="en-US" sz="2000" dirty="0">
                <a:solidFill>
                  <a:srgbClr val="14142B"/>
                </a:solidFill>
              </a:rPr>
              <a:t>Cámara encendida</a:t>
            </a:r>
            <a:endParaRPr lang="en-US" sz="2000" dirty="0"/>
          </a:p>
          <a:p>
            <a:pPr marL="228600" indent="-228600" eaLnBrk="1">
              <a:spcAft>
                <a:spcPts val="800"/>
              </a:spcAft>
              <a:buSzPct val="100000"/>
              <a:buChar char="•"/>
            </a:pPr>
            <a:r>
              <a:rPr lang="en-US" sz="2000" dirty="0">
                <a:solidFill>
                  <a:srgbClr val="14142B"/>
                </a:solidFill>
              </a:rPr>
              <a:t>Te pregunta quien viene después de ti (al último, el primero)</a:t>
            </a:r>
            <a:endParaRPr lang="en-US" sz="2000" dirty="0"/>
          </a:p>
          <a:p>
            <a:pPr marL="228600" indent="-228600" eaLnBrk="1">
              <a:spcAft>
                <a:spcPts val="800"/>
              </a:spcAft>
              <a:buSzPct val="100000"/>
              <a:buChar char="•"/>
            </a:pPr>
            <a:r>
              <a:rPr lang="ko-KR" altLang="en-US" sz="2000" dirty="0">
                <a:solidFill>
                  <a:srgbClr val="14142B"/>
                </a:solidFill>
                <a:latin typeface="Malgun Gothic" pitchFamily="34" charset="0"/>
                <a:ea typeface="Malgun Gothic" pitchFamily="34" charset="-122"/>
                <a:cs typeface="Malgun Gothic" pitchFamily="34" charset="-120"/>
              </a:rPr>
              <a:t>Hablar lento no baja la nota · ¿No entendiste? Di 네</a:t>
            </a:r>
            <a:r>
              <a:rPr lang="en-US" sz="2000" dirty="0">
                <a:solidFill>
                  <a:srgbClr val="14142B"/>
                </a:solidFill>
              </a:rPr>
              <a:t>? y te la repiten</a:t>
            </a:r>
            <a:endParaRPr lang="en-US" sz="2000" dirty="0"/>
          </a:p>
        </p:txBody>
      </p:sp>
      <p:sp>
        <p:nvSpPr>
          <p:cNvPr id="4" name="panel"/>
          <p:cNvSpPr/>
          <p:nvPr/>
        </p:nvSpPr>
        <p:spPr>
          <a:xfrm>
            <a:off x="8001000" y="1417320"/>
            <a:ext cx="3611880" cy="4480560"/>
          </a:xfrm>
          <a:prstGeom prst="roundRect">
            <a:avLst>
              <a:gd name="adj" fmla="val 6329"/>
            </a:avLst>
          </a:prstGeom>
          <a:solidFill>
            <a:srgbClr val="F1F0FE"/>
          </a:solidFill>
          <a:ln w="12700">
            <a:solidFill>
              <a:srgbClr val="F1F0FE"/>
            </a:solidFill>
            <a:prstDash val="solid"/>
          </a:ln>
        </p:spPr>
      </p:sp>
      <p:pic>
        <p:nvPicPr>
          <p:cNvPr id="5" name="sello" descr="C:/Users/Chingu/Desktop/ACADEMIASEULWEB/public/email/sello-azul.png"/>
          <p:cNvPicPr>
            <a:picLocks noChangeAspect="1"/>
          </p:cNvPicPr>
          <p:nvPr/>
        </p:nvPicPr>
        <p:blipFill>
          <a:blip r:embed="rId3"/>
          <a:stretch>
            <a:fillRect/>
          </a:stretch>
        </p:blipFill>
        <p:spPr>
          <a:xfrm>
            <a:off x="9052560" y="2926080"/>
            <a:ext cx="1508760" cy="1508760"/>
          </a:xfrm>
          <a:prstGeom prst="rect">
            <a:avLst/>
          </a:prstGeom>
        </p:spPr>
      </p:pic>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wrap="square">
            <a:normAutofit/>
          </a:bodyPr>
          <a:lstStyle>
            <a:lvl1pPr>
              <a:defRPr sz="1000">
                <a:solidFill>
                  <a:srgbClr val="8A8DA0"/>
                </a:solidFill>
              </a:defRPr>
            </a:lvl1pPr>
          </a:lstStyle>
          <a:p>
            <a:pPr algn="r" eaLnBrk="1"/>
            <a:fld id="{F7021451-1387-4CA6-816F-3879F97B5CBC}" type="slidenum">
              <a:rPr lang="en-US" b="0"/>
              <a:pPr algn="r" eaLnBrk="1"/>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0241280" cy="822960"/>
          </a:xfrm>
          <a:prstGeom prst="rect">
            <a:avLst/>
          </a:prstGeom>
          <a:noFill/>
          <a:ln/>
        </p:spPr>
        <p:txBody>
          <a:bodyPr wrap="square" lIns="0" tIns="0" rIns="0" bIns="0" rtlCol="0" anchor="ctr"/>
          <a:lstStyle/>
          <a:p>
            <a:pPr marL="0" indent="0" eaLnBrk="1">
              <a:buNone/>
            </a:pPr>
            <a:r>
              <a:rPr lang="en-US" sz="3000" b="1" dirty="0">
                <a:solidFill>
                  <a:srgbClr val="003478"/>
                </a:solidFill>
              </a:rPr>
              <a:t>Preguntas para tu compañero</a:t>
            </a:r>
            <a:r>
              <a:rPr lang="en-US" sz="1500" b="1" i="1" dirty="0">
                <a:solidFill>
                  <a:srgbClr val="8A8DA0"/>
                </a:solidFill>
              </a:rPr>
              <a:t>   Questions for your classmate</a:t>
            </a:r>
            <a:endParaRPr lang="en-US" sz="3000" dirty="0"/>
          </a:p>
        </p:txBody>
      </p:sp>
      <p:sp>
        <p:nvSpPr>
          <p:cNvPr id="3" name="Text 1"/>
          <p:cNvSpPr txBox="1"/>
          <p:nvPr/>
        </p:nvSpPr>
        <p:spPr>
          <a:xfrm>
            <a:off x="548640" y="1325880"/>
            <a:ext cx="11091672" cy="457200"/>
          </a:xfrm>
          <a:prstGeom prst="rect">
            <a:avLst/>
          </a:prstGeom>
          <a:noFill/>
          <a:ln/>
        </p:spPr>
        <p:txBody>
          <a:bodyPr wrap="square" lIns="0" tIns="0" rIns="0" bIns="0" rtlCol="0" anchor="ctr">
            <a:normAutofit/>
          </a:bodyPr>
          <a:lstStyle/>
          <a:p>
            <a:pPr marL="0" indent="0" eaLnBrk="1">
              <a:buNone/>
            </a:pPr>
            <a:r>
              <a:rPr lang="en-US" sz="1800" i="1" dirty="0">
                <a:solidFill>
                  <a:srgbClr val="4236F6"/>
                </a:solidFill>
              </a:rPr>
              <a:t>Elige una o haz la tuya</a:t>
            </a:r>
            <a:endParaRPr lang="en-US" sz="1800" dirty="0"/>
          </a:p>
        </p:txBody>
      </p:sp>
      <p:graphicFrame>
        <p:nvGraphicFramePr>
          <p:cNvPr id="17" name="tabla"/>
          <p:cNvGraphicFramePr>
            <a:graphicFrameLocks noGrp="1"/>
          </p:cNvGraphicFramePr>
          <p:nvPr>
            <p:extLst>
              <p:ext uri="{D42A27DB-BD31-4B8C-83A1-F6EECF244321}">
                <p14:modId xmlns:p14="http://schemas.microsoft.com/office/powerpoint/2010/main" val="3210309603"/>
              </p:ext>
            </p:extLst>
          </p:nvPr>
        </p:nvGraphicFramePr>
        <p:xfrm>
          <a:off x="548640" y="1874520"/>
          <a:ext cx="11091672" cy="914400"/>
        </p:xfrm>
        <a:graphic>
          <a:graphicData uri="http://schemas.openxmlformats.org/drawingml/2006/table">
            <a:tbl>
              <a:tblPr/>
              <a:tblGrid>
                <a:gridCol w="5545836">
                  <a:extLst>
                    <a:ext uri="{9D8B030D-6E8A-4147-A177-3AD203B41FA5}">
                      <a16:colId xmlns:a16="http://schemas.microsoft.com/office/drawing/2014/main" val="20000"/>
                    </a:ext>
                  </a:extLst>
                </a:gridCol>
                <a:gridCol w="5545836">
                  <a:extLst>
                    <a:ext uri="{9D8B030D-6E8A-4147-A177-3AD203B41FA5}">
                      <a16:colId xmlns:a16="http://schemas.microsoft.com/office/drawing/2014/main" val="20001"/>
                    </a:ext>
                  </a:extLst>
                </a:gridCol>
              </a:tblGrid>
              <a:tr h="477520">
                <a:tc>
                  <a:txBody>
                    <a:bodyPr/>
                    <a:lstStyle/>
                    <a:p>
                      <a:pPr marL="0" indent="0" eaLnBrk="1">
                        <a:buNone/>
                      </a:pPr>
                      <a:r>
                        <a:rPr lang="en-US" sz="1600" b="1" dirty="0">
                          <a:solidFill>
                            <a:srgbClr val="FFFFFF"/>
                          </a:solidFill>
                        </a:rPr>
                        <a:t>Pregunta</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003478"/>
                    </a:solidFill>
                  </a:tcPr>
                </a:tc>
                <a:tc>
                  <a:txBody>
                    <a:bodyPr/>
                    <a:lstStyle/>
                    <a:p>
                      <a:pPr marL="0" indent="0" eaLnBrk="1">
                        <a:buNone/>
                      </a:pPr>
                      <a:r>
                        <a:rPr lang="en-US" sz="1600" b="1" dirty="0">
                          <a:solidFill>
                            <a:srgbClr val="FFFFFF"/>
                          </a:solidFill>
                        </a:rPr>
                        <a:t>Español</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003478"/>
                    </a:solidFill>
                  </a:tcPr>
                </a:tc>
                <a:extLst>
                  <a:ext uri="{0D108BD9-81ED-4DB2-BD59-A6C34878D82A}">
                    <a16:rowId xmlns:a16="http://schemas.microsoft.com/office/drawing/2014/main" val="10000"/>
                  </a:ext>
                </a:extLst>
              </a:tr>
              <a:tr h="477520">
                <a:tc>
                  <a:txBody>
                    <a:bodyPr/>
                    <a:lstStyle/>
                    <a:p>
                      <a:pPr marL="0" indent="0" eaLnBrk="1">
                        <a:buNone/>
                      </a:pPr>
                      <a:r>
                        <a:rPr lang="ko-KR" altLang="en-US" sz="1600" dirty="0">
                          <a:solidFill>
                            <a:srgbClr val="14142B"/>
                          </a:solidFill>
                          <a:latin typeface="Malgun Gothic" pitchFamily="34" charset="0"/>
                          <a:ea typeface="Malgun Gothic" pitchFamily="34" charset="-122"/>
                          <a:cs typeface="Malgun Gothic" pitchFamily="34" charset="-120"/>
                        </a:rPr>
                        <a:t>누구예요</a:t>
                      </a:r>
                      <a:r>
                        <a:rPr lang="en-US" sz="1600" dirty="0">
                          <a:solidFill>
                            <a:srgbClr val="14142B"/>
                          </a:solidFill>
                        </a:rPr>
                        <a:t>? (señalando una foto)</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tc>
                  <a:txBody>
                    <a:bodyPr/>
                    <a:lstStyle/>
                    <a:p>
                      <a:pPr marL="0" indent="0" eaLnBrk="1">
                        <a:buNone/>
                      </a:pPr>
                      <a:r>
                        <a:rPr lang="en-US" sz="1600" dirty="0">
                          <a:solidFill>
                            <a:srgbClr val="14142B"/>
                          </a:solidFill>
                        </a:rPr>
                        <a:t>¿Quién es?</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extLst>
                  <a:ext uri="{0D108BD9-81ED-4DB2-BD59-A6C34878D82A}">
                    <a16:rowId xmlns:a16="http://schemas.microsoft.com/office/drawing/2014/main" val="10001"/>
                  </a:ext>
                </a:extLst>
              </a:tr>
              <a:tr h="477520">
                <a:tc>
                  <a:txBody>
                    <a:bodyPr/>
                    <a:lstStyle/>
                    <a:p>
                      <a:pPr marL="0" indent="0" eaLnBrk="1">
                        <a:buNone/>
                      </a:pPr>
                      <a:r>
                        <a:rPr lang="ko-KR" altLang="en-US" sz="1600" dirty="0">
                          <a:solidFill>
                            <a:srgbClr val="14142B"/>
                          </a:solidFill>
                          <a:latin typeface="Malgun Gothic" pitchFamily="34" charset="0"/>
                          <a:ea typeface="Malgun Gothic" pitchFamily="34" charset="-122"/>
                          <a:cs typeface="Malgun Gothic" pitchFamily="34" charset="-120"/>
                        </a:rPr>
                        <a:t>방에 뭐가 있어요</a:t>
                      </a:r>
                      <a:r>
                        <a:rPr lang="en-US" sz="1600" dirty="0">
                          <a:solidFill>
                            <a:srgbClr val="14142B"/>
                          </a:solidFill>
                        </a:rPr>
                        <a:t>?</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tc>
                  <a:txBody>
                    <a:bodyPr/>
                    <a:lstStyle/>
                    <a:p>
                      <a:pPr marL="0" indent="0" eaLnBrk="1">
                        <a:buNone/>
                      </a:pPr>
                      <a:r>
                        <a:rPr lang="en-US" sz="1600" dirty="0">
                          <a:solidFill>
                            <a:srgbClr val="14142B"/>
                          </a:solidFill>
                        </a:rPr>
                        <a:t>¿Qué hay en tu pieza?</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77520">
                <a:tc>
                  <a:txBody>
                    <a:bodyPr/>
                    <a:lstStyle/>
                    <a:p>
                      <a:pPr marL="0" indent="0" eaLnBrk="1">
                        <a:buNone/>
                      </a:pPr>
                      <a:r>
                        <a:rPr lang="ko-KR" altLang="en-US" sz="1600" dirty="0">
                          <a:solidFill>
                            <a:srgbClr val="14142B"/>
                          </a:solidFill>
                          <a:latin typeface="Malgun Gothic" pitchFamily="34" charset="0"/>
                          <a:ea typeface="Malgun Gothic" pitchFamily="34" charset="-122"/>
                          <a:cs typeface="Malgun Gothic" pitchFamily="34" charset="-120"/>
                        </a:rPr>
                        <a:t>매일 뭐 해요</a:t>
                      </a:r>
                      <a:r>
                        <a:rPr lang="en-US" sz="1600" dirty="0">
                          <a:solidFill>
                            <a:srgbClr val="14142B"/>
                          </a:solidFill>
                        </a:rPr>
                        <a:t>?</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tc>
                  <a:txBody>
                    <a:bodyPr/>
                    <a:lstStyle/>
                    <a:p>
                      <a:pPr marL="0" indent="0" eaLnBrk="1">
                        <a:buNone/>
                      </a:pPr>
                      <a:r>
                        <a:rPr lang="en-US" sz="1600" dirty="0">
                          <a:solidFill>
                            <a:srgbClr val="14142B"/>
                          </a:solidFill>
                        </a:rPr>
                        <a:t>¿Qué haces todos los días?</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extLst>
                  <a:ext uri="{0D108BD9-81ED-4DB2-BD59-A6C34878D82A}">
                    <a16:rowId xmlns:a16="http://schemas.microsoft.com/office/drawing/2014/main" val="10003"/>
                  </a:ext>
                </a:extLst>
              </a:tr>
              <a:tr h="477520">
                <a:tc>
                  <a:txBody>
                    <a:bodyPr/>
                    <a:lstStyle/>
                    <a:p>
                      <a:pPr marL="0" indent="0" eaLnBrk="1">
                        <a:buNone/>
                      </a:pPr>
                      <a:r>
                        <a:rPr lang="ko-KR" altLang="en-US" sz="1600" dirty="0">
                          <a:solidFill>
                            <a:srgbClr val="14142B"/>
                          </a:solidFill>
                          <a:latin typeface="Malgun Gothic" pitchFamily="34" charset="0"/>
                          <a:ea typeface="Malgun Gothic" pitchFamily="34" charset="-122"/>
                          <a:cs typeface="Malgun Gothic" pitchFamily="34" charset="-120"/>
                        </a:rPr>
                        <a:t>김치를 좋아해요</a:t>
                      </a:r>
                      <a:r>
                        <a:rPr lang="en-US" sz="1600" dirty="0">
                          <a:solidFill>
                            <a:srgbClr val="14142B"/>
                          </a:solidFill>
                        </a:rPr>
                        <a:t>? / ___</a:t>
                      </a:r>
                      <a:r>
                        <a:rPr lang="ko-KR" altLang="en-US" sz="1600" dirty="0">
                          <a:solidFill>
                            <a:srgbClr val="14142B"/>
                          </a:solidFill>
                          <a:latin typeface="Malgun Gothic" pitchFamily="34" charset="0"/>
                          <a:ea typeface="Malgun Gothic" pitchFamily="34" charset="-122"/>
                          <a:cs typeface="Malgun Gothic" pitchFamily="34" charset="-120"/>
                        </a:rPr>
                        <a:t>을</a:t>
                      </a:r>
                      <a:r>
                        <a:rPr lang="en-US" sz="1600" dirty="0">
                          <a:solidFill>
                            <a:srgbClr val="14142B"/>
                          </a:solidFill>
                        </a:rPr>
                        <a:t>/</a:t>
                      </a:r>
                      <a:r>
                        <a:rPr lang="ko-KR" altLang="en-US" sz="1600" dirty="0">
                          <a:solidFill>
                            <a:srgbClr val="14142B"/>
                          </a:solidFill>
                          <a:latin typeface="Malgun Gothic" pitchFamily="34" charset="0"/>
                          <a:ea typeface="Malgun Gothic" pitchFamily="34" charset="-122"/>
                          <a:cs typeface="Malgun Gothic" pitchFamily="34" charset="-120"/>
                        </a:rPr>
                        <a:t>를 좋아해요</a:t>
                      </a:r>
                      <a:r>
                        <a:rPr lang="en-US" sz="1600" dirty="0">
                          <a:solidFill>
                            <a:srgbClr val="14142B"/>
                          </a:solidFill>
                        </a:rPr>
                        <a:t>?</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tc>
                  <a:txBody>
                    <a:bodyPr/>
                    <a:lstStyle/>
                    <a:p>
                      <a:pPr marL="0" indent="0" eaLnBrk="1">
                        <a:buNone/>
                      </a:pPr>
                      <a:r>
                        <a:rPr lang="en-US" sz="1600" dirty="0">
                          <a:solidFill>
                            <a:srgbClr val="14142B"/>
                          </a:solidFill>
                        </a:rPr>
                        <a:t>¿Te gusta el kimchi? / ¿Te gusta ___?</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77520">
                <a:tc>
                  <a:txBody>
                    <a:bodyPr/>
                    <a:lstStyle/>
                    <a:p>
                      <a:pPr marL="0" indent="0" eaLnBrk="1">
                        <a:buNone/>
                      </a:pPr>
                      <a:r>
                        <a:rPr lang="ko-KR" altLang="en-US" sz="1600" dirty="0">
                          <a:solidFill>
                            <a:srgbClr val="14142B"/>
                          </a:solidFill>
                          <a:latin typeface="Malgun Gothic" pitchFamily="34" charset="0"/>
                          <a:ea typeface="Malgun Gothic" pitchFamily="34" charset="-122"/>
                          <a:cs typeface="Malgun Gothic" pitchFamily="34" charset="-120"/>
                        </a:rPr>
                        <a:t>뭘 좋아해요</a:t>
                      </a:r>
                      <a:r>
                        <a:rPr lang="en-US" sz="1600" dirty="0">
                          <a:solidFill>
                            <a:srgbClr val="14142B"/>
                          </a:solidFill>
                        </a:rPr>
                        <a:t>?</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tc>
                  <a:txBody>
                    <a:bodyPr/>
                    <a:lstStyle/>
                    <a:p>
                      <a:pPr marL="0" indent="0" eaLnBrk="1">
                        <a:buNone/>
                      </a:pPr>
                      <a:r>
                        <a:rPr lang="en-US" sz="1600" dirty="0">
                          <a:solidFill>
                            <a:srgbClr val="14142B"/>
                          </a:solidFill>
                        </a:rPr>
                        <a:t>¿Qué te gusta?</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extLst>
                  <a:ext uri="{0D108BD9-81ED-4DB2-BD59-A6C34878D82A}">
                    <a16:rowId xmlns:a16="http://schemas.microsoft.com/office/drawing/2014/main" val="10005"/>
                  </a:ext>
                </a:extLst>
              </a:tr>
              <a:tr h="477520">
                <a:tc>
                  <a:txBody>
                    <a:bodyPr/>
                    <a:lstStyle/>
                    <a:p>
                      <a:pPr marL="0" indent="0" eaLnBrk="1">
                        <a:buNone/>
                      </a:pPr>
                      <a:r>
                        <a:rPr lang="ko-KR" altLang="en-US" sz="1600" dirty="0">
                          <a:solidFill>
                            <a:srgbClr val="14142B"/>
                          </a:solidFill>
                          <a:latin typeface="Malgun Gothic" pitchFamily="34" charset="0"/>
                          <a:ea typeface="Malgun Gothic" pitchFamily="34" charset="-122"/>
                          <a:cs typeface="Malgun Gothic" pitchFamily="34" charset="-120"/>
                        </a:rPr>
                        <a:t>집이 어디예요</a:t>
                      </a:r>
                      <a:r>
                        <a:rPr lang="en-US" sz="1600" dirty="0">
                          <a:solidFill>
                            <a:srgbClr val="14142B"/>
                          </a:solidFill>
                        </a:rPr>
                        <a:t>?</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tc>
                  <a:txBody>
                    <a:bodyPr/>
                    <a:lstStyle/>
                    <a:p>
                      <a:pPr marL="0" indent="0" eaLnBrk="1">
                        <a:buNone/>
                      </a:pPr>
                      <a:r>
                        <a:rPr lang="en-US" sz="1600" dirty="0">
                          <a:solidFill>
                            <a:srgbClr val="14142B"/>
                          </a:solidFill>
                        </a:rPr>
                        <a:t>¿Dónde está tu casa?</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77520">
                <a:tc>
                  <a:txBody>
                    <a:bodyPr/>
                    <a:lstStyle/>
                    <a:p>
                      <a:pPr marL="0" indent="0" eaLnBrk="1">
                        <a:buNone/>
                      </a:pPr>
                      <a:r>
                        <a:rPr lang="ko-KR" altLang="en-US" sz="1600" dirty="0">
                          <a:solidFill>
                            <a:srgbClr val="14142B"/>
                          </a:solidFill>
                          <a:latin typeface="Malgun Gothic" pitchFamily="34" charset="0"/>
                          <a:ea typeface="Malgun Gothic" pitchFamily="34" charset="-122"/>
                          <a:cs typeface="Malgun Gothic" pitchFamily="34" charset="-120"/>
                        </a:rPr>
                        <a:t>어느 나라 사람이에요</a:t>
                      </a:r>
                      <a:r>
                        <a:rPr lang="en-US" sz="1600" dirty="0">
                          <a:solidFill>
                            <a:srgbClr val="14142B"/>
                          </a:solidFill>
                        </a:rPr>
                        <a:t>?</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tc>
                  <a:txBody>
                    <a:bodyPr/>
                    <a:lstStyle/>
                    <a:p>
                      <a:pPr marL="0" indent="0" eaLnBrk="1">
                        <a:buNone/>
                      </a:pPr>
                      <a:r>
                        <a:rPr lang="en-US" sz="1600" dirty="0">
                          <a:solidFill>
                            <a:srgbClr val="14142B"/>
                          </a:solidFill>
                        </a:rPr>
                        <a:t>¿De qué país eres?</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extLst>
                  <a:ext uri="{0D108BD9-81ED-4DB2-BD59-A6C34878D82A}">
                    <a16:rowId xmlns:a16="http://schemas.microsoft.com/office/drawing/2014/main" val="10007"/>
                  </a:ext>
                </a:extLst>
              </a:tr>
              <a:tr h="477520">
                <a:tc>
                  <a:txBody>
                    <a:bodyPr/>
                    <a:lstStyle/>
                    <a:p>
                      <a:pPr marL="0" indent="0" eaLnBrk="1">
                        <a:buNone/>
                      </a:pPr>
                      <a:r>
                        <a:rPr lang="ko-KR" altLang="en-US" sz="1600" dirty="0">
                          <a:solidFill>
                            <a:srgbClr val="14142B"/>
                          </a:solidFill>
                          <a:latin typeface="Malgun Gothic" pitchFamily="34" charset="0"/>
                          <a:ea typeface="Malgun Gothic" pitchFamily="34" charset="-122"/>
                          <a:cs typeface="Malgun Gothic" pitchFamily="34" charset="-120"/>
                        </a:rPr>
                        <a:t>오늘 뭐 해요</a:t>
                      </a:r>
                      <a:r>
                        <a:rPr lang="en-US" sz="1600" dirty="0">
                          <a:solidFill>
                            <a:srgbClr val="14142B"/>
                          </a:solidFill>
                        </a:rPr>
                        <a:t>?</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tc>
                  <a:txBody>
                    <a:bodyPr/>
                    <a:lstStyle/>
                    <a:p>
                      <a:pPr marL="0" indent="0" eaLnBrk="1">
                        <a:buNone/>
                      </a:pPr>
                      <a:r>
                        <a:rPr lang="en-US" sz="1600" dirty="0">
                          <a:solidFill>
                            <a:srgbClr val="14142B"/>
                          </a:solidFill>
                        </a:rPr>
                        <a:t>¿Qué haces hoy?</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wrap="square">
            <a:normAutofit/>
          </a:bodyPr>
          <a:lstStyle>
            <a:lvl1pPr>
              <a:defRPr sz="1000">
                <a:solidFill>
                  <a:srgbClr val="8A8DA0"/>
                </a:solidFill>
              </a:defRPr>
            </a:lvl1pPr>
          </a:lstStyle>
          <a:p>
            <a:pPr algn="r" eaLnBrk="1"/>
            <a:fld id="{F7021451-1387-4CA6-816F-3879F97B5CBC}" type="slidenum">
              <a:rPr lang="en-US" b="0"/>
              <a:pPr algn="r" eaLnBrk="1"/>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0241280" cy="822960"/>
          </a:xfrm>
          <a:prstGeom prst="rect">
            <a:avLst/>
          </a:prstGeom>
          <a:noFill/>
          <a:ln/>
        </p:spPr>
        <p:txBody>
          <a:bodyPr wrap="square" lIns="0" tIns="0" rIns="0" bIns="0" rtlCol="0" anchor="ctr"/>
          <a:lstStyle/>
          <a:p>
            <a:pPr marL="0" indent="0" eaLnBrk="1">
              <a:buNone/>
            </a:pPr>
            <a:r>
              <a:rPr lang="ko-KR" altLang="en-US" sz="3000" b="1" dirty="0">
                <a:solidFill>
                  <a:srgbClr val="4236F6"/>
                </a:solidFill>
                <a:latin typeface="Malgun Gothic" pitchFamily="34" charset="0"/>
                <a:ea typeface="Malgun Gothic" pitchFamily="34" charset="-122"/>
                <a:cs typeface="Malgun Gothic" pitchFamily="34" charset="-120"/>
              </a:rPr>
              <a:t>오늘의 문장  </a:t>
            </a:r>
            <a:r>
              <a:rPr lang="en-US" sz="3000" b="1" dirty="0">
                <a:solidFill>
                  <a:srgbClr val="003478"/>
                </a:solidFill>
              </a:rPr>
              <a:t>3 frases clave</a:t>
            </a:r>
            <a:r>
              <a:rPr lang="en-US" sz="1500" b="1" i="1" dirty="0">
                <a:solidFill>
                  <a:srgbClr val="8A8DA0"/>
                </a:solidFill>
              </a:rPr>
              <a:t>   3 key sentences</a:t>
            </a:r>
            <a:endParaRPr lang="en-US" sz="3000" dirty="0"/>
          </a:p>
        </p:txBody>
      </p:sp>
      <p:sp>
        <p:nvSpPr>
          <p:cNvPr id="3" name="lista"/>
          <p:cNvSpPr txBox="1"/>
          <p:nvPr/>
        </p:nvSpPr>
        <p:spPr>
          <a:xfrm>
            <a:off x="548640" y="1325880"/>
            <a:ext cx="6949440" cy="4846320"/>
          </a:xfrm>
          <a:prstGeom prst="rect">
            <a:avLst/>
          </a:prstGeom>
          <a:noFill/>
          <a:ln/>
        </p:spPr>
        <p:txBody>
          <a:bodyPr wrap="square" lIns="50800" tIns="25400" rIns="50800" bIns="50800" rtlCol="0" anchor="t">
            <a:normAutofit/>
          </a:bodyPr>
          <a:lstStyle/>
          <a:p>
            <a:pPr marL="228600" indent="-228600" eaLnBrk="1">
              <a:spcAft>
                <a:spcPts val="800"/>
              </a:spcAft>
              <a:buSzPct val="100000"/>
              <a:buChar char="•"/>
            </a:pPr>
            <a:r>
              <a:rPr lang="ko-KR" altLang="en-US" sz="2800" dirty="0">
                <a:solidFill>
                  <a:srgbClr val="14142B"/>
                </a:solidFill>
                <a:latin typeface="Malgun Gothic" pitchFamily="34" charset="0"/>
                <a:ea typeface="Malgun Gothic" pitchFamily="34" charset="-122"/>
                <a:cs typeface="Malgun Gothic" pitchFamily="34" charset="-120"/>
              </a:rPr>
              <a:t>뭘 좋아해요</a:t>
            </a:r>
            <a:r>
              <a:rPr lang="en-US" sz="2800" dirty="0">
                <a:solidFill>
                  <a:srgbClr val="14142B"/>
                </a:solidFill>
              </a:rPr>
              <a:t>? — ¿Qué te gusta?</a:t>
            </a:r>
            <a:endParaRPr lang="en-US" sz="2800" dirty="0"/>
          </a:p>
          <a:p>
            <a:pPr marL="228600" indent="-228600" eaLnBrk="1">
              <a:spcAft>
                <a:spcPts val="800"/>
              </a:spcAft>
              <a:buSzPct val="100000"/>
              <a:buChar char="•"/>
            </a:pPr>
            <a:r>
              <a:rPr lang="ko-KR" altLang="en-US" sz="2800" dirty="0">
                <a:solidFill>
                  <a:srgbClr val="14142B"/>
                </a:solidFill>
                <a:latin typeface="Malgun Gothic" pitchFamily="34" charset="0"/>
                <a:ea typeface="Malgun Gothic" pitchFamily="34" charset="-122"/>
                <a:cs typeface="Malgun Gothic" pitchFamily="34" charset="-120"/>
              </a:rPr>
              <a:t>불고기를 정말 좋아해요</a:t>
            </a:r>
            <a:r>
              <a:rPr lang="en-US" sz="2800" dirty="0">
                <a:solidFill>
                  <a:srgbClr val="14142B"/>
                </a:solidFill>
              </a:rPr>
              <a:t>. — Me encanta el bulgogi.</a:t>
            </a:r>
            <a:endParaRPr lang="en-US" sz="2800" dirty="0"/>
          </a:p>
          <a:p>
            <a:pPr marL="228600" indent="-228600" eaLnBrk="1">
              <a:spcAft>
                <a:spcPts val="800"/>
              </a:spcAft>
              <a:buSzPct val="100000"/>
              <a:buChar char="•"/>
            </a:pPr>
            <a:r>
              <a:rPr lang="ko-KR" altLang="en-US" sz="2800" dirty="0">
                <a:solidFill>
                  <a:srgbClr val="14142B"/>
                </a:solidFill>
                <a:latin typeface="Malgun Gothic" pitchFamily="34" charset="0"/>
                <a:ea typeface="Malgun Gothic" pitchFamily="34" charset="-122"/>
                <a:cs typeface="Malgun Gothic" pitchFamily="34" charset="-120"/>
              </a:rPr>
              <a:t>아니요</a:t>
            </a:r>
            <a:r>
              <a:rPr lang="en-US" sz="2800" dirty="0">
                <a:solidFill>
                  <a:srgbClr val="14142B"/>
                </a:solidFill>
              </a:rPr>
              <a:t>, </a:t>
            </a:r>
            <a:r>
              <a:rPr lang="ko-KR" altLang="en-US" sz="2800" dirty="0">
                <a:solidFill>
                  <a:srgbClr val="14142B"/>
                </a:solidFill>
                <a:latin typeface="Malgun Gothic" pitchFamily="34" charset="0"/>
                <a:ea typeface="Malgun Gothic" pitchFamily="34" charset="-122"/>
                <a:cs typeface="Malgun Gothic" pitchFamily="34" charset="-120"/>
              </a:rPr>
              <a:t>안 좋아해요</a:t>
            </a:r>
            <a:r>
              <a:rPr lang="en-US" sz="2800" dirty="0">
                <a:solidFill>
                  <a:srgbClr val="14142B"/>
                </a:solidFill>
              </a:rPr>
              <a:t>. — No, no me gusta.</a:t>
            </a:r>
            <a:endParaRPr lang="en-US" sz="2800" dirty="0"/>
          </a:p>
        </p:txBody>
      </p:sp>
      <p:sp>
        <p:nvSpPr>
          <p:cNvPr id="4" name="panel"/>
          <p:cNvSpPr/>
          <p:nvPr/>
        </p:nvSpPr>
        <p:spPr>
          <a:xfrm>
            <a:off x="8001000" y="1417320"/>
            <a:ext cx="3611880" cy="4480560"/>
          </a:xfrm>
          <a:prstGeom prst="roundRect">
            <a:avLst>
              <a:gd name="adj" fmla="val 6329"/>
            </a:avLst>
          </a:prstGeom>
          <a:solidFill>
            <a:srgbClr val="F1F0FE"/>
          </a:solidFill>
          <a:ln w="12700">
            <a:solidFill>
              <a:srgbClr val="F1F0FE"/>
            </a:solidFill>
            <a:prstDash val="solid"/>
          </a:ln>
        </p:spPr>
      </p:sp>
      <p:sp>
        <p:nvSpPr>
          <p:cNvPr id="5" name="ko_grande"/>
          <p:cNvSpPr txBox="1"/>
          <p:nvPr/>
        </p:nvSpPr>
        <p:spPr>
          <a:xfrm>
            <a:off x="8092440" y="1874520"/>
            <a:ext cx="3429000" cy="2926080"/>
          </a:xfrm>
          <a:prstGeom prst="rect">
            <a:avLst/>
          </a:prstGeom>
          <a:noFill/>
          <a:ln/>
        </p:spPr>
        <p:txBody>
          <a:bodyPr wrap="square" lIns="0" tIns="0" rIns="0" bIns="0" rtlCol="0" anchor="ctr">
            <a:normAutofit/>
          </a:bodyPr>
          <a:lstStyle/>
          <a:p>
            <a:pPr marL="0" indent="0" algn="ctr" eaLnBrk="1">
              <a:buNone/>
            </a:pPr>
            <a:r>
              <a:rPr lang="ko-KR" altLang="en-US" sz="7700" b="1" dirty="0">
                <a:solidFill>
                  <a:srgbClr val="4236F6"/>
                </a:solidFill>
                <a:latin typeface="Malgun Gothic" pitchFamily="34" charset="0"/>
                <a:ea typeface="Malgun Gothic" pitchFamily="34" charset="-122"/>
                <a:cs typeface="Malgun Gothic" pitchFamily="34" charset="-120"/>
              </a:rPr>
              <a:t>오늘의</a:t>
            </a:r>
            <a:endParaRPr lang="en-US" sz="7700" dirty="0"/>
          </a:p>
          <a:p>
            <a:pPr marL="0" indent="0" algn="ctr" eaLnBrk="1">
              <a:buNone/>
            </a:pPr>
            <a:r>
              <a:rPr lang="ko-KR" altLang="en-US" sz="7700" b="1" dirty="0">
                <a:solidFill>
                  <a:srgbClr val="4236F6"/>
                </a:solidFill>
                <a:latin typeface="Malgun Gothic" pitchFamily="34" charset="0"/>
                <a:ea typeface="Malgun Gothic" pitchFamily="34" charset="-122"/>
                <a:cs typeface="Malgun Gothic" pitchFamily="34" charset="-120"/>
              </a:rPr>
              <a:t>문장</a:t>
            </a:r>
            <a:endParaRPr lang="en-US" sz="77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wrap="square">
            <a:normAutofit/>
          </a:bodyPr>
          <a:lstStyle>
            <a:lvl1pPr>
              <a:defRPr sz="1000">
                <a:solidFill>
                  <a:srgbClr val="8A8DA0"/>
                </a:solidFill>
              </a:defRPr>
            </a:lvl1pPr>
          </a:lstStyle>
          <a:p>
            <a:pPr algn="r" eaLnBrk="1"/>
            <a:fld id="{F7021451-1387-4CA6-816F-3879F97B5CBC}" type="slidenum">
              <a:rPr lang="en-US" b="0"/>
              <a:pPr algn="r" eaLnBrk="1"/>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0241280" cy="822960"/>
          </a:xfrm>
          <a:prstGeom prst="rect">
            <a:avLst/>
          </a:prstGeom>
          <a:noFill/>
          <a:ln/>
        </p:spPr>
        <p:txBody>
          <a:bodyPr wrap="square" lIns="0" tIns="0" rIns="0" bIns="0" rtlCol="0" anchor="ctr"/>
          <a:lstStyle/>
          <a:p>
            <a:pPr marL="0" indent="0" eaLnBrk="1">
              <a:buNone/>
            </a:pPr>
            <a:r>
              <a:rPr lang="ko-KR" altLang="en-US" sz="3000" b="1" dirty="0">
                <a:solidFill>
                  <a:srgbClr val="4236F6"/>
                </a:solidFill>
                <a:latin typeface="Malgun Gothic" pitchFamily="34" charset="0"/>
                <a:ea typeface="Malgun Gothic" pitchFamily="34" charset="-122"/>
                <a:cs typeface="Malgun Gothic" pitchFamily="34" charset="-120"/>
              </a:rPr>
              <a:t>8주 전에는</a:t>
            </a:r>
            <a:r>
              <a:rPr lang="en-US" sz="3000" b="1" dirty="0">
                <a:solidFill>
                  <a:srgbClr val="4236F6"/>
                </a:solidFill>
              </a:rPr>
              <a:t>…?  </a:t>
            </a:r>
            <a:r>
              <a:rPr lang="en-US" sz="3000" b="1" dirty="0">
                <a:solidFill>
                  <a:srgbClr val="003478"/>
                </a:solidFill>
              </a:rPr>
              <a:t>Hace 8 semanas…</a:t>
            </a:r>
            <a:r>
              <a:rPr lang="en-US" sz="1500" b="1" i="1" dirty="0">
                <a:solidFill>
                  <a:srgbClr val="8A8DA0"/>
                </a:solidFill>
              </a:rPr>
              <a:t>   8 weeks ago…</a:t>
            </a:r>
            <a:endParaRPr lang="en-US" sz="3000" dirty="0"/>
          </a:p>
        </p:txBody>
      </p:sp>
      <p:sp>
        <p:nvSpPr>
          <p:cNvPr id="3" name="panel"/>
          <p:cNvSpPr/>
          <p:nvPr/>
        </p:nvSpPr>
        <p:spPr>
          <a:xfrm>
            <a:off x="1280160" y="1645920"/>
            <a:ext cx="9628632" cy="3108960"/>
          </a:xfrm>
          <a:prstGeom prst="roundRect">
            <a:avLst>
              <a:gd name="adj" fmla="val 8824"/>
            </a:avLst>
          </a:prstGeom>
          <a:solidFill>
            <a:srgbClr val="F1F0FE"/>
          </a:solidFill>
          <a:ln w="12700">
            <a:solidFill>
              <a:srgbClr val="F1F0FE"/>
            </a:solidFill>
            <a:prstDash val="solid"/>
          </a:ln>
        </p:spPr>
      </p:sp>
      <p:sp>
        <p:nvSpPr>
          <p:cNvPr id="4" name="frase_ko"/>
          <p:cNvSpPr txBox="1"/>
          <p:nvPr/>
        </p:nvSpPr>
        <p:spPr>
          <a:xfrm>
            <a:off x="1463040" y="1828800"/>
            <a:ext cx="9262872" cy="1828800"/>
          </a:xfrm>
          <a:prstGeom prst="rect">
            <a:avLst/>
          </a:prstGeom>
          <a:noFill/>
          <a:ln/>
        </p:spPr>
        <p:txBody>
          <a:bodyPr wrap="square" lIns="0" tIns="0" rIns="0" bIns="0" rtlCol="0" anchor="ctr">
            <a:normAutofit/>
          </a:bodyPr>
          <a:lstStyle/>
          <a:p>
            <a:pPr marL="0" indent="0" algn="ctr" eaLnBrk="1">
              <a:buNone/>
            </a:pPr>
            <a:r>
              <a:rPr lang="ko-KR" altLang="en-US" sz="5800" b="1" dirty="0">
                <a:solidFill>
                  <a:srgbClr val="4236F6"/>
                </a:solidFill>
                <a:latin typeface="Malgun Gothic" pitchFamily="34" charset="0"/>
                <a:ea typeface="Malgun Gothic" pitchFamily="34" charset="-122"/>
                <a:cs typeface="Malgun Gothic" pitchFamily="34" charset="-120"/>
              </a:rPr>
              <a:t>저는 한국어를 공부해요</a:t>
            </a:r>
            <a:r>
              <a:rPr lang="en-US" sz="5800" b="1" dirty="0">
                <a:solidFill>
                  <a:srgbClr val="4236F6"/>
                </a:solidFill>
              </a:rPr>
              <a:t>!</a:t>
            </a:r>
            <a:endParaRPr lang="en-US" sz="5800" dirty="0"/>
          </a:p>
        </p:txBody>
      </p:sp>
      <p:sp>
        <p:nvSpPr>
          <p:cNvPr id="5" name="Text 3"/>
          <p:cNvSpPr txBox="1"/>
          <p:nvPr/>
        </p:nvSpPr>
        <p:spPr>
          <a:xfrm>
            <a:off x="1783080" y="3657600"/>
            <a:ext cx="8439912" cy="822960"/>
          </a:xfrm>
          <a:prstGeom prst="rect">
            <a:avLst/>
          </a:prstGeom>
          <a:noFill/>
          <a:ln/>
        </p:spPr>
        <p:txBody>
          <a:bodyPr wrap="square" lIns="0" tIns="0" rIns="0" bIns="0" rtlCol="0" anchor="t">
            <a:normAutofit/>
          </a:bodyPr>
          <a:lstStyle/>
          <a:p>
            <a:pPr marL="0" indent="0" algn="ctr" eaLnBrk="1">
              <a:buNone/>
            </a:pPr>
            <a:r>
              <a:rPr lang="en-US" sz="2400" dirty="0">
                <a:solidFill>
                  <a:srgbClr val="5C5F6B"/>
                </a:solidFill>
              </a:rPr>
              <a:t>¡Estudio coreano!</a:t>
            </a:r>
            <a:endParaRPr lang="en-US" sz="2400" dirty="0"/>
          </a:p>
        </p:txBody>
      </p:sp>
      <p:sp>
        <p:nvSpPr>
          <p:cNvPr id="6" name="lista"/>
          <p:cNvSpPr txBox="1"/>
          <p:nvPr/>
        </p:nvSpPr>
        <p:spPr>
          <a:xfrm>
            <a:off x="1280160" y="4937760"/>
            <a:ext cx="9628632" cy="1234440"/>
          </a:xfrm>
          <a:prstGeom prst="rect">
            <a:avLst/>
          </a:prstGeom>
          <a:noFill/>
          <a:ln/>
        </p:spPr>
        <p:txBody>
          <a:bodyPr wrap="square" lIns="50800" tIns="25400" rIns="50800" bIns="50800" rtlCol="0" anchor="t">
            <a:normAutofit/>
          </a:bodyPr>
          <a:lstStyle/>
          <a:p>
            <a:pPr marL="228600" indent="-228600" eaLnBrk="1">
              <a:spcAft>
                <a:spcPts val="800"/>
              </a:spcAft>
              <a:buSzPct val="100000"/>
              <a:buChar char="•"/>
            </a:pPr>
            <a:r>
              <a:rPr lang="en-US" sz="1800" dirty="0">
                <a:solidFill>
                  <a:srgbClr val="14142B"/>
                </a:solidFill>
              </a:rPr>
              <a:t>Una frase que no sabías decir hace 8 semanas</a:t>
            </a:r>
            <a:endParaRPr lang="en-US" sz="18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wrap="square">
            <a:normAutofit/>
          </a:bodyPr>
          <a:lstStyle>
            <a:lvl1pPr>
              <a:defRPr sz="1000">
                <a:solidFill>
                  <a:srgbClr val="8A8DA0"/>
                </a:solidFill>
              </a:defRPr>
            </a:lvl1pPr>
          </a:lstStyle>
          <a:p>
            <a:pPr algn="r" eaLnBrk="1"/>
            <a:fld id="{F7021451-1387-4CA6-816F-3879F97B5CBC}" type="slidenum">
              <a:rPr lang="en-US" b="0"/>
              <a:pPr algn="r" eaLnBrk="1"/>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0241280" cy="822960"/>
          </a:xfrm>
          <a:prstGeom prst="rect">
            <a:avLst/>
          </a:prstGeom>
          <a:noFill/>
          <a:ln/>
        </p:spPr>
        <p:txBody>
          <a:bodyPr wrap="square" lIns="0" tIns="0" rIns="0" bIns="0" rtlCol="0" anchor="ctr"/>
          <a:lstStyle/>
          <a:p>
            <a:pPr marL="0" indent="0" eaLnBrk="1">
              <a:buNone/>
            </a:pPr>
            <a:r>
              <a:rPr lang="ko-KR" altLang="en-US" sz="2200" b="1" dirty="0">
                <a:solidFill>
                  <a:srgbClr val="4236F6"/>
                </a:solidFill>
                <a:latin typeface="Malgun Gothic" pitchFamily="34" charset="0"/>
                <a:ea typeface="Malgun Gothic" pitchFamily="34" charset="-122"/>
                <a:cs typeface="Malgun Gothic" pitchFamily="34" charset="-120"/>
              </a:rPr>
              <a:t>다음 단계  </a:t>
            </a:r>
            <a:r>
              <a:rPr lang="en-US" sz="2200" b="1" dirty="0">
                <a:solidFill>
                  <a:srgbClr val="003478"/>
                </a:solidFill>
              </a:rPr>
              <a:t>Próximo paso · Básico 2 (A1.2)</a:t>
            </a:r>
            <a:r>
              <a:rPr lang="en-US" sz="1500" b="1" i="1" dirty="0">
                <a:solidFill>
                  <a:srgbClr val="8A8DA0"/>
                </a:solidFill>
              </a:rPr>
              <a:t>   Next step · Basic 2 (A1.2)</a:t>
            </a:r>
            <a:endParaRPr lang="en-US" sz="3000" dirty="0"/>
          </a:p>
        </p:txBody>
      </p:sp>
      <p:sp>
        <p:nvSpPr>
          <p:cNvPr id="3" name="Text 1"/>
          <p:cNvSpPr txBox="1"/>
          <p:nvPr/>
        </p:nvSpPr>
        <p:spPr>
          <a:xfrm>
            <a:off x="548640" y="1325880"/>
            <a:ext cx="11091672" cy="457200"/>
          </a:xfrm>
          <a:prstGeom prst="rect">
            <a:avLst/>
          </a:prstGeom>
          <a:noFill/>
          <a:ln/>
        </p:spPr>
        <p:txBody>
          <a:bodyPr wrap="square" lIns="0" tIns="0" rIns="0" bIns="0" rtlCol="0" anchor="ctr">
            <a:normAutofit/>
          </a:bodyPr>
          <a:lstStyle/>
          <a:p>
            <a:pPr marL="0" indent="0" eaLnBrk="1">
              <a:buNone/>
            </a:pPr>
            <a:r>
              <a:rPr lang="en-US" sz="1800" i="1" dirty="0">
                <a:solidFill>
                  <a:srgbClr val="4236F6"/>
                </a:solidFill>
              </a:rPr>
              <a:t>Pasado · futuro · la hora · la edad · las fechas · enero de 2027 · Certificado: semana del 14 de diciembre</a:t>
            </a:r>
            <a:endParaRPr lang="en-US" sz="1800" dirty="0"/>
          </a:p>
        </p:txBody>
      </p:sp>
      <p:sp>
        <p:nvSpPr>
          <p:cNvPr id="4" name="col_0"/>
          <p:cNvSpPr/>
          <p:nvPr/>
        </p:nvSpPr>
        <p:spPr>
          <a:xfrm>
            <a:off x="548640" y="1874520"/>
            <a:ext cx="3483864" cy="4297680"/>
          </a:xfrm>
          <a:prstGeom prst="roundRect">
            <a:avLst>
              <a:gd name="adj" fmla="val 3937"/>
            </a:avLst>
          </a:prstGeom>
          <a:solidFill>
            <a:srgbClr val="F1F0FE"/>
          </a:solidFill>
          <a:ln w="12700">
            <a:solidFill>
              <a:srgbClr val="D9D7F7"/>
            </a:solidFill>
            <a:prstDash val="solid"/>
          </a:ln>
        </p:spPr>
      </p:sp>
      <p:sp>
        <p:nvSpPr>
          <p:cNvPr id="5" name="Text 3"/>
          <p:cNvSpPr txBox="1"/>
          <p:nvPr/>
        </p:nvSpPr>
        <p:spPr>
          <a:xfrm>
            <a:off x="777240" y="2057400"/>
            <a:ext cx="3026664" cy="548640"/>
          </a:xfrm>
          <a:prstGeom prst="rect">
            <a:avLst/>
          </a:prstGeom>
          <a:noFill/>
          <a:ln/>
        </p:spPr>
        <p:txBody>
          <a:bodyPr wrap="square" lIns="0" tIns="0" rIns="0" bIns="0" rtlCol="0" anchor="t">
            <a:normAutofit/>
          </a:bodyPr>
          <a:lstStyle/>
          <a:p>
            <a:pPr marL="0" indent="0" eaLnBrk="1">
              <a:buNone/>
            </a:pPr>
            <a:r>
              <a:rPr lang="en-US" sz="2000" b="1" dirty="0">
                <a:solidFill>
                  <a:srgbClr val="003478"/>
                </a:solidFill>
              </a:rPr>
              <a:t>Hoy · Básico 1</a:t>
            </a:r>
            <a:endParaRPr lang="en-US" sz="2000" dirty="0"/>
          </a:p>
        </p:txBody>
      </p:sp>
      <p:sp>
        <p:nvSpPr>
          <p:cNvPr id="6" name="Text 4"/>
          <p:cNvSpPr txBox="1"/>
          <p:nvPr/>
        </p:nvSpPr>
        <p:spPr>
          <a:xfrm>
            <a:off x="777240" y="2651760"/>
            <a:ext cx="3026664" cy="914400"/>
          </a:xfrm>
          <a:prstGeom prst="rect">
            <a:avLst/>
          </a:prstGeom>
          <a:noFill/>
          <a:ln/>
        </p:spPr>
        <p:txBody>
          <a:bodyPr wrap="square" lIns="0" tIns="0" rIns="0" bIns="0" rtlCol="0" anchor="ctr">
            <a:normAutofit/>
          </a:bodyPr>
          <a:lstStyle/>
          <a:p>
            <a:pPr marL="0" indent="0" eaLnBrk="1">
              <a:buNone/>
            </a:pPr>
            <a:r>
              <a:rPr lang="ko-KR" altLang="en-US" sz="2800" b="1" dirty="0">
                <a:solidFill>
                  <a:srgbClr val="4236F6"/>
                </a:solidFill>
                <a:latin typeface="Malgun Gothic" pitchFamily="34" charset="0"/>
                <a:ea typeface="Malgun Gothic" pitchFamily="34" charset="-122"/>
                <a:cs typeface="Malgun Gothic" pitchFamily="34" charset="-120"/>
              </a:rPr>
              <a:t>불고기를</a:t>
            </a:r>
            <a:endParaRPr lang="en-US" sz="2800" dirty="0"/>
          </a:p>
          <a:p>
            <a:pPr marL="0" indent="0" eaLnBrk="1">
              <a:buNone/>
            </a:pPr>
            <a:r>
              <a:rPr lang="ko-KR" altLang="en-US" sz="2800" b="1" dirty="0">
                <a:solidFill>
                  <a:srgbClr val="4236F6"/>
                </a:solidFill>
                <a:latin typeface="Malgun Gothic" pitchFamily="34" charset="0"/>
                <a:ea typeface="Malgun Gothic" pitchFamily="34" charset="-122"/>
                <a:cs typeface="Malgun Gothic" pitchFamily="34" charset="-120"/>
              </a:rPr>
              <a:t>좋아해요</a:t>
            </a:r>
            <a:r>
              <a:rPr lang="en-US" sz="2800" b="1" dirty="0">
                <a:solidFill>
                  <a:srgbClr val="4236F6"/>
                </a:solidFill>
              </a:rPr>
              <a:t>.</a:t>
            </a:r>
            <a:endParaRPr lang="en-US" sz="2800" dirty="0"/>
          </a:p>
        </p:txBody>
      </p:sp>
      <p:sp>
        <p:nvSpPr>
          <p:cNvPr id="7" name="lista"/>
          <p:cNvSpPr txBox="1"/>
          <p:nvPr/>
        </p:nvSpPr>
        <p:spPr>
          <a:xfrm>
            <a:off x="731520" y="3657600"/>
            <a:ext cx="3118104" cy="2377440"/>
          </a:xfrm>
          <a:prstGeom prst="rect">
            <a:avLst/>
          </a:prstGeom>
          <a:noFill/>
          <a:ln/>
        </p:spPr>
        <p:txBody>
          <a:bodyPr wrap="square" lIns="50800" tIns="25400" rIns="50800" bIns="50800" rtlCol="0" anchor="t">
            <a:normAutofit/>
          </a:bodyPr>
          <a:lstStyle/>
          <a:p>
            <a:pPr marL="228600" indent="-228600" eaLnBrk="1">
              <a:spcAft>
                <a:spcPts val="800"/>
              </a:spcAft>
              <a:buSzPct val="100000"/>
              <a:buChar char="•"/>
            </a:pPr>
            <a:r>
              <a:rPr lang="en-US" sz="1800" dirty="0">
                <a:solidFill>
                  <a:srgbClr val="14142B"/>
                </a:solidFill>
              </a:rPr>
              <a:t>Me gusta el bulgogi.</a:t>
            </a:r>
            <a:endParaRPr lang="en-US" sz="1800" dirty="0"/>
          </a:p>
        </p:txBody>
      </p:sp>
      <p:sp>
        <p:nvSpPr>
          <p:cNvPr id="8" name="col_1"/>
          <p:cNvSpPr/>
          <p:nvPr/>
        </p:nvSpPr>
        <p:spPr>
          <a:xfrm>
            <a:off x="4352544" y="1874520"/>
            <a:ext cx="3483864" cy="4297680"/>
          </a:xfrm>
          <a:prstGeom prst="roundRect">
            <a:avLst>
              <a:gd name="adj" fmla="val 3937"/>
            </a:avLst>
          </a:prstGeom>
          <a:solidFill>
            <a:srgbClr val="FFFFFF"/>
          </a:solidFill>
          <a:ln w="12700">
            <a:solidFill>
              <a:srgbClr val="D9D7F7"/>
            </a:solidFill>
            <a:prstDash val="solid"/>
          </a:ln>
        </p:spPr>
      </p:sp>
      <p:sp>
        <p:nvSpPr>
          <p:cNvPr id="9" name="Text 7"/>
          <p:cNvSpPr txBox="1"/>
          <p:nvPr/>
        </p:nvSpPr>
        <p:spPr>
          <a:xfrm>
            <a:off x="4581144" y="2057400"/>
            <a:ext cx="3026664" cy="548640"/>
          </a:xfrm>
          <a:prstGeom prst="rect">
            <a:avLst/>
          </a:prstGeom>
          <a:noFill/>
          <a:ln/>
        </p:spPr>
        <p:txBody>
          <a:bodyPr wrap="square" lIns="0" tIns="0" rIns="0" bIns="0" rtlCol="0" anchor="t">
            <a:normAutofit/>
          </a:bodyPr>
          <a:lstStyle/>
          <a:p>
            <a:pPr marL="0" indent="0" eaLnBrk="1">
              <a:buNone/>
            </a:pPr>
            <a:r>
              <a:rPr lang="en-US" sz="2000" b="1" dirty="0">
                <a:solidFill>
                  <a:srgbClr val="003478"/>
                </a:solidFill>
              </a:rPr>
              <a:t>Básico 2 · pasado</a:t>
            </a:r>
            <a:endParaRPr lang="en-US" sz="2000" dirty="0"/>
          </a:p>
        </p:txBody>
      </p:sp>
      <p:sp>
        <p:nvSpPr>
          <p:cNvPr id="10" name="Text 8"/>
          <p:cNvSpPr txBox="1"/>
          <p:nvPr/>
        </p:nvSpPr>
        <p:spPr>
          <a:xfrm>
            <a:off x="4581144" y="2651760"/>
            <a:ext cx="3026664" cy="914400"/>
          </a:xfrm>
          <a:prstGeom prst="rect">
            <a:avLst/>
          </a:prstGeom>
          <a:noFill/>
          <a:ln/>
        </p:spPr>
        <p:txBody>
          <a:bodyPr wrap="square" lIns="0" tIns="0" rIns="0" bIns="0" rtlCol="0" anchor="ctr">
            <a:normAutofit/>
          </a:bodyPr>
          <a:lstStyle/>
          <a:p>
            <a:pPr marL="0" indent="0" eaLnBrk="1">
              <a:buNone/>
            </a:pPr>
            <a:r>
              <a:rPr lang="ko-KR" altLang="en-US" sz="2800" b="1" dirty="0">
                <a:solidFill>
                  <a:srgbClr val="4236F6"/>
                </a:solidFill>
                <a:latin typeface="Malgun Gothic" pitchFamily="34" charset="0"/>
                <a:ea typeface="Malgun Gothic" pitchFamily="34" charset="-122"/>
                <a:cs typeface="Malgun Gothic" pitchFamily="34" charset="-120"/>
              </a:rPr>
              <a:t>어제 불고기를</a:t>
            </a:r>
            <a:endParaRPr lang="en-US" sz="2800" dirty="0"/>
          </a:p>
          <a:p>
            <a:pPr marL="0" indent="0" eaLnBrk="1">
              <a:buNone/>
            </a:pPr>
            <a:r>
              <a:rPr lang="ko-KR" altLang="en-US" sz="2800" b="1" dirty="0">
                <a:solidFill>
                  <a:srgbClr val="4236F6"/>
                </a:solidFill>
                <a:latin typeface="Malgun Gothic" pitchFamily="34" charset="0"/>
                <a:ea typeface="Malgun Gothic" pitchFamily="34" charset="-122"/>
                <a:cs typeface="Malgun Gothic" pitchFamily="34" charset="-120"/>
              </a:rPr>
              <a:t>먹었어요</a:t>
            </a:r>
            <a:r>
              <a:rPr lang="en-US" sz="2800" b="1" dirty="0">
                <a:solidFill>
                  <a:srgbClr val="4236F6"/>
                </a:solidFill>
              </a:rPr>
              <a:t>.</a:t>
            </a:r>
            <a:endParaRPr lang="en-US" sz="2800" dirty="0"/>
          </a:p>
        </p:txBody>
      </p:sp>
      <p:sp>
        <p:nvSpPr>
          <p:cNvPr id="11" name="lista"/>
          <p:cNvSpPr txBox="1"/>
          <p:nvPr/>
        </p:nvSpPr>
        <p:spPr>
          <a:xfrm>
            <a:off x="4535424" y="3657600"/>
            <a:ext cx="3118104" cy="2377440"/>
          </a:xfrm>
          <a:prstGeom prst="rect">
            <a:avLst/>
          </a:prstGeom>
          <a:noFill/>
          <a:ln/>
        </p:spPr>
        <p:txBody>
          <a:bodyPr wrap="square" lIns="50800" tIns="25400" rIns="50800" bIns="50800" rtlCol="0" anchor="t">
            <a:normAutofit/>
          </a:bodyPr>
          <a:lstStyle/>
          <a:p>
            <a:pPr marL="228600" indent="-228600" eaLnBrk="1">
              <a:spcAft>
                <a:spcPts val="800"/>
              </a:spcAft>
              <a:buSzPct val="100000"/>
              <a:buChar char="•"/>
            </a:pPr>
            <a:r>
              <a:rPr lang="en-US" sz="1800" dirty="0">
                <a:solidFill>
                  <a:srgbClr val="14142B"/>
                </a:solidFill>
              </a:rPr>
              <a:t>Ayer comí bulgogi.</a:t>
            </a:r>
            <a:endParaRPr lang="en-US" sz="1800" dirty="0"/>
          </a:p>
          <a:p>
            <a:pPr marL="228600" indent="-228600" eaLnBrk="1">
              <a:spcAft>
                <a:spcPts val="800"/>
              </a:spcAft>
              <a:buSzPct val="100000"/>
              <a:buChar char="•"/>
            </a:pPr>
            <a:r>
              <a:rPr lang="en-US" sz="1800" dirty="0">
                <a:solidFill>
                  <a:srgbClr val="14142B"/>
                </a:solidFill>
              </a:rPr>
              <a:t>Solo para mirar</a:t>
            </a:r>
            <a:endParaRPr lang="en-US" sz="1800" dirty="0"/>
          </a:p>
        </p:txBody>
      </p:sp>
      <p:sp>
        <p:nvSpPr>
          <p:cNvPr id="12" name="col_2"/>
          <p:cNvSpPr/>
          <p:nvPr/>
        </p:nvSpPr>
        <p:spPr>
          <a:xfrm>
            <a:off x="8156448" y="1874520"/>
            <a:ext cx="3483864" cy="4297680"/>
          </a:xfrm>
          <a:prstGeom prst="roundRect">
            <a:avLst>
              <a:gd name="adj" fmla="val 3937"/>
            </a:avLst>
          </a:prstGeom>
          <a:solidFill>
            <a:srgbClr val="F1F0FE"/>
          </a:solidFill>
          <a:ln w="12700">
            <a:solidFill>
              <a:srgbClr val="D9D7F7"/>
            </a:solidFill>
            <a:prstDash val="solid"/>
          </a:ln>
        </p:spPr>
      </p:sp>
      <p:sp>
        <p:nvSpPr>
          <p:cNvPr id="13" name="Text 11"/>
          <p:cNvSpPr txBox="1"/>
          <p:nvPr/>
        </p:nvSpPr>
        <p:spPr>
          <a:xfrm>
            <a:off x="8385048" y="2057400"/>
            <a:ext cx="3026664" cy="548640"/>
          </a:xfrm>
          <a:prstGeom prst="rect">
            <a:avLst/>
          </a:prstGeom>
          <a:noFill/>
          <a:ln/>
        </p:spPr>
        <p:txBody>
          <a:bodyPr wrap="square" lIns="0" tIns="0" rIns="0" bIns="0" rtlCol="0" anchor="t">
            <a:normAutofit/>
          </a:bodyPr>
          <a:lstStyle/>
          <a:p>
            <a:pPr marL="0" indent="0" eaLnBrk="1">
              <a:buNone/>
            </a:pPr>
            <a:r>
              <a:rPr lang="en-US" sz="2000" b="1" dirty="0">
                <a:solidFill>
                  <a:srgbClr val="003478"/>
                </a:solidFill>
              </a:rPr>
              <a:t>Básico 2 · futuro</a:t>
            </a:r>
            <a:endParaRPr lang="en-US" sz="2000" dirty="0"/>
          </a:p>
        </p:txBody>
      </p:sp>
      <p:sp>
        <p:nvSpPr>
          <p:cNvPr id="14" name="Text 12"/>
          <p:cNvSpPr txBox="1"/>
          <p:nvPr/>
        </p:nvSpPr>
        <p:spPr>
          <a:xfrm>
            <a:off x="8385048" y="2651760"/>
            <a:ext cx="3026664" cy="914400"/>
          </a:xfrm>
          <a:prstGeom prst="rect">
            <a:avLst/>
          </a:prstGeom>
          <a:noFill/>
          <a:ln/>
        </p:spPr>
        <p:txBody>
          <a:bodyPr wrap="square" lIns="0" tIns="0" rIns="0" bIns="0" rtlCol="0" anchor="ctr">
            <a:normAutofit/>
          </a:bodyPr>
          <a:lstStyle/>
          <a:p>
            <a:pPr marL="0" indent="0" eaLnBrk="1">
              <a:buNone/>
            </a:pPr>
            <a:r>
              <a:rPr lang="ko-KR" altLang="en-US" sz="2800" b="1" dirty="0">
                <a:solidFill>
                  <a:srgbClr val="4236F6"/>
                </a:solidFill>
                <a:latin typeface="Malgun Gothic" pitchFamily="34" charset="0"/>
                <a:ea typeface="Malgun Gothic" pitchFamily="34" charset="-122"/>
                <a:cs typeface="Malgun Gothic" pitchFamily="34" charset="-120"/>
              </a:rPr>
              <a:t>내일 불고기를</a:t>
            </a:r>
            <a:endParaRPr lang="en-US" sz="2800" dirty="0"/>
          </a:p>
          <a:p>
            <a:pPr marL="0" indent="0" eaLnBrk="1">
              <a:buNone/>
            </a:pPr>
            <a:r>
              <a:rPr lang="ko-KR" altLang="en-US" sz="2800" b="1" dirty="0">
                <a:solidFill>
                  <a:srgbClr val="4236F6"/>
                </a:solidFill>
                <a:latin typeface="Malgun Gothic" pitchFamily="34" charset="0"/>
                <a:ea typeface="Malgun Gothic" pitchFamily="34" charset="-122"/>
                <a:cs typeface="Malgun Gothic" pitchFamily="34" charset="-120"/>
              </a:rPr>
              <a:t>먹을 거예요</a:t>
            </a:r>
            <a:r>
              <a:rPr lang="en-US" sz="2800" b="1" dirty="0">
                <a:solidFill>
                  <a:srgbClr val="4236F6"/>
                </a:solidFill>
              </a:rPr>
              <a:t>.</a:t>
            </a:r>
            <a:endParaRPr lang="en-US" sz="2800" dirty="0"/>
          </a:p>
        </p:txBody>
      </p:sp>
      <p:sp>
        <p:nvSpPr>
          <p:cNvPr id="15" name="lista"/>
          <p:cNvSpPr txBox="1"/>
          <p:nvPr/>
        </p:nvSpPr>
        <p:spPr>
          <a:xfrm>
            <a:off x="8339328" y="3657600"/>
            <a:ext cx="3118104" cy="2377440"/>
          </a:xfrm>
          <a:prstGeom prst="rect">
            <a:avLst/>
          </a:prstGeom>
          <a:noFill/>
          <a:ln/>
        </p:spPr>
        <p:txBody>
          <a:bodyPr wrap="square" lIns="50800" tIns="25400" rIns="50800" bIns="50800" rtlCol="0" anchor="t">
            <a:normAutofit/>
          </a:bodyPr>
          <a:lstStyle/>
          <a:p>
            <a:pPr marL="228600" indent="-228600" eaLnBrk="1">
              <a:spcAft>
                <a:spcPts val="800"/>
              </a:spcAft>
              <a:buSzPct val="100000"/>
              <a:buChar char="•"/>
            </a:pPr>
            <a:r>
              <a:rPr lang="en-US" sz="1800" dirty="0">
                <a:solidFill>
                  <a:srgbClr val="14142B"/>
                </a:solidFill>
              </a:rPr>
              <a:t>Mañana voy a comer bulgogi.</a:t>
            </a:r>
            <a:endParaRPr lang="en-US" sz="1800" dirty="0"/>
          </a:p>
          <a:p>
            <a:pPr marL="228600" indent="-228600" eaLnBrk="1">
              <a:spcAft>
                <a:spcPts val="800"/>
              </a:spcAft>
              <a:buSzPct val="100000"/>
              <a:buChar char="•"/>
            </a:pPr>
            <a:r>
              <a:rPr lang="en-US" sz="1800" dirty="0">
                <a:solidFill>
                  <a:srgbClr val="14142B"/>
                </a:solidFill>
              </a:rPr>
              <a:t>Solo para mirar</a:t>
            </a:r>
            <a:endParaRPr lang="en-US" sz="18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wrap="square">
            <a:normAutofit/>
          </a:bodyPr>
          <a:lstStyle>
            <a:lvl1pPr>
              <a:defRPr sz="1000">
                <a:solidFill>
                  <a:srgbClr val="8A8DA0"/>
                </a:solidFill>
              </a:defRPr>
            </a:lvl1pPr>
          </a:lstStyle>
          <a:p>
            <a:pPr algn="r" eaLnBrk="1"/>
            <a:fld id="{F7021451-1387-4CA6-816F-3879F97B5CBC}" type="slidenum">
              <a:rPr lang="en-US" b="0"/>
              <a:pPr algn="r" eaLnBrk="1"/>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0241280" cy="822960"/>
          </a:xfrm>
          <a:prstGeom prst="rect">
            <a:avLst/>
          </a:prstGeom>
          <a:noFill/>
          <a:ln/>
        </p:spPr>
        <p:txBody>
          <a:bodyPr wrap="square" lIns="0" tIns="0" rIns="0" bIns="0" rtlCol="0" anchor="ctr"/>
          <a:lstStyle/>
          <a:p>
            <a:pPr marL="0" indent="0" eaLnBrk="1">
              <a:buNone/>
            </a:pPr>
            <a:r>
              <a:rPr lang="en-US" sz="3000" b="1" dirty="0">
                <a:solidFill>
                  <a:srgbClr val="003478"/>
                </a:solidFill>
              </a:rPr>
              <a:t>Tu tarea final (≈ 20 min)</a:t>
            </a:r>
            <a:r>
              <a:rPr lang="en-US" sz="1500" b="1" i="1" dirty="0">
                <a:solidFill>
                  <a:srgbClr val="8A8DA0"/>
                </a:solidFill>
              </a:rPr>
              <a:t>   Your final homework</a:t>
            </a:r>
            <a:endParaRPr lang="en-US" sz="3000" dirty="0"/>
          </a:p>
        </p:txBody>
      </p:sp>
      <p:sp>
        <p:nvSpPr>
          <p:cNvPr id="3" name="lista"/>
          <p:cNvSpPr txBox="1"/>
          <p:nvPr/>
        </p:nvSpPr>
        <p:spPr>
          <a:xfrm>
            <a:off x="548640" y="1325880"/>
            <a:ext cx="6949440" cy="4846320"/>
          </a:xfrm>
          <a:prstGeom prst="rect">
            <a:avLst/>
          </a:prstGeom>
          <a:noFill/>
          <a:ln/>
        </p:spPr>
        <p:txBody>
          <a:bodyPr wrap="square" lIns="50800" tIns="25400" rIns="50800" bIns="50800" rtlCol="0" anchor="t">
            <a:normAutofit/>
          </a:bodyPr>
          <a:lstStyle/>
          <a:p>
            <a:pPr marL="228600" indent="-228600" eaLnBrk="1">
              <a:spcAft>
                <a:spcPts val="800"/>
              </a:spcAft>
              <a:buSzPct val="100000"/>
              <a:buChar char="•"/>
            </a:pPr>
            <a:r>
              <a:rPr lang="en-US" sz="2000" dirty="0">
                <a:solidFill>
                  <a:srgbClr val="14142B"/>
                </a:solidFill>
              </a:rPr>
              <a:t>1) Lector → Progreso: captura final con tus estrellas (≈ 5 min)</a:t>
            </a:r>
            <a:endParaRPr lang="en-US" sz="2000" dirty="0"/>
          </a:p>
          <a:p>
            <a:pPr marL="228600" indent="-228600" eaLnBrk="1">
              <a:spcAft>
                <a:spcPts val="800"/>
              </a:spcAft>
              <a:buSzPct val="100000"/>
              <a:buChar char="•"/>
            </a:pPr>
            <a:r>
              <a:rPr lang="en-US" sz="2000" dirty="0">
                <a:solidFill>
                  <a:srgbClr val="14142B"/>
                </a:solidFill>
              </a:rPr>
              <a:t>Si quieres, antes juega una ronda de Contrarreloj: tu récord sale en Progreso</a:t>
            </a:r>
            <a:endParaRPr lang="en-US" sz="2000" dirty="0"/>
          </a:p>
          <a:p>
            <a:pPr marL="228600" indent="-228600" eaLnBrk="1">
              <a:spcAft>
                <a:spcPts val="800"/>
              </a:spcAft>
              <a:buSzPct val="100000"/>
              <a:buChar char="•"/>
            </a:pPr>
            <a:r>
              <a:rPr lang="en-US" sz="2000" dirty="0">
                <a:solidFill>
                  <a:srgbClr val="14142B"/>
                </a:solidFill>
              </a:rPr>
              <a:t>2) Audio de 1 minuto en el grupo: tu presentación corregida, sin leer (≈ 10 min)</a:t>
            </a:r>
            <a:endParaRPr lang="en-US" sz="2000" dirty="0"/>
          </a:p>
          <a:p>
            <a:pPr marL="228600" indent="-228600" eaLnBrk="1">
              <a:spcAft>
                <a:spcPts val="800"/>
              </a:spcAft>
              <a:buSzPct val="100000"/>
              <a:buChar char="•"/>
            </a:pPr>
            <a:r>
              <a:rPr lang="en-US" sz="2000" dirty="0">
                <a:solidFill>
                  <a:srgbClr val="14142B"/>
                </a:solidFill>
              </a:rPr>
              <a:t>3) Escucha tu audio de la semana 1 y el de hoy: tu antes y después (≈ 5 min)</a:t>
            </a:r>
            <a:endParaRPr lang="en-US" sz="2000" dirty="0"/>
          </a:p>
          <a:p>
            <a:pPr marL="228600" indent="-228600" eaLnBrk="1">
              <a:spcAft>
                <a:spcPts val="800"/>
              </a:spcAft>
              <a:buSzPct val="100000"/>
              <a:buChar char="•"/>
            </a:pPr>
            <a:r>
              <a:rPr lang="en-US" sz="2000" dirty="0">
                <a:solidFill>
                  <a:srgbClr val="14142B"/>
                </a:solidFill>
              </a:rPr>
              <a:t>Anota para ti 1 cosa que mejoraste y 1 que quieres trabajar en Básico 2</a:t>
            </a:r>
            <a:endParaRPr lang="en-US" sz="2000" dirty="0"/>
          </a:p>
          <a:p>
            <a:pPr marL="228600" indent="-228600" eaLnBrk="1">
              <a:spcAft>
                <a:spcPts val="800"/>
              </a:spcAft>
              <a:buSzPct val="100000"/>
              <a:buChar char="•"/>
            </a:pPr>
            <a:r>
              <a:rPr lang="en-US" sz="2000" dirty="0">
                <a:solidFill>
                  <a:srgbClr val="14142B"/>
                </a:solidFill>
              </a:rPr>
              <a:t>Plazo: antes del ______ (Kiran confirma la fecha)</a:t>
            </a:r>
            <a:endParaRPr lang="en-US" sz="2000" dirty="0"/>
          </a:p>
        </p:txBody>
      </p:sp>
      <p:sp>
        <p:nvSpPr>
          <p:cNvPr id="4" name="panel"/>
          <p:cNvSpPr/>
          <p:nvPr/>
        </p:nvSpPr>
        <p:spPr>
          <a:xfrm>
            <a:off x="8001000" y="1417320"/>
            <a:ext cx="3611880" cy="4480560"/>
          </a:xfrm>
          <a:prstGeom prst="roundRect">
            <a:avLst>
              <a:gd name="adj" fmla="val 6329"/>
            </a:avLst>
          </a:prstGeom>
          <a:solidFill>
            <a:srgbClr val="F1F0FE"/>
          </a:solidFill>
          <a:ln w="12700">
            <a:solidFill>
              <a:srgbClr val="F1F0FE"/>
            </a:solidFill>
            <a:prstDash val="solid"/>
          </a:ln>
        </p:spPr>
      </p:sp>
      <p:pic>
        <p:nvPicPr>
          <p:cNvPr id="5" name="sello" descr="C:/Users/Chingu/Desktop/ACADEMIASEULWEB/public/email/sello-azul.png"/>
          <p:cNvPicPr>
            <a:picLocks noChangeAspect="1"/>
          </p:cNvPicPr>
          <p:nvPr/>
        </p:nvPicPr>
        <p:blipFill>
          <a:blip r:embed="rId3"/>
          <a:stretch>
            <a:fillRect/>
          </a:stretch>
        </p:blipFill>
        <p:spPr>
          <a:xfrm>
            <a:off x="9052560" y="2926080"/>
            <a:ext cx="1508760" cy="1508760"/>
          </a:xfrm>
          <a:prstGeom prst="rect">
            <a:avLst/>
          </a:prstGeom>
        </p:spPr>
      </p:pic>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wrap="square">
            <a:normAutofit/>
          </a:bodyPr>
          <a:lstStyle>
            <a:lvl1pPr>
              <a:defRPr sz="1000">
                <a:solidFill>
                  <a:srgbClr val="8A8DA0"/>
                </a:solidFill>
              </a:defRPr>
            </a:lvl1pPr>
          </a:lstStyle>
          <a:p>
            <a:pPr algn="r" eaLnBrk="1"/>
            <a:fld id="{F7021451-1387-4CA6-816F-3879F97B5CBC}" type="slidenum">
              <a:rPr lang="en-US" b="0"/>
              <a:pPr algn="r" eaLnBrk="1"/>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a:spLocks noGrp="1"/>
          </p:cNvSpPr>
          <p:nvPr>
            <p:ph type="title" idx="101" hasCustomPrompt="1"/>
          </p:nvPr>
        </p:nvSpPr>
        <p:spPr>
          <a:xfrm>
            <a:off x="731520" y="1691640"/>
            <a:ext cx="10725912" cy="1097280"/>
          </a:xfrm>
          <a:prstGeom prst="rect">
            <a:avLst/>
          </a:prstGeom>
          <a:noFill/>
          <a:ln/>
        </p:spPr>
        <p:txBody>
          <a:bodyPr wrap="square" lIns="0" tIns="0" rIns="0" bIns="0" rtlCol="0" anchor="ctr"/>
          <a:lstStyle/>
          <a:p>
            <a:pPr marL="0" indent="0" algn="ctr" eaLnBrk="1">
              <a:buNone/>
            </a:pPr>
            <a:r>
              <a:rPr lang="ko-KR" altLang="en-US" sz="2200" b="1" dirty="0">
                <a:solidFill>
                  <a:srgbClr val="FFFFFF"/>
                </a:solidFill>
                <a:latin typeface="Malgun Gothic" pitchFamily="34" charset="0"/>
                <a:ea typeface="Malgun Gothic" pitchFamily="34" charset="-122"/>
                <a:cs typeface="Malgun Gothic" pitchFamily="34" charset="-120"/>
              </a:rPr>
              <a:t>8주 전에는 한글도 몰랐어요</a:t>
            </a:r>
            <a:r>
              <a:rPr lang="en-US" sz="2200" b="1" dirty="0">
                <a:solidFill>
                  <a:srgbClr val="FFFFFF"/>
                </a:solidFill>
              </a:rPr>
              <a:t>.  </a:t>
            </a:r>
            <a:r>
              <a:rPr lang="ko-KR" altLang="en-US" sz="2200" b="1" dirty="0">
                <a:solidFill>
                  <a:srgbClr val="FFFFFF"/>
                </a:solidFill>
                <a:latin typeface="Malgun Gothic" pitchFamily="34" charset="0"/>
                <a:ea typeface="Malgun Gothic" pitchFamily="34" charset="-122"/>
                <a:cs typeface="Malgun Gothic" pitchFamily="34" charset="-120"/>
              </a:rPr>
              <a:t>Hace 8 semanas no sabía ni 한글</a:t>
            </a:r>
            <a:endParaRPr lang="en-US" sz="4000" dirty="0"/>
          </a:p>
        </p:txBody>
      </p:sp>
      <p:sp>
        <p:nvSpPr>
          <p:cNvPr id="3" name="Text 0"/>
          <p:cNvSpPr>
            <a:spLocks noGrp="1"/>
          </p:cNvSpPr>
          <p:nvPr>
            <p:ph type="body" idx="102" hasCustomPrompt="1"/>
          </p:nvPr>
        </p:nvSpPr>
        <p:spPr>
          <a:xfrm>
            <a:off x="1463040" y="2971800"/>
            <a:ext cx="9262872" cy="2926080"/>
          </a:xfrm>
          <a:prstGeom prst="rect">
            <a:avLst/>
          </a:prstGeom>
          <a:noFill/>
          <a:ln/>
        </p:spPr>
        <p:txBody>
          <a:bodyPr wrap="square" lIns="0" tIns="0" rIns="0" bIns="0" rtlCol="0" anchor="t">
            <a:normAutofit/>
          </a:bodyPr>
          <a:lstStyle/>
          <a:p>
            <a:pPr marL="0" indent="0" algn="ctr" eaLnBrk="1">
              <a:buNone/>
            </a:pPr>
            <a:r>
              <a:rPr lang="ko-KR" altLang="en-US" sz="2200" dirty="0">
                <a:solidFill>
                  <a:srgbClr val="FFFFFF"/>
                </a:solidFill>
                <a:latin typeface="Malgun Gothic" pitchFamily="34" charset="0"/>
                <a:ea typeface="Malgun Gothic" pitchFamily="34" charset="-122"/>
                <a:cs typeface="Malgun Gothic" pitchFamily="34" charset="-120"/>
              </a:rPr>
              <a:t>감사합니다</a:t>
            </a:r>
            <a:r>
              <a:rPr lang="en-US" sz="2200" dirty="0">
                <a:solidFill>
                  <a:srgbClr val="FFFFFF"/>
                </a:solidFill>
              </a:rPr>
              <a:t>!</a:t>
            </a:r>
            <a:endParaRPr lang="en-US" sz="2200" dirty="0"/>
          </a:p>
          <a:p>
            <a:pPr marL="0" indent="0" algn="ctr" eaLnBrk="1">
              <a:buNone/>
            </a:pPr>
            <a:r>
              <a:rPr lang="ko-KR" altLang="en-US" sz="2200" dirty="0">
                <a:solidFill>
                  <a:srgbClr val="FFFFFF"/>
                </a:solidFill>
                <a:latin typeface="Malgun Gothic" pitchFamily="34" charset="0"/>
                <a:ea typeface="Malgun Gothic" pitchFamily="34" charset="-122"/>
                <a:cs typeface="Malgun Gothic" pitchFamily="34" charset="-120"/>
              </a:rPr>
              <a:t>Kiran: 안녕히 가세요</a:t>
            </a:r>
            <a:r>
              <a:rPr lang="en-US" sz="2200" dirty="0">
                <a:solidFill>
                  <a:srgbClr val="FFFFFF"/>
                </a:solidFill>
              </a:rPr>
              <a:t>! · Alumnos: </a:t>
            </a:r>
            <a:r>
              <a:rPr lang="ko-KR" altLang="en-US" sz="2200" dirty="0">
                <a:solidFill>
                  <a:srgbClr val="FFFFFF"/>
                </a:solidFill>
                <a:latin typeface="Malgun Gothic" pitchFamily="34" charset="0"/>
                <a:ea typeface="Malgun Gothic" pitchFamily="34" charset="-122"/>
                <a:cs typeface="Malgun Gothic" pitchFamily="34" charset="-120"/>
              </a:rPr>
              <a:t>안녕히 계세요</a:t>
            </a:r>
            <a:r>
              <a:rPr lang="en-US" sz="2200" dirty="0">
                <a:solidFill>
                  <a:srgbClr val="FFFFFF"/>
                </a:solidFill>
              </a:rPr>
              <a:t>!</a:t>
            </a:r>
            <a:endParaRPr lang="en-US" sz="2200" dirty="0"/>
          </a:p>
          <a:p>
            <a:pPr marL="0" indent="0" algn="ctr" eaLnBrk="1">
              <a:buNone/>
            </a:pPr>
            <a:r>
              <a:rPr lang="ko-KR" altLang="en-US" sz="2200" dirty="0">
                <a:solidFill>
                  <a:srgbClr val="FFFFFF"/>
                </a:solidFill>
                <a:latin typeface="Malgun Gothic" pitchFamily="34" charset="0"/>
                <a:ea typeface="Malgun Gothic" pitchFamily="34" charset="-122"/>
                <a:cs typeface="Malgun Gothic" pitchFamily="34" charset="-120"/>
              </a:rPr>
              <a:t>화이팅</a:t>
            </a:r>
            <a:r>
              <a:rPr lang="en-US" sz="2200" dirty="0">
                <a:solidFill>
                  <a:srgbClr val="FFFFFF"/>
                </a:solidFill>
              </a:rPr>
              <a:t>!</a:t>
            </a:r>
            <a:endParaRPr lang="en-US" sz="2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0241280" cy="822960"/>
          </a:xfrm>
          <a:prstGeom prst="rect">
            <a:avLst/>
          </a:prstGeom>
          <a:noFill/>
          <a:ln/>
        </p:spPr>
        <p:txBody>
          <a:bodyPr wrap="square" lIns="0" tIns="0" rIns="0" bIns="0" rtlCol="0" anchor="ctr"/>
          <a:lstStyle/>
          <a:p>
            <a:pPr marL="0" indent="0" eaLnBrk="1">
              <a:buNone/>
            </a:pPr>
            <a:r>
              <a:rPr lang="en-US" sz="3000" b="1" dirty="0">
                <a:solidFill>
                  <a:srgbClr val="003478"/>
                </a:solidFill>
              </a:rPr>
              <a:t>Respaldo · Las 6 piezas</a:t>
            </a:r>
            <a:r>
              <a:rPr lang="en-US" sz="1500" b="1" i="1" dirty="0">
                <a:solidFill>
                  <a:srgbClr val="8A8DA0"/>
                </a:solidFill>
              </a:rPr>
              <a:t>   Backup · The 6 pieces</a:t>
            </a:r>
            <a:endParaRPr lang="en-US" sz="3000" dirty="0"/>
          </a:p>
        </p:txBody>
      </p:sp>
      <p:sp>
        <p:nvSpPr>
          <p:cNvPr id="3" name="Text 1"/>
          <p:cNvSpPr txBox="1"/>
          <p:nvPr/>
        </p:nvSpPr>
        <p:spPr>
          <a:xfrm>
            <a:off x="548640" y="1325880"/>
            <a:ext cx="11091672" cy="457200"/>
          </a:xfrm>
          <a:prstGeom prst="rect">
            <a:avLst/>
          </a:prstGeom>
          <a:noFill/>
          <a:ln/>
        </p:spPr>
        <p:txBody>
          <a:bodyPr wrap="square" lIns="0" tIns="0" rIns="0" bIns="0" rtlCol="0" anchor="ctr">
            <a:normAutofit/>
          </a:bodyPr>
          <a:lstStyle/>
          <a:p>
            <a:pPr marL="0" indent="0" eaLnBrk="1">
              <a:buNone/>
            </a:pPr>
            <a:r>
              <a:rPr lang="ko-KR" altLang="en-US" sz="1800" i="1" dirty="0">
                <a:solidFill>
                  <a:srgbClr val="4236F6"/>
                </a:solidFill>
                <a:latin typeface="Malgun Gothic" pitchFamily="34" charset="0"/>
                <a:ea typeface="Malgun Gothic" pitchFamily="34" charset="-122"/>
                <a:cs typeface="Malgun Gothic" pitchFamily="34" charset="-120"/>
              </a:rPr>
              <a:t>La pista: ¿termina en 받침</a:t>
            </a:r>
            <a:r>
              <a:rPr lang="en-US" sz="1800" i="1" dirty="0">
                <a:solidFill>
                  <a:srgbClr val="4236F6"/>
                </a:solidFill>
              </a:rPr>
              <a:t>? · El verbo, siempre al final: </a:t>
            </a:r>
            <a:r>
              <a:rPr lang="ko-KR" altLang="en-US" sz="1800" i="1" dirty="0">
                <a:solidFill>
                  <a:srgbClr val="4236F6"/>
                </a:solidFill>
                <a:latin typeface="Malgun Gothic" pitchFamily="34" charset="0"/>
                <a:ea typeface="Malgun Gothic" pitchFamily="34" charset="-122"/>
                <a:cs typeface="Malgun Gothic" pitchFamily="34" charset="-120"/>
              </a:rPr>
              <a:t>저는 매일 학교에 가요</a:t>
            </a:r>
            <a:r>
              <a:rPr lang="en-US" sz="1800" i="1" dirty="0">
                <a:solidFill>
                  <a:srgbClr val="4236F6"/>
                </a:solidFill>
              </a:rPr>
              <a:t>.</a:t>
            </a:r>
            <a:endParaRPr lang="en-US" sz="1800" dirty="0"/>
          </a:p>
        </p:txBody>
      </p:sp>
      <p:graphicFrame>
        <p:nvGraphicFramePr>
          <p:cNvPr id="23" name="tabla"/>
          <p:cNvGraphicFramePr>
            <a:graphicFrameLocks noGrp="1"/>
          </p:cNvGraphicFramePr>
          <p:nvPr>
            <p:extLst>
              <p:ext uri="{D42A27DB-BD31-4B8C-83A1-F6EECF244321}">
                <p14:modId xmlns:p14="http://schemas.microsoft.com/office/powerpoint/2010/main" val="4111660054"/>
              </p:ext>
            </p:extLst>
          </p:nvPr>
        </p:nvGraphicFramePr>
        <p:xfrm>
          <a:off x="548640" y="1874520"/>
          <a:ext cx="11091672" cy="914400"/>
        </p:xfrm>
        <a:graphic>
          <a:graphicData uri="http://schemas.openxmlformats.org/drawingml/2006/table">
            <a:tbl>
              <a:tblPr/>
              <a:tblGrid>
                <a:gridCol w="2218334">
                  <a:extLst>
                    <a:ext uri="{9D8B030D-6E8A-4147-A177-3AD203B41FA5}">
                      <a16:colId xmlns:a16="http://schemas.microsoft.com/office/drawing/2014/main" val="20000"/>
                    </a:ext>
                  </a:extLst>
                </a:gridCol>
                <a:gridCol w="2218334">
                  <a:extLst>
                    <a:ext uri="{9D8B030D-6E8A-4147-A177-3AD203B41FA5}">
                      <a16:colId xmlns:a16="http://schemas.microsoft.com/office/drawing/2014/main" val="20001"/>
                    </a:ext>
                  </a:extLst>
                </a:gridCol>
                <a:gridCol w="2218334">
                  <a:extLst>
                    <a:ext uri="{9D8B030D-6E8A-4147-A177-3AD203B41FA5}">
                      <a16:colId xmlns:a16="http://schemas.microsoft.com/office/drawing/2014/main" val="20002"/>
                    </a:ext>
                  </a:extLst>
                </a:gridCol>
                <a:gridCol w="2218334">
                  <a:extLst>
                    <a:ext uri="{9D8B030D-6E8A-4147-A177-3AD203B41FA5}">
                      <a16:colId xmlns:a16="http://schemas.microsoft.com/office/drawing/2014/main" val="20003"/>
                    </a:ext>
                  </a:extLst>
                </a:gridCol>
                <a:gridCol w="2218334">
                  <a:extLst>
                    <a:ext uri="{9D8B030D-6E8A-4147-A177-3AD203B41FA5}">
                      <a16:colId xmlns:a16="http://schemas.microsoft.com/office/drawing/2014/main" val="20004"/>
                    </a:ext>
                  </a:extLst>
                </a:gridCol>
              </a:tblGrid>
              <a:tr h="566928">
                <a:tc>
                  <a:txBody>
                    <a:bodyPr/>
                    <a:lstStyle/>
                    <a:p>
                      <a:pPr marL="0" indent="0" eaLnBrk="1">
                        <a:buNone/>
                      </a:pPr>
                      <a:r>
                        <a:rPr lang="en-US" sz="1600" b="1" dirty="0">
                          <a:solidFill>
                            <a:srgbClr val="FFFFFF"/>
                          </a:solidFill>
                        </a:rPr>
                        <a:t>Pieza</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003478"/>
                    </a:solidFill>
                  </a:tcPr>
                </a:tc>
                <a:tc>
                  <a:txBody>
                    <a:bodyPr/>
                    <a:lstStyle/>
                    <a:p>
                      <a:pPr marL="0" indent="0" eaLnBrk="1">
                        <a:buNone/>
                      </a:pPr>
                      <a:r>
                        <a:rPr lang="en-US" sz="1600" b="1" dirty="0">
                          <a:solidFill>
                            <a:srgbClr val="FFFFFF"/>
                          </a:solidFill>
                        </a:rPr>
                        <a:t>Para qué</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003478"/>
                    </a:solidFill>
                  </a:tcPr>
                </a:tc>
                <a:tc>
                  <a:txBody>
                    <a:bodyPr/>
                    <a:lstStyle/>
                    <a:p>
                      <a:pPr marL="0" indent="0" eaLnBrk="1">
                        <a:buNone/>
                      </a:pPr>
                      <a:r>
                        <a:rPr lang="ko-KR" altLang="en-US" sz="1600" b="1" dirty="0">
                          <a:solidFill>
                            <a:srgbClr val="FFFFFF"/>
                          </a:solidFill>
                          <a:latin typeface="Malgun Gothic" pitchFamily="34" charset="0"/>
                          <a:ea typeface="Malgun Gothic" pitchFamily="34" charset="-122"/>
                          <a:cs typeface="Malgun Gothic" pitchFamily="34" charset="-120"/>
                        </a:rPr>
                        <a:t>Con 받침</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003478"/>
                    </a:solidFill>
                  </a:tcPr>
                </a:tc>
                <a:tc>
                  <a:txBody>
                    <a:bodyPr/>
                    <a:lstStyle/>
                    <a:p>
                      <a:pPr marL="0" indent="0" eaLnBrk="1">
                        <a:buNone/>
                      </a:pPr>
                      <a:r>
                        <a:rPr lang="ko-KR" altLang="en-US" sz="1600" b="1" dirty="0">
                          <a:solidFill>
                            <a:srgbClr val="FFFFFF"/>
                          </a:solidFill>
                          <a:latin typeface="Malgun Gothic" pitchFamily="34" charset="0"/>
                          <a:ea typeface="Malgun Gothic" pitchFamily="34" charset="-122"/>
                          <a:cs typeface="Malgun Gothic" pitchFamily="34" charset="-120"/>
                        </a:rPr>
                        <a:t>Sin 받침</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003478"/>
                    </a:solidFill>
                  </a:tcPr>
                </a:tc>
                <a:tc>
                  <a:txBody>
                    <a:bodyPr/>
                    <a:lstStyle/>
                    <a:p>
                      <a:pPr marL="0" indent="0" eaLnBrk="1">
                        <a:buNone/>
                      </a:pPr>
                      <a:r>
                        <a:rPr lang="en-US" sz="1600" b="1" dirty="0">
                          <a:solidFill>
                            <a:srgbClr val="FFFFFF"/>
                          </a:solidFill>
                        </a:rPr>
                        <a:t>Semana</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003478"/>
                    </a:solidFill>
                  </a:tcPr>
                </a:tc>
                <a:extLst>
                  <a:ext uri="{0D108BD9-81ED-4DB2-BD59-A6C34878D82A}">
                    <a16:rowId xmlns:a16="http://schemas.microsoft.com/office/drawing/2014/main" val="10000"/>
                  </a:ext>
                </a:extLst>
              </a:tr>
              <a:tr h="566928">
                <a:tc>
                  <a:txBody>
                    <a:bodyPr/>
                    <a:lstStyle/>
                    <a:p>
                      <a:pPr marL="0" indent="0" eaLnBrk="1">
                        <a:buNone/>
                      </a:pPr>
                      <a:r>
                        <a:rPr lang="ko-KR" altLang="en-US" sz="1600" dirty="0">
                          <a:solidFill>
                            <a:srgbClr val="14142B"/>
                          </a:solidFill>
                          <a:latin typeface="Malgun Gothic" pitchFamily="34" charset="0"/>
                          <a:ea typeface="Malgun Gothic" pitchFamily="34" charset="-122"/>
                          <a:cs typeface="Malgun Gothic" pitchFamily="34" charset="-120"/>
                        </a:rPr>
                        <a:t>이에요 </a:t>
                      </a:r>
                      <a:r>
                        <a:rPr lang="en-US" sz="1600" dirty="0">
                          <a:solidFill>
                            <a:srgbClr val="14142B"/>
                          </a:solidFill>
                        </a:rPr>
                        <a:t>/ </a:t>
                      </a:r>
                      <a:r>
                        <a:rPr lang="ko-KR" altLang="en-US" sz="1600" dirty="0">
                          <a:solidFill>
                            <a:srgbClr val="14142B"/>
                          </a:solidFill>
                          <a:latin typeface="Malgun Gothic" pitchFamily="34" charset="0"/>
                          <a:ea typeface="Malgun Gothic" pitchFamily="34" charset="-122"/>
                          <a:cs typeface="Malgun Gothic" pitchFamily="34" charset="-120"/>
                        </a:rPr>
                        <a:t>예요</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tc>
                  <a:txBody>
                    <a:bodyPr/>
                    <a:lstStyle/>
                    <a:p>
                      <a:pPr marL="0" indent="0" eaLnBrk="1">
                        <a:buNone/>
                      </a:pPr>
                      <a:r>
                        <a:rPr lang="en-US" sz="1600" dirty="0">
                          <a:solidFill>
                            <a:srgbClr val="14142B"/>
                          </a:solidFill>
                        </a:rPr>
                        <a:t>“ser”</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tc>
                  <a:txBody>
                    <a:bodyPr/>
                    <a:lstStyle/>
                    <a:p>
                      <a:pPr marL="0" indent="0" eaLnBrk="1">
                        <a:buNone/>
                      </a:pPr>
                      <a:r>
                        <a:rPr lang="ko-KR" altLang="en-US" sz="1600" dirty="0">
                          <a:solidFill>
                            <a:srgbClr val="14142B"/>
                          </a:solidFill>
                          <a:latin typeface="Malgun Gothic" pitchFamily="34" charset="0"/>
                          <a:ea typeface="Malgun Gothic" pitchFamily="34" charset="-122"/>
                          <a:cs typeface="Malgun Gothic" pitchFamily="34" charset="-120"/>
                        </a:rPr>
                        <a:t>저는 학생이에요</a:t>
                      </a:r>
                      <a:r>
                        <a:rPr lang="en-US" sz="1600" dirty="0">
                          <a:solidFill>
                            <a:srgbClr val="14142B"/>
                          </a:solidFill>
                        </a:rPr>
                        <a:t>.</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tc>
                  <a:txBody>
                    <a:bodyPr/>
                    <a:lstStyle/>
                    <a:p>
                      <a:pPr marL="0" indent="0" eaLnBrk="1">
                        <a:buNone/>
                      </a:pPr>
                      <a:r>
                        <a:rPr lang="ko-KR" altLang="en-US" sz="1600" dirty="0">
                          <a:solidFill>
                            <a:srgbClr val="14142B"/>
                          </a:solidFill>
                          <a:latin typeface="Malgun Gothic" pitchFamily="34" charset="0"/>
                          <a:ea typeface="Malgun Gothic" pitchFamily="34" charset="-122"/>
                          <a:cs typeface="Malgun Gothic" pitchFamily="34" charset="-120"/>
                        </a:rPr>
                        <a:t>저는 마리아예요</a:t>
                      </a:r>
                      <a:r>
                        <a:rPr lang="en-US" sz="1600" dirty="0">
                          <a:solidFill>
                            <a:srgbClr val="14142B"/>
                          </a:solidFill>
                        </a:rPr>
                        <a:t>.</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tc>
                  <a:txBody>
                    <a:bodyPr/>
                    <a:lstStyle/>
                    <a:p>
                      <a:pPr marL="0" indent="0" eaLnBrk="1">
                        <a:buNone/>
                      </a:pPr>
                      <a:r>
                        <a:rPr lang="en-US" sz="1600" dirty="0">
                          <a:solidFill>
                            <a:srgbClr val="14142B"/>
                          </a:solidFill>
                        </a:rPr>
                        <a:t>2</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extLst>
                  <a:ext uri="{0D108BD9-81ED-4DB2-BD59-A6C34878D82A}">
                    <a16:rowId xmlns:a16="http://schemas.microsoft.com/office/drawing/2014/main" val="10001"/>
                  </a:ext>
                </a:extLst>
              </a:tr>
              <a:tr h="566928">
                <a:tc>
                  <a:txBody>
                    <a:bodyPr/>
                    <a:lstStyle/>
                    <a:p>
                      <a:pPr marL="0" indent="0" eaLnBrk="1">
                        <a:buNone/>
                      </a:pPr>
                      <a:r>
                        <a:rPr lang="ko-KR" altLang="en-US" sz="1600" dirty="0">
                          <a:solidFill>
                            <a:srgbClr val="14142B"/>
                          </a:solidFill>
                          <a:latin typeface="Malgun Gothic" pitchFamily="34" charset="0"/>
                          <a:ea typeface="Malgun Gothic" pitchFamily="34" charset="-122"/>
                          <a:cs typeface="Malgun Gothic" pitchFamily="34" charset="-120"/>
                        </a:rPr>
                        <a:t>은 </a:t>
                      </a:r>
                      <a:r>
                        <a:rPr lang="en-US" sz="1600" dirty="0">
                          <a:solidFill>
                            <a:srgbClr val="14142B"/>
                          </a:solidFill>
                        </a:rPr>
                        <a:t>/ </a:t>
                      </a:r>
                      <a:r>
                        <a:rPr lang="ko-KR" altLang="en-US" sz="1600" dirty="0">
                          <a:solidFill>
                            <a:srgbClr val="14142B"/>
                          </a:solidFill>
                          <a:latin typeface="Malgun Gothic" pitchFamily="34" charset="0"/>
                          <a:ea typeface="Malgun Gothic" pitchFamily="34" charset="-122"/>
                          <a:cs typeface="Malgun Gothic" pitchFamily="34" charset="-120"/>
                        </a:rPr>
                        <a:t>는</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tc>
                  <a:txBody>
                    <a:bodyPr/>
                    <a:lstStyle/>
                    <a:p>
                      <a:pPr marL="0" indent="0" eaLnBrk="1">
                        <a:buNone/>
                      </a:pPr>
                      <a:r>
                        <a:rPr lang="en-US" sz="1600" dirty="0">
                          <a:solidFill>
                            <a:srgbClr val="14142B"/>
                          </a:solidFill>
                        </a:rPr>
                        <a:t>tema: “en cuanto a…”</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tc>
                  <a:txBody>
                    <a:bodyPr/>
                    <a:lstStyle/>
                    <a:p>
                      <a:pPr marL="0" indent="0" eaLnBrk="1">
                        <a:buNone/>
                      </a:pPr>
                      <a:r>
                        <a:rPr lang="ko-KR" altLang="en-US" sz="1600" dirty="0">
                          <a:solidFill>
                            <a:srgbClr val="14142B"/>
                          </a:solidFill>
                          <a:latin typeface="Malgun Gothic" pitchFamily="34" charset="0"/>
                          <a:ea typeface="Malgun Gothic" pitchFamily="34" charset="-122"/>
                          <a:cs typeface="Malgun Gothic" pitchFamily="34" charset="-120"/>
                        </a:rPr>
                        <a:t>우리 가족은 네 명이에요</a:t>
                      </a:r>
                      <a:r>
                        <a:rPr lang="en-US" sz="1600" dirty="0">
                          <a:solidFill>
                            <a:srgbClr val="14142B"/>
                          </a:solidFill>
                        </a:rPr>
                        <a:t>.</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tc>
                  <a:txBody>
                    <a:bodyPr/>
                    <a:lstStyle/>
                    <a:p>
                      <a:pPr marL="0" indent="0" eaLnBrk="1">
                        <a:buNone/>
                      </a:pPr>
                      <a:r>
                        <a:rPr lang="ko-KR" altLang="en-US" sz="1600" dirty="0">
                          <a:solidFill>
                            <a:srgbClr val="14142B"/>
                          </a:solidFill>
                          <a:latin typeface="Malgun Gothic" pitchFamily="34" charset="0"/>
                          <a:ea typeface="Malgun Gothic" pitchFamily="34" charset="-122"/>
                          <a:cs typeface="Malgun Gothic" pitchFamily="34" charset="-120"/>
                        </a:rPr>
                        <a:t>저는 칠레 사람이에요</a:t>
                      </a:r>
                      <a:r>
                        <a:rPr lang="en-US" sz="1600" dirty="0">
                          <a:solidFill>
                            <a:srgbClr val="14142B"/>
                          </a:solidFill>
                        </a:rPr>
                        <a:t>.</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tc>
                  <a:txBody>
                    <a:bodyPr/>
                    <a:lstStyle/>
                    <a:p>
                      <a:pPr marL="0" indent="0" eaLnBrk="1">
                        <a:buNone/>
                      </a:pPr>
                      <a:r>
                        <a:rPr lang="en-US" sz="1600" dirty="0">
                          <a:solidFill>
                            <a:srgbClr val="14142B"/>
                          </a:solidFill>
                        </a:rPr>
                        <a:t>2, 4, 7</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66928">
                <a:tc>
                  <a:txBody>
                    <a:bodyPr/>
                    <a:lstStyle/>
                    <a:p>
                      <a:pPr marL="0" indent="0" eaLnBrk="1">
                        <a:buNone/>
                      </a:pPr>
                      <a:r>
                        <a:rPr lang="ko-KR" altLang="en-US" sz="1600" dirty="0">
                          <a:solidFill>
                            <a:srgbClr val="14142B"/>
                          </a:solidFill>
                          <a:latin typeface="Malgun Gothic" pitchFamily="34" charset="0"/>
                          <a:ea typeface="Malgun Gothic" pitchFamily="34" charset="-122"/>
                          <a:cs typeface="Malgun Gothic" pitchFamily="34" charset="-120"/>
                        </a:rPr>
                        <a:t>이 </a:t>
                      </a:r>
                      <a:r>
                        <a:rPr lang="en-US" sz="1600" dirty="0">
                          <a:solidFill>
                            <a:srgbClr val="14142B"/>
                          </a:solidFill>
                        </a:rPr>
                        <a:t>/ </a:t>
                      </a:r>
                      <a:r>
                        <a:rPr lang="ko-KR" altLang="en-US" sz="1600" dirty="0">
                          <a:solidFill>
                            <a:srgbClr val="14142B"/>
                          </a:solidFill>
                          <a:latin typeface="Malgun Gothic" pitchFamily="34" charset="0"/>
                          <a:ea typeface="Malgun Gothic" pitchFamily="34" charset="-122"/>
                          <a:cs typeface="Malgun Gothic" pitchFamily="34" charset="-120"/>
                        </a:rPr>
                        <a:t>가</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tc>
                  <a:txBody>
                    <a:bodyPr/>
                    <a:lstStyle/>
                    <a:p>
                      <a:pPr marL="0" indent="0" eaLnBrk="1">
                        <a:buNone/>
                      </a:pPr>
                      <a:r>
                        <a:rPr lang="en-US" sz="1600" dirty="0">
                          <a:solidFill>
                            <a:srgbClr val="14142B"/>
                          </a:solidFill>
                        </a:rPr>
                        <a:t>lo que está o lo que hay</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tc>
                  <a:txBody>
                    <a:bodyPr/>
                    <a:lstStyle/>
                    <a:p>
                      <a:pPr marL="0" indent="0" eaLnBrk="1">
                        <a:buNone/>
                      </a:pPr>
                      <a:r>
                        <a:rPr lang="ko-KR" altLang="en-US" sz="1600" dirty="0">
                          <a:solidFill>
                            <a:srgbClr val="14142B"/>
                          </a:solidFill>
                          <a:latin typeface="Malgun Gothic" pitchFamily="34" charset="0"/>
                          <a:ea typeface="Malgun Gothic" pitchFamily="34" charset="-122"/>
                          <a:cs typeface="Malgun Gothic" pitchFamily="34" charset="-120"/>
                        </a:rPr>
                        <a:t>책이 책상 위에 있어요</a:t>
                      </a:r>
                      <a:r>
                        <a:rPr lang="en-US" sz="1600" dirty="0">
                          <a:solidFill>
                            <a:srgbClr val="14142B"/>
                          </a:solidFill>
                        </a:rPr>
                        <a:t>.</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tc>
                  <a:txBody>
                    <a:bodyPr/>
                    <a:lstStyle/>
                    <a:p>
                      <a:pPr marL="0" indent="0" eaLnBrk="1">
                        <a:buNone/>
                      </a:pPr>
                      <a:r>
                        <a:rPr lang="ko-KR" altLang="en-US" sz="1600" dirty="0">
                          <a:solidFill>
                            <a:srgbClr val="14142B"/>
                          </a:solidFill>
                          <a:latin typeface="Malgun Gothic" pitchFamily="34" charset="0"/>
                          <a:ea typeface="Malgun Gothic" pitchFamily="34" charset="-122"/>
                          <a:cs typeface="Malgun Gothic" pitchFamily="34" charset="-120"/>
                        </a:rPr>
                        <a:t>커피가 컴퓨터 옆에 있어요</a:t>
                      </a:r>
                      <a:r>
                        <a:rPr lang="en-US" sz="1600" dirty="0">
                          <a:solidFill>
                            <a:srgbClr val="14142B"/>
                          </a:solidFill>
                        </a:rPr>
                        <a:t>.</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tc>
                  <a:txBody>
                    <a:bodyPr/>
                    <a:lstStyle/>
                    <a:p>
                      <a:pPr marL="0" indent="0" eaLnBrk="1">
                        <a:buNone/>
                      </a:pPr>
                      <a:r>
                        <a:rPr lang="en-US" sz="1600" dirty="0">
                          <a:solidFill>
                            <a:srgbClr val="14142B"/>
                          </a:solidFill>
                        </a:rPr>
                        <a:t>5, 7</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extLst>
                  <a:ext uri="{0D108BD9-81ED-4DB2-BD59-A6C34878D82A}">
                    <a16:rowId xmlns:a16="http://schemas.microsoft.com/office/drawing/2014/main" val="10003"/>
                  </a:ext>
                </a:extLst>
              </a:tr>
              <a:tr h="566928">
                <a:tc>
                  <a:txBody>
                    <a:bodyPr/>
                    <a:lstStyle/>
                    <a:p>
                      <a:pPr marL="0" indent="0" eaLnBrk="1">
                        <a:buNone/>
                      </a:pPr>
                      <a:r>
                        <a:rPr lang="ko-KR" altLang="en-US" sz="1600" dirty="0">
                          <a:solidFill>
                            <a:srgbClr val="14142B"/>
                          </a:solidFill>
                          <a:latin typeface="Malgun Gothic" pitchFamily="34" charset="0"/>
                          <a:ea typeface="Malgun Gothic" pitchFamily="34" charset="-122"/>
                          <a:cs typeface="Malgun Gothic" pitchFamily="34" charset="-120"/>
                        </a:rPr>
                        <a:t>을 </a:t>
                      </a:r>
                      <a:r>
                        <a:rPr lang="en-US" sz="1600" dirty="0">
                          <a:solidFill>
                            <a:srgbClr val="14142B"/>
                          </a:solidFill>
                        </a:rPr>
                        <a:t>/ </a:t>
                      </a:r>
                      <a:r>
                        <a:rPr lang="ko-KR" altLang="en-US" sz="1600" dirty="0">
                          <a:solidFill>
                            <a:srgbClr val="14142B"/>
                          </a:solidFill>
                          <a:latin typeface="Malgun Gothic" pitchFamily="34" charset="0"/>
                          <a:ea typeface="Malgun Gothic" pitchFamily="34" charset="-122"/>
                          <a:cs typeface="Malgun Gothic" pitchFamily="34" charset="-120"/>
                        </a:rPr>
                        <a:t>를</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tc>
                  <a:txBody>
                    <a:bodyPr/>
                    <a:lstStyle/>
                    <a:p>
                      <a:pPr marL="0" indent="0" eaLnBrk="1">
                        <a:buNone/>
                      </a:pPr>
                      <a:r>
                        <a:rPr lang="en-US" sz="1600" dirty="0">
                          <a:solidFill>
                            <a:srgbClr val="14142B"/>
                          </a:solidFill>
                        </a:rPr>
                        <a:t>el objeto de la acción</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tc>
                  <a:txBody>
                    <a:bodyPr/>
                    <a:lstStyle/>
                    <a:p>
                      <a:pPr marL="0" indent="0" eaLnBrk="1">
                        <a:buNone/>
                      </a:pPr>
                      <a:r>
                        <a:rPr lang="ko-KR" altLang="en-US" sz="1600" dirty="0">
                          <a:solidFill>
                            <a:srgbClr val="14142B"/>
                          </a:solidFill>
                          <a:latin typeface="Malgun Gothic" pitchFamily="34" charset="0"/>
                          <a:ea typeface="Malgun Gothic" pitchFamily="34" charset="-122"/>
                          <a:cs typeface="Malgun Gothic" pitchFamily="34" charset="-120"/>
                        </a:rPr>
                        <a:t>책을 읽어요</a:t>
                      </a:r>
                      <a:r>
                        <a:rPr lang="en-US" sz="1600" dirty="0">
                          <a:solidFill>
                            <a:srgbClr val="14142B"/>
                          </a:solidFill>
                        </a:rPr>
                        <a:t>.</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tc>
                  <a:txBody>
                    <a:bodyPr/>
                    <a:lstStyle/>
                    <a:p>
                      <a:pPr marL="0" indent="0" eaLnBrk="1">
                        <a:buNone/>
                      </a:pPr>
                      <a:r>
                        <a:rPr lang="ko-KR" altLang="en-US" sz="1600" dirty="0">
                          <a:solidFill>
                            <a:srgbClr val="14142B"/>
                          </a:solidFill>
                          <a:latin typeface="Malgun Gothic" pitchFamily="34" charset="0"/>
                          <a:ea typeface="Malgun Gothic" pitchFamily="34" charset="-122"/>
                          <a:cs typeface="Malgun Gothic" pitchFamily="34" charset="-120"/>
                        </a:rPr>
                        <a:t>커피를 마셔요</a:t>
                      </a:r>
                      <a:r>
                        <a:rPr lang="en-US" sz="1600" dirty="0">
                          <a:solidFill>
                            <a:srgbClr val="14142B"/>
                          </a:solidFill>
                        </a:rPr>
                        <a:t>.</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tc>
                  <a:txBody>
                    <a:bodyPr/>
                    <a:lstStyle/>
                    <a:p>
                      <a:pPr marL="0" indent="0" eaLnBrk="1">
                        <a:buNone/>
                      </a:pPr>
                      <a:r>
                        <a:rPr lang="en-US" sz="1600" dirty="0">
                          <a:solidFill>
                            <a:srgbClr val="14142B"/>
                          </a:solidFill>
                        </a:rPr>
                        <a:t>7, 8</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66928">
                <a:tc>
                  <a:txBody>
                    <a:bodyPr/>
                    <a:lstStyle/>
                    <a:p>
                      <a:pPr marL="0" indent="0" eaLnBrk="1">
                        <a:buNone/>
                      </a:pPr>
                      <a:r>
                        <a:rPr lang="ko-KR" altLang="en-US" sz="1600" dirty="0">
                          <a:solidFill>
                            <a:srgbClr val="14142B"/>
                          </a:solidFill>
                          <a:latin typeface="Malgun Gothic" pitchFamily="34" charset="0"/>
                          <a:ea typeface="Malgun Gothic" pitchFamily="34" charset="-122"/>
                          <a:cs typeface="Malgun Gothic" pitchFamily="34" charset="-120"/>
                        </a:rPr>
                        <a:t>에</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tc>
                  <a:txBody>
                    <a:bodyPr/>
                    <a:lstStyle/>
                    <a:p>
                      <a:pPr marL="0" indent="0" eaLnBrk="1">
                        <a:buNone/>
                      </a:pPr>
                      <a:r>
                        <a:rPr lang="en-US" sz="1600" dirty="0">
                          <a:solidFill>
                            <a:srgbClr val="14142B"/>
                          </a:solidFill>
                        </a:rPr>
                        <a:t>dónde está, a dónde vas</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tc>
                  <a:txBody>
                    <a:bodyPr/>
                    <a:lstStyle/>
                    <a:p>
                      <a:pPr marL="0" indent="0" eaLnBrk="1">
                        <a:buNone/>
                      </a:pPr>
                      <a:r>
                        <a:rPr lang="ko-KR" altLang="en-US" sz="1600" dirty="0">
                          <a:solidFill>
                            <a:srgbClr val="14142B"/>
                          </a:solidFill>
                          <a:latin typeface="Malgun Gothic" pitchFamily="34" charset="0"/>
                          <a:ea typeface="Malgun Gothic" pitchFamily="34" charset="-122"/>
                          <a:cs typeface="Malgun Gothic" pitchFamily="34" charset="-120"/>
                        </a:rPr>
                        <a:t>우리 집은 산티아고에 있어요</a:t>
                      </a:r>
                      <a:r>
                        <a:rPr lang="en-US" sz="1600" dirty="0">
                          <a:solidFill>
                            <a:srgbClr val="14142B"/>
                          </a:solidFill>
                        </a:rPr>
                        <a:t>.</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tc>
                  <a:txBody>
                    <a:bodyPr/>
                    <a:lstStyle/>
                    <a:p>
                      <a:pPr marL="0" indent="0" eaLnBrk="1">
                        <a:buNone/>
                      </a:pPr>
                      <a:r>
                        <a:rPr lang="ko-KR" altLang="en-US" sz="1600" dirty="0">
                          <a:solidFill>
                            <a:srgbClr val="14142B"/>
                          </a:solidFill>
                          <a:latin typeface="Malgun Gothic" pitchFamily="34" charset="0"/>
                          <a:ea typeface="Malgun Gothic" pitchFamily="34" charset="-122"/>
                          <a:cs typeface="Malgun Gothic" pitchFamily="34" charset="-120"/>
                        </a:rPr>
                        <a:t>매일 회사에 가요</a:t>
                      </a:r>
                      <a:r>
                        <a:rPr lang="en-US" sz="1600" dirty="0">
                          <a:solidFill>
                            <a:srgbClr val="14142B"/>
                          </a:solidFill>
                        </a:rPr>
                        <a:t>.</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tc>
                  <a:txBody>
                    <a:bodyPr/>
                    <a:lstStyle/>
                    <a:p>
                      <a:pPr marL="0" indent="0" eaLnBrk="1">
                        <a:buNone/>
                      </a:pPr>
                      <a:r>
                        <a:rPr lang="en-US" sz="1600" dirty="0">
                          <a:solidFill>
                            <a:srgbClr val="14142B"/>
                          </a:solidFill>
                        </a:rPr>
                        <a:t>5, 6</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extLst>
                  <a:ext uri="{0D108BD9-81ED-4DB2-BD59-A6C34878D82A}">
                    <a16:rowId xmlns:a16="http://schemas.microsoft.com/office/drawing/2014/main" val="10005"/>
                  </a:ext>
                </a:extLst>
              </a:tr>
              <a:tr h="566928">
                <a:tc>
                  <a:txBody>
                    <a:bodyPr/>
                    <a:lstStyle/>
                    <a:p>
                      <a:pPr marL="0" indent="0" eaLnBrk="1">
                        <a:buNone/>
                      </a:pPr>
                      <a:r>
                        <a:rPr lang="ko-KR" altLang="en-US" sz="1600" dirty="0">
                          <a:solidFill>
                            <a:srgbClr val="14142B"/>
                          </a:solidFill>
                          <a:latin typeface="Malgun Gothic" pitchFamily="34" charset="0"/>
                          <a:ea typeface="Malgun Gothic" pitchFamily="34" charset="-122"/>
                          <a:cs typeface="Malgun Gothic" pitchFamily="34" charset="-120"/>
                        </a:rPr>
                        <a:t>-아요 </a:t>
                      </a:r>
                      <a:r>
                        <a:rPr lang="en-US" sz="1600" dirty="0">
                          <a:solidFill>
                            <a:srgbClr val="14142B"/>
                          </a:solidFill>
                        </a:rPr>
                        <a:t>/ -</a:t>
                      </a:r>
                      <a:r>
                        <a:rPr lang="ko-KR" altLang="en-US" sz="1600" dirty="0">
                          <a:solidFill>
                            <a:srgbClr val="14142B"/>
                          </a:solidFill>
                          <a:latin typeface="Malgun Gothic" pitchFamily="34" charset="0"/>
                          <a:ea typeface="Malgun Gothic" pitchFamily="34" charset="-122"/>
                          <a:cs typeface="Malgun Gothic" pitchFamily="34" charset="-120"/>
                        </a:rPr>
                        <a:t>어요</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tc>
                  <a:txBody>
                    <a:bodyPr/>
                    <a:lstStyle/>
                    <a:p>
                      <a:pPr marL="0" indent="0" eaLnBrk="1">
                        <a:buNone/>
                      </a:pPr>
                      <a:r>
                        <a:rPr lang="en-US" sz="1600" dirty="0">
                          <a:solidFill>
                            <a:srgbClr val="14142B"/>
                          </a:solidFill>
                        </a:rPr>
                        <a:t>el presente</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tc>
                  <a:txBody>
                    <a:bodyPr/>
                    <a:lstStyle/>
                    <a:p>
                      <a:pPr marL="0" indent="0" eaLnBrk="1">
                        <a:buNone/>
                      </a:pPr>
                      <a:r>
                        <a:rPr lang="ko-KR" altLang="en-US" sz="1600" dirty="0">
                          <a:solidFill>
                            <a:srgbClr val="14142B"/>
                          </a:solidFill>
                          <a:latin typeface="Malgun Gothic" pitchFamily="34" charset="0"/>
                          <a:ea typeface="Malgun Gothic" pitchFamily="34" charset="-122"/>
                          <a:cs typeface="Malgun Gothic" pitchFamily="34" charset="-120"/>
                        </a:rPr>
                        <a:t>ㅏ </a:t>
                      </a:r>
                      <a:r>
                        <a:rPr lang="en-US" sz="1600" dirty="0">
                          <a:solidFill>
                            <a:srgbClr val="14142B"/>
                          </a:solidFill>
                        </a:rPr>
                        <a:t>o </a:t>
                      </a:r>
                      <a:r>
                        <a:rPr lang="ko-KR" altLang="en-US" sz="1600" dirty="0">
                          <a:solidFill>
                            <a:srgbClr val="14142B"/>
                          </a:solidFill>
                          <a:latin typeface="Malgun Gothic" pitchFamily="34" charset="0"/>
                          <a:ea typeface="Malgun Gothic" pitchFamily="34" charset="-122"/>
                          <a:cs typeface="Malgun Gothic" pitchFamily="34" charset="-120"/>
                        </a:rPr>
                        <a:t>ㅗ </a:t>
                      </a:r>
                      <a:r>
                        <a:rPr lang="en-US" sz="1600" dirty="0">
                          <a:solidFill>
                            <a:srgbClr val="14142B"/>
                          </a:solidFill>
                        </a:rPr>
                        <a:t>→ -</a:t>
                      </a:r>
                      <a:r>
                        <a:rPr lang="ko-KR" altLang="en-US" sz="1600" dirty="0">
                          <a:solidFill>
                            <a:srgbClr val="14142B"/>
                          </a:solidFill>
                          <a:latin typeface="Malgun Gothic" pitchFamily="34" charset="0"/>
                          <a:ea typeface="Malgun Gothic" pitchFamily="34" charset="-122"/>
                          <a:cs typeface="Malgun Gothic" pitchFamily="34" charset="-120"/>
                        </a:rPr>
                        <a:t>아요</a:t>
                      </a:r>
                      <a:r>
                        <a:rPr lang="en-US" sz="1600" dirty="0">
                          <a:solidFill>
                            <a:srgbClr val="14142B"/>
                          </a:solidFill>
                        </a:rPr>
                        <a:t>: </a:t>
                      </a:r>
                      <a:r>
                        <a:rPr lang="ko-KR" altLang="en-US" sz="1600" dirty="0">
                          <a:solidFill>
                            <a:srgbClr val="14142B"/>
                          </a:solidFill>
                          <a:latin typeface="Malgun Gothic" pitchFamily="34" charset="0"/>
                          <a:ea typeface="Malgun Gothic" pitchFamily="34" charset="-122"/>
                          <a:cs typeface="Malgun Gothic" pitchFamily="34" charset="-120"/>
                        </a:rPr>
                        <a:t>가요</a:t>
                      </a:r>
                      <a:r>
                        <a:rPr lang="en-US" sz="1600" dirty="0">
                          <a:solidFill>
                            <a:srgbClr val="14142B"/>
                          </a:solidFill>
                        </a:rPr>
                        <a:t>, </a:t>
                      </a:r>
                      <a:r>
                        <a:rPr lang="ko-KR" altLang="en-US" sz="1600" dirty="0">
                          <a:solidFill>
                            <a:srgbClr val="14142B"/>
                          </a:solidFill>
                          <a:latin typeface="Malgun Gothic" pitchFamily="34" charset="0"/>
                          <a:ea typeface="Malgun Gothic" pitchFamily="34" charset="-122"/>
                          <a:cs typeface="Malgun Gothic" pitchFamily="34" charset="-120"/>
                        </a:rPr>
                        <a:t>봐요</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tc>
                  <a:txBody>
                    <a:bodyPr/>
                    <a:lstStyle/>
                    <a:p>
                      <a:pPr marL="0" indent="0" eaLnBrk="1">
                        <a:buNone/>
                      </a:pPr>
                      <a:r>
                        <a:rPr lang="ko-KR" altLang="en-US" sz="1600" dirty="0">
                          <a:solidFill>
                            <a:srgbClr val="14142B"/>
                          </a:solidFill>
                          <a:latin typeface="Malgun Gothic" pitchFamily="34" charset="0"/>
                          <a:ea typeface="Malgun Gothic" pitchFamily="34" charset="-122"/>
                          <a:cs typeface="Malgun Gothic" pitchFamily="34" charset="-120"/>
                        </a:rPr>
                        <a:t>las demás → -어요</a:t>
                      </a:r>
                      <a:r>
                        <a:rPr lang="en-US" sz="1600" dirty="0">
                          <a:solidFill>
                            <a:srgbClr val="14142B"/>
                          </a:solidFill>
                        </a:rPr>
                        <a:t>: </a:t>
                      </a:r>
                      <a:r>
                        <a:rPr lang="ko-KR" altLang="en-US" sz="1600" dirty="0">
                          <a:solidFill>
                            <a:srgbClr val="14142B"/>
                          </a:solidFill>
                          <a:latin typeface="Malgun Gothic" pitchFamily="34" charset="0"/>
                          <a:ea typeface="Malgun Gothic" pitchFamily="34" charset="-122"/>
                          <a:cs typeface="Malgun Gothic" pitchFamily="34" charset="-120"/>
                        </a:rPr>
                        <a:t>먹어요</a:t>
                      </a:r>
                      <a:r>
                        <a:rPr lang="en-US" sz="1600" dirty="0">
                          <a:solidFill>
                            <a:srgbClr val="14142B"/>
                          </a:solidFill>
                        </a:rPr>
                        <a:t>, </a:t>
                      </a:r>
                      <a:r>
                        <a:rPr lang="ko-KR" altLang="en-US" sz="1600" dirty="0">
                          <a:solidFill>
                            <a:srgbClr val="14142B"/>
                          </a:solidFill>
                          <a:latin typeface="Malgun Gothic" pitchFamily="34" charset="0"/>
                          <a:ea typeface="Malgun Gothic" pitchFamily="34" charset="-122"/>
                          <a:cs typeface="Malgun Gothic" pitchFamily="34" charset="-120"/>
                        </a:rPr>
                        <a:t>마셔요 </a:t>
                      </a:r>
                      <a:r>
                        <a:rPr lang="en-US" sz="1600" dirty="0">
                          <a:solidFill>
                            <a:srgbClr val="14142B"/>
                          </a:solidFill>
                        </a:rPr>
                        <a:t>· </a:t>
                      </a:r>
                      <a:r>
                        <a:rPr lang="ko-KR" altLang="en-US" sz="1600" dirty="0">
                          <a:solidFill>
                            <a:srgbClr val="14142B"/>
                          </a:solidFill>
                          <a:latin typeface="Malgun Gothic" pitchFamily="34" charset="0"/>
                          <a:ea typeface="Malgun Gothic" pitchFamily="34" charset="-122"/>
                          <a:cs typeface="Malgun Gothic" pitchFamily="34" charset="-120"/>
                        </a:rPr>
                        <a:t>하다 </a:t>
                      </a:r>
                      <a:r>
                        <a:rPr lang="en-US" sz="1600" dirty="0">
                          <a:solidFill>
                            <a:srgbClr val="14142B"/>
                          </a:solidFill>
                        </a:rPr>
                        <a:t>→ </a:t>
                      </a:r>
                      <a:r>
                        <a:rPr lang="ko-KR" altLang="en-US" sz="1600" dirty="0">
                          <a:solidFill>
                            <a:srgbClr val="14142B"/>
                          </a:solidFill>
                          <a:latin typeface="Malgun Gothic" pitchFamily="34" charset="0"/>
                          <a:ea typeface="Malgun Gothic" pitchFamily="34" charset="-122"/>
                          <a:cs typeface="Malgun Gothic" pitchFamily="34" charset="-120"/>
                        </a:rPr>
                        <a:t>해요</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tc>
                  <a:txBody>
                    <a:bodyPr/>
                    <a:lstStyle/>
                    <a:p>
                      <a:pPr marL="0" indent="0" eaLnBrk="1">
                        <a:buNone/>
                      </a:pPr>
                      <a:r>
                        <a:rPr lang="en-US" sz="1600" dirty="0">
                          <a:solidFill>
                            <a:srgbClr val="14142B"/>
                          </a:solidFill>
                        </a:rPr>
                        <a:t>6, 7</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wrap="square">
            <a:normAutofit/>
          </a:bodyPr>
          <a:lstStyle>
            <a:lvl1pPr>
              <a:defRPr sz="1000">
                <a:solidFill>
                  <a:srgbClr val="8A8DA0"/>
                </a:solidFill>
              </a:defRPr>
            </a:lvl1pPr>
          </a:lstStyle>
          <a:p>
            <a:pPr algn="r" eaLnBrk="1"/>
            <a:fld id="{F7021451-1387-4CA6-816F-3879F97B5CBC}" type="slidenum">
              <a:rPr lang="en-US" b="0"/>
              <a:pPr algn="r" eaLnBrk="1"/>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0241280" cy="822960"/>
          </a:xfrm>
          <a:prstGeom prst="rect">
            <a:avLst/>
          </a:prstGeom>
          <a:noFill/>
          <a:ln/>
        </p:spPr>
        <p:txBody>
          <a:bodyPr wrap="square" lIns="0" tIns="0" rIns="0" bIns="0" rtlCol="0" anchor="ctr"/>
          <a:lstStyle/>
          <a:p>
            <a:pPr marL="0" indent="0" eaLnBrk="1">
              <a:buNone/>
            </a:pPr>
            <a:r>
              <a:rPr lang="ko-KR" altLang="en-US" sz="2600" b="1" dirty="0">
                <a:solidFill>
                  <a:srgbClr val="4236F6"/>
                </a:solidFill>
                <a:latin typeface="Malgun Gothic" pitchFamily="34" charset="0"/>
                <a:ea typeface="Malgun Gothic" pitchFamily="34" charset="-122"/>
                <a:cs typeface="Malgun Gothic" pitchFamily="34" charset="-120"/>
              </a:rPr>
              <a:t>소피아  </a:t>
            </a:r>
            <a:r>
              <a:rPr lang="en-US" sz="2600" b="1" dirty="0">
                <a:solidFill>
                  <a:srgbClr val="003478"/>
                </a:solidFill>
              </a:rPr>
              <a:t>Respaldo · Lectura de Sofía</a:t>
            </a:r>
            <a:r>
              <a:rPr lang="en-US" sz="1500" b="1" i="1" dirty="0">
                <a:solidFill>
                  <a:srgbClr val="8A8DA0"/>
                </a:solidFill>
              </a:rPr>
              <a:t>   Backup · Sofía's reading</a:t>
            </a:r>
            <a:endParaRPr lang="en-US" sz="3000" dirty="0"/>
          </a:p>
        </p:txBody>
      </p:sp>
      <p:sp>
        <p:nvSpPr>
          <p:cNvPr id="3" name="lista"/>
          <p:cNvSpPr txBox="1"/>
          <p:nvPr/>
        </p:nvSpPr>
        <p:spPr>
          <a:xfrm>
            <a:off x="548640" y="1325880"/>
            <a:ext cx="6949440" cy="4846320"/>
          </a:xfrm>
          <a:prstGeom prst="rect">
            <a:avLst/>
          </a:prstGeom>
          <a:noFill/>
          <a:ln/>
        </p:spPr>
        <p:txBody>
          <a:bodyPr wrap="square" lIns="50800" tIns="25400" rIns="50800" bIns="50800" rtlCol="0" anchor="t">
            <a:normAutofit/>
          </a:bodyPr>
          <a:lstStyle/>
          <a:p>
            <a:pPr marL="228600" indent="-228600" eaLnBrk="1">
              <a:spcAft>
                <a:spcPts val="800"/>
              </a:spcAft>
              <a:buSzPct val="100000"/>
              <a:buChar char="•"/>
            </a:pPr>
            <a:r>
              <a:rPr lang="ko-KR" altLang="en-US" sz="2400" dirty="0">
                <a:solidFill>
                  <a:srgbClr val="14142B"/>
                </a:solidFill>
                <a:latin typeface="Malgun Gothic" pitchFamily="34" charset="0"/>
                <a:ea typeface="Malgun Gothic" pitchFamily="34" charset="-122"/>
                <a:cs typeface="Malgun Gothic" pitchFamily="34" charset="-120"/>
              </a:rPr>
              <a:t>안녕하세요</a:t>
            </a:r>
            <a:r>
              <a:rPr lang="en-US" sz="2400" dirty="0">
                <a:solidFill>
                  <a:srgbClr val="14142B"/>
                </a:solidFill>
              </a:rPr>
              <a:t>! </a:t>
            </a:r>
            <a:r>
              <a:rPr lang="ko-KR" altLang="en-US" sz="2400" dirty="0">
                <a:solidFill>
                  <a:srgbClr val="14142B"/>
                </a:solidFill>
                <a:latin typeface="Malgun Gothic" pitchFamily="34" charset="0"/>
                <a:ea typeface="Malgun Gothic" pitchFamily="34" charset="-122"/>
                <a:cs typeface="Malgun Gothic" pitchFamily="34" charset="-120"/>
              </a:rPr>
              <a:t>저는 소피아예요</a:t>
            </a:r>
            <a:r>
              <a:rPr lang="en-US" sz="2400" dirty="0">
                <a:solidFill>
                  <a:srgbClr val="14142B"/>
                </a:solidFill>
              </a:rPr>
              <a:t>. </a:t>
            </a:r>
            <a:r>
              <a:rPr lang="ko-KR" altLang="en-US" sz="2400" dirty="0">
                <a:solidFill>
                  <a:srgbClr val="14142B"/>
                </a:solidFill>
                <a:latin typeface="Malgun Gothic" pitchFamily="34" charset="0"/>
                <a:ea typeface="Malgun Gothic" pitchFamily="34" charset="-122"/>
                <a:cs typeface="Malgun Gothic" pitchFamily="34" charset="-120"/>
              </a:rPr>
              <a:t>멕시코 사람이에요</a:t>
            </a:r>
            <a:r>
              <a:rPr lang="en-US" sz="2400" dirty="0">
                <a:solidFill>
                  <a:srgbClr val="14142B"/>
                </a:solidFill>
              </a:rPr>
              <a:t>. </a:t>
            </a:r>
            <a:r>
              <a:rPr lang="ko-KR" altLang="en-US" sz="2400" dirty="0">
                <a:solidFill>
                  <a:srgbClr val="14142B"/>
                </a:solidFill>
                <a:latin typeface="Malgun Gothic" pitchFamily="34" charset="0"/>
                <a:ea typeface="Malgun Gothic" pitchFamily="34" charset="-122"/>
                <a:cs typeface="Malgun Gothic" pitchFamily="34" charset="-120"/>
              </a:rPr>
              <a:t>저는 회사원이에요</a:t>
            </a:r>
            <a:r>
              <a:rPr lang="en-US" sz="2400" dirty="0">
                <a:solidFill>
                  <a:srgbClr val="14142B"/>
                </a:solidFill>
              </a:rPr>
              <a:t>.</a:t>
            </a:r>
            <a:endParaRPr lang="en-US" sz="2400" dirty="0"/>
          </a:p>
          <a:p>
            <a:pPr marL="228600" indent="-228600" eaLnBrk="1">
              <a:spcAft>
                <a:spcPts val="800"/>
              </a:spcAft>
              <a:buSzPct val="100000"/>
              <a:buChar char="•"/>
            </a:pPr>
            <a:r>
              <a:rPr lang="ko-KR" altLang="en-US" sz="2400" dirty="0">
                <a:solidFill>
                  <a:srgbClr val="14142B"/>
                </a:solidFill>
                <a:latin typeface="Malgun Gothic" pitchFamily="34" charset="0"/>
                <a:ea typeface="Malgun Gothic" pitchFamily="34" charset="-122"/>
                <a:cs typeface="Malgun Gothic" pitchFamily="34" charset="-120"/>
              </a:rPr>
              <a:t>우리 가족은 세 명이에요</a:t>
            </a:r>
            <a:r>
              <a:rPr lang="en-US" sz="2400" dirty="0">
                <a:solidFill>
                  <a:srgbClr val="14142B"/>
                </a:solidFill>
              </a:rPr>
              <a:t>. </a:t>
            </a:r>
            <a:r>
              <a:rPr lang="ko-KR" altLang="en-US" sz="2400" dirty="0">
                <a:solidFill>
                  <a:srgbClr val="14142B"/>
                </a:solidFill>
                <a:latin typeface="Malgun Gothic" pitchFamily="34" charset="0"/>
                <a:ea typeface="Malgun Gothic" pitchFamily="34" charset="-122"/>
                <a:cs typeface="Malgun Gothic" pitchFamily="34" charset="-120"/>
              </a:rPr>
              <a:t>우리 엄마는 선생님이에요</a:t>
            </a:r>
            <a:r>
              <a:rPr lang="en-US" sz="2400" dirty="0">
                <a:solidFill>
                  <a:srgbClr val="14142B"/>
                </a:solidFill>
              </a:rPr>
              <a:t>.</a:t>
            </a:r>
            <a:endParaRPr lang="en-US" sz="2400" dirty="0"/>
          </a:p>
          <a:p>
            <a:pPr marL="228600" indent="-228600" eaLnBrk="1">
              <a:spcAft>
                <a:spcPts val="800"/>
              </a:spcAft>
              <a:buSzPct val="100000"/>
              <a:buChar char="•"/>
            </a:pPr>
            <a:r>
              <a:rPr lang="ko-KR" altLang="en-US" sz="2400" dirty="0">
                <a:solidFill>
                  <a:srgbClr val="14142B"/>
                </a:solidFill>
                <a:latin typeface="Malgun Gothic" pitchFamily="34" charset="0"/>
                <a:ea typeface="Malgun Gothic" pitchFamily="34" charset="-122"/>
                <a:cs typeface="Malgun Gothic" pitchFamily="34" charset="-120"/>
              </a:rPr>
              <a:t>우리 집은 멕시코시티에 있어요</a:t>
            </a:r>
            <a:r>
              <a:rPr lang="en-US" sz="2400" dirty="0">
                <a:solidFill>
                  <a:srgbClr val="14142B"/>
                </a:solidFill>
              </a:rPr>
              <a:t>. </a:t>
            </a:r>
            <a:r>
              <a:rPr lang="ko-KR" altLang="en-US" sz="2400" dirty="0">
                <a:solidFill>
                  <a:srgbClr val="14142B"/>
                </a:solidFill>
                <a:latin typeface="Malgun Gothic" pitchFamily="34" charset="0"/>
                <a:ea typeface="Malgun Gothic" pitchFamily="34" charset="-122"/>
                <a:cs typeface="Malgun Gothic" pitchFamily="34" charset="-120"/>
              </a:rPr>
              <a:t>집 앞에 공원이 있어요</a:t>
            </a:r>
            <a:r>
              <a:rPr lang="en-US" sz="2400" dirty="0">
                <a:solidFill>
                  <a:srgbClr val="14142B"/>
                </a:solidFill>
              </a:rPr>
              <a:t>.</a:t>
            </a:r>
            <a:endParaRPr lang="en-US" sz="2400" dirty="0"/>
          </a:p>
          <a:p>
            <a:pPr marL="228600" indent="-228600" eaLnBrk="1">
              <a:spcAft>
                <a:spcPts val="800"/>
              </a:spcAft>
              <a:buSzPct val="100000"/>
              <a:buChar char="•"/>
            </a:pPr>
            <a:r>
              <a:rPr lang="ko-KR" altLang="en-US" sz="2400" dirty="0">
                <a:solidFill>
                  <a:srgbClr val="14142B"/>
                </a:solidFill>
                <a:latin typeface="Malgun Gothic" pitchFamily="34" charset="0"/>
                <a:ea typeface="Malgun Gothic" pitchFamily="34" charset="-122"/>
                <a:cs typeface="Malgun Gothic" pitchFamily="34" charset="-120"/>
              </a:rPr>
              <a:t>저는 매일 회사에 가요</a:t>
            </a:r>
            <a:r>
              <a:rPr lang="en-US" sz="2400" dirty="0">
                <a:solidFill>
                  <a:srgbClr val="14142B"/>
                </a:solidFill>
              </a:rPr>
              <a:t>. </a:t>
            </a:r>
            <a:r>
              <a:rPr lang="ko-KR" altLang="en-US" sz="2400" dirty="0">
                <a:solidFill>
                  <a:srgbClr val="14142B"/>
                </a:solidFill>
                <a:latin typeface="Malgun Gothic" pitchFamily="34" charset="0"/>
                <a:ea typeface="Malgun Gothic" pitchFamily="34" charset="-122"/>
                <a:cs typeface="Malgun Gothic" pitchFamily="34" charset="-120"/>
              </a:rPr>
              <a:t>그리고 한국어를 공부해요</a:t>
            </a:r>
            <a:r>
              <a:rPr lang="en-US" sz="2400" dirty="0">
                <a:solidFill>
                  <a:srgbClr val="14142B"/>
                </a:solidFill>
              </a:rPr>
              <a:t>.</a:t>
            </a:r>
            <a:endParaRPr lang="en-US" sz="2400" dirty="0"/>
          </a:p>
          <a:p>
            <a:pPr marL="228600" indent="-228600" eaLnBrk="1">
              <a:spcAft>
                <a:spcPts val="800"/>
              </a:spcAft>
              <a:buSzPct val="100000"/>
              <a:buChar char="•"/>
            </a:pPr>
            <a:r>
              <a:rPr lang="ko-KR" altLang="en-US" sz="2400" dirty="0">
                <a:solidFill>
                  <a:srgbClr val="14142B"/>
                </a:solidFill>
                <a:latin typeface="Malgun Gothic" pitchFamily="34" charset="0"/>
                <a:ea typeface="Malgun Gothic" pitchFamily="34" charset="-122"/>
                <a:cs typeface="Malgun Gothic" pitchFamily="34" charset="-120"/>
              </a:rPr>
              <a:t>방에 컴퓨터가 있어요</a:t>
            </a:r>
            <a:r>
              <a:rPr lang="en-US" sz="2400" dirty="0">
                <a:solidFill>
                  <a:srgbClr val="14142B"/>
                </a:solidFill>
              </a:rPr>
              <a:t>. </a:t>
            </a:r>
            <a:r>
              <a:rPr lang="ko-KR" altLang="en-US" sz="2400" dirty="0">
                <a:solidFill>
                  <a:srgbClr val="14142B"/>
                </a:solidFill>
                <a:latin typeface="Malgun Gothic" pitchFamily="34" charset="0"/>
                <a:ea typeface="Malgun Gothic" pitchFamily="34" charset="-122"/>
                <a:cs typeface="Malgun Gothic" pitchFamily="34" charset="-120"/>
              </a:rPr>
              <a:t>텔레비전은 없어요</a:t>
            </a:r>
            <a:r>
              <a:rPr lang="en-US" sz="2400" dirty="0">
                <a:solidFill>
                  <a:srgbClr val="14142B"/>
                </a:solidFill>
              </a:rPr>
              <a:t>.</a:t>
            </a:r>
            <a:endParaRPr lang="en-US" sz="2400" dirty="0"/>
          </a:p>
          <a:p>
            <a:pPr marL="228600" indent="-228600" eaLnBrk="1">
              <a:spcAft>
                <a:spcPts val="800"/>
              </a:spcAft>
              <a:buSzPct val="100000"/>
              <a:buChar char="•"/>
            </a:pPr>
            <a:r>
              <a:rPr lang="ko-KR" altLang="en-US" sz="2400" dirty="0">
                <a:solidFill>
                  <a:srgbClr val="14142B"/>
                </a:solidFill>
                <a:latin typeface="Malgun Gothic" pitchFamily="34" charset="0"/>
                <a:ea typeface="Malgun Gothic" pitchFamily="34" charset="-122"/>
                <a:cs typeface="Malgun Gothic" pitchFamily="34" charset="-120"/>
              </a:rPr>
              <a:t>저는 케이팝을 정말 좋아해요</a:t>
            </a:r>
            <a:r>
              <a:rPr lang="en-US" sz="2400" dirty="0">
                <a:solidFill>
                  <a:srgbClr val="14142B"/>
                </a:solidFill>
              </a:rPr>
              <a:t>. </a:t>
            </a:r>
            <a:r>
              <a:rPr lang="ko-KR" altLang="en-US" sz="2400" dirty="0">
                <a:solidFill>
                  <a:srgbClr val="14142B"/>
                </a:solidFill>
                <a:latin typeface="Malgun Gothic" pitchFamily="34" charset="0"/>
                <a:ea typeface="Malgun Gothic" pitchFamily="34" charset="-122"/>
                <a:cs typeface="Malgun Gothic" pitchFamily="34" charset="-120"/>
              </a:rPr>
              <a:t>커피는 안 좋아해요</a:t>
            </a:r>
            <a:r>
              <a:rPr lang="en-US" sz="2400" dirty="0">
                <a:solidFill>
                  <a:srgbClr val="14142B"/>
                </a:solidFill>
              </a:rPr>
              <a:t>. </a:t>
            </a:r>
            <a:r>
              <a:rPr lang="ko-KR" altLang="en-US" sz="2400" dirty="0">
                <a:solidFill>
                  <a:srgbClr val="14142B"/>
                </a:solidFill>
                <a:latin typeface="Malgun Gothic" pitchFamily="34" charset="0"/>
                <a:ea typeface="Malgun Gothic" pitchFamily="34" charset="-122"/>
                <a:cs typeface="Malgun Gothic" pitchFamily="34" charset="-120"/>
              </a:rPr>
              <a:t>감사합니다</a:t>
            </a:r>
            <a:r>
              <a:rPr lang="en-US" sz="2400" dirty="0">
                <a:solidFill>
                  <a:srgbClr val="14142B"/>
                </a:solidFill>
              </a:rPr>
              <a:t>!</a:t>
            </a:r>
            <a:endParaRPr lang="en-US" sz="2400" dirty="0"/>
          </a:p>
        </p:txBody>
      </p:sp>
      <p:sp>
        <p:nvSpPr>
          <p:cNvPr id="4" name="panel"/>
          <p:cNvSpPr/>
          <p:nvPr/>
        </p:nvSpPr>
        <p:spPr>
          <a:xfrm>
            <a:off x="8001000" y="1417320"/>
            <a:ext cx="3611880" cy="4480560"/>
          </a:xfrm>
          <a:prstGeom prst="roundRect">
            <a:avLst>
              <a:gd name="adj" fmla="val 6329"/>
            </a:avLst>
          </a:prstGeom>
          <a:solidFill>
            <a:srgbClr val="F1F0FE"/>
          </a:solidFill>
          <a:ln w="12700">
            <a:solidFill>
              <a:srgbClr val="F1F0FE"/>
            </a:solidFill>
            <a:prstDash val="solid"/>
          </a:ln>
        </p:spPr>
      </p:sp>
      <p:sp>
        <p:nvSpPr>
          <p:cNvPr id="5" name="ko_grande"/>
          <p:cNvSpPr txBox="1"/>
          <p:nvPr/>
        </p:nvSpPr>
        <p:spPr>
          <a:xfrm>
            <a:off x="8092440" y="1874520"/>
            <a:ext cx="3429000" cy="2926080"/>
          </a:xfrm>
          <a:prstGeom prst="rect">
            <a:avLst/>
          </a:prstGeom>
          <a:noFill/>
          <a:ln/>
        </p:spPr>
        <p:txBody>
          <a:bodyPr wrap="square" lIns="0" tIns="0" rIns="0" bIns="0" rtlCol="0" anchor="ctr">
            <a:normAutofit/>
          </a:bodyPr>
          <a:lstStyle/>
          <a:p>
            <a:pPr marL="0" indent="0" algn="ctr" eaLnBrk="1">
              <a:buNone/>
            </a:pPr>
            <a:r>
              <a:rPr lang="ko-KR" altLang="en-US" sz="7700" b="1" dirty="0">
                <a:solidFill>
                  <a:srgbClr val="4236F6"/>
                </a:solidFill>
                <a:latin typeface="Malgun Gothic" pitchFamily="34" charset="0"/>
                <a:ea typeface="Malgun Gothic" pitchFamily="34" charset="-122"/>
                <a:cs typeface="Malgun Gothic" pitchFamily="34" charset="-120"/>
              </a:rPr>
              <a:t>소피아</a:t>
            </a:r>
            <a:endParaRPr lang="en-US" sz="77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wrap="square">
            <a:normAutofit/>
          </a:bodyPr>
          <a:lstStyle>
            <a:lvl1pPr>
              <a:defRPr sz="1000">
                <a:solidFill>
                  <a:srgbClr val="8A8DA0"/>
                </a:solidFill>
              </a:defRPr>
            </a:lvl1pPr>
          </a:lstStyle>
          <a:p>
            <a:pPr algn="r" eaLnBrk="1"/>
            <a:fld id="{F7021451-1387-4CA6-816F-3879F97B5CBC}" type="slidenum">
              <a:rPr lang="en-US" b="0"/>
              <a:pPr algn="r" eaLnBrk="1"/>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0241280" cy="822960"/>
          </a:xfrm>
          <a:prstGeom prst="rect">
            <a:avLst/>
          </a:prstGeom>
          <a:noFill/>
          <a:ln/>
        </p:spPr>
        <p:txBody>
          <a:bodyPr wrap="square" lIns="0" tIns="0" rIns="0" bIns="0" rtlCol="0" anchor="ctr"/>
          <a:lstStyle/>
          <a:p>
            <a:pPr marL="0" indent="0" eaLnBrk="1">
              <a:buNone/>
            </a:pPr>
            <a:r>
              <a:rPr lang="ko-KR" altLang="en-US" sz="3000" b="1" dirty="0">
                <a:solidFill>
                  <a:srgbClr val="4236F6"/>
                </a:solidFill>
                <a:latin typeface="Malgun Gothic" pitchFamily="34" charset="0"/>
                <a:ea typeface="Malgun Gothic" pitchFamily="34" charset="-122"/>
                <a:cs typeface="Malgun Gothic" pitchFamily="34" charset="-120"/>
              </a:rPr>
              <a:t>누구예요</a:t>
            </a:r>
            <a:r>
              <a:rPr lang="en-US" sz="3000" b="1" dirty="0">
                <a:solidFill>
                  <a:srgbClr val="4236F6"/>
                </a:solidFill>
              </a:rPr>
              <a:t>?  </a:t>
            </a:r>
            <a:r>
              <a:rPr lang="en-US" sz="3000" b="1" dirty="0">
                <a:solidFill>
                  <a:srgbClr val="003478"/>
                </a:solidFill>
              </a:rPr>
              <a:t>Respaldo · Adivina quién</a:t>
            </a:r>
            <a:r>
              <a:rPr lang="en-US" sz="1500" b="1" i="1" dirty="0">
                <a:solidFill>
                  <a:srgbClr val="8A8DA0"/>
                </a:solidFill>
              </a:rPr>
              <a:t>   Backup · Guess who</a:t>
            </a:r>
            <a:endParaRPr lang="en-US" sz="3000" dirty="0"/>
          </a:p>
        </p:txBody>
      </p:sp>
      <p:sp>
        <p:nvSpPr>
          <p:cNvPr id="3" name="lista"/>
          <p:cNvSpPr txBox="1"/>
          <p:nvPr/>
        </p:nvSpPr>
        <p:spPr>
          <a:xfrm>
            <a:off x="548640" y="1325880"/>
            <a:ext cx="6949440" cy="4846320"/>
          </a:xfrm>
          <a:prstGeom prst="rect">
            <a:avLst/>
          </a:prstGeom>
          <a:noFill/>
          <a:ln/>
        </p:spPr>
        <p:txBody>
          <a:bodyPr wrap="square" lIns="50800" tIns="25400" rIns="50800" bIns="50800" rtlCol="0" anchor="t">
            <a:normAutofit/>
          </a:bodyPr>
          <a:lstStyle/>
          <a:p>
            <a:pPr marL="228600" indent="-228600" eaLnBrk="1">
              <a:spcAft>
                <a:spcPts val="800"/>
              </a:spcAft>
              <a:buSzPct val="100000"/>
              <a:buChar char="•"/>
            </a:pPr>
            <a:r>
              <a:rPr lang="ko-KR" altLang="en-US" sz="2800" dirty="0">
                <a:solidFill>
                  <a:srgbClr val="14142B"/>
                </a:solidFill>
                <a:latin typeface="Malgun Gothic" pitchFamily="34" charset="0"/>
                <a:ea typeface="Malgun Gothic" pitchFamily="34" charset="-122"/>
                <a:cs typeface="Malgun Gothic" pitchFamily="34" charset="-120"/>
              </a:rPr>
              <a:t>이 사람은 </a:t>
            </a:r>
            <a:r>
              <a:rPr lang="en-US" sz="2800" dirty="0">
                <a:solidFill>
                  <a:srgbClr val="14142B"/>
                </a:solidFill>
              </a:rPr>
              <a:t>___</a:t>
            </a:r>
            <a:r>
              <a:rPr lang="ko-KR" altLang="en-US" sz="2800" dirty="0">
                <a:solidFill>
                  <a:srgbClr val="14142B"/>
                </a:solidFill>
                <a:latin typeface="Malgun Gothic" pitchFamily="34" charset="0"/>
                <a:ea typeface="Malgun Gothic" pitchFamily="34" charset="-122"/>
                <a:cs typeface="Malgun Gothic" pitchFamily="34" charset="-120"/>
              </a:rPr>
              <a:t>을</a:t>
            </a:r>
            <a:r>
              <a:rPr lang="en-US" sz="2800" dirty="0">
                <a:solidFill>
                  <a:srgbClr val="14142B"/>
                </a:solidFill>
              </a:rPr>
              <a:t>/</a:t>
            </a:r>
            <a:r>
              <a:rPr lang="ko-KR" altLang="en-US" sz="2800" dirty="0">
                <a:solidFill>
                  <a:srgbClr val="14142B"/>
                </a:solidFill>
                <a:latin typeface="Malgun Gothic" pitchFamily="34" charset="0"/>
                <a:ea typeface="Malgun Gothic" pitchFamily="34" charset="-122"/>
                <a:cs typeface="Malgun Gothic" pitchFamily="34" charset="-120"/>
              </a:rPr>
              <a:t>를 정말 좋아해요</a:t>
            </a:r>
            <a:r>
              <a:rPr lang="en-US" sz="2800" dirty="0">
                <a:solidFill>
                  <a:srgbClr val="14142B"/>
                </a:solidFill>
              </a:rPr>
              <a:t>.</a:t>
            </a:r>
            <a:endParaRPr lang="en-US" sz="2800" dirty="0"/>
          </a:p>
          <a:p>
            <a:pPr marL="228600" indent="-228600" eaLnBrk="1">
              <a:spcAft>
                <a:spcPts val="800"/>
              </a:spcAft>
              <a:buSzPct val="100000"/>
              <a:buChar char="•"/>
            </a:pPr>
            <a:r>
              <a:rPr lang="ko-KR" altLang="en-US" sz="2800" dirty="0">
                <a:solidFill>
                  <a:srgbClr val="14142B"/>
                </a:solidFill>
                <a:latin typeface="Malgun Gothic" pitchFamily="34" charset="0"/>
                <a:ea typeface="Malgun Gothic" pitchFamily="34" charset="-122"/>
                <a:cs typeface="Malgun Gothic" pitchFamily="34" charset="-120"/>
              </a:rPr>
              <a:t>___은</a:t>
            </a:r>
            <a:r>
              <a:rPr lang="en-US" sz="2800" dirty="0">
                <a:solidFill>
                  <a:srgbClr val="14142B"/>
                </a:solidFill>
              </a:rPr>
              <a:t>/</a:t>
            </a:r>
            <a:r>
              <a:rPr lang="ko-KR" altLang="en-US" sz="2800" dirty="0">
                <a:solidFill>
                  <a:srgbClr val="14142B"/>
                </a:solidFill>
                <a:latin typeface="Malgun Gothic" pitchFamily="34" charset="0"/>
                <a:ea typeface="Malgun Gothic" pitchFamily="34" charset="-122"/>
                <a:cs typeface="Malgun Gothic" pitchFamily="34" charset="-120"/>
              </a:rPr>
              <a:t>는 안 좋아해요</a:t>
            </a:r>
            <a:r>
              <a:rPr lang="en-US" sz="2800" dirty="0">
                <a:solidFill>
                  <a:srgbClr val="14142B"/>
                </a:solidFill>
              </a:rPr>
              <a:t>.</a:t>
            </a:r>
            <a:endParaRPr lang="en-US" sz="2800" dirty="0"/>
          </a:p>
          <a:p>
            <a:pPr marL="228600" indent="-228600" eaLnBrk="1">
              <a:spcAft>
                <a:spcPts val="800"/>
              </a:spcAft>
              <a:buSzPct val="100000"/>
              <a:buChar char="•"/>
            </a:pPr>
            <a:r>
              <a:rPr lang="ko-KR" altLang="en-US" sz="2800" dirty="0">
                <a:solidFill>
                  <a:srgbClr val="14142B"/>
                </a:solidFill>
                <a:latin typeface="Malgun Gothic" pitchFamily="34" charset="0"/>
                <a:ea typeface="Malgun Gothic" pitchFamily="34" charset="-122"/>
                <a:cs typeface="Malgun Gothic" pitchFamily="34" charset="-120"/>
              </a:rPr>
              <a:t>누구예요</a:t>
            </a:r>
            <a:r>
              <a:rPr lang="en-US" sz="2800" dirty="0">
                <a:solidFill>
                  <a:srgbClr val="14142B"/>
                </a:solidFill>
              </a:rPr>
              <a:t>?</a:t>
            </a:r>
            <a:endParaRPr lang="en-US" sz="2800" dirty="0"/>
          </a:p>
          <a:p>
            <a:pPr marL="228600" indent="-228600" eaLnBrk="1">
              <a:spcAft>
                <a:spcPts val="800"/>
              </a:spcAft>
              <a:buSzPct val="100000"/>
              <a:buChar char="•"/>
            </a:pPr>
            <a:r>
              <a:rPr lang="ko-KR" altLang="en-US" sz="2800" dirty="0">
                <a:solidFill>
                  <a:srgbClr val="14142B"/>
                </a:solidFill>
                <a:latin typeface="Malgun Gothic" pitchFamily="34" charset="0"/>
                <a:ea typeface="Malgun Gothic" pitchFamily="34" charset="-122"/>
                <a:cs typeface="Malgun Gothic" pitchFamily="34" charset="-120"/>
              </a:rPr>
              <a:t>Ej.: 이 사람은 라면을 정말 좋아해요</a:t>
            </a:r>
            <a:r>
              <a:rPr lang="en-US" sz="2800" dirty="0">
                <a:solidFill>
                  <a:srgbClr val="14142B"/>
                </a:solidFill>
              </a:rPr>
              <a:t>. </a:t>
            </a:r>
            <a:r>
              <a:rPr lang="ko-KR" altLang="en-US" sz="2800" dirty="0">
                <a:solidFill>
                  <a:srgbClr val="14142B"/>
                </a:solidFill>
                <a:latin typeface="Malgun Gothic" pitchFamily="34" charset="0"/>
                <a:ea typeface="Malgun Gothic" pitchFamily="34" charset="-122"/>
                <a:cs typeface="Malgun Gothic" pitchFamily="34" charset="-120"/>
              </a:rPr>
              <a:t>운동은 안 좋아해요</a:t>
            </a:r>
            <a:r>
              <a:rPr lang="en-US" sz="2800" dirty="0">
                <a:solidFill>
                  <a:srgbClr val="14142B"/>
                </a:solidFill>
              </a:rPr>
              <a:t>. </a:t>
            </a:r>
            <a:r>
              <a:rPr lang="ko-KR" altLang="en-US" sz="2800" dirty="0">
                <a:solidFill>
                  <a:srgbClr val="14142B"/>
                </a:solidFill>
                <a:latin typeface="Malgun Gothic" pitchFamily="34" charset="0"/>
                <a:ea typeface="Malgun Gothic" pitchFamily="34" charset="-122"/>
                <a:cs typeface="Malgun Gothic" pitchFamily="34" charset="-120"/>
              </a:rPr>
              <a:t>누구예요</a:t>
            </a:r>
            <a:r>
              <a:rPr lang="en-US" sz="2800" dirty="0">
                <a:solidFill>
                  <a:srgbClr val="14142B"/>
                </a:solidFill>
              </a:rPr>
              <a:t>? — </a:t>
            </a:r>
            <a:r>
              <a:rPr lang="ko-KR" altLang="en-US" sz="2800" dirty="0">
                <a:solidFill>
                  <a:srgbClr val="14142B"/>
                </a:solidFill>
                <a:latin typeface="Malgun Gothic" pitchFamily="34" charset="0"/>
                <a:ea typeface="Malgun Gothic" pitchFamily="34" charset="-122"/>
                <a:cs typeface="Malgun Gothic" pitchFamily="34" charset="-120"/>
              </a:rPr>
              <a:t>마리아예요</a:t>
            </a:r>
            <a:r>
              <a:rPr lang="en-US" sz="2800" dirty="0">
                <a:solidFill>
                  <a:srgbClr val="14142B"/>
                </a:solidFill>
              </a:rPr>
              <a:t>!</a:t>
            </a:r>
            <a:endParaRPr lang="en-US" sz="2800" dirty="0"/>
          </a:p>
        </p:txBody>
      </p:sp>
      <p:sp>
        <p:nvSpPr>
          <p:cNvPr id="4" name="panel"/>
          <p:cNvSpPr/>
          <p:nvPr/>
        </p:nvSpPr>
        <p:spPr>
          <a:xfrm>
            <a:off x="8001000" y="1417320"/>
            <a:ext cx="3611880" cy="4480560"/>
          </a:xfrm>
          <a:prstGeom prst="roundRect">
            <a:avLst>
              <a:gd name="adj" fmla="val 6329"/>
            </a:avLst>
          </a:prstGeom>
          <a:solidFill>
            <a:srgbClr val="F1F0FE"/>
          </a:solidFill>
          <a:ln w="12700">
            <a:solidFill>
              <a:srgbClr val="F1F0FE"/>
            </a:solidFill>
            <a:prstDash val="solid"/>
          </a:ln>
        </p:spPr>
      </p:sp>
      <p:sp>
        <p:nvSpPr>
          <p:cNvPr id="5" name="ko_grande"/>
          <p:cNvSpPr txBox="1"/>
          <p:nvPr/>
        </p:nvSpPr>
        <p:spPr>
          <a:xfrm>
            <a:off x="8092440" y="1874520"/>
            <a:ext cx="3429000" cy="2926080"/>
          </a:xfrm>
          <a:prstGeom prst="rect">
            <a:avLst/>
          </a:prstGeom>
          <a:noFill/>
          <a:ln/>
        </p:spPr>
        <p:txBody>
          <a:bodyPr wrap="square" lIns="0" tIns="0" rIns="0" bIns="0" rtlCol="0" anchor="ctr">
            <a:normAutofit/>
          </a:bodyPr>
          <a:lstStyle/>
          <a:p>
            <a:pPr marL="0" indent="0" algn="ctr" eaLnBrk="1">
              <a:buNone/>
            </a:pPr>
            <a:r>
              <a:rPr lang="ko-KR" altLang="en-US" sz="5000" b="1" dirty="0">
                <a:solidFill>
                  <a:srgbClr val="4236F6"/>
                </a:solidFill>
                <a:latin typeface="Malgun Gothic" pitchFamily="34" charset="0"/>
                <a:ea typeface="Malgun Gothic" pitchFamily="34" charset="-122"/>
                <a:cs typeface="Malgun Gothic" pitchFamily="34" charset="-120"/>
              </a:rPr>
              <a:t>누구예요</a:t>
            </a:r>
            <a:r>
              <a:rPr lang="en-US" sz="5000" b="1" dirty="0">
                <a:solidFill>
                  <a:srgbClr val="4236F6"/>
                </a:solidFill>
              </a:rPr>
              <a:t>?</a:t>
            </a:r>
            <a:endParaRPr lang="en-US" sz="5000" dirty="0"/>
          </a:p>
        </p:txBody>
      </p:sp>
      <p:pic>
        <p:nvPicPr>
          <p:cNvPr id="6" name="Media 0">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9601200" y="4983480"/>
            <a:ext cx="384048" cy="384048"/>
          </a:xfrm>
          <a:prstGeom prst="rect">
            <a:avLst/>
          </a:prstGeom>
        </p:spPr>
      </p:pic>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wrap="square">
            <a:normAutofit/>
          </a:bodyPr>
          <a:lstStyle>
            <a:lvl1pPr>
              <a:defRPr sz="1000">
                <a:solidFill>
                  <a:srgbClr val="8A8DA0"/>
                </a:solidFill>
              </a:defRPr>
            </a:lvl1pPr>
          </a:lstStyle>
          <a:p>
            <a:pPr algn="r" eaLnBrk="1"/>
            <a:fld id="{F7021451-1387-4CA6-816F-3879F97B5CBC}" type="slidenum">
              <a:rPr lang="en-US" b="0"/>
              <a:pPr algn="r" eaLnBrk="1"/>
              <a:t>24</a:t>
            </a:fld>
            <a:endParaRPr lang="en-US"/>
          </a:p>
        </p:txBody>
      </p:sp>
    </p:spTree>
  </p:cSld>
  <p:clrMapOvr>
    <a:masterClrMapping/>
  </p:clrMapOvr>
</p:sld>
</file>

<file path=ppt/theme/theme1.xml><?xml version="1.0" encoding="utf-8"?>
<a:theme xmlns:a="http://schemas.openxmlformats.org/drawingml/2006/main" name="Academia Seul">
  <a:themeElements>
    <a:clrScheme name="Academia Seul">
      <a:dk1>
        <a:srgbClr val="14142B"/>
      </a:dk1>
      <a:lt1>
        <a:srgbClr val="FFFFFF"/>
      </a:lt1>
      <a:dk2>
        <a:srgbClr val="003478"/>
      </a:dk2>
      <a:lt2>
        <a:srgbClr val="F1F0FE"/>
      </a:lt2>
      <a:accent1>
        <a:srgbClr val="4236F6"/>
      </a:accent1>
      <a:accent2>
        <a:srgbClr val="E8B84B"/>
      </a:accent2>
      <a:accent3>
        <a:srgbClr val="003478"/>
      </a:accent3>
      <a:accent4>
        <a:srgbClr val="8A83FF"/>
      </a:accent4>
      <a:accent5>
        <a:srgbClr val="5C5F6B"/>
      </a:accent5>
      <a:accent6>
        <a:srgbClr val="B8962E"/>
      </a:accent6>
      <a:hlink>
        <a:srgbClr val="4236F6"/>
      </a:hlink>
      <a:folHlink>
        <a:srgbClr val="003478"/>
      </a:folHlink>
    </a:clrScheme>
    <a:fontScheme name="Academia Seul">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4726</Words>
  <Application>Microsoft Office PowerPoint</Application>
  <PresentationFormat>Widescreen</PresentationFormat>
  <Paragraphs>361</Paragraphs>
  <Slides>24</Slides>
  <Notes>24</Notes>
  <HiddenSlides>0</HiddenSlides>
  <MMClips>11</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Malgun Gothic</vt:lpstr>
      <vt:lpstr>Arial</vt:lpstr>
      <vt:lpstr>Academia Seul</vt:lpstr>
      <vt:lpstr>Semana 8 · Me gusta + “Yo en coreano”</vt:lpstr>
      <vt:lpstr>오늘  Hoy   Today</vt:lpstr>
      <vt:lpstr>기란 선생님은 뭘 좋아해요?  ¿Qué le gusta a Kiran?</vt:lpstr>
      <vt:lpstr>저는 김치를 좋아해요  “Me gusta” funciona al revés</vt:lpstr>
      <vt:lpstr>을 · 를  ¿을 o 를?   을 or 를?</vt:lpstr>
      <vt:lpstr>뭘 = 뭐 + 를  Preguntar: ¿qué te gusta?   Asking: what do you like?</vt:lpstr>
      <vt:lpstr>El termómetro   The thermometer</vt:lpstr>
      <vt:lpstr>따라 하세요  Repite conmigo   Repeat after me</vt:lpstr>
      <vt:lpstr>___을/를 좋아해요?  ¿Te gusta ___? (1/2)   Do you like ___? (1/2)</vt:lpstr>
      <vt:lpstr>___을/를 좋아해요?  ¿Te gusta ___? (2/2)   Do you like ___? (2/2)</vt:lpstr>
      <vt:lpstr>사과를 좋아해요? 배를 좋아해요?  Una caja de manzanas   A box of apples</vt:lpstr>
      <vt:lpstr>Encuesta de gustos · 7 minutos   Likes survey · 7 minutes</vt:lpstr>
      <vt:lpstr>Reporte   Report</vt:lpstr>
      <vt:lpstr>Yo en coreano · qué cuentas   Me in Korean · what you tell</vt:lpstr>
      <vt:lpstr>Yo en coreano · reglas del día   Me in Korean · today's rules</vt:lpstr>
      <vt:lpstr>Preguntas para tu compañero   Questions for your classmate</vt:lpstr>
      <vt:lpstr>오늘의 문장  3 frases clave   3 key sentences</vt:lpstr>
      <vt:lpstr>8주 전에는…?  Hace 8 semanas…   8 weeks ago…</vt:lpstr>
      <vt:lpstr>다음 단계  Próximo paso · Básico 2 (A1.2)   Next step · Basic 2 (A1.2)</vt:lpstr>
      <vt:lpstr>Tu tarea final (≈ 20 min)   Your final homework</vt:lpstr>
      <vt:lpstr>8주 전에는 한글도 몰랐어요.  Hace 8 semanas no sabía ni 한글</vt:lpstr>
      <vt:lpstr>Respaldo · Las 6 piezas   Backup · The 6 pieces</vt:lpstr>
      <vt:lpstr>소피아  Respaldo · Lectura de Sofía   Backup · Sofía's reading</vt:lpstr>
      <vt:lpstr>누구예요?  Respaldo · Adivina quién   Backup · Guess who</vt:lpstr>
    </vt:vector>
  </TitlesOfParts>
  <Company>Academia Seúl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Básico 1 (A1.1) · Semana 8 · 사과를 좋아해요 + examen · Yo en coreano</dc:title>
  <dc:subject>PptxGenJS Presentation</dc:subject>
  <dc:creator>Academia Seúl</dc:creator>
  <cp:lastModifiedBy>Jae Hee Kim</cp:lastModifiedBy>
  <cp:revision>2</cp:revision>
  <dcterms:created xsi:type="dcterms:W3CDTF">2026-10-16T10:02:32Z</dcterms:created>
  <dcterms:modified xsi:type="dcterms:W3CDTF">2026-10-16T10:03:38Z</dcterms:modified>
</cp:coreProperties>
</file>