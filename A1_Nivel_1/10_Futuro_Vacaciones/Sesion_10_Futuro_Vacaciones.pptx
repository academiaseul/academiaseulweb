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휴가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Vacaciones y Planes Futuros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viajes y expresar deseos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planificamos un viaje a Corea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hablás presente y pasado. Hoy aprendés el FUTURO + DESEOS.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planificar unas vacaciones soñadas a Corea — destinos, actividades, qué querés ver. Al final, cada uno va a tener un itinerario completo de 7 días en coreano.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nueva: -을/ㄹ 거예요 (futuro), -고 싶다 (querer), -지만 (pero), ㅂ irregular (덥다 → 더워요).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§10.1 · FUTURO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-을/ㄹ 거예요 · Voy a / Lo haré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 más usado del coreano: -을/ㄹ 거예요.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Raíz sin batchim → -ㄹ 거예요 (가다 → 갈 거예요)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Raíz con batchim → -을 거예요 (먹다 → 먹을 거예요)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se escribe SEPARADO: 갈 거예요 (no 갈거예요).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내일 한국에 갈 거예요 (Mañana voy a Corea)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주말에 영화를 볼 거예요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저녁에 김치찌개를 먹을 거예요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다음 주에 친구를 만날 거예요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-을/ㄹ 거예요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-(eu)l geoyeyo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(futuro, plan)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§10.2 · DESEO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싶다 · Querer hacer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싶다 = 'querer hacer ___'. Para hablar de deseos.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[Raíz verbo] + 고 싶어요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한국에 가고 싶어요 (Quiero ir a Corea)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김치찌개를 먹고 싶어요 (Quiero comer kimchi jjigae)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한국어를 잘하고 싶어요 (Quiero hablar bien coreano)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BTS를 보고 싶어요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-고 싶다 SOLO funciona en primera persona (yo) o pregunta (¿vos qué querés?).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3ra persona se usa -고 싶어해요 (avanzado, A2).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 싶어요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-go sipeoyo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(quiero ___)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§10.3 · CONTRASTE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-지만 · Pero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-지만 conecta dos ideas contrarias. Equivale a 'pero' en español.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[Raíz verbo + 지만] + [Oración 2]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비싸지만 사고 싶어요 (Es caro pero quiero comprarlo)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한국어가 어렵지만 재미있어요 (Coreano difícil pero divertido)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피곤하지만 공부해야 해요 (Cansada pero tengo que estudiar)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가고 싶지만 시간이 없어요 (Quiero ir pero no tengo tiempo)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 hablado existe -는데 (más natural pero más complejo). A1 usa solo -지만.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-지만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-jiman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§10.4 · IRREGULAR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ㅂ irregular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verbos con 받침 ㅂ son IRREGULARES. La ㅂ se convierte en 우 + 어요 = 워요.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importante: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덥다 (calor) → 더워요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춥다 (frío) → 추워요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가깝다 (cercano) → 가까워요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어렵다 (difícil) → 어려워요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쉽다 (fácil) → 쉬워요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맵다 (picante) → 매워요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무겁다 (pesado) → 무거워요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ㅂ son irregulares: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잡다 (agarrar) → 잡아요 ✅ regular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입다 (vestirse) → 입어요 ✅ regular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덥다 → 더워요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(ㅂ irregular)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ㅂ → 워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§10.5 · DESTINOS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en Corea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Seúl (capital)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Busan (playa, mariscos)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Jeju (isla)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Gyeongju (histórica)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Gangwon (montañas)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비무장지대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(frontera)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명동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Myeong-dong (shopping)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Gangnam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§10.6 · ACCIONES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de viaje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여행하다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수영하다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등산하다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senderismo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찍다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fotos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맛집을 가다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buen restaurante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쇼핑하다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 compras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관광하다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turismo</a:t>
            </a:r>
            <a:endParaRPr lang="en-US" sz="1200" dirty="0"/>
          </a:p>
        </p:txBody>
      </p:sp>
      <p:pic>
        <p:nvPicPr>
          <p:cNvPr id="28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9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§10.7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viaje a Corea (7 días)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1일: 서울에 갈 거예요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1: Voy a Seúl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2일: 부산에서 수영하고 싶어요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2: Quiero nadar Busan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3일: 제주도에서 등산할 거예요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3: Senderismo Jeju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4일: 경복궁에 갈 거예요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4: Palacio Gyeongbok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5일: 맛집을 갈 거예요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5: Buenos restaurantes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6일: 쇼핑하고 싶지만 비싸요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6: Compras pero caro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10  ·  HYUGA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Futuro -을/ㄹ 거예요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Deseos -고 싶어요 (yo/vos)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Contraste -지만 (pero)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ㅂ irregular (덥다 → 더워요)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Destinos Corea + verbos de viaje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planificar un viaje completo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Itinerario escrito de 7 días en Corea en coreano + audio resumen 1 min. Discord #tarea-sesion-10.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10</dc:title>
  <dc:subject>PptxGenJS Presentation</dc:subject>
  <dc:creator>김재희 (Jay Kim)</dc:creator>
  <cp:lastModifiedBy>김재희 (Jay Kim)</cp:lastModifiedBy>
  <cp:revision>1</cp:revision>
  <dcterms:created xsi:type="dcterms:W3CDTF">2026-06-02T01:22:06Z</dcterms:created>
  <dcterms:modified xsi:type="dcterms:W3CDTF">2026-06-02T01:22:06Z</dcterms:modified>
</cp:coreProperties>
</file>