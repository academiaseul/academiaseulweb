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2" autoAdjust="0"/>
    <p:restoredTop sz="94660"/>
  </p:normalViewPr>
  <p:slideViewPr>
    <p:cSldViewPr snapToGrid="0">
      <p:cViewPr varScale="1">
        <p:scale>
          <a:sx n="79" d="100"/>
          <a:sy n="79" d="100"/>
        </p:scale>
        <p:origin x="61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DFEC-A996-7A08-0679-20B2FAEDBC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43689-BC12-433C-1F7A-54A4AA370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2739-9ED9-FD31-ADED-D3701667D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9E0C6-5B41-E063-7DD9-FB51B850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9B4FA-58E4-2AAA-8EFE-930F58B3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0063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4F31-78EB-B49F-3351-D2DF17C1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60D77-915F-6355-49DF-5E1A6697F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F62EE-79D9-F2D4-6C91-B96FBDF76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3D012-D5F2-8519-62AA-867D1111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755B5-83E3-D815-6336-BFDD60A8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500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520D-0B62-A0FA-C1D6-72C323C1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67D18-0ADF-F4CC-EBB2-E955ADDE3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5BE5-F5C2-5077-8C58-E9080BDE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9F0A7-E900-5782-D6A1-ED87DA64D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BA7AB-3A74-CE65-0A4F-8690650A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80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EE493-9963-50D9-3A36-4ABE506B9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50EAA-2B7C-A39A-D625-C2660CC82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6E8A7-CE5B-F93A-4039-C7AC764F3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9CCE9-E19D-31C9-F2D9-9BE79131A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653E1-A54D-407B-247E-FC06A022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32E62-BDFA-EEE8-7BCA-3E42E230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9032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9863-D0FA-CB32-B509-404708DAD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D79BA-E15E-4596-76E4-D0EA7B15F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FE015-FA0C-A1CD-DB20-C381B48B6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960CF4-2EB7-7EC5-862C-16353C328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DE5B03-A95A-89B6-4589-E5D3DF7B8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6CE5D-CE31-1038-C6A5-8ED7D61B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071A00-47D9-A295-4C6E-DA036EF7D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F588FE-F5FA-87E3-C98E-1BBAA90B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296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AC69-A823-D3D9-BC9E-029B27EBF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FD05A-9EB4-045D-45A6-672F62E5F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52701-0AA1-84BF-5B1F-A7B497730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016A7-8E36-2A4D-0F62-E62B35D14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20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A934BF-34AA-8F9A-2D0C-00E252CC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65D237-ACCD-CC5D-A1CE-D40DA24E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81FFF-AE9F-73D6-C38B-CE5586C7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20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6FDC1-352C-D372-ECBC-89E8EE75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3506F-1986-5AD5-4208-06BDA0B7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92A4D-498F-5A31-5BEC-73AB32AEF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CE80-2CF0-C769-5682-F3B2D721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A7390-992F-804A-F3AD-21026089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9330E-DF8C-8F36-E9F1-BB3FD827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396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1EF7B-68EA-53E1-6B8E-240148CC7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3CE618-0036-2243-486A-36467E8A3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0D95C-E9A4-1F90-C6DA-C9E29F3D8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9F339-0F9C-A7FA-41AF-F9B00810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F02B0-A8FC-7763-46A8-AA9EB941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D3681-40AA-FF10-7D97-4C0ADA38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1833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0BBE-8FA1-56E0-B3EE-F3F6CF626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63A8C-EE5D-6F92-F314-2E40D6C7D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205D6-6A8E-8272-82B3-F595296D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DB18D-B4CB-229C-55DA-904017DFE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1B617-4575-6351-B129-CBBB03BDD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7687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E0780-DDD6-144B-B71E-07FC3971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3139D-5799-4E6F-37B6-2B36A6AC3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0923-E744-3918-4F66-91BFEF097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FD3F-C114-09B8-0975-68EF3A8E4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D254-BE27-E83C-B4AB-790EEF94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12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223926-58F4-4BF1-E10C-6F0576C18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38418-0F29-ED40-BC61-A28A9D90D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8C04D-E220-1C63-1C09-476126788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E4FD1-B942-4E81-9035-BC83C83E9D5C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AE839-5B6A-90E5-CB70-C0552551B7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0446C-DB9E-CF6E-B146-FBF42BF9C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F5CDB-2C22-4B75-B8AB-B6D43D8B4D60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15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4CD040A-52F2-9AEF-764A-30EC5BDA3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7DF036-5ACA-2B80-25F3-3F1A15D57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E87263-A263-37F2-6E97-BCF9CE400561}"/>
              </a:ext>
            </a:extLst>
          </p:cNvPr>
          <p:cNvSpPr txBox="1"/>
          <p:nvPr/>
        </p:nvSpPr>
        <p:spPr>
          <a:xfrm>
            <a:off x="2003373" y="2702668"/>
            <a:ext cx="81852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1 – Historia de </a:t>
            </a:r>
            <a:r>
              <a:rPr lang="es-CL" sz="44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Hangul</a:t>
            </a:r>
            <a:endParaRPr lang="es-CL" sz="4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BC21-79BE-5B2C-699D-C5B2EE345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886FCC-7AAA-E867-FD24-83EC63752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65E71E-EDDD-9E90-77B5-B31AA6838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F2E015-66B6-0705-E8CE-4970E26A46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465" y="525634"/>
            <a:ext cx="6984458" cy="566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30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C077-C3EF-6291-D4A7-90046E80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7280A1F-AE41-7864-A654-F9AC17DA6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76EEB1-CDD7-E74A-080A-B31D1B4030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D3F5A9-CDF2-5F4E-C824-8186646C60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138" y="405887"/>
            <a:ext cx="5139841" cy="58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4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C3685-4C66-9F28-A46E-77C22269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A94FD1-E159-1401-CF8C-E88E3BD9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5ED6F2-F476-D1AF-C9D0-CA6B39FD6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7191E-4016-EEB7-36F5-2CA51DA45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91" y="700392"/>
            <a:ext cx="8368478" cy="484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06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BD5A8-184D-90FF-9EB0-48FF27A5C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E5234CE-8396-30AB-C6A6-89304FDAE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9D2B95-B789-5A99-DDAD-D88E2024F8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8DD381-1341-294A-EF03-1B479C9BA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302" y="832383"/>
            <a:ext cx="6251872" cy="519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4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AFB3-6544-3181-DDE2-D2051523F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2C739A-2C28-9296-C3BA-1853A2342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1E0619-CA06-1040-07E2-FFFDF77416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5C3A68-71D8-AFCF-4E9D-4D0F26E9E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551" y="396882"/>
            <a:ext cx="8326897" cy="49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54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17B0E-A7F9-087B-0526-441E3595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1B9EC6A-E05E-B1D8-5278-C345FC0FC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AF3235-1E2F-744E-9B93-12C2D889A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A7F49B-AE9F-979D-F9E5-4D7A2778E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6" y="714247"/>
            <a:ext cx="6688383" cy="542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51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860A-C4AC-451D-4222-EFB43AB4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EACB11F-0077-0B5A-C966-2CC1941BF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E562BF-67F2-832F-E7C8-92198D2F74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513D16-B7DB-6592-E7AA-6D2E93E36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744" y="691155"/>
            <a:ext cx="6020512" cy="5475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9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54531-FE74-7312-452D-B2E73041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C07DE1-202B-BB73-2861-AA0203E4A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1B387F-39A7-542C-A5AC-3745BF2EB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17847E-2FB4-CBF8-70BC-5914055D6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884" y="867008"/>
            <a:ext cx="3848630" cy="512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44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C909-527A-CB5D-A785-A07741D8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A0B5427-50BA-589D-F7AB-AB68E5DA8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58F3EF-EFDA-F6B0-00CC-1CC9B10DD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1EDCE3-E740-A1D3-8D1D-505639CCC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289" y="1053197"/>
            <a:ext cx="4573421" cy="475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4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BD7F-4D1C-6FC5-A970-5D5A0D85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06CC668-7884-2E11-AFAB-F6B26F765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748BAA-B776-7D8D-6751-9A44B566D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EAB63-9811-3C38-06E2-014CC876E31A}"/>
              </a:ext>
            </a:extLst>
          </p:cNvPr>
          <p:cNvSpPr txBox="1"/>
          <p:nvPr/>
        </p:nvSpPr>
        <p:spPr>
          <a:xfrm>
            <a:off x="2899693" y="1926635"/>
            <a:ext cx="70225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안녕</a:t>
            </a:r>
            <a:r>
              <a:rPr lang="es-CL" sz="8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— hola</a:t>
            </a:r>
          </a:p>
          <a:p>
            <a:r>
              <a:rPr lang="es-CL" sz="8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[</a:t>
            </a:r>
            <a:r>
              <a:rPr lang="es-CL" sz="80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an-ñiong</a:t>
            </a:r>
            <a:r>
              <a:rPr lang="es-CL" sz="8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839349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C9B3-01B8-5065-1EDD-0303B7BA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C1A6949-85CA-7A69-3729-029D3B455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1664" y="4155332"/>
            <a:ext cx="3500336" cy="35003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B115D4-E62F-88CB-7337-8C538E38F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6205"/>
            <a:ext cx="1818590" cy="18185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BE055F-ADDB-5054-D120-B181F532C5D4}"/>
              </a:ext>
            </a:extLst>
          </p:cNvPr>
          <p:cNvSpPr txBox="1"/>
          <p:nvPr/>
        </p:nvSpPr>
        <p:spPr>
          <a:xfrm>
            <a:off x="851170" y="1353963"/>
            <a:ext cx="10489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Nivel 1 – Primeras Palabras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9A0AEA-045D-A63D-717B-0A438C84F945}"/>
              </a:ext>
            </a:extLst>
          </p:cNvPr>
          <p:cNvSpPr txBox="1"/>
          <p:nvPr/>
        </p:nvSpPr>
        <p:spPr>
          <a:xfrm>
            <a:off x="851169" y="3139669"/>
            <a:ext cx="10489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Comenta y te escribo</a:t>
            </a:r>
          </a:p>
        </p:txBody>
      </p:sp>
    </p:spTree>
    <p:extLst>
      <p:ext uri="{BB962C8B-B14F-4D97-AF65-F5344CB8AC3E}">
        <p14:creationId xmlns:p14="http://schemas.microsoft.com/office/powerpoint/2010/main" val="424101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Malgun Gothic</vt:lpstr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 Hee Kim</dc:creator>
  <cp:lastModifiedBy>Jae Hee Kim</cp:lastModifiedBy>
  <cp:revision>8</cp:revision>
  <dcterms:created xsi:type="dcterms:W3CDTF">2026-06-25T10:56:44Z</dcterms:created>
  <dcterms:modified xsi:type="dcterms:W3CDTF">2026-06-25T11:25:57Z</dcterms:modified>
</cp:coreProperties>
</file>