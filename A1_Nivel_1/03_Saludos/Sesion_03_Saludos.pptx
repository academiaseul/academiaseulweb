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053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3657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3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Saludos y Autopresentación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a presentarte con nombre, país y profesión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 a la Sesión 3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Hola, querida estudiante. Después de 2 sesiones leyendo Hangul, hoy aprendemos a HABLAR.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día: que al final de los 90 minutos puedas presentarte completamente en coreano — decir tu nombre, tu país, tu profesión, y saludar/despedirte como un nativo.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Gramática nueva: 은/는 (partícula de tema), 이에요/예요 (ser), 이/가 아니에요 (no ser).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§3.1 · CULTURA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saludan los coreanos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Corea NO se dan la mano. NO se besan. Se INCLINAN.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profundidad de la inclinación cambia según: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QUIÉN saludás (jefe vs amigo)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SITUACIÓN (formal vs informal)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EDAD del otro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inclinación más común es de 15-30°. A un superior, hasta 45°. En entrevistas o ceremonias, hasta 90°.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jeol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Inclinación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§3.2 · SALUDOS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Saludos por contexto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 (encontrar)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가세요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(al que se va)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(al que se queda)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(formal)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고마워요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(informal)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죄송합니다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Perdón (formal)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Perdón (informal)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만나서 반갑습니다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§3.2 · SALUDOS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Saludos a la mesa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먹겠습니다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comer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먹었습니다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comer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맛있어요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rico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건배!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¡Salud!</a:t>
            </a:r>
            <a:endParaRPr lang="en-US" sz="1200" dirty="0"/>
          </a:p>
        </p:txBody>
      </p:sp>
      <p:pic>
        <p:nvPicPr>
          <p:cNvPr id="16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7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은/는 · Partícula de TEMA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은/는 se pone después del NOMBRE de lo que vas a hablar. Es el TEMA de tu frase.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no existe esta partícula — es una particularidad del coreano y del japonés.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받침 (consonante final): + 은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vocal (sin 받침): + 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/ 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(eun / neun)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· TOPIC marker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DRILLING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Practicá con nombres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Repitan cada nombre con su partícula 은/는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04288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마리아는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3185160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53912" y="2194560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53912" y="2304288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마틴은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153912" y="3185160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 batchim ㄴ)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37432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947160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호세는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8640" y="4828032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3912" y="3837432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53912" y="3947160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카르멘은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53912" y="4828032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 batchim ㄴ)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480304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590032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548640" y="6470904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53912" y="5480304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5590032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디에고는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153912" y="6470904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pic>
        <p:nvPicPr>
          <p:cNvPr id="23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§3.4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이에요/예요 · 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이에요/예요 = la cópula 'ser' en coreano informal-amable.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al FINAL del sustantivo.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받침: + 이에요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termina en vocal (sin 받침): + 예요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입니다 es más formal — la verás en A2.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/ 예요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ieyo / yeyo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(ser, copula)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§3.4 · ESTRUCTURA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[nombre]이에요/예요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frase más útil del A1: '저는 [tu nombre]이에요/예요' = 'Soy [tu nombre]'.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김재희예요.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마리아예요.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마틴이에요.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의사예요.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§3.5 · PAÍSES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 en coreano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멕시코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México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베네수엘라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Venezuela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콜롬비아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아르헨티나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페루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스페인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España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§3.5 · ESTRUCTURA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[país] 사람이에요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tu nacionalidad: PAÍS + 사람 (persona) + 이에요/예요.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한국 사람이에요.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칠레 사람이에요.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멕시코 사람이에요.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베네수엘라 사람이에요.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§3.6 · PROFESIONES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esenciales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Profesor/a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Médico/a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Oficinista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주부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de casa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Cocinero/a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Periodista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디자이너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Diseñador/a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프로그래머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Programador/a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Abogado/a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72784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72784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간호사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72784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Enfermero/a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34856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34856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예술가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134856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Artista</a:t>
            </a:r>
            <a:endParaRPr lang="en-US" sz="1200" dirty="0"/>
          </a:p>
        </p:txBody>
      </p:sp>
      <p:pic>
        <p:nvPicPr>
          <p:cNvPr id="40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41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§3.7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이/가 아니에요 · NO 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'NO soy ___' agregás 이/가 아니에요.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(mismas que antes):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Sustantivo con 받침: + 이 아니에요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Sustantivo sin 받침: + 가 아니에요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nunca olvides la 이/가 — es un error común.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이/가 아니에요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i/ga anieyo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ser)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§3.7 · EJEMPLOS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Practicá negación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Estructura: [Sustantivo] + 이/가 + 아니에요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한국 사람이 아니에요.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학생이 아니에요.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의사가 아니에요.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변호사가 아니에요.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§3.8 · DIÁLOGO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 de presentación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4572000"/>
          </a:xfrm>
          <a:prstGeom prst="roundRect">
            <a:avLst>
              <a:gd name="adj" fmla="val 3000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안녕하세요! 저는 김재희예요.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Hola! Soy Kim Jae Hee.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마리아예요. 만나서 반갑습니다.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María. Mucho gusto.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 씨, 어느 나라 사람이에요?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4663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María, ¿de qué país eres?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50292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칠레 사람이에요. 학생이에요.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de Chile. Soy estudiante.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806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5806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아, 반가워요!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63040" y="6217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¡Encantada!</a:t>
            </a:r>
            <a:endParaRPr lang="en-US" sz="1100" dirty="0"/>
          </a:p>
        </p:txBody>
      </p:sp>
      <p:pic>
        <p:nvPicPr>
          <p:cNvPr id="23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Saludos por contexto (5+ frases)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Partícula de tema 은/는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Cópula 이에요/예요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8 países + 12 profesiones en coreano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Negación 이/가 아니에요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Presentarte completamente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30 segundos presentándote: nombre + país + profesión + 만나서 반갑습니다. Subir al Discord canal #tarea-sesion-3.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1067</Words>
  <Application>Microsoft Office PowerPoint</Application>
  <PresentationFormat>Widescreen</PresentationFormat>
  <Paragraphs>263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3</dc:title>
  <dc:subject>PptxGenJS Presentation</dc:subject>
  <dc:creator>김재희 (Jay Kim)</dc:creator>
  <cp:lastModifiedBy>Jae Hee Kim</cp:lastModifiedBy>
  <cp:revision>1</cp:revision>
  <dcterms:created xsi:type="dcterms:W3CDTF">2026-06-02T07:35:58Z</dcterms:created>
  <dcterms:modified xsi:type="dcterms:W3CDTF">2026-07-23T01:30:02Z</dcterms:modified>
</cp:coreProperties>
</file>