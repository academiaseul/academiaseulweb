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 사기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en Corea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una conversación de compra completa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sobrevivir en Corea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café, comprar comida, preguntar precios. Las frases más útiles para alguien que viaja a Corea o vive cerca de un restaurante coreano.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MÁS útil del coreano que vas a aprender hoy: 주세요 (déme / por favor). La vas a decir miles de veces.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clasificadores (단위명사), 이/그/저 (este/ese/aquel), 와/과 + 하고 (y), 주세요.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Clasificadores · 단위명사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decís 'tres LIBROS'. En coreano NO podés decir 'tres libros' directamente. Necesitás un CLASIFICADOR según el tipo de cosa.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책 세 권 = 3 libros (권 para libros)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 두 잔 = 2 cafés (잔 para tazas)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사람 다섯 명 = 5 personas (명 para personas)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CLASIFICADORES USAN NÚMEROS COREANOS PUROS (한, 두, 세, 네…) — los que aprendiste en Sesión 7.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particularidad del coreano que toma tiempo adoptar, pero una vez que lo hacés se vuelve natural.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단위명사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danwimyeongsa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(clasificadores)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§8.2 · CLASIFICADORES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usados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(개 = generic)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(informal)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(formal)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vasos / tazas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(edad)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veces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§8.3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reales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세 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manzanas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두 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cafés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libro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다섯 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두 마리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perritos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años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 · DEMOSTRATIVOS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/ 그 / 저 · Este / Ese / Aquel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 tiene los mismos tres demostrativos que español: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 = este (cerca del hablante)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= ese (cerca del oyente o ya mencionado)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 = aquel (lejos de ambos)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 책 (este libro, en mi mano)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사람 (esa persona, cerca tuyo)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 카페 (aquel café, al fondo)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+ sustantivo, sin partícula entre ellos.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/ 그 / 저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geu / jeo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(este / ese / aquel)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§8.5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와/과 + 하고 · Y entre sustantivos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conectar SUSTANTIVOS (no verbos), tenés 2 opciones: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와/과 (más formal):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batchim → 와 (커피와 빵)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batchim → 과 (밥과 김치)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 (más coloquial, funciona con todos):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커피하고 빵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밥하고 김치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-고 (Sesión 7):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와/과/하고 → entre sustantivos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-고 → entre verbos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 confundas.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/ 과 / 하고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/ gwa / hago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(y, entre sustantivos)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§8.6 · PEDIR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주세요 · Déme / Por favor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주세요 es la frase MÁS ÚTIL del coreano para sobrevivir.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[Cosa] + 주세요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 주세요 (Café,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김밥 한 개 주세요 (Un kimbap,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물 두 잔 주세요 (Dos vasos de agua,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메뉴 주세요 (El menú,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이거 주세요 (Esto,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usar en tiendas, restaurantes, taxis, hospitales — TODO.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juseyo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(déme / por favor)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§8.7 · PRECIOS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 원 (Won)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비빔밥 9.000원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Bibimbap (~$6.30)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김치찌개 8.000원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 kimchi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불고기 12.000원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 (~$8.40)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떡볶이 6.000원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Tteokbokki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김밥 4.000원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콜라 2.000원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§8.8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tienda coreana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안녕하세요. 뭐 드릴까요?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doy?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김밥 두 개하고 콜라 한 잔 주세요.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kimbap y una cola por favor.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네. 모두 10.000원이에요.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En total 10.000 won.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 있어요.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tiene.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안녕히 가세요.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Adiós.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MULGEONSAGI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Clasificadores (개, 명, 잔, 권, 마리, 살)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coreanos puros con clasificadores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이/그/저 (este/ese/aquel)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와/과/하고 (y entre sustantivos)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주세요 (por favor)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Sistema de precios 원 (won)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hacer una compra completa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role-play 1-2 min: vos hacés los 2 roles (cliente y vendedor). Mínimo 6 intercambios.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8</dc:title>
  <dc:subject>PptxGenJS Presentation</dc:subject>
  <dc:creator>김재희 (Jay Kim)</dc:creator>
  <cp:lastModifiedBy>김재희 (Jay Kim)</cp:lastModifiedBy>
  <cp:revision>1</cp:revision>
  <dcterms:created xsi:type="dcterms:W3CDTF">2026-06-02T01:22:05Z</dcterms:created>
  <dcterms:modified xsi:type="dcterms:W3CDTF">2026-06-02T01:22:05Z</dcterms:modified>
</cp:coreProperties>
</file>