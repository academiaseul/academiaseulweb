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1"/>
  </p:sldMasterIdLst>
  <p:notesMasterIdLst>
    <p:notesMasterId r:id="rId310"/>
  </p:notesMasterIdLst>
  <p:sldIdLst>
    <p:sldId id="256" r:id="rId2"/>
    <p:sldId id="662" r:id="rId3"/>
    <p:sldId id="257" r:id="rId4"/>
    <p:sldId id="663" r:id="rId5"/>
    <p:sldId id="664" r:id="rId6"/>
    <p:sldId id="258" r:id="rId7"/>
    <p:sldId id="383" r:id="rId8"/>
    <p:sldId id="384" r:id="rId9"/>
    <p:sldId id="385" r:id="rId10"/>
    <p:sldId id="386" r:id="rId11"/>
    <p:sldId id="387" r:id="rId12"/>
    <p:sldId id="388" r:id="rId13"/>
    <p:sldId id="382" r:id="rId14"/>
    <p:sldId id="259" r:id="rId15"/>
    <p:sldId id="260" r:id="rId16"/>
    <p:sldId id="261" r:id="rId17"/>
    <p:sldId id="262" r:id="rId18"/>
    <p:sldId id="263" r:id="rId19"/>
    <p:sldId id="264" r:id="rId20"/>
    <p:sldId id="265" r:id="rId21"/>
    <p:sldId id="266" r:id="rId22"/>
    <p:sldId id="389" r:id="rId23"/>
    <p:sldId id="563" r:id="rId24"/>
    <p:sldId id="564" r:id="rId25"/>
    <p:sldId id="565" r:id="rId26"/>
    <p:sldId id="566" r:id="rId27"/>
    <p:sldId id="567" r:id="rId28"/>
    <p:sldId id="568" r:id="rId29"/>
    <p:sldId id="569" r:id="rId30"/>
    <p:sldId id="570" r:id="rId31"/>
    <p:sldId id="571" r:id="rId32"/>
    <p:sldId id="572" r:id="rId33"/>
    <p:sldId id="573" r:id="rId34"/>
    <p:sldId id="574" r:id="rId35"/>
    <p:sldId id="575" r:id="rId36"/>
    <p:sldId id="576" r:id="rId37"/>
    <p:sldId id="577" r:id="rId38"/>
    <p:sldId id="578" r:id="rId39"/>
    <p:sldId id="579" r:id="rId40"/>
    <p:sldId id="580" r:id="rId41"/>
    <p:sldId id="581" r:id="rId42"/>
    <p:sldId id="582" r:id="rId43"/>
    <p:sldId id="583" r:id="rId44"/>
    <p:sldId id="584" r:id="rId45"/>
    <p:sldId id="585" r:id="rId46"/>
    <p:sldId id="586" r:id="rId47"/>
    <p:sldId id="587" r:id="rId48"/>
    <p:sldId id="588" r:id="rId49"/>
    <p:sldId id="589" r:id="rId50"/>
    <p:sldId id="590" r:id="rId51"/>
    <p:sldId id="591" r:id="rId52"/>
    <p:sldId id="592" r:id="rId53"/>
    <p:sldId id="593" r:id="rId54"/>
    <p:sldId id="594" r:id="rId55"/>
    <p:sldId id="595" r:id="rId56"/>
    <p:sldId id="596" r:id="rId57"/>
    <p:sldId id="597" r:id="rId58"/>
    <p:sldId id="598" r:id="rId59"/>
    <p:sldId id="599" r:id="rId60"/>
    <p:sldId id="600" r:id="rId61"/>
    <p:sldId id="601" r:id="rId62"/>
    <p:sldId id="602" r:id="rId63"/>
    <p:sldId id="603" r:id="rId64"/>
    <p:sldId id="604" r:id="rId65"/>
    <p:sldId id="605" r:id="rId66"/>
    <p:sldId id="606" r:id="rId67"/>
    <p:sldId id="607" r:id="rId68"/>
    <p:sldId id="608" r:id="rId69"/>
    <p:sldId id="609" r:id="rId70"/>
    <p:sldId id="610" r:id="rId71"/>
    <p:sldId id="611" r:id="rId72"/>
    <p:sldId id="612" r:id="rId73"/>
    <p:sldId id="613" r:id="rId74"/>
    <p:sldId id="267" r:id="rId75"/>
    <p:sldId id="268" r:id="rId76"/>
    <p:sldId id="269" r:id="rId77"/>
    <p:sldId id="270" r:id="rId78"/>
    <p:sldId id="271" r:id="rId79"/>
    <p:sldId id="272" r:id="rId80"/>
    <p:sldId id="273" r:id="rId81"/>
    <p:sldId id="274" r:id="rId82"/>
    <p:sldId id="275" r:id="rId83"/>
    <p:sldId id="276" r:id="rId84"/>
    <p:sldId id="277" r:id="rId85"/>
    <p:sldId id="278" r:id="rId86"/>
    <p:sldId id="279" r:id="rId87"/>
    <p:sldId id="280" r:id="rId88"/>
    <p:sldId id="281" r:id="rId89"/>
    <p:sldId id="282" r:id="rId90"/>
    <p:sldId id="283" r:id="rId91"/>
    <p:sldId id="284" r:id="rId92"/>
    <p:sldId id="285" r:id="rId93"/>
    <p:sldId id="286" r:id="rId94"/>
    <p:sldId id="287" r:id="rId95"/>
    <p:sldId id="288" r:id="rId96"/>
    <p:sldId id="512" r:id="rId97"/>
    <p:sldId id="513" r:id="rId98"/>
    <p:sldId id="289" r:id="rId99"/>
    <p:sldId id="614" r:id="rId100"/>
    <p:sldId id="615" r:id="rId101"/>
    <p:sldId id="616" r:id="rId102"/>
    <p:sldId id="617" r:id="rId103"/>
    <p:sldId id="618" r:id="rId104"/>
    <p:sldId id="619" r:id="rId105"/>
    <p:sldId id="620" r:id="rId106"/>
    <p:sldId id="621" r:id="rId107"/>
    <p:sldId id="622" r:id="rId108"/>
    <p:sldId id="623" r:id="rId109"/>
    <p:sldId id="624" r:id="rId110"/>
    <p:sldId id="625" r:id="rId111"/>
    <p:sldId id="626" r:id="rId112"/>
    <p:sldId id="627" r:id="rId113"/>
    <p:sldId id="628" r:id="rId114"/>
    <p:sldId id="629" r:id="rId115"/>
    <p:sldId id="630" r:id="rId116"/>
    <p:sldId id="631" r:id="rId117"/>
    <p:sldId id="632" r:id="rId118"/>
    <p:sldId id="633" r:id="rId119"/>
    <p:sldId id="634" r:id="rId120"/>
    <p:sldId id="635" r:id="rId121"/>
    <p:sldId id="636" r:id="rId122"/>
    <p:sldId id="637" r:id="rId123"/>
    <p:sldId id="638" r:id="rId124"/>
    <p:sldId id="639" r:id="rId125"/>
    <p:sldId id="640" r:id="rId126"/>
    <p:sldId id="641" r:id="rId127"/>
    <p:sldId id="642" r:id="rId128"/>
    <p:sldId id="643" r:id="rId129"/>
    <p:sldId id="644" r:id="rId130"/>
    <p:sldId id="645" r:id="rId131"/>
    <p:sldId id="646" r:id="rId132"/>
    <p:sldId id="647" r:id="rId133"/>
    <p:sldId id="648" r:id="rId134"/>
    <p:sldId id="649" r:id="rId135"/>
    <p:sldId id="650" r:id="rId136"/>
    <p:sldId id="651" r:id="rId137"/>
    <p:sldId id="652" r:id="rId138"/>
    <p:sldId id="653" r:id="rId139"/>
    <p:sldId id="654" r:id="rId140"/>
    <p:sldId id="655" r:id="rId141"/>
    <p:sldId id="656" r:id="rId142"/>
    <p:sldId id="657" r:id="rId143"/>
    <p:sldId id="658" r:id="rId144"/>
    <p:sldId id="659" r:id="rId145"/>
    <p:sldId id="660" r:id="rId146"/>
    <p:sldId id="661" r:id="rId147"/>
    <p:sldId id="290" r:id="rId148"/>
    <p:sldId id="291" r:id="rId149"/>
    <p:sldId id="292" r:id="rId150"/>
    <p:sldId id="293" r:id="rId151"/>
    <p:sldId id="294" r:id="rId152"/>
    <p:sldId id="295" r:id="rId153"/>
    <p:sldId id="296" r:id="rId154"/>
    <p:sldId id="297" r:id="rId155"/>
    <p:sldId id="298" r:id="rId156"/>
    <p:sldId id="299" r:id="rId157"/>
    <p:sldId id="300" r:id="rId158"/>
    <p:sldId id="301" r:id="rId159"/>
    <p:sldId id="302" r:id="rId160"/>
    <p:sldId id="303" r:id="rId161"/>
    <p:sldId id="304" r:id="rId162"/>
    <p:sldId id="305" r:id="rId163"/>
    <p:sldId id="306" r:id="rId164"/>
    <p:sldId id="307" r:id="rId165"/>
    <p:sldId id="308" r:id="rId166"/>
    <p:sldId id="309" r:id="rId167"/>
    <p:sldId id="310" r:id="rId168"/>
    <p:sldId id="311" r:id="rId169"/>
    <p:sldId id="312" r:id="rId170"/>
    <p:sldId id="313" r:id="rId171"/>
    <p:sldId id="314" r:id="rId172"/>
    <p:sldId id="315" r:id="rId173"/>
    <p:sldId id="504" r:id="rId174"/>
    <p:sldId id="517" r:id="rId175"/>
    <p:sldId id="518" r:id="rId176"/>
    <p:sldId id="519" r:id="rId177"/>
    <p:sldId id="520" r:id="rId178"/>
    <p:sldId id="521" r:id="rId179"/>
    <p:sldId id="522" r:id="rId180"/>
    <p:sldId id="523" r:id="rId181"/>
    <p:sldId id="524" r:id="rId182"/>
    <p:sldId id="525" r:id="rId183"/>
    <p:sldId id="526" r:id="rId184"/>
    <p:sldId id="527" r:id="rId185"/>
    <p:sldId id="528" r:id="rId186"/>
    <p:sldId id="529" r:id="rId187"/>
    <p:sldId id="530" r:id="rId188"/>
    <p:sldId id="531" r:id="rId189"/>
    <p:sldId id="532" r:id="rId190"/>
    <p:sldId id="533" r:id="rId191"/>
    <p:sldId id="534" r:id="rId192"/>
    <p:sldId id="535" r:id="rId193"/>
    <p:sldId id="536" r:id="rId194"/>
    <p:sldId id="537" r:id="rId195"/>
    <p:sldId id="547" r:id="rId196"/>
    <p:sldId id="548" r:id="rId197"/>
    <p:sldId id="549" r:id="rId198"/>
    <p:sldId id="550" r:id="rId199"/>
    <p:sldId id="551" r:id="rId200"/>
    <p:sldId id="552" r:id="rId201"/>
    <p:sldId id="553" r:id="rId202"/>
    <p:sldId id="554" r:id="rId203"/>
    <p:sldId id="555" r:id="rId204"/>
    <p:sldId id="556" r:id="rId205"/>
    <p:sldId id="557" r:id="rId206"/>
    <p:sldId id="558" r:id="rId207"/>
    <p:sldId id="559" r:id="rId208"/>
    <p:sldId id="560" r:id="rId209"/>
    <p:sldId id="561" r:id="rId210"/>
    <p:sldId id="665" r:id="rId211"/>
    <p:sldId id="666" r:id="rId212"/>
    <p:sldId id="667" r:id="rId213"/>
    <p:sldId id="668" r:id="rId214"/>
    <p:sldId id="669" r:id="rId215"/>
    <p:sldId id="670" r:id="rId216"/>
    <p:sldId id="671" r:id="rId217"/>
    <p:sldId id="672" r:id="rId218"/>
    <p:sldId id="673" r:id="rId219"/>
    <p:sldId id="674" r:id="rId220"/>
    <p:sldId id="675" r:id="rId221"/>
    <p:sldId id="676" r:id="rId222"/>
    <p:sldId id="677" r:id="rId223"/>
    <p:sldId id="678" r:id="rId224"/>
    <p:sldId id="679" r:id="rId225"/>
    <p:sldId id="680" r:id="rId226"/>
    <p:sldId id="681" r:id="rId227"/>
    <p:sldId id="682" r:id="rId228"/>
    <p:sldId id="683" r:id="rId229"/>
    <p:sldId id="684" r:id="rId230"/>
    <p:sldId id="685" r:id="rId231"/>
    <p:sldId id="686" r:id="rId232"/>
    <p:sldId id="687" r:id="rId233"/>
    <p:sldId id="515" r:id="rId234"/>
    <p:sldId id="505" r:id="rId235"/>
    <p:sldId id="514" r:id="rId236"/>
    <p:sldId id="689" r:id="rId237"/>
    <p:sldId id="695" r:id="rId238"/>
    <p:sldId id="697" r:id="rId239"/>
    <p:sldId id="696" r:id="rId240"/>
    <p:sldId id="516" r:id="rId241"/>
    <p:sldId id="506" r:id="rId242"/>
    <p:sldId id="507" r:id="rId243"/>
    <p:sldId id="316" r:id="rId244"/>
    <p:sldId id="317" r:id="rId245"/>
    <p:sldId id="318" r:id="rId246"/>
    <p:sldId id="319" r:id="rId247"/>
    <p:sldId id="320" r:id="rId248"/>
    <p:sldId id="321" r:id="rId249"/>
    <p:sldId id="322" r:id="rId250"/>
    <p:sldId id="323" r:id="rId251"/>
    <p:sldId id="324" r:id="rId252"/>
    <p:sldId id="325" r:id="rId253"/>
    <p:sldId id="326" r:id="rId254"/>
    <p:sldId id="327" r:id="rId255"/>
    <p:sldId id="328" r:id="rId256"/>
    <p:sldId id="329" r:id="rId257"/>
    <p:sldId id="330" r:id="rId258"/>
    <p:sldId id="331" r:id="rId259"/>
    <p:sldId id="332" r:id="rId260"/>
    <p:sldId id="333" r:id="rId261"/>
    <p:sldId id="334" r:id="rId262"/>
    <p:sldId id="335" r:id="rId263"/>
    <p:sldId id="336" r:id="rId264"/>
    <p:sldId id="337" r:id="rId265"/>
    <p:sldId id="338" r:id="rId266"/>
    <p:sldId id="339" r:id="rId267"/>
    <p:sldId id="340" r:id="rId268"/>
    <p:sldId id="341" r:id="rId269"/>
    <p:sldId id="342" r:id="rId270"/>
    <p:sldId id="343" r:id="rId271"/>
    <p:sldId id="344" r:id="rId272"/>
    <p:sldId id="345" r:id="rId273"/>
    <p:sldId id="346" r:id="rId274"/>
    <p:sldId id="347" r:id="rId275"/>
    <p:sldId id="348" r:id="rId276"/>
    <p:sldId id="349" r:id="rId277"/>
    <p:sldId id="350" r:id="rId278"/>
    <p:sldId id="351" r:id="rId279"/>
    <p:sldId id="352" r:id="rId280"/>
    <p:sldId id="353" r:id="rId281"/>
    <p:sldId id="354" r:id="rId282"/>
    <p:sldId id="355" r:id="rId283"/>
    <p:sldId id="356" r:id="rId284"/>
    <p:sldId id="357" r:id="rId285"/>
    <p:sldId id="358" r:id="rId286"/>
    <p:sldId id="359" r:id="rId287"/>
    <p:sldId id="360" r:id="rId288"/>
    <p:sldId id="361" r:id="rId289"/>
    <p:sldId id="362" r:id="rId290"/>
    <p:sldId id="363" r:id="rId291"/>
    <p:sldId id="364" r:id="rId292"/>
    <p:sldId id="365" r:id="rId293"/>
    <p:sldId id="366" r:id="rId294"/>
    <p:sldId id="367" r:id="rId295"/>
    <p:sldId id="368" r:id="rId296"/>
    <p:sldId id="369" r:id="rId297"/>
    <p:sldId id="370" r:id="rId298"/>
    <p:sldId id="371" r:id="rId299"/>
    <p:sldId id="372" r:id="rId300"/>
    <p:sldId id="373" r:id="rId301"/>
    <p:sldId id="374" r:id="rId302"/>
    <p:sldId id="375" r:id="rId303"/>
    <p:sldId id="376" r:id="rId304"/>
    <p:sldId id="377" r:id="rId305"/>
    <p:sldId id="378" r:id="rId306"/>
    <p:sldId id="379" r:id="rId307"/>
    <p:sldId id="380" r:id="rId308"/>
    <p:sldId id="381" r:id="rId309"/>
  </p:sldIdLst>
  <p:sldSz cx="12192000" cy="6858000"/>
  <p:notesSz cx="6858000" cy="12192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97"/>
    <p:restoredTop sz="94610"/>
  </p:normalViewPr>
  <p:slideViewPr>
    <p:cSldViewPr snapToGrid="0" snapToObjects="1">
      <p:cViewPr varScale="1">
        <p:scale>
          <a:sx n="83" d="100"/>
          <a:sy n="83" d="100"/>
        </p:scale>
        <p:origin x="658"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99" Type="http://schemas.openxmlformats.org/officeDocument/2006/relationships/slide" Target="slides/slide298.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170" Type="http://schemas.openxmlformats.org/officeDocument/2006/relationships/slide" Target="slides/slide169.xml"/><Relationship Id="rId226" Type="http://schemas.openxmlformats.org/officeDocument/2006/relationships/slide" Target="slides/slide225.xml"/><Relationship Id="rId268" Type="http://schemas.openxmlformats.org/officeDocument/2006/relationships/slide" Target="slides/slide267.xml"/><Relationship Id="rId32" Type="http://schemas.openxmlformats.org/officeDocument/2006/relationships/slide" Target="slides/slide31.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181" Type="http://schemas.openxmlformats.org/officeDocument/2006/relationships/slide" Target="slides/slide180.xml"/><Relationship Id="rId237" Type="http://schemas.openxmlformats.org/officeDocument/2006/relationships/slide" Target="slides/slide236.xml"/><Relationship Id="rId279" Type="http://schemas.openxmlformats.org/officeDocument/2006/relationships/slide" Target="slides/slide278.xml"/><Relationship Id="rId43" Type="http://schemas.openxmlformats.org/officeDocument/2006/relationships/slide" Target="slides/slide42.xml"/><Relationship Id="rId139" Type="http://schemas.openxmlformats.org/officeDocument/2006/relationships/slide" Target="slides/slide138.xml"/><Relationship Id="rId290" Type="http://schemas.openxmlformats.org/officeDocument/2006/relationships/slide" Target="slides/slide289.xml"/><Relationship Id="rId304" Type="http://schemas.openxmlformats.org/officeDocument/2006/relationships/slide" Target="slides/slide303.xml"/><Relationship Id="rId85" Type="http://schemas.openxmlformats.org/officeDocument/2006/relationships/slide" Target="slides/slide84.xml"/><Relationship Id="rId150" Type="http://schemas.openxmlformats.org/officeDocument/2006/relationships/slide" Target="slides/slide149.xml"/><Relationship Id="rId192" Type="http://schemas.openxmlformats.org/officeDocument/2006/relationships/slide" Target="slides/slide191.xml"/><Relationship Id="rId206" Type="http://schemas.openxmlformats.org/officeDocument/2006/relationships/slide" Target="slides/slide205.xml"/><Relationship Id="rId248" Type="http://schemas.openxmlformats.org/officeDocument/2006/relationships/slide" Target="slides/slide247.xml"/><Relationship Id="rId12" Type="http://schemas.openxmlformats.org/officeDocument/2006/relationships/slide" Target="slides/slide11.xml"/><Relationship Id="rId108" Type="http://schemas.openxmlformats.org/officeDocument/2006/relationships/slide" Target="slides/slide107.xml"/><Relationship Id="rId54" Type="http://schemas.openxmlformats.org/officeDocument/2006/relationships/slide" Target="slides/slide53.xml"/><Relationship Id="rId96" Type="http://schemas.openxmlformats.org/officeDocument/2006/relationships/slide" Target="slides/slide95.xml"/><Relationship Id="rId161" Type="http://schemas.openxmlformats.org/officeDocument/2006/relationships/slide" Target="slides/slide160.xml"/><Relationship Id="rId217" Type="http://schemas.openxmlformats.org/officeDocument/2006/relationships/slide" Target="slides/slide216.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65" Type="http://schemas.openxmlformats.org/officeDocument/2006/relationships/slide" Target="slides/slide64.xml"/><Relationship Id="rId130" Type="http://schemas.openxmlformats.org/officeDocument/2006/relationships/slide" Target="slides/slide129.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281" Type="http://schemas.openxmlformats.org/officeDocument/2006/relationships/slide" Target="slides/slide280.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50" Type="http://schemas.openxmlformats.org/officeDocument/2006/relationships/slide" Target="slides/slide249.xml"/><Relationship Id="rId271" Type="http://schemas.openxmlformats.org/officeDocument/2006/relationships/slide" Target="slides/slide270.xml"/><Relationship Id="rId292" Type="http://schemas.openxmlformats.org/officeDocument/2006/relationships/slide" Target="slides/slide291.xml"/><Relationship Id="rId306" Type="http://schemas.openxmlformats.org/officeDocument/2006/relationships/slide" Target="slides/slide305.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261" Type="http://schemas.openxmlformats.org/officeDocument/2006/relationships/slide" Target="slides/slide260.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282" Type="http://schemas.openxmlformats.org/officeDocument/2006/relationships/slide" Target="slides/slide281.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1" Type="http://schemas.openxmlformats.org/officeDocument/2006/relationships/slide" Target="slides/slide250.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72" Type="http://schemas.openxmlformats.org/officeDocument/2006/relationships/slide" Target="slides/slide271.xml"/><Relationship Id="rId293" Type="http://schemas.openxmlformats.org/officeDocument/2006/relationships/slide" Target="slides/slide292.xml"/><Relationship Id="rId307" Type="http://schemas.openxmlformats.org/officeDocument/2006/relationships/slide" Target="slides/slide306.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262" Type="http://schemas.openxmlformats.org/officeDocument/2006/relationships/slide" Target="slides/slide261.xml"/><Relationship Id="rId283" Type="http://schemas.openxmlformats.org/officeDocument/2006/relationships/slide" Target="slides/slide282.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slide" Target="slides/slide272.xml"/><Relationship Id="rId294" Type="http://schemas.openxmlformats.org/officeDocument/2006/relationships/slide" Target="slides/slide293.xml"/><Relationship Id="rId308" Type="http://schemas.openxmlformats.org/officeDocument/2006/relationships/slide" Target="slides/slide307.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284" Type="http://schemas.openxmlformats.org/officeDocument/2006/relationships/slide" Target="slides/slide283.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slide" Target="slides/slide273.xml"/><Relationship Id="rId295" Type="http://schemas.openxmlformats.org/officeDocument/2006/relationships/slide" Target="slides/slide294.xml"/><Relationship Id="rId309" Type="http://schemas.openxmlformats.org/officeDocument/2006/relationships/slide" Target="slides/slide308.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285" Type="http://schemas.openxmlformats.org/officeDocument/2006/relationships/slide" Target="slides/slide28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310" Type="http://schemas.openxmlformats.org/officeDocument/2006/relationships/notesMaster" Target="notesMasters/notesMaster1.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slide" Target="slides/slide274.xml"/><Relationship Id="rId296" Type="http://schemas.openxmlformats.org/officeDocument/2006/relationships/slide" Target="slides/slide295.xml"/><Relationship Id="rId300" Type="http://schemas.openxmlformats.org/officeDocument/2006/relationships/slide" Target="slides/slide299.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286" Type="http://schemas.openxmlformats.org/officeDocument/2006/relationships/slide" Target="slides/slide285.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311" Type="http://schemas.openxmlformats.org/officeDocument/2006/relationships/presProps" Target="presProps.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276" Type="http://schemas.openxmlformats.org/officeDocument/2006/relationships/slide" Target="slides/slide275.xml"/><Relationship Id="rId297" Type="http://schemas.openxmlformats.org/officeDocument/2006/relationships/slide" Target="slides/slide296.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301" Type="http://schemas.openxmlformats.org/officeDocument/2006/relationships/slide" Target="slides/slide300.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slide" Target="slides/slide265.xml"/><Relationship Id="rId287" Type="http://schemas.openxmlformats.org/officeDocument/2006/relationships/slide" Target="slides/slide286.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312" Type="http://schemas.openxmlformats.org/officeDocument/2006/relationships/viewProps" Target="viewProps.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277" Type="http://schemas.openxmlformats.org/officeDocument/2006/relationships/slide" Target="slides/slide276.xml"/><Relationship Id="rId298" Type="http://schemas.openxmlformats.org/officeDocument/2006/relationships/slide" Target="slides/slide297.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302" Type="http://schemas.openxmlformats.org/officeDocument/2006/relationships/slide" Target="slides/slide30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slide" Target="slides/slide266.xml"/><Relationship Id="rId288" Type="http://schemas.openxmlformats.org/officeDocument/2006/relationships/slide" Target="slides/slide287.xml"/><Relationship Id="rId106" Type="http://schemas.openxmlformats.org/officeDocument/2006/relationships/slide" Target="slides/slide105.xml"/><Relationship Id="rId127" Type="http://schemas.openxmlformats.org/officeDocument/2006/relationships/slide" Target="slides/slide126.xml"/><Relationship Id="rId313"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slide" Target="slides/slide277.xml"/><Relationship Id="rId303" Type="http://schemas.openxmlformats.org/officeDocument/2006/relationships/slide" Target="slides/slide302.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 Id="rId107" Type="http://schemas.openxmlformats.org/officeDocument/2006/relationships/slide" Target="slides/slide106.xml"/><Relationship Id="rId289" Type="http://schemas.openxmlformats.org/officeDocument/2006/relationships/slide" Target="slides/slide288.xml"/><Relationship Id="rId11" Type="http://schemas.openxmlformats.org/officeDocument/2006/relationships/slide" Target="slides/slide10.xml"/><Relationship Id="rId53" Type="http://schemas.openxmlformats.org/officeDocument/2006/relationships/slide" Target="slides/slide52.xml"/><Relationship Id="rId149" Type="http://schemas.openxmlformats.org/officeDocument/2006/relationships/slide" Target="slides/slide148.xml"/><Relationship Id="rId314" Type="http://schemas.openxmlformats.org/officeDocument/2006/relationships/tableStyles" Target="tableStyles.xml"/><Relationship Id="rId95" Type="http://schemas.openxmlformats.org/officeDocument/2006/relationships/slide" Target="slides/slide94.xml"/><Relationship Id="rId160" Type="http://schemas.openxmlformats.org/officeDocument/2006/relationships/slide" Target="slides/slide159.xml"/><Relationship Id="rId216" Type="http://schemas.openxmlformats.org/officeDocument/2006/relationships/slide" Target="slides/slide215.xml"/><Relationship Id="rId258" Type="http://schemas.openxmlformats.org/officeDocument/2006/relationships/slide" Target="slides/slide257.xml"/><Relationship Id="rId22" Type="http://schemas.openxmlformats.org/officeDocument/2006/relationships/slide" Target="slides/slide21.xml"/><Relationship Id="rId64" Type="http://schemas.openxmlformats.org/officeDocument/2006/relationships/slide" Target="slides/slide63.xml"/><Relationship Id="rId118" Type="http://schemas.openxmlformats.org/officeDocument/2006/relationships/slide" Target="slides/slide117.xml"/><Relationship Id="rId171" Type="http://schemas.openxmlformats.org/officeDocument/2006/relationships/slide" Target="slides/slide170.xml"/><Relationship Id="rId227" Type="http://schemas.openxmlformats.org/officeDocument/2006/relationships/slide" Target="slides/slide226.xml"/><Relationship Id="rId269" Type="http://schemas.openxmlformats.org/officeDocument/2006/relationships/slide" Target="slides/slide268.xml"/><Relationship Id="rId33" Type="http://schemas.openxmlformats.org/officeDocument/2006/relationships/slide" Target="slides/slide32.xml"/><Relationship Id="rId129" Type="http://schemas.openxmlformats.org/officeDocument/2006/relationships/slide" Target="slides/slide128.xml"/><Relationship Id="rId280" Type="http://schemas.openxmlformats.org/officeDocument/2006/relationships/slide" Target="slides/slide279.xml"/><Relationship Id="rId75" Type="http://schemas.openxmlformats.org/officeDocument/2006/relationships/slide" Target="slides/slide74.xml"/><Relationship Id="rId140" Type="http://schemas.openxmlformats.org/officeDocument/2006/relationships/slide" Target="slides/slide139.xml"/><Relationship Id="rId182" Type="http://schemas.openxmlformats.org/officeDocument/2006/relationships/slide" Target="slides/slide181.xml"/><Relationship Id="rId6" Type="http://schemas.openxmlformats.org/officeDocument/2006/relationships/slide" Target="slides/slide5.xml"/><Relationship Id="rId238" Type="http://schemas.openxmlformats.org/officeDocument/2006/relationships/slide" Target="slides/slide237.xml"/><Relationship Id="rId291" Type="http://schemas.openxmlformats.org/officeDocument/2006/relationships/slide" Target="slides/slide290.xml"/><Relationship Id="rId305" Type="http://schemas.openxmlformats.org/officeDocument/2006/relationships/slide" Target="slides/slide304.xml"/><Relationship Id="rId44" Type="http://schemas.openxmlformats.org/officeDocument/2006/relationships/slide" Target="slides/slide43.xml"/><Relationship Id="rId86" Type="http://schemas.openxmlformats.org/officeDocument/2006/relationships/slide" Target="slides/slide85.xml"/><Relationship Id="rId151" Type="http://schemas.openxmlformats.org/officeDocument/2006/relationships/slide" Target="slides/slide1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69288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235.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243.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244.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245.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246.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247.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248.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249.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250.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251.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252.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253.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254.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255.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256.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257.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258.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259.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260.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261.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262.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263.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264.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265.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266.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267.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268.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269.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270.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271.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272.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273.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274.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275.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276.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277.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278.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279.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280.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281.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282.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283.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284.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285.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286.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287.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288.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289.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290.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291.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292.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293.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294.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295.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296.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297.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298.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299.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300.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301.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302.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303.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304.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305.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306.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307.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30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42861234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3551564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Hangeul – El alfabeto único de Corea, de la Fundación Corea (KF) (한국국제교류재단). 2010.</a:t>
            </a:r>
          </a:p>
          <a:p>
            <a:endParaRPr lang="es-ES" dirty="0"/>
          </a:p>
          <a:p>
            <a:r>
              <a:rPr lang="es-ES" dirty="0"/>
              <a:t>Introducción</a:t>
            </a:r>
          </a:p>
          <a:p>
            <a:endParaRPr lang="es-ES" dirty="0"/>
          </a:p>
          <a:p>
            <a:r>
              <a:rPr lang="es-ES" dirty="0"/>
              <a:t>La escritura es una invención crucial de la civilización, un logro que permite acumular y transmitir conocimiento, y preservar la experiencia humana de una manera incuestionablemente duradera. Sin embargo, según los registros existentes, la mayoría de las lenguas del mundo son actualmente escritas utilizando una de las tres grandes invenciones de la escritura: los alfabetos, los silabarios o los sistemas logográficos. Entre ellos, Hangeul, el sistema de escritura indígena de Corea, es uno de ellos. Promulgado en 1446, Hangeul es una invención ingeniosa que utiliza elementos orientados hacia la ciencia para facilitar el aprendizaje y el uso.</a:t>
            </a:r>
          </a:p>
          <a:p>
            <a:endParaRPr lang="es-ES" dirty="0"/>
          </a:p>
          <a:p>
            <a:r>
              <a:rPr lang="es-ES" dirty="0"/>
              <a:t>Corea fue tradicionalmente una de las civilizaciones orientales que utilizaban caracteres chinos para escribir, pero el rey Sejong el Grande inventó el alfabeto específicamente para el idioma coreano. Aunque ahora está universalmente reconocido como uno de los mejores sistemas de escritura jamás concebidos por los estudiosos del mundo, a lo largo de la historia Hangeul enfrentó desprecio, tratado durante siglos como “escritura de mujeres” y otros nombres despectivos. A pesar de ello, Hangeul resistió.</a:t>
            </a:r>
          </a:p>
          <a:p>
            <a:endParaRPr lang="es-ES" dirty="0"/>
          </a:p>
          <a:p>
            <a:r>
              <a:rPr lang="es-ES" dirty="0"/>
              <a:t>Ya sea o no, en última instancia, el mejor de todos los sistemas de escritura concebibles para Corea, Hangeul debe ser indiscutiblemente clasificado entre los mayores logros del humanismo. Este libro examina el sistema de escritura hangeul y su impacto en la sociedad coreana. Comenzaremos observando los antecedentes históricos y la génesis del sistema de escritura, examinando la estructura del alfabeto y explorando las teorías lingüísticas y filosóficas que lo sustentan. A continuación, abordaremos el impacto que Hangeul tuvo en la escritura y la alfabetización, así como el papel clave que desempeñó en la creación del propio sistema de escritura. Después, examinaremos las contribuciones posteriores del alfabeto en los siglos siguientes y estudiaremos su impacto en la sociedad coreana. Por último, observaremos cómo Hangeul ha ayudado a promover el uso de la tecnología de la información en Corea y veremos las numerosas formas en que el sistema de escritura de Hangeul ha ayudado a la sociedad coreana y, en última instancia, ha diferenciado la vida coreana.</a:t>
            </a:r>
          </a:p>
          <a:p>
            <a:endParaRPr lang="es-ES" dirty="0"/>
          </a:p>
          <a:p>
            <a:r>
              <a:rPr lang="es-ES" dirty="0"/>
              <a:t>“Porque el habla de este país es diferente de la del chino, los caracteres chinos no se corresponden con ella. Por lo tanto, incluso si la gente desea comunicarse, muchos de ellos no pueden expresar lo que sienten. Entristecido por esto, he creado 28 letras nuevas, con la intención de que todos puedan aprenderlas fácilmente y utilizarlas cómodamente en su vida diaria.”</a:t>
            </a:r>
          </a:p>
          <a:p>
            <a:r>
              <a:rPr lang="es-ES" dirty="0"/>
              <a:t>— Del Hunminjeongeum (“Sonidos Correctos para la Instrucción del Pueblo”), 1446.</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22998429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s-CL" dirty="0"/>
              <a:t>위에서 아래로</a:t>
            </a:r>
            <a:r>
              <a:rPr lang="es-CL" altLang="ko-KR" dirty="0"/>
              <a:t>, </a:t>
            </a:r>
            <a:r>
              <a:rPr lang="ko-KR" altLang="es-CL" dirty="0"/>
              <a:t>향 후 왼쪽에서 오른쪽으로 씁</a:t>
            </a:r>
            <a:endParaRPr lang="es-CL" altLang="ko-KR" dirty="0"/>
          </a:p>
          <a:p>
            <a:r>
              <a:rPr lang="es-CL" dirty="0"/>
              <a:t>‘</a:t>
            </a:r>
            <a:r>
              <a:rPr lang="ko-KR" altLang="es-CL" dirty="0"/>
              <a:t>ㅏ</a:t>
            </a:r>
            <a:r>
              <a:rPr lang="es-CL" altLang="ko-KR" dirty="0"/>
              <a:t>’ </a:t>
            </a:r>
            <a:r>
              <a:rPr lang="ko-KR" altLang="es-CL" dirty="0"/>
              <a:t>입은 가장 크고 둥글게 벌린 다음에</a:t>
            </a:r>
            <a:r>
              <a:rPr lang="es-CL" altLang="ko-KR" dirty="0"/>
              <a:t>,</a:t>
            </a:r>
            <a:r>
              <a:rPr lang="es-CL" altLang="ko-KR" baseline="0" dirty="0"/>
              <a:t> </a:t>
            </a:r>
            <a:r>
              <a:rPr lang="ko-KR" altLang="es-CL" baseline="0" dirty="0"/>
              <a:t>혀는 가장 크고 둥글게 낮은 곳에 두고 발음 합니다</a:t>
            </a:r>
            <a:r>
              <a:rPr lang="es-CL" altLang="ko-KR" baseline="0" dirty="0"/>
              <a:t>. </a:t>
            </a:r>
            <a:r>
              <a:rPr lang="ko-KR" altLang="es-CL" baseline="0" dirty="0"/>
              <a:t>따라해보세요 아</a:t>
            </a:r>
            <a:r>
              <a:rPr lang="es-CL" altLang="ko-KR" baseline="0" dirty="0"/>
              <a:t>~~~~</a:t>
            </a:r>
          </a:p>
          <a:p>
            <a:endParaRPr lang="es-CL" dirty="0"/>
          </a:p>
        </p:txBody>
      </p:sp>
      <p:sp>
        <p:nvSpPr>
          <p:cNvPr id="4" name="Slide Number Placeholder 3"/>
          <p:cNvSpPr>
            <a:spLocks noGrp="1"/>
          </p:cNvSpPr>
          <p:nvPr>
            <p:ph type="sldNum" sz="quarter" idx="10"/>
          </p:nvPr>
        </p:nvSpPr>
        <p:spPr/>
        <p:txBody>
          <a:bodyPr/>
          <a:lstStyle/>
          <a:p>
            <a:fld id="{46A4932A-9DEE-47E7-BE21-951B3687653E}" type="slidenum">
              <a:rPr lang="es-CL" smtClean="0"/>
              <a:t>34</a:t>
            </a:fld>
            <a:endParaRPr lang="es-CL"/>
          </a:p>
        </p:txBody>
      </p:sp>
    </p:spTree>
    <p:extLst>
      <p:ext uri="{BB962C8B-B14F-4D97-AF65-F5344CB8AC3E}">
        <p14:creationId xmlns:p14="http://schemas.microsoft.com/office/powerpoint/2010/main" val="15933465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s-CL" dirty="0"/>
              <a:t>ㅓ 왼쪽에서 오른쪽</a:t>
            </a:r>
            <a:r>
              <a:rPr lang="es-CL" altLang="ko-KR" dirty="0"/>
              <a:t>, </a:t>
            </a:r>
            <a:r>
              <a:rPr lang="ko-KR" altLang="es-CL" dirty="0"/>
              <a:t>위에서 아래로 씁니다</a:t>
            </a:r>
            <a:r>
              <a:rPr lang="es-CL" altLang="ko-KR" dirty="0"/>
              <a:t>.</a:t>
            </a:r>
          </a:p>
          <a:p>
            <a:r>
              <a:rPr lang="es-CL" dirty="0"/>
              <a:t>‘</a:t>
            </a:r>
            <a:r>
              <a:rPr lang="ko-KR" altLang="es-CL" dirty="0"/>
              <a:t>ㅓ</a:t>
            </a:r>
            <a:r>
              <a:rPr lang="es-CL" altLang="ko-KR" dirty="0"/>
              <a:t>’ </a:t>
            </a:r>
            <a:r>
              <a:rPr lang="ko-KR" altLang="es-CL" dirty="0"/>
              <a:t>발음</a:t>
            </a:r>
            <a:r>
              <a:rPr lang="es-CL" altLang="ko-KR" dirty="0"/>
              <a:t>, ‘</a:t>
            </a:r>
            <a:r>
              <a:rPr lang="ko-KR" altLang="es-CL" dirty="0"/>
              <a:t>ㅏ</a:t>
            </a:r>
            <a:r>
              <a:rPr lang="es-CL" altLang="ko-KR" dirty="0"/>
              <a:t>’</a:t>
            </a:r>
            <a:r>
              <a:rPr lang="ko-KR" altLang="es-CL" dirty="0"/>
              <a:t>보다 입을 살짝 다물고 입은 내밀지 않고 발음 합니다</a:t>
            </a:r>
            <a:r>
              <a:rPr lang="es-CL" altLang="ko-KR" dirty="0"/>
              <a:t>. </a:t>
            </a:r>
            <a:r>
              <a:rPr lang="ko-KR" altLang="es-CL" dirty="0"/>
              <a:t>따라해보세요 어</a:t>
            </a:r>
            <a:r>
              <a:rPr lang="es-CL" altLang="ko-KR" dirty="0"/>
              <a:t>~~~</a:t>
            </a:r>
            <a:endParaRPr lang="es-CL" dirty="0"/>
          </a:p>
        </p:txBody>
      </p:sp>
      <p:sp>
        <p:nvSpPr>
          <p:cNvPr id="4" name="Slide Number Placeholder 3"/>
          <p:cNvSpPr>
            <a:spLocks noGrp="1"/>
          </p:cNvSpPr>
          <p:nvPr>
            <p:ph type="sldNum" sz="quarter" idx="10"/>
          </p:nvPr>
        </p:nvSpPr>
        <p:spPr/>
        <p:txBody>
          <a:bodyPr/>
          <a:lstStyle/>
          <a:p>
            <a:fld id="{46A4932A-9DEE-47E7-BE21-951B3687653E}" type="slidenum">
              <a:rPr lang="es-CL" smtClean="0"/>
              <a:t>35</a:t>
            </a:fld>
            <a:endParaRPr lang="es-CL"/>
          </a:p>
        </p:txBody>
      </p:sp>
    </p:spTree>
    <p:extLst>
      <p:ext uri="{BB962C8B-B14F-4D97-AF65-F5344CB8AC3E}">
        <p14:creationId xmlns:p14="http://schemas.microsoft.com/office/powerpoint/2010/main" val="31680614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s-CL" dirty="0"/>
              <a:t>위에서 아래로 후 왼쪽에서 오른쪽</a:t>
            </a:r>
            <a:endParaRPr lang="es-CL" altLang="ko-KR" dirty="0"/>
          </a:p>
          <a:p>
            <a:r>
              <a:rPr lang="es-CL" altLang="ko-KR" dirty="0"/>
              <a:t>‘</a:t>
            </a:r>
            <a:r>
              <a:rPr lang="ko-KR" altLang="es-CL" dirty="0"/>
              <a:t>ㅗ</a:t>
            </a:r>
            <a:r>
              <a:rPr lang="es-CL" altLang="ko-KR" dirty="0"/>
              <a:t>’ </a:t>
            </a:r>
            <a:r>
              <a:rPr lang="ko-KR" altLang="es-CL" dirty="0"/>
              <a:t>발음 입술을 앞으로 내밀며 둥글게 만들어 소리를 냅니다</a:t>
            </a:r>
            <a:r>
              <a:rPr lang="es-CL" altLang="ko-KR" dirty="0"/>
              <a:t>. </a:t>
            </a:r>
            <a:r>
              <a:rPr lang="ko-KR" altLang="es-CL" dirty="0"/>
              <a:t>따라해보세요 ㅗ</a:t>
            </a:r>
            <a:endParaRPr lang="es-CL" altLang="ko-KR" dirty="0"/>
          </a:p>
          <a:p>
            <a:endParaRPr lang="es-CL" altLang="ko-KR" dirty="0"/>
          </a:p>
        </p:txBody>
      </p:sp>
      <p:sp>
        <p:nvSpPr>
          <p:cNvPr id="4" name="Slide Number Placeholder 3"/>
          <p:cNvSpPr>
            <a:spLocks noGrp="1"/>
          </p:cNvSpPr>
          <p:nvPr>
            <p:ph type="sldNum" sz="quarter" idx="10"/>
          </p:nvPr>
        </p:nvSpPr>
        <p:spPr/>
        <p:txBody>
          <a:bodyPr/>
          <a:lstStyle/>
          <a:p>
            <a:fld id="{46A4932A-9DEE-47E7-BE21-951B3687653E}" type="slidenum">
              <a:rPr lang="es-CL" smtClean="0"/>
              <a:t>36</a:t>
            </a:fld>
            <a:endParaRPr lang="es-CL"/>
          </a:p>
        </p:txBody>
      </p:sp>
    </p:spTree>
    <p:extLst>
      <p:ext uri="{BB962C8B-B14F-4D97-AF65-F5344CB8AC3E}">
        <p14:creationId xmlns:p14="http://schemas.microsoft.com/office/powerpoint/2010/main" val="27567230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s-CL" dirty="0"/>
              <a:t>ㅜ 왼쪽에서 오른쪽 후 중간쯤에서 위에서 아래로</a:t>
            </a:r>
            <a:endParaRPr lang="es-CL" altLang="ko-KR" dirty="0"/>
          </a:p>
          <a:p>
            <a:r>
              <a:rPr lang="es-CL" dirty="0"/>
              <a:t>‘</a:t>
            </a:r>
            <a:r>
              <a:rPr lang="ko-KR" altLang="es-CL" dirty="0"/>
              <a:t>ㅜ</a:t>
            </a:r>
            <a:r>
              <a:rPr lang="es-CL" altLang="ko-KR" dirty="0"/>
              <a:t>’ </a:t>
            </a:r>
            <a:r>
              <a:rPr lang="ko-KR" altLang="es-CL" dirty="0"/>
              <a:t>입 모양은 </a:t>
            </a:r>
            <a:r>
              <a:rPr lang="es-CL" altLang="ko-KR" dirty="0"/>
              <a:t>‘</a:t>
            </a:r>
            <a:r>
              <a:rPr lang="ko-KR" altLang="es-CL" dirty="0"/>
              <a:t>ㅗ</a:t>
            </a:r>
            <a:r>
              <a:rPr lang="es-CL" altLang="ko-KR" dirty="0"/>
              <a:t>’</a:t>
            </a:r>
            <a:r>
              <a:rPr lang="ko-KR" altLang="es-CL" dirty="0"/>
              <a:t>와 비슷하지만 턱이 조금 올라갑니다</a:t>
            </a:r>
            <a:r>
              <a:rPr lang="es-CL" altLang="ko-KR" dirty="0"/>
              <a:t>. </a:t>
            </a:r>
            <a:r>
              <a:rPr lang="ko-KR" altLang="es-CL" dirty="0"/>
              <a:t>따라해보세요 우ㅜ</a:t>
            </a:r>
            <a:r>
              <a:rPr lang="es-CL" altLang="ko-KR" dirty="0"/>
              <a:t>~~~</a:t>
            </a:r>
            <a:endParaRPr lang="es-CL" dirty="0"/>
          </a:p>
        </p:txBody>
      </p:sp>
      <p:sp>
        <p:nvSpPr>
          <p:cNvPr id="4" name="Slide Number Placeholder 3"/>
          <p:cNvSpPr>
            <a:spLocks noGrp="1"/>
          </p:cNvSpPr>
          <p:nvPr>
            <p:ph type="sldNum" sz="quarter" idx="10"/>
          </p:nvPr>
        </p:nvSpPr>
        <p:spPr/>
        <p:txBody>
          <a:bodyPr/>
          <a:lstStyle/>
          <a:p>
            <a:fld id="{46A4932A-9DEE-47E7-BE21-951B3687653E}" type="slidenum">
              <a:rPr lang="es-CL" smtClean="0"/>
              <a:t>37</a:t>
            </a:fld>
            <a:endParaRPr lang="es-CL"/>
          </a:p>
        </p:txBody>
      </p:sp>
    </p:spTree>
    <p:extLst>
      <p:ext uri="{BB962C8B-B14F-4D97-AF65-F5344CB8AC3E}">
        <p14:creationId xmlns:p14="http://schemas.microsoft.com/office/powerpoint/2010/main" val="33800595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s-CL" dirty="0"/>
              <a:t>ㅐ 위아래</a:t>
            </a:r>
            <a:r>
              <a:rPr lang="es-CL" altLang="ko-KR" dirty="0"/>
              <a:t>, </a:t>
            </a:r>
            <a:r>
              <a:rPr lang="ko-KR" altLang="es-CL" dirty="0"/>
              <a:t>왼쪽에서 오른쪽으로</a:t>
            </a:r>
            <a:r>
              <a:rPr lang="es-CL" altLang="ko-KR" dirty="0"/>
              <a:t>, </a:t>
            </a:r>
            <a:r>
              <a:rPr lang="ko-KR" altLang="es-CL" dirty="0"/>
              <a:t>다시 위에서 및으로 씁니다</a:t>
            </a:r>
            <a:r>
              <a:rPr lang="es-CL" altLang="ko-KR" dirty="0"/>
              <a:t>.</a:t>
            </a:r>
          </a:p>
          <a:p>
            <a:r>
              <a:rPr lang="es-CL" dirty="0"/>
              <a:t>‘</a:t>
            </a:r>
            <a:r>
              <a:rPr lang="ko-KR" altLang="es-CL" dirty="0"/>
              <a:t>ㅐ</a:t>
            </a:r>
            <a:r>
              <a:rPr lang="es-CL" altLang="ko-KR" dirty="0"/>
              <a:t>’ </a:t>
            </a:r>
            <a:r>
              <a:rPr lang="ko-KR" altLang="es-CL" dirty="0"/>
              <a:t>입을 벌리고 혀를 아래로 내려서 내는 소리입니다</a:t>
            </a:r>
            <a:r>
              <a:rPr lang="es-CL" altLang="ko-KR" dirty="0"/>
              <a:t>. </a:t>
            </a:r>
            <a:r>
              <a:rPr lang="ko-KR" altLang="es-CL" dirty="0"/>
              <a:t>따라해보세요 애ㅐㅐ</a:t>
            </a:r>
            <a:r>
              <a:rPr lang="es-CL" altLang="ko-KR" dirty="0"/>
              <a:t>~~</a:t>
            </a:r>
            <a:endParaRPr lang="es-CL" dirty="0"/>
          </a:p>
        </p:txBody>
      </p:sp>
      <p:sp>
        <p:nvSpPr>
          <p:cNvPr id="4" name="Slide Number Placeholder 3"/>
          <p:cNvSpPr>
            <a:spLocks noGrp="1"/>
          </p:cNvSpPr>
          <p:nvPr>
            <p:ph type="sldNum" sz="quarter" idx="10"/>
          </p:nvPr>
        </p:nvSpPr>
        <p:spPr/>
        <p:txBody>
          <a:bodyPr/>
          <a:lstStyle/>
          <a:p>
            <a:fld id="{46A4932A-9DEE-47E7-BE21-951B3687653E}" type="slidenum">
              <a:rPr lang="es-CL" smtClean="0"/>
              <a:t>38</a:t>
            </a:fld>
            <a:endParaRPr lang="es-CL"/>
          </a:p>
        </p:txBody>
      </p:sp>
    </p:spTree>
    <p:extLst>
      <p:ext uri="{BB962C8B-B14F-4D97-AF65-F5344CB8AC3E}">
        <p14:creationId xmlns:p14="http://schemas.microsoft.com/office/powerpoint/2010/main" val="351613613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s-CL" dirty="0"/>
              <a:t>ㅔ 왼쪽에서 오른쪽</a:t>
            </a:r>
            <a:r>
              <a:rPr lang="es-CL" altLang="ko-KR" dirty="0"/>
              <a:t>, </a:t>
            </a:r>
            <a:r>
              <a:rPr lang="ko-KR" altLang="es-CL" dirty="0"/>
              <a:t>위에서 아래로 두번 습니다</a:t>
            </a:r>
            <a:r>
              <a:rPr lang="es-CL" altLang="ko-KR" dirty="0"/>
              <a:t>.</a:t>
            </a:r>
          </a:p>
          <a:p>
            <a:r>
              <a:rPr lang="es-CL" dirty="0"/>
              <a:t>‘</a:t>
            </a:r>
            <a:r>
              <a:rPr lang="ko-KR" altLang="es-CL" dirty="0"/>
              <a:t>ㅔ</a:t>
            </a:r>
            <a:r>
              <a:rPr lang="es-CL" altLang="ko-KR" dirty="0"/>
              <a:t>’ </a:t>
            </a:r>
            <a:r>
              <a:rPr lang="ko-KR" altLang="es-CL" dirty="0"/>
              <a:t>는 </a:t>
            </a:r>
            <a:r>
              <a:rPr lang="es-CL" altLang="ko-KR" dirty="0"/>
              <a:t>‘</a:t>
            </a:r>
            <a:r>
              <a:rPr lang="ko-KR" altLang="es-CL" dirty="0"/>
              <a:t>ㅐ</a:t>
            </a:r>
            <a:r>
              <a:rPr lang="es-CL" altLang="ko-KR" dirty="0"/>
              <a:t>’ </a:t>
            </a:r>
            <a:r>
              <a:rPr lang="ko-KR" altLang="es-CL" dirty="0"/>
              <a:t>보다 입을 작게 벌리고 발음 합니다</a:t>
            </a:r>
            <a:r>
              <a:rPr lang="es-CL" altLang="ko-KR" dirty="0"/>
              <a:t>. </a:t>
            </a:r>
            <a:r>
              <a:rPr lang="ko-KR" altLang="es-CL" dirty="0"/>
              <a:t>따라해보세요 에ㅔㅔ</a:t>
            </a:r>
            <a:r>
              <a:rPr lang="es-CL" altLang="ko-KR" dirty="0"/>
              <a:t>~~~</a:t>
            </a:r>
            <a:endParaRPr lang="es-CL" dirty="0"/>
          </a:p>
        </p:txBody>
      </p:sp>
      <p:sp>
        <p:nvSpPr>
          <p:cNvPr id="4" name="Slide Number Placeholder 3"/>
          <p:cNvSpPr>
            <a:spLocks noGrp="1"/>
          </p:cNvSpPr>
          <p:nvPr>
            <p:ph type="sldNum" sz="quarter" idx="10"/>
          </p:nvPr>
        </p:nvSpPr>
        <p:spPr/>
        <p:txBody>
          <a:bodyPr/>
          <a:lstStyle/>
          <a:p>
            <a:fld id="{46A4932A-9DEE-47E7-BE21-951B3687653E}" type="slidenum">
              <a:rPr lang="es-CL" smtClean="0"/>
              <a:t>39</a:t>
            </a:fld>
            <a:endParaRPr lang="es-CL"/>
          </a:p>
        </p:txBody>
      </p:sp>
    </p:spTree>
    <p:extLst>
      <p:ext uri="{BB962C8B-B14F-4D97-AF65-F5344CB8AC3E}">
        <p14:creationId xmlns:p14="http://schemas.microsoft.com/office/powerpoint/2010/main" val="9331784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L" dirty="0"/>
              <a:t>‘</a:t>
            </a:r>
            <a:r>
              <a:rPr lang="ko-KR" altLang="es-CL" dirty="0"/>
              <a:t>ㅐ</a:t>
            </a:r>
            <a:r>
              <a:rPr lang="es-CL" altLang="ko-KR" dirty="0"/>
              <a:t>’</a:t>
            </a:r>
            <a:r>
              <a:rPr lang="ko-KR" altLang="es-CL" baseline="0" dirty="0"/>
              <a:t> 와 </a:t>
            </a:r>
            <a:r>
              <a:rPr lang="es-CL" altLang="ko-KR" baseline="0" dirty="0"/>
              <a:t>‘</a:t>
            </a:r>
            <a:r>
              <a:rPr lang="ko-KR" altLang="es-CL" baseline="0" dirty="0"/>
              <a:t>ㅔ</a:t>
            </a:r>
            <a:r>
              <a:rPr lang="es-CL" altLang="ko-KR" baseline="0" dirty="0"/>
              <a:t>’ </a:t>
            </a:r>
            <a:r>
              <a:rPr lang="ko-KR" altLang="es-CL" baseline="0" dirty="0"/>
              <a:t>바름 차이가 거의 같아요 하지만 쓸때는 구별해서 써야됨</a:t>
            </a:r>
            <a:endParaRPr lang="es-CL" altLang="ko-KR" baseline="0" dirty="0"/>
          </a:p>
          <a:p>
            <a:endParaRPr lang="es-CL" dirty="0"/>
          </a:p>
        </p:txBody>
      </p:sp>
      <p:sp>
        <p:nvSpPr>
          <p:cNvPr id="4" name="Slide Number Placeholder 3"/>
          <p:cNvSpPr>
            <a:spLocks noGrp="1"/>
          </p:cNvSpPr>
          <p:nvPr>
            <p:ph type="sldNum" sz="quarter" idx="10"/>
          </p:nvPr>
        </p:nvSpPr>
        <p:spPr/>
        <p:txBody>
          <a:bodyPr/>
          <a:lstStyle/>
          <a:p>
            <a:fld id="{46A4932A-9DEE-47E7-BE21-951B3687653E}" type="slidenum">
              <a:rPr lang="es-CL" smtClean="0"/>
              <a:t>40</a:t>
            </a:fld>
            <a:endParaRPr lang="es-CL"/>
          </a:p>
        </p:txBody>
      </p:sp>
    </p:spTree>
    <p:extLst>
      <p:ext uri="{BB962C8B-B14F-4D97-AF65-F5344CB8AC3E}">
        <p14:creationId xmlns:p14="http://schemas.microsoft.com/office/powerpoint/2010/main" val="6682513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s-CL" dirty="0"/>
              <a:t>ㅡ 왼쪽에서 오른쪽</a:t>
            </a:r>
            <a:endParaRPr lang="es-CL" altLang="ko-KR" dirty="0"/>
          </a:p>
          <a:p>
            <a:r>
              <a:rPr lang="es-CL" dirty="0"/>
              <a:t>-</a:t>
            </a:r>
            <a:r>
              <a:rPr lang="es-CL" baseline="0" dirty="0"/>
              <a:t> </a:t>
            </a:r>
            <a:r>
              <a:rPr lang="ko-KR" altLang="es-CL" baseline="0" dirty="0"/>
              <a:t>발음은 입술을 옆으로 살짝 길게 한 상태에서 이에 닫지 않은 채로 편안하게 발음 합니다</a:t>
            </a:r>
            <a:r>
              <a:rPr lang="es-CL" altLang="ko-KR" baseline="0" dirty="0"/>
              <a:t>.</a:t>
            </a:r>
            <a:endParaRPr lang="es-CL" dirty="0"/>
          </a:p>
        </p:txBody>
      </p:sp>
      <p:sp>
        <p:nvSpPr>
          <p:cNvPr id="4" name="Slide Number Placeholder 3"/>
          <p:cNvSpPr>
            <a:spLocks noGrp="1"/>
          </p:cNvSpPr>
          <p:nvPr>
            <p:ph type="sldNum" sz="quarter" idx="10"/>
          </p:nvPr>
        </p:nvSpPr>
        <p:spPr/>
        <p:txBody>
          <a:bodyPr/>
          <a:lstStyle/>
          <a:p>
            <a:fld id="{46A4932A-9DEE-47E7-BE21-951B3687653E}" type="slidenum">
              <a:rPr lang="es-CL" smtClean="0"/>
              <a:t>41</a:t>
            </a:fld>
            <a:endParaRPr lang="es-CL"/>
          </a:p>
        </p:txBody>
      </p:sp>
    </p:spTree>
    <p:extLst>
      <p:ext uri="{BB962C8B-B14F-4D97-AF65-F5344CB8AC3E}">
        <p14:creationId xmlns:p14="http://schemas.microsoft.com/office/powerpoint/2010/main" val="262486187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s-CL" dirty="0"/>
              <a:t>ㅣ 위에서 아래로</a:t>
            </a:r>
            <a:endParaRPr lang="es-CL" altLang="ko-KR" dirty="0"/>
          </a:p>
          <a:p>
            <a:r>
              <a:rPr lang="es-CL" dirty="0"/>
              <a:t>‘</a:t>
            </a:r>
            <a:r>
              <a:rPr lang="ko-KR" altLang="es-CL" dirty="0"/>
              <a:t>ㅣ</a:t>
            </a:r>
            <a:r>
              <a:rPr lang="es-CL" altLang="ko-KR" dirty="0"/>
              <a:t>’</a:t>
            </a:r>
            <a:r>
              <a:rPr lang="ko-KR" altLang="es-CL" dirty="0"/>
              <a:t>는 </a:t>
            </a:r>
            <a:r>
              <a:rPr lang="es-CL" altLang="ko-KR" dirty="0"/>
              <a:t>‘</a:t>
            </a:r>
            <a:r>
              <a:rPr lang="ko-KR" altLang="es-CL" dirty="0"/>
              <a:t>ㅡ</a:t>
            </a:r>
            <a:r>
              <a:rPr lang="es-CL" altLang="ko-KR" dirty="0"/>
              <a:t>’</a:t>
            </a:r>
            <a:r>
              <a:rPr lang="ko-KR" altLang="es-CL" dirty="0"/>
              <a:t>와 비슷하지만 턱을 조금더 아래로 내린 상태에서 혀를 아랫니에 살짝 되고 발음 합니다</a:t>
            </a:r>
            <a:r>
              <a:rPr lang="es-CL" altLang="ko-KR"/>
              <a:t>.</a:t>
            </a:r>
            <a:endParaRPr lang="es-CL" dirty="0"/>
          </a:p>
        </p:txBody>
      </p:sp>
      <p:sp>
        <p:nvSpPr>
          <p:cNvPr id="4" name="Slide Number Placeholder 3"/>
          <p:cNvSpPr>
            <a:spLocks noGrp="1"/>
          </p:cNvSpPr>
          <p:nvPr>
            <p:ph type="sldNum" sz="quarter" idx="10"/>
          </p:nvPr>
        </p:nvSpPr>
        <p:spPr/>
        <p:txBody>
          <a:bodyPr/>
          <a:lstStyle/>
          <a:p>
            <a:fld id="{46A4932A-9DEE-47E7-BE21-951B3687653E}" type="slidenum">
              <a:rPr lang="es-CL" smtClean="0"/>
              <a:t>42</a:t>
            </a:fld>
            <a:endParaRPr lang="es-CL"/>
          </a:p>
        </p:txBody>
      </p:sp>
    </p:spTree>
    <p:extLst>
      <p:ext uri="{BB962C8B-B14F-4D97-AF65-F5344CB8AC3E}">
        <p14:creationId xmlns:p14="http://schemas.microsoft.com/office/powerpoint/2010/main" val="262486187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s-CL" dirty="0"/>
              <a:t>지금 보는 모음은 무두 </a:t>
            </a:r>
            <a:r>
              <a:rPr lang="es-CL" altLang="ko-KR" dirty="0"/>
              <a:t>‘</a:t>
            </a:r>
            <a:r>
              <a:rPr lang="ko-KR" altLang="es-CL" dirty="0"/>
              <a:t>ㅣ</a:t>
            </a:r>
            <a:r>
              <a:rPr lang="es-CL" altLang="ko-KR" dirty="0"/>
              <a:t>’</a:t>
            </a:r>
            <a:r>
              <a:rPr lang="ko-KR" altLang="es-CL" dirty="0"/>
              <a:t>가 소리 앞에 잇는 모음입니다</a:t>
            </a:r>
            <a:r>
              <a:rPr lang="es-CL" altLang="ko-KR" dirty="0"/>
              <a:t>.</a:t>
            </a:r>
            <a:endParaRPr lang="es-CL" dirty="0"/>
          </a:p>
        </p:txBody>
      </p:sp>
      <p:sp>
        <p:nvSpPr>
          <p:cNvPr id="4" name="Slide Number Placeholder 3"/>
          <p:cNvSpPr>
            <a:spLocks noGrp="1"/>
          </p:cNvSpPr>
          <p:nvPr>
            <p:ph type="sldNum" sz="quarter" idx="10"/>
          </p:nvPr>
        </p:nvSpPr>
        <p:spPr/>
        <p:txBody>
          <a:bodyPr/>
          <a:lstStyle/>
          <a:p>
            <a:fld id="{46A4932A-9DEE-47E7-BE21-951B3687653E}" type="slidenum">
              <a:rPr lang="es-CL" smtClean="0"/>
              <a:t>45</a:t>
            </a:fld>
            <a:endParaRPr lang="es-CL"/>
          </a:p>
        </p:txBody>
      </p:sp>
    </p:spTree>
    <p:extLst>
      <p:ext uri="{BB962C8B-B14F-4D97-AF65-F5344CB8AC3E}">
        <p14:creationId xmlns:p14="http://schemas.microsoft.com/office/powerpoint/2010/main" val="306033502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L" dirty="0"/>
              <a:t>‘</a:t>
            </a:r>
            <a:r>
              <a:rPr lang="ko-KR" altLang="es-CL" dirty="0"/>
              <a:t>ㅑ</a:t>
            </a:r>
            <a:r>
              <a:rPr lang="es-CL" altLang="ko-KR" dirty="0"/>
              <a:t>’ </a:t>
            </a:r>
            <a:r>
              <a:rPr lang="ko-KR" altLang="es-CL" dirty="0"/>
              <a:t>위에서 아래루 후 왼쪽에서 오른쪽으로 두번 씁니다</a:t>
            </a:r>
            <a:r>
              <a:rPr lang="es-CL" altLang="ko-KR" dirty="0"/>
              <a:t>.</a:t>
            </a:r>
          </a:p>
          <a:p>
            <a:r>
              <a:rPr lang="ko-KR" altLang="es-CL" dirty="0"/>
              <a:t>발음은 </a:t>
            </a:r>
            <a:r>
              <a:rPr lang="es-CL" altLang="ko-KR" dirty="0"/>
              <a:t>‘</a:t>
            </a:r>
            <a:r>
              <a:rPr lang="ko-KR" altLang="es-CL" dirty="0"/>
              <a:t>ㅣ</a:t>
            </a:r>
            <a:r>
              <a:rPr lang="es-CL" altLang="ko-KR" dirty="0"/>
              <a:t>’</a:t>
            </a:r>
            <a:r>
              <a:rPr lang="ko-KR" altLang="es-CL" dirty="0"/>
              <a:t>에서 시작해서 빠르게 </a:t>
            </a:r>
            <a:r>
              <a:rPr lang="es-CL" altLang="ko-KR" dirty="0"/>
              <a:t>‘</a:t>
            </a:r>
            <a:r>
              <a:rPr lang="ko-KR" altLang="es-CL" dirty="0"/>
              <a:t>ㅏ</a:t>
            </a:r>
            <a:r>
              <a:rPr lang="es-CL" altLang="ko-KR" dirty="0"/>
              <a:t>’</a:t>
            </a:r>
            <a:r>
              <a:rPr lang="ko-KR" altLang="es-CL" dirty="0"/>
              <a:t>로 이어서 발음합니다</a:t>
            </a:r>
            <a:endParaRPr lang="es-CL" altLang="ko-KR" dirty="0"/>
          </a:p>
          <a:p>
            <a:endParaRPr lang="es-CL" dirty="0"/>
          </a:p>
        </p:txBody>
      </p:sp>
      <p:sp>
        <p:nvSpPr>
          <p:cNvPr id="4" name="Slide Number Placeholder 3"/>
          <p:cNvSpPr>
            <a:spLocks noGrp="1"/>
          </p:cNvSpPr>
          <p:nvPr>
            <p:ph type="sldNum" sz="quarter" idx="10"/>
          </p:nvPr>
        </p:nvSpPr>
        <p:spPr/>
        <p:txBody>
          <a:bodyPr/>
          <a:lstStyle/>
          <a:p>
            <a:fld id="{46A4932A-9DEE-47E7-BE21-951B3687653E}" type="slidenum">
              <a:rPr lang="es-CL" smtClean="0"/>
              <a:t>48</a:t>
            </a:fld>
            <a:endParaRPr lang="es-CL"/>
          </a:p>
        </p:txBody>
      </p:sp>
    </p:spTree>
    <p:extLst>
      <p:ext uri="{BB962C8B-B14F-4D97-AF65-F5344CB8AC3E}">
        <p14:creationId xmlns:p14="http://schemas.microsoft.com/office/powerpoint/2010/main" val="360263624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s-CL" dirty="0"/>
              <a:t>ㅕ 왼쪽에서 오른쪽ㅇ 두번쓰고 위에서 아래로 씀</a:t>
            </a:r>
            <a:endParaRPr lang="es-CL" altLang="ko-KR" dirty="0"/>
          </a:p>
          <a:p>
            <a:r>
              <a:rPr lang="ko-KR" altLang="es-CL" dirty="0"/>
              <a:t>발음은 </a:t>
            </a:r>
            <a:r>
              <a:rPr lang="es-CL" altLang="ko-KR" dirty="0"/>
              <a:t>‘</a:t>
            </a:r>
            <a:r>
              <a:rPr lang="ko-KR" altLang="es-CL" dirty="0"/>
              <a:t>ㅣ</a:t>
            </a:r>
            <a:r>
              <a:rPr lang="es-CL" altLang="ko-KR" dirty="0"/>
              <a:t>’</a:t>
            </a:r>
            <a:r>
              <a:rPr lang="ko-KR" altLang="es-CL" dirty="0"/>
              <a:t>에서 시작해서 </a:t>
            </a:r>
            <a:r>
              <a:rPr lang="es-CL" altLang="ko-KR" dirty="0"/>
              <a:t>‘</a:t>
            </a:r>
            <a:r>
              <a:rPr lang="ko-KR" altLang="es-CL" dirty="0"/>
              <a:t>ㅓ</a:t>
            </a:r>
            <a:r>
              <a:rPr lang="es-CL" altLang="ko-KR" dirty="0"/>
              <a:t>’</a:t>
            </a:r>
            <a:r>
              <a:rPr lang="ko-KR" altLang="es-CL" dirty="0"/>
              <a:t>로 이어서 발음합니다</a:t>
            </a:r>
            <a:endParaRPr lang="es-CL" dirty="0"/>
          </a:p>
        </p:txBody>
      </p:sp>
      <p:sp>
        <p:nvSpPr>
          <p:cNvPr id="4" name="Slide Number Placeholder 3"/>
          <p:cNvSpPr>
            <a:spLocks noGrp="1"/>
          </p:cNvSpPr>
          <p:nvPr>
            <p:ph type="sldNum" sz="quarter" idx="10"/>
          </p:nvPr>
        </p:nvSpPr>
        <p:spPr/>
        <p:txBody>
          <a:bodyPr/>
          <a:lstStyle/>
          <a:p>
            <a:fld id="{46A4932A-9DEE-47E7-BE21-951B3687653E}" type="slidenum">
              <a:rPr lang="es-CL" smtClean="0"/>
              <a:t>49</a:t>
            </a:fld>
            <a:endParaRPr lang="es-CL"/>
          </a:p>
        </p:txBody>
      </p:sp>
    </p:spTree>
    <p:extLst>
      <p:ext uri="{BB962C8B-B14F-4D97-AF65-F5344CB8AC3E}">
        <p14:creationId xmlns:p14="http://schemas.microsoft.com/office/powerpoint/2010/main" val="69951732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s-CL" dirty="0"/>
              <a:t>위에서 아래로 두</a:t>
            </a:r>
            <a:r>
              <a:rPr lang="ko-KR" altLang="es-CL" baseline="0" dirty="0"/>
              <a:t> 번쓰고 왼쪽에서 오른쪽</a:t>
            </a:r>
            <a:endParaRPr lang="es-CL" altLang="ko-KR" baseline="0" dirty="0"/>
          </a:p>
          <a:p>
            <a:r>
              <a:rPr lang="ko-KR" altLang="es-CL" baseline="0" dirty="0"/>
              <a:t>발음은 </a:t>
            </a:r>
            <a:r>
              <a:rPr lang="es-CL" altLang="ko-KR" baseline="0" dirty="0"/>
              <a:t>‘</a:t>
            </a:r>
            <a:r>
              <a:rPr lang="ko-KR" altLang="es-CL" baseline="0" dirty="0"/>
              <a:t>ㅣ</a:t>
            </a:r>
            <a:r>
              <a:rPr lang="es-CL" altLang="ko-KR" baseline="0" dirty="0"/>
              <a:t>’</a:t>
            </a:r>
            <a:r>
              <a:rPr lang="ko-KR" altLang="es-CL" baseline="0" dirty="0"/>
              <a:t>로 시작해서 빠르게ㅐ </a:t>
            </a:r>
            <a:r>
              <a:rPr lang="es-CL" altLang="ko-KR" baseline="0" dirty="0"/>
              <a:t>‘</a:t>
            </a:r>
            <a:r>
              <a:rPr lang="ko-KR" altLang="es-CL" baseline="0" dirty="0"/>
              <a:t>ㅗ</a:t>
            </a:r>
            <a:r>
              <a:rPr lang="es-CL" altLang="ko-KR" baseline="0" dirty="0"/>
              <a:t>’</a:t>
            </a:r>
            <a:r>
              <a:rPr lang="ko-KR" altLang="es-CL" baseline="0" dirty="0"/>
              <a:t>로 이어서 발음합니다</a:t>
            </a:r>
            <a:endParaRPr lang="es-CL" dirty="0"/>
          </a:p>
        </p:txBody>
      </p:sp>
      <p:sp>
        <p:nvSpPr>
          <p:cNvPr id="4" name="Slide Number Placeholder 3"/>
          <p:cNvSpPr>
            <a:spLocks noGrp="1"/>
          </p:cNvSpPr>
          <p:nvPr>
            <p:ph type="sldNum" sz="quarter" idx="10"/>
          </p:nvPr>
        </p:nvSpPr>
        <p:spPr/>
        <p:txBody>
          <a:bodyPr/>
          <a:lstStyle/>
          <a:p>
            <a:fld id="{46A4932A-9DEE-47E7-BE21-951B3687653E}" type="slidenum">
              <a:rPr lang="es-CL" smtClean="0"/>
              <a:t>50</a:t>
            </a:fld>
            <a:endParaRPr lang="es-CL"/>
          </a:p>
        </p:txBody>
      </p:sp>
    </p:spTree>
    <p:extLst>
      <p:ext uri="{BB962C8B-B14F-4D97-AF65-F5344CB8AC3E}">
        <p14:creationId xmlns:p14="http://schemas.microsoft.com/office/powerpoint/2010/main" val="159391008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s-CL" dirty="0"/>
              <a:t>ㅠ 왼쪽에서 오른쪽 위에서 아래로 두번</a:t>
            </a:r>
            <a:endParaRPr lang="es-CL" altLang="ko-KR" dirty="0"/>
          </a:p>
          <a:p>
            <a:r>
              <a:rPr lang="ko-KR" altLang="es-CL" dirty="0"/>
              <a:t>발음은 </a:t>
            </a:r>
            <a:r>
              <a:rPr lang="es-CL" altLang="ko-KR" dirty="0"/>
              <a:t>‘</a:t>
            </a:r>
            <a:r>
              <a:rPr lang="ko-KR" altLang="es-CL" dirty="0"/>
              <a:t>ㅣ</a:t>
            </a:r>
            <a:r>
              <a:rPr lang="es-CL" altLang="ko-KR" dirty="0"/>
              <a:t>’</a:t>
            </a:r>
            <a:r>
              <a:rPr lang="ko-KR" altLang="es-CL" dirty="0"/>
              <a:t>로 시작해서 </a:t>
            </a:r>
            <a:r>
              <a:rPr lang="es-CL" altLang="ko-KR" dirty="0"/>
              <a:t>‘</a:t>
            </a:r>
            <a:r>
              <a:rPr lang="ko-KR" altLang="es-CL" dirty="0"/>
              <a:t>ㅜ</a:t>
            </a:r>
            <a:r>
              <a:rPr lang="es-CL" altLang="ko-KR" dirty="0"/>
              <a:t>’</a:t>
            </a:r>
            <a:r>
              <a:rPr lang="ko-KR" altLang="es-CL" dirty="0"/>
              <a:t>로 이어서 발음 함</a:t>
            </a:r>
            <a:endParaRPr lang="es-CL" dirty="0"/>
          </a:p>
        </p:txBody>
      </p:sp>
      <p:sp>
        <p:nvSpPr>
          <p:cNvPr id="4" name="Slide Number Placeholder 3"/>
          <p:cNvSpPr>
            <a:spLocks noGrp="1"/>
          </p:cNvSpPr>
          <p:nvPr>
            <p:ph type="sldNum" sz="quarter" idx="10"/>
          </p:nvPr>
        </p:nvSpPr>
        <p:spPr/>
        <p:txBody>
          <a:bodyPr/>
          <a:lstStyle/>
          <a:p>
            <a:fld id="{46A4932A-9DEE-47E7-BE21-951B3687653E}" type="slidenum">
              <a:rPr lang="es-CL" smtClean="0"/>
              <a:t>51</a:t>
            </a:fld>
            <a:endParaRPr lang="es-CL"/>
          </a:p>
        </p:txBody>
      </p:sp>
    </p:spTree>
    <p:extLst>
      <p:ext uri="{BB962C8B-B14F-4D97-AF65-F5344CB8AC3E}">
        <p14:creationId xmlns:p14="http://schemas.microsoft.com/office/powerpoint/2010/main" val="286151650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s-CL" dirty="0"/>
              <a:t>ㅐ 위에서 아래로</a:t>
            </a:r>
            <a:r>
              <a:rPr lang="es-CL" altLang="ko-KR" dirty="0"/>
              <a:t>,</a:t>
            </a:r>
            <a:r>
              <a:rPr lang="es-CL" altLang="ko-KR" baseline="0" dirty="0"/>
              <a:t> </a:t>
            </a:r>
            <a:r>
              <a:rPr lang="ko-KR" altLang="es-CL" baseline="0" dirty="0"/>
              <a:t>왼쪽에서 오른쪽 두번</a:t>
            </a:r>
            <a:r>
              <a:rPr lang="es-CL" altLang="ko-KR" baseline="0" dirty="0"/>
              <a:t>, </a:t>
            </a:r>
            <a:r>
              <a:rPr lang="ko-KR" altLang="es-CL" baseline="0" dirty="0"/>
              <a:t>다시 위아래</a:t>
            </a:r>
            <a:endParaRPr lang="es-CL" altLang="ko-KR" baseline="0" dirty="0"/>
          </a:p>
          <a:p>
            <a:r>
              <a:rPr lang="ko-KR" altLang="es-CL" baseline="0" dirty="0"/>
              <a:t>발음은 </a:t>
            </a:r>
            <a:r>
              <a:rPr lang="es-CL" altLang="ko-KR" baseline="0" dirty="0"/>
              <a:t>‘</a:t>
            </a:r>
            <a:r>
              <a:rPr lang="ko-KR" altLang="es-CL" baseline="0" dirty="0"/>
              <a:t>ㅣ</a:t>
            </a:r>
            <a:r>
              <a:rPr lang="es-CL" altLang="ko-KR" baseline="0" dirty="0"/>
              <a:t>’</a:t>
            </a:r>
            <a:r>
              <a:rPr lang="ko-KR" altLang="es-CL" baseline="0" dirty="0"/>
              <a:t>에서 시작해서 빠르게 </a:t>
            </a:r>
            <a:r>
              <a:rPr lang="es-CL" altLang="ko-KR" baseline="0" dirty="0"/>
              <a:t>‘</a:t>
            </a:r>
            <a:r>
              <a:rPr lang="ko-KR" altLang="es-CL" baseline="0" dirty="0"/>
              <a:t>ㅔ</a:t>
            </a:r>
            <a:r>
              <a:rPr lang="es-CL" altLang="ko-KR" baseline="0" dirty="0"/>
              <a:t>’</a:t>
            </a:r>
            <a:r>
              <a:rPr lang="ko-KR" altLang="es-CL" baseline="0" dirty="0"/>
              <a:t>로 이어서 발음</a:t>
            </a:r>
            <a:endParaRPr lang="es-CL" dirty="0"/>
          </a:p>
        </p:txBody>
      </p:sp>
      <p:sp>
        <p:nvSpPr>
          <p:cNvPr id="4" name="Slide Number Placeholder 3"/>
          <p:cNvSpPr>
            <a:spLocks noGrp="1"/>
          </p:cNvSpPr>
          <p:nvPr>
            <p:ph type="sldNum" sz="quarter" idx="10"/>
          </p:nvPr>
        </p:nvSpPr>
        <p:spPr/>
        <p:txBody>
          <a:bodyPr/>
          <a:lstStyle/>
          <a:p>
            <a:fld id="{46A4932A-9DEE-47E7-BE21-951B3687653E}" type="slidenum">
              <a:rPr lang="es-CL" smtClean="0"/>
              <a:t>52</a:t>
            </a:fld>
            <a:endParaRPr lang="es-CL"/>
          </a:p>
        </p:txBody>
      </p:sp>
    </p:spTree>
    <p:extLst>
      <p:ext uri="{BB962C8B-B14F-4D97-AF65-F5344CB8AC3E}">
        <p14:creationId xmlns:p14="http://schemas.microsoft.com/office/powerpoint/2010/main" val="96948345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s-CL" dirty="0"/>
              <a:t>ㅖ</a:t>
            </a:r>
            <a:r>
              <a:rPr lang="es-CL" altLang="ko-KR" baseline="0" dirty="0"/>
              <a:t> </a:t>
            </a:r>
            <a:r>
              <a:rPr lang="ko-KR" altLang="es-CL" baseline="0" dirty="0"/>
              <a:t>왼쪽에서 오른쪽 두번</a:t>
            </a:r>
            <a:r>
              <a:rPr lang="es-CL" altLang="ko-KR" baseline="0" dirty="0"/>
              <a:t>, </a:t>
            </a:r>
            <a:r>
              <a:rPr lang="ko-KR" altLang="es-CL" baseline="0" dirty="0"/>
              <a:t>위에서 아래로 두번</a:t>
            </a:r>
            <a:endParaRPr lang="es-CL" altLang="ko-KR" baseline="0" dirty="0"/>
          </a:p>
          <a:p>
            <a:r>
              <a:rPr lang="ko-KR" altLang="es-CL" baseline="0" dirty="0"/>
              <a:t>입모양은 </a:t>
            </a:r>
            <a:r>
              <a:rPr lang="es-CL" altLang="ko-KR" baseline="0" dirty="0"/>
              <a:t>‘</a:t>
            </a:r>
            <a:r>
              <a:rPr lang="ko-KR" altLang="es-CL" baseline="0" dirty="0"/>
              <a:t>ㅣ</a:t>
            </a:r>
            <a:r>
              <a:rPr lang="es-CL" altLang="ko-KR" baseline="0" dirty="0"/>
              <a:t>’</a:t>
            </a:r>
            <a:r>
              <a:rPr lang="ko-KR" altLang="es-CL" baseline="0" dirty="0"/>
              <a:t>에서 빠르게 </a:t>
            </a:r>
            <a:r>
              <a:rPr lang="es-CL" altLang="ko-KR" baseline="0" dirty="0"/>
              <a:t>‘</a:t>
            </a:r>
            <a:r>
              <a:rPr lang="ko-KR" altLang="es-CL" baseline="0" dirty="0"/>
              <a:t>ㅔ</a:t>
            </a:r>
            <a:r>
              <a:rPr lang="es-CL" altLang="ko-KR" baseline="0" dirty="0"/>
              <a:t>’</a:t>
            </a:r>
            <a:r>
              <a:rPr lang="ko-KR" altLang="es-CL" baseline="0" dirty="0"/>
              <a:t>로 이어서 발음함</a:t>
            </a:r>
            <a:endParaRPr lang="es-CL" altLang="ko-KR" baseline="0" dirty="0"/>
          </a:p>
          <a:p>
            <a:endParaRPr lang="es-CL" dirty="0"/>
          </a:p>
        </p:txBody>
      </p:sp>
      <p:sp>
        <p:nvSpPr>
          <p:cNvPr id="4" name="Slide Number Placeholder 3"/>
          <p:cNvSpPr>
            <a:spLocks noGrp="1"/>
          </p:cNvSpPr>
          <p:nvPr>
            <p:ph type="sldNum" sz="quarter" idx="10"/>
          </p:nvPr>
        </p:nvSpPr>
        <p:spPr/>
        <p:txBody>
          <a:bodyPr/>
          <a:lstStyle/>
          <a:p>
            <a:fld id="{46A4932A-9DEE-47E7-BE21-951B3687653E}" type="slidenum">
              <a:rPr lang="es-CL" smtClean="0"/>
              <a:t>53</a:t>
            </a:fld>
            <a:endParaRPr lang="es-CL"/>
          </a:p>
        </p:txBody>
      </p:sp>
    </p:spTree>
    <p:extLst>
      <p:ext uri="{BB962C8B-B14F-4D97-AF65-F5344CB8AC3E}">
        <p14:creationId xmlns:p14="http://schemas.microsoft.com/office/powerpoint/2010/main" val="386997988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s-CL" dirty="0"/>
              <a:t>먼저 </a:t>
            </a:r>
            <a:r>
              <a:rPr lang="es-CL" altLang="ko-KR" dirty="0"/>
              <a:t>‘</a:t>
            </a:r>
            <a:r>
              <a:rPr lang="ko-KR" altLang="es-CL" dirty="0"/>
              <a:t>ㅗ</a:t>
            </a:r>
            <a:r>
              <a:rPr lang="es-CL" altLang="ko-KR" dirty="0"/>
              <a:t>’</a:t>
            </a:r>
            <a:r>
              <a:rPr lang="ko-KR" altLang="es-CL" dirty="0"/>
              <a:t>를 쓰고 옆에</a:t>
            </a:r>
            <a:r>
              <a:rPr lang="es-CL" altLang="ko-KR" baseline="0" dirty="0"/>
              <a:t> ‘</a:t>
            </a:r>
            <a:r>
              <a:rPr lang="ko-KR" altLang="es-CL" baseline="0" dirty="0"/>
              <a:t>ㅏ</a:t>
            </a:r>
            <a:r>
              <a:rPr lang="es-CL" altLang="ko-KR" baseline="0" dirty="0"/>
              <a:t>’</a:t>
            </a:r>
            <a:r>
              <a:rPr lang="ko-KR" altLang="es-CL" baseline="0" dirty="0"/>
              <a:t>를 슴</a:t>
            </a:r>
            <a:endParaRPr lang="es-CL" altLang="ko-KR" baseline="0" dirty="0"/>
          </a:p>
          <a:p>
            <a:r>
              <a:rPr lang="es-CL" baseline="0" dirty="0"/>
              <a:t>‘</a:t>
            </a:r>
            <a:r>
              <a:rPr lang="ko-KR" altLang="es-CL" baseline="0" dirty="0"/>
              <a:t>ㅗ</a:t>
            </a:r>
            <a:r>
              <a:rPr lang="es-CL" altLang="ko-KR" baseline="0" dirty="0"/>
              <a:t>’</a:t>
            </a:r>
            <a:r>
              <a:rPr lang="ko-KR" altLang="es-CL" baseline="0" dirty="0"/>
              <a:t>를 발음하고 바로 이어서 </a:t>
            </a:r>
            <a:r>
              <a:rPr lang="es-CL" altLang="ko-KR" baseline="0" dirty="0"/>
              <a:t>‘</a:t>
            </a:r>
            <a:r>
              <a:rPr lang="ko-KR" altLang="es-CL" baseline="0" dirty="0"/>
              <a:t>ㅏ</a:t>
            </a:r>
            <a:r>
              <a:rPr lang="es-CL" altLang="ko-KR" baseline="0" dirty="0"/>
              <a:t>’</a:t>
            </a:r>
            <a:r>
              <a:rPr lang="ko-KR" altLang="es-CL" baseline="0" dirty="0"/>
              <a:t>를 발음 함</a:t>
            </a:r>
            <a:endParaRPr lang="es-CL" dirty="0"/>
          </a:p>
        </p:txBody>
      </p:sp>
      <p:sp>
        <p:nvSpPr>
          <p:cNvPr id="4" name="Slide Number Placeholder 3"/>
          <p:cNvSpPr>
            <a:spLocks noGrp="1"/>
          </p:cNvSpPr>
          <p:nvPr>
            <p:ph type="sldNum" sz="quarter" idx="10"/>
          </p:nvPr>
        </p:nvSpPr>
        <p:spPr/>
        <p:txBody>
          <a:bodyPr/>
          <a:lstStyle/>
          <a:p>
            <a:fld id="{46A4932A-9DEE-47E7-BE21-951B3687653E}" type="slidenum">
              <a:rPr lang="es-CL" smtClean="0"/>
              <a:t>59</a:t>
            </a:fld>
            <a:endParaRPr lang="es-CL"/>
          </a:p>
        </p:txBody>
      </p:sp>
    </p:spTree>
    <p:extLst>
      <p:ext uri="{BB962C8B-B14F-4D97-AF65-F5344CB8AC3E}">
        <p14:creationId xmlns:p14="http://schemas.microsoft.com/office/powerpoint/2010/main" val="297624340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s-CL" dirty="0"/>
              <a:t>ㅙ </a:t>
            </a:r>
            <a:r>
              <a:rPr lang="es-CL" altLang="ko-KR" dirty="0"/>
              <a:t>‘</a:t>
            </a:r>
            <a:r>
              <a:rPr lang="ko-KR" altLang="es-CL" dirty="0"/>
              <a:t>ㅗ</a:t>
            </a:r>
            <a:r>
              <a:rPr lang="es-CL" altLang="ko-KR" dirty="0"/>
              <a:t>’</a:t>
            </a:r>
            <a:r>
              <a:rPr lang="ko-KR" altLang="es-CL" dirty="0"/>
              <a:t>를 스고 옆에 </a:t>
            </a:r>
            <a:r>
              <a:rPr lang="es-CL" altLang="ko-KR" dirty="0"/>
              <a:t>‘</a:t>
            </a:r>
            <a:r>
              <a:rPr lang="ko-KR" altLang="es-CL" dirty="0"/>
              <a:t>ㅐ</a:t>
            </a:r>
            <a:r>
              <a:rPr lang="es-CL" altLang="ko-KR" dirty="0"/>
              <a:t>’</a:t>
            </a:r>
            <a:r>
              <a:rPr lang="ko-KR" altLang="es-CL" dirty="0"/>
              <a:t>를 씀</a:t>
            </a:r>
            <a:endParaRPr lang="es-CL" altLang="ko-KR" dirty="0"/>
          </a:p>
          <a:p>
            <a:r>
              <a:rPr lang="es-CL" dirty="0"/>
              <a:t>‘</a:t>
            </a:r>
            <a:r>
              <a:rPr lang="ko-KR" altLang="es-CL" dirty="0"/>
              <a:t>ㅗ</a:t>
            </a:r>
            <a:r>
              <a:rPr lang="es-CL" altLang="ko-KR" dirty="0"/>
              <a:t>’ </a:t>
            </a:r>
            <a:r>
              <a:rPr lang="ko-KR" altLang="es-CL" dirty="0"/>
              <a:t>를 짧게 바름하고 바로 이어서 </a:t>
            </a:r>
            <a:r>
              <a:rPr lang="es-CL" altLang="ko-KR" dirty="0"/>
              <a:t>‘</a:t>
            </a:r>
            <a:r>
              <a:rPr lang="ko-KR" altLang="es-CL" dirty="0"/>
              <a:t>ㅐ</a:t>
            </a:r>
            <a:r>
              <a:rPr lang="es-CL" altLang="ko-KR" dirty="0"/>
              <a:t>’</a:t>
            </a:r>
            <a:r>
              <a:rPr lang="ko-KR" altLang="es-CL" dirty="0"/>
              <a:t>를 발음함</a:t>
            </a:r>
            <a:endParaRPr lang="es-CL" altLang="ko-KR" dirty="0"/>
          </a:p>
          <a:p>
            <a:endParaRPr lang="es-CL" dirty="0"/>
          </a:p>
        </p:txBody>
      </p:sp>
      <p:sp>
        <p:nvSpPr>
          <p:cNvPr id="4" name="Slide Number Placeholder 3"/>
          <p:cNvSpPr>
            <a:spLocks noGrp="1"/>
          </p:cNvSpPr>
          <p:nvPr>
            <p:ph type="sldNum" sz="quarter" idx="10"/>
          </p:nvPr>
        </p:nvSpPr>
        <p:spPr/>
        <p:txBody>
          <a:bodyPr/>
          <a:lstStyle/>
          <a:p>
            <a:fld id="{46A4932A-9DEE-47E7-BE21-951B3687653E}" type="slidenum">
              <a:rPr lang="es-CL" smtClean="0"/>
              <a:t>60</a:t>
            </a:fld>
            <a:endParaRPr lang="es-CL"/>
          </a:p>
        </p:txBody>
      </p:sp>
    </p:spTree>
    <p:extLst>
      <p:ext uri="{BB962C8B-B14F-4D97-AF65-F5344CB8AC3E}">
        <p14:creationId xmlns:p14="http://schemas.microsoft.com/office/powerpoint/2010/main" val="42771360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L" dirty="0"/>
              <a:t>‘</a:t>
            </a:r>
            <a:r>
              <a:rPr lang="ko-KR" altLang="es-CL" dirty="0"/>
              <a:t>ㅗ</a:t>
            </a:r>
            <a:r>
              <a:rPr lang="es-CL" altLang="ko-KR" dirty="0"/>
              <a:t>’</a:t>
            </a:r>
            <a:r>
              <a:rPr lang="ko-KR" altLang="es-CL" dirty="0"/>
              <a:t>를 먼저쓰고 그 옆에 </a:t>
            </a:r>
            <a:r>
              <a:rPr lang="es-CL" altLang="ko-KR" dirty="0"/>
              <a:t>‘</a:t>
            </a:r>
            <a:r>
              <a:rPr lang="ko-KR" altLang="es-CL" dirty="0"/>
              <a:t>ㅣ</a:t>
            </a:r>
            <a:r>
              <a:rPr lang="es-CL" altLang="ko-KR" dirty="0"/>
              <a:t>’</a:t>
            </a:r>
            <a:r>
              <a:rPr lang="ko-KR" altLang="es-CL" dirty="0"/>
              <a:t>를 슴</a:t>
            </a:r>
            <a:endParaRPr lang="es-CL" altLang="ko-KR" dirty="0"/>
          </a:p>
          <a:p>
            <a:r>
              <a:rPr lang="es-CL" dirty="0"/>
              <a:t>‘</a:t>
            </a:r>
            <a:r>
              <a:rPr lang="ko-KR" altLang="es-CL" dirty="0"/>
              <a:t>ㅣ</a:t>
            </a:r>
            <a:r>
              <a:rPr lang="es-CL" altLang="ko-KR" dirty="0"/>
              <a:t>’ </a:t>
            </a:r>
            <a:r>
              <a:rPr lang="ko-KR" altLang="es-CL" dirty="0"/>
              <a:t>가 아니라 </a:t>
            </a:r>
            <a:r>
              <a:rPr lang="es-CL" altLang="ko-KR" dirty="0"/>
              <a:t>‘</a:t>
            </a:r>
            <a:r>
              <a:rPr lang="ko-KR" altLang="es-CL" dirty="0"/>
              <a:t>ㅔ</a:t>
            </a:r>
            <a:r>
              <a:rPr lang="es-CL" altLang="ko-KR" dirty="0"/>
              <a:t>’</a:t>
            </a:r>
            <a:r>
              <a:rPr lang="ko-KR" altLang="es-CL" dirty="0"/>
              <a:t>를 부쳐서 발음</a:t>
            </a:r>
            <a:endParaRPr lang="es-CL" altLang="ko-KR" dirty="0"/>
          </a:p>
          <a:p>
            <a:r>
              <a:rPr lang="ko-KR" altLang="es-CL" dirty="0"/>
              <a:t>발음은 </a:t>
            </a:r>
            <a:r>
              <a:rPr lang="es-CL" altLang="ko-KR" dirty="0"/>
              <a:t>‘</a:t>
            </a:r>
            <a:r>
              <a:rPr lang="ko-KR" altLang="es-CL" dirty="0"/>
              <a:t>오를 짧게 발음하고 바로 이어서 </a:t>
            </a:r>
            <a:r>
              <a:rPr lang="es-CL" altLang="ko-KR" dirty="0"/>
              <a:t>‘</a:t>
            </a:r>
            <a:r>
              <a:rPr lang="ko-KR" altLang="es-CL" dirty="0"/>
              <a:t>ㅔ를 발음함</a:t>
            </a:r>
            <a:endParaRPr lang="es-CL" altLang="ko-KR" dirty="0"/>
          </a:p>
        </p:txBody>
      </p:sp>
      <p:sp>
        <p:nvSpPr>
          <p:cNvPr id="4" name="Slide Number Placeholder 3"/>
          <p:cNvSpPr>
            <a:spLocks noGrp="1"/>
          </p:cNvSpPr>
          <p:nvPr>
            <p:ph type="sldNum" sz="quarter" idx="10"/>
          </p:nvPr>
        </p:nvSpPr>
        <p:spPr/>
        <p:txBody>
          <a:bodyPr/>
          <a:lstStyle/>
          <a:p>
            <a:fld id="{46A4932A-9DEE-47E7-BE21-951B3687653E}" type="slidenum">
              <a:rPr lang="es-CL" smtClean="0"/>
              <a:t>61</a:t>
            </a:fld>
            <a:endParaRPr lang="es-CL"/>
          </a:p>
        </p:txBody>
      </p:sp>
    </p:spTree>
    <p:extLst>
      <p:ext uri="{BB962C8B-B14F-4D97-AF65-F5344CB8AC3E}">
        <p14:creationId xmlns:p14="http://schemas.microsoft.com/office/powerpoint/2010/main" val="146877339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s-CL" dirty="0"/>
              <a:t>ㅞ </a:t>
            </a:r>
            <a:r>
              <a:rPr lang="es-CL" altLang="ko-KR" dirty="0"/>
              <a:t>‘</a:t>
            </a:r>
            <a:r>
              <a:rPr lang="ko-KR" altLang="es-CL" dirty="0"/>
              <a:t>ㅜ</a:t>
            </a:r>
            <a:r>
              <a:rPr lang="es-CL" altLang="ko-KR" dirty="0"/>
              <a:t>’ </a:t>
            </a:r>
            <a:r>
              <a:rPr lang="ko-KR" altLang="es-CL" dirty="0"/>
              <a:t>먼저쓰고 그 다음에 </a:t>
            </a:r>
            <a:r>
              <a:rPr lang="es-CL" altLang="ko-KR" dirty="0"/>
              <a:t>‘</a:t>
            </a:r>
            <a:r>
              <a:rPr lang="ko-KR" altLang="es-CL" dirty="0"/>
              <a:t>ㅔ</a:t>
            </a:r>
            <a:r>
              <a:rPr lang="es-CL" altLang="ko-KR" dirty="0"/>
              <a:t>’</a:t>
            </a:r>
            <a:r>
              <a:rPr lang="ko-KR" altLang="es-CL" dirty="0"/>
              <a:t>를 씁니다</a:t>
            </a:r>
            <a:endParaRPr lang="es-CL" altLang="ko-KR" dirty="0"/>
          </a:p>
          <a:p>
            <a:r>
              <a:rPr lang="ko-KR" altLang="es-CL" dirty="0"/>
              <a:t>발음도 </a:t>
            </a:r>
            <a:r>
              <a:rPr lang="es-CL" altLang="ko-KR" dirty="0"/>
              <a:t>‘</a:t>
            </a:r>
            <a:r>
              <a:rPr lang="ko-KR" altLang="es-CL" dirty="0"/>
              <a:t>ㅜ</a:t>
            </a:r>
            <a:r>
              <a:rPr lang="es-CL" altLang="ko-KR" dirty="0"/>
              <a:t>’</a:t>
            </a:r>
            <a:r>
              <a:rPr lang="ko-KR" altLang="es-CL" dirty="0"/>
              <a:t>를 짧게 발음하고 바로 이어서 </a:t>
            </a:r>
            <a:r>
              <a:rPr lang="es-CL" altLang="ko-KR" dirty="0"/>
              <a:t>‘</a:t>
            </a:r>
            <a:r>
              <a:rPr lang="ko-KR" altLang="es-CL" dirty="0"/>
              <a:t>ㅔ</a:t>
            </a:r>
            <a:r>
              <a:rPr lang="es-CL" altLang="ko-KR" dirty="0"/>
              <a:t>’</a:t>
            </a:r>
            <a:r>
              <a:rPr lang="ko-KR" altLang="es-CL" dirty="0"/>
              <a:t>를 발음</a:t>
            </a:r>
            <a:endParaRPr lang="es-CL" dirty="0"/>
          </a:p>
        </p:txBody>
      </p:sp>
      <p:sp>
        <p:nvSpPr>
          <p:cNvPr id="4" name="Slide Number Placeholder 3"/>
          <p:cNvSpPr>
            <a:spLocks noGrp="1"/>
          </p:cNvSpPr>
          <p:nvPr>
            <p:ph type="sldNum" sz="quarter" idx="10"/>
          </p:nvPr>
        </p:nvSpPr>
        <p:spPr/>
        <p:txBody>
          <a:bodyPr/>
          <a:lstStyle/>
          <a:p>
            <a:fld id="{46A4932A-9DEE-47E7-BE21-951B3687653E}" type="slidenum">
              <a:rPr lang="es-CL" smtClean="0"/>
              <a:t>62</a:t>
            </a:fld>
            <a:endParaRPr lang="es-CL"/>
          </a:p>
        </p:txBody>
      </p:sp>
    </p:spTree>
    <p:extLst>
      <p:ext uri="{BB962C8B-B14F-4D97-AF65-F5344CB8AC3E}">
        <p14:creationId xmlns:p14="http://schemas.microsoft.com/office/powerpoint/2010/main" val="413778246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s-CL" dirty="0"/>
              <a:t>먼저 ㅜ</a:t>
            </a:r>
            <a:r>
              <a:rPr lang="es-CL" altLang="ko-KR" dirty="0"/>
              <a:t>’</a:t>
            </a:r>
            <a:r>
              <a:rPr lang="ko-KR" altLang="es-CL" dirty="0"/>
              <a:t>ㅜ를 스고 그다음에 </a:t>
            </a:r>
            <a:r>
              <a:rPr lang="es-CL" altLang="ko-KR" dirty="0"/>
              <a:t>‘</a:t>
            </a:r>
            <a:r>
              <a:rPr lang="ko-KR" altLang="es-CL" dirty="0"/>
              <a:t>ㅓ</a:t>
            </a:r>
            <a:r>
              <a:rPr lang="es-CL" altLang="ko-KR" dirty="0"/>
              <a:t>’</a:t>
            </a:r>
            <a:r>
              <a:rPr lang="ko-KR" altLang="es-CL" dirty="0"/>
              <a:t>를 씀</a:t>
            </a:r>
            <a:endParaRPr lang="es-CL" altLang="ko-KR" dirty="0"/>
          </a:p>
          <a:p>
            <a:r>
              <a:rPr lang="ko-KR" altLang="es-CL" dirty="0"/>
              <a:t>발음도 </a:t>
            </a:r>
            <a:r>
              <a:rPr lang="es-CL" altLang="ko-KR" dirty="0"/>
              <a:t>‘</a:t>
            </a:r>
            <a:r>
              <a:rPr lang="ko-KR" altLang="es-CL" dirty="0"/>
              <a:t>ㅜ</a:t>
            </a:r>
            <a:r>
              <a:rPr lang="es-CL" altLang="ko-KR" dirty="0"/>
              <a:t>’</a:t>
            </a:r>
            <a:r>
              <a:rPr lang="ko-KR" altLang="es-CL" dirty="0"/>
              <a:t>를 짧게 발음하고 바로 이어서 </a:t>
            </a:r>
            <a:r>
              <a:rPr lang="es-CL" altLang="ko-KR" dirty="0"/>
              <a:t>‘</a:t>
            </a:r>
            <a:r>
              <a:rPr lang="ko-KR" altLang="es-CL" dirty="0"/>
              <a:t>ㅓ</a:t>
            </a:r>
            <a:r>
              <a:rPr lang="es-CL" altLang="ko-KR" dirty="0"/>
              <a:t>’</a:t>
            </a:r>
            <a:r>
              <a:rPr lang="ko-KR" altLang="es-CL" dirty="0"/>
              <a:t>를 발음함</a:t>
            </a:r>
            <a:endParaRPr lang="es-CL" altLang="ko-KR" dirty="0"/>
          </a:p>
          <a:p>
            <a:endParaRPr lang="es-CL" dirty="0"/>
          </a:p>
        </p:txBody>
      </p:sp>
      <p:sp>
        <p:nvSpPr>
          <p:cNvPr id="4" name="Slide Number Placeholder 3"/>
          <p:cNvSpPr>
            <a:spLocks noGrp="1"/>
          </p:cNvSpPr>
          <p:nvPr>
            <p:ph type="sldNum" sz="quarter" idx="10"/>
          </p:nvPr>
        </p:nvSpPr>
        <p:spPr/>
        <p:txBody>
          <a:bodyPr/>
          <a:lstStyle/>
          <a:p>
            <a:fld id="{46A4932A-9DEE-47E7-BE21-951B3687653E}" type="slidenum">
              <a:rPr lang="es-CL" smtClean="0"/>
              <a:t>64</a:t>
            </a:fld>
            <a:endParaRPr lang="es-CL"/>
          </a:p>
        </p:txBody>
      </p:sp>
    </p:spTree>
    <p:extLst>
      <p:ext uri="{BB962C8B-B14F-4D97-AF65-F5344CB8AC3E}">
        <p14:creationId xmlns:p14="http://schemas.microsoft.com/office/powerpoint/2010/main" val="19259307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L" dirty="0"/>
              <a:t>‘</a:t>
            </a:r>
            <a:r>
              <a:rPr lang="ko-KR" altLang="es-CL" dirty="0"/>
              <a:t>ㅜ</a:t>
            </a:r>
            <a:r>
              <a:rPr lang="es-CL" altLang="ko-KR" dirty="0"/>
              <a:t>’ </a:t>
            </a:r>
            <a:r>
              <a:rPr lang="ko-KR" altLang="es-CL" dirty="0"/>
              <a:t>를 먼저쓰고 </a:t>
            </a:r>
            <a:r>
              <a:rPr lang="es-CL" altLang="ko-KR" dirty="0"/>
              <a:t>‘</a:t>
            </a:r>
            <a:r>
              <a:rPr lang="ko-KR" altLang="es-CL" dirty="0"/>
              <a:t>ㅣ</a:t>
            </a:r>
            <a:r>
              <a:rPr lang="es-CL" altLang="ko-KR" dirty="0"/>
              <a:t>’</a:t>
            </a:r>
            <a:r>
              <a:rPr lang="ko-KR" altLang="es-CL" dirty="0"/>
              <a:t>를 씁니다</a:t>
            </a:r>
            <a:endParaRPr lang="es-CL" altLang="ko-KR" dirty="0"/>
          </a:p>
          <a:p>
            <a:r>
              <a:rPr lang="ko-KR" altLang="es-CL" dirty="0"/>
              <a:t>발음도 </a:t>
            </a:r>
            <a:r>
              <a:rPr lang="es-CL" altLang="ko-KR" dirty="0"/>
              <a:t>‘</a:t>
            </a:r>
            <a:r>
              <a:rPr lang="ko-KR" altLang="es-CL" dirty="0"/>
              <a:t>ㅜ</a:t>
            </a:r>
            <a:r>
              <a:rPr lang="es-CL" altLang="ko-KR" dirty="0"/>
              <a:t>’</a:t>
            </a:r>
            <a:r>
              <a:rPr lang="ko-KR" altLang="es-CL" dirty="0"/>
              <a:t>를 짧게 발음하고 이어서 </a:t>
            </a:r>
            <a:r>
              <a:rPr lang="es-CL" altLang="ko-KR" dirty="0"/>
              <a:t>‘</a:t>
            </a:r>
            <a:r>
              <a:rPr lang="ko-KR" altLang="es-CL" dirty="0"/>
              <a:t>ㅣ</a:t>
            </a:r>
            <a:r>
              <a:rPr lang="es-CL" altLang="ko-KR" dirty="0"/>
              <a:t>’</a:t>
            </a:r>
            <a:r>
              <a:rPr lang="ko-KR" altLang="es-CL" dirty="0"/>
              <a:t>를 발음함</a:t>
            </a:r>
            <a:endParaRPr lang="es-CL" dirty="0"/>
          </a:p>
        </p:txBody>
      </p:sp>
      <p:sp>
        <p:nvSpPr>
          <p:cNvPr id="4" name="Slide Number Placeholder 3"/>
          <p:cNvSpPr>
            <a:spLocks noGrp="1"/>
          </p:cNvSpPr>
          <p:nvPr>
            <p:ph type="sldNum" sz="quarter" idx="10"/>
          </p:nvPr>
        </p:nvSpPr>
        <p:spPr/>
        <p:txBody>
          <a:bodyPr/>
          <a:lstStyle/>
          <a:p>
            <a:fld id="{46A4932A-9DEE-47E7-BE21-951B3687653E}" type="slidenum">
              <a:rPr lang="es-CL" smtClean="0"/>
              <a:t>65</a:t>
            </a:fld>
            <a:endParaRPr lang="es-CL"/>
          </a:p>
        </p:txBody>
      </p:sp>
    </p:spTree>
    <p:extLst>
      <p:ext uri="{BB962C8B-B14F-4D97-AF65-F5344CB8AC3E}">
        <p14:creationId xmlns:p14="http://schemas.microsoft.com/office/powerpoint/2010/main" val="116556601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s-CL" dirty="0"/>
              <a:t>ㅢ </a:t>
            </a:r>
            <a:r>
              <a:rPr lang="es-CL" altLang="ko-KR" dirty="0"/>
              <a:t>‘</a:t>
            </a:r>
            <a:r>
              <a:rPr lang="ko-KR" altLang="es-CL" dirty="0"/>
              <a:t>ㅡ</a:t>
            </a:r>
            <a:r>
              <a:rPr lang="es-CL" altLang="ko-KR" dirty="0"/>
              <a:t>’</a:t>
            </a:r>
            <a:r>
              <a:rPr lang="ko-KR" altLang="es-CL" dirty="0"/>
              <a:t>를 먼저 쓰고 </a:t>
            </a:r>
            <a:r>
              <a:rPr lang="es-CL" altLang="ko-KR" dirty="0"/>
              <a:t>‘</a:t>
            </a:r>
            <a:r>
              <a:rPr lang="ko-KR" altLang="es-CL" dirty="0"/>
              <a:t>ㅣ</a:t>
            </a:r>
            <a:r>
              <a:rPr lang="es-CL" altLang="ko-KR" dirty="0"/>
              <a:t>’</a:t>
            </a:r>
            <a:r>
              <a:rPr lang="ko-KR" altLang="es-CL" dirty="0"/>
              <a:t>를 씁니다</a:t>
            </a:r>
            <a:endParaRPr lang="es-CL" altLang="ko-KR" dirty="0"/>
          </a:p>
          <a:p>
            <a:r>
              <a:rPr lang="ko-KR" altLang="es-CL" dirty="0"/>
              <a:t>발음도 </a:t>
            </a:r>
            <a:r>
              <a:rPr lang="es-CL" altLang="ko-KR" dirty="0"/>
              <a:t>‘</a:t>
            </a:r>
            <a:r>
              <a:rPr lang="ko-KR" altLang="es-CL" dirty="0"/>
              <a:t>ㅡ</a:t>
            </a:r>
            <a:r>
              <a:rPr lang="es-CL" altLang="ko-KR" dirty="0"/>
              <a:t>’ </a:t>
            </a:r>
            <a:r>
              <a:rPr lang="ko-KR" altLang="es-CL" dirty="0"/>
              <a:t>를 짧게 발음하고 바로 이어서 </a:t>
            </a:r>
            <a:r>
              <a:rPr lang="es-CL" altLang="ko-KR" dirty="0"/>
              <a:t>‘</a:t>
            </a:r>
            <a:r>
              <a:rPr lang="ko-KR" altLang="es-CL" dirty="0"/>
              <a:t>ㅣ</a:t>
            </a:r>
            <a:r>
              <a:rPr lang="es-CL" altLang="ko-KR" dirty="0"/>
              <a:t>’</a:t>
            </a:r>
            <a:r>
              <a:rPr lang="ko-KR" altLang="es-CL" dirty="0"/>
              <a:t>를 발음함</a:t>
            </a:r>
            <a:endParaRPr lang="es-CL" dirty="0"/>
          </a:p>
        </p:txBody>
      </p:sp>
      <p:sp>
        <p:nvSpPr>
          <p:cNvPr id="4" name="Slide Number Placeholder 3"/>
          <p:cNvSpPr>
            <a:spLocks noGrp="1"/>
          </p:cNvSpPr>
          <p:nvPr>
            <p:ph type="sldNum" sz="quarter" idx="10"/>
          </p:nvPr>
        </p:nvSpPr>
        <p:spPr/>
        <p:txBody>
          <a:bodyPr/>
          <a:lstStyle/>
          <a:p>
            <a:fld id="{46A4932A-9DEE-47E7-BE21-951B3687653E}" type="slidenum">
              <a:rPr lang="es-CL" smtClean="0"/>
              <a:t>66</a:t>
            </a:fld>
            <a:endParaRPr lang="es-CL"/>
          </a:p>
        </p:txBody>
      </p:sp>
    </p:spTree>
    <p:extLst>
      <p:ext uri="{BB962C8B-B14F-4D97-AF65-F5344CB8AC3E}">
        <p14:creationId xmlns:p14="http://schemas.microsoft.com/office/powerpoint/2010/main" val="414868574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30993265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279755167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s-CL" dirty="0"/>
              <a:t>기역은 혀의 뒷부분을 입천장 뒤쪽에 붙엿다가 떼면서 발음합니다</a:t>
            </a:r>
            <a:endParaRPr lang="es-CL" altLang="ko-KR" dirty="0"/>
          </a:p>
          <a:p>
            <a:endParaRPr lang="es-CL" dirty="0"/>
          </a:p>
        </p:txBody>
      </p:sp>
      <p:sp>
        <p:nvSpPr>
          <p:cNvPr id="4" name="Slide Number Placeholder 3"/>
          <p:cNvSpPr>
            <a:spLocks noGrp="1"/>
          </p:cNvSpPr>
          <p:nvPr>
            <p:ph type="sldNum" sz="quarter" idx="10"/>
          </p:nvPr>
        </p:nvSpPr>
        <p:spPr/>
        <p:txBody>
          <a:bodyPr/>
          <a:lstStyle/>
          <a:p>
            <a:fld id="{46A4932A-9DEE-47E7-BE21-951B3687653E}" type="slidenum">
              <a:rPr lang="es-CL" smtClean="0"/>
              <a:t>110</a:t>
            </a:fld>
            <a:endParaRPr lang="es-CL"/>
          </a:p>
        </p:txBody>
      </p:sp>
    </p:spTree>
    <p:extLst>
      <p:ext uri="{BB962C8B-B14F-4D97-AF65-F5344CB8AC3E}">
        <p14:creationId xmlns:p14="http://schemas.microsoft.com/office/powerpoint/2010/main" val="37769828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s-CL" dirty="0"/>
              <a:t>혀의 끝 부분은 입천장이 시작되는 부분에 붙였다가 떼면서 발음합니다</a:t>
            </a:r>
            <a:endParaRPr lang="es-CL" dirty="0"/>
          </a:p>
        </p:txBody>
      </p:sp>
      <p:sp>
        <p:nvSpPr>
          <p:cNvPr id="4" name="Slide Number Placeholder 3"/>
          <p:cNvSpPr>
            <a:spLocks noGrp="1"/>
          </p:cNvSpPr>
          <p:nvPr>
            <p:ph type="sldNum" sz="quarter" idx="10"/>
          </p:nvPr>
        </p:nvSpPr>
        <p:spPr/>
        <p:txBody>
          <a:bodyPr/>
          <a:lstStyle/>
          <a:p>
            <a:fld id="{46A4932A-9DEE-47E7-BE21-951B3687653E}" type="slidenum">
              <a:rPr lang="es-CL" smtClean="0"/>
              <a:t>111</a:t>
            </a:fld>
            <a:endParaRPr lang="es-CL"/>
          </a:p>
        </p:txBody>
      </p:sp>
    </p:spTree>
    <p:extLst>
      <p:ext uri="{BB962C8B-B14F-4D97-AF65-F5344CB8AC3E}">
        <p14:creationId xmlns:p14="http://schemas.microsoft.com/office/powerpoint/2010/main" val="49845018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s-CL" dirty="0"/>
              <a:t>혀끝을 이가 끝나고 입천장에서 시작되는 부분에 대엇다가 떼면서 발음</a:t>
            </a:r>
            <a:endParaRPr lang="es-CL" dirty="0"/>
          </a:p>
        </p:txBody>
      </p:sp>
      <p:sp>
        <p:nvSpPr>
          <p:cNvPr id="4" name="Slide Number Placeholder 3"/>
          <p:cNvSpPr>
            <a:spLocks noGrp="1"/>
          </p:cNvSpPr>
          <p:nvPr>
            <p:ph type="sldNum" sz="quarter" idx="10"/>
          </p:nvPr>
        </p:nvSpPr>
        <p:spPr/>
        <p:txBody>
          <a:bodyPr/>
          <a:lstStyle/>
          <a:p>
            <a:fld id="{46A4932A-9DEE-47E7-BE21-951B3687653E}" type="slidenum">
              <a:rPr lang="es-CL" smtClean="0"/>
              <a:t>112</a:t>
            </a:fld>
            <a:endParaRPr lang="es-CL"/>
          </a:p>
        </p:txBody>
      </p:sp>
    </p:spTree>
    <p:extLst>
      <p:ext uri="{BB962C8B-B14F-4D97-AF65-F5344CB8AC3E}">
        <p14:creationId xmlns:p14="http://schemas.microsoft.com/office/powerpoint/2010/main" val="241327911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s-CL" dirty="0"/>
              <a:t>발음은 혀끝을 입천장의 앞쪽 딱딱한 부분에 붙이다시피 올리고</a:t>
            </a:r>
            <a:r>
              <a:rPr lang="es-CL" altLang="ko-KR" dirty="0"/>
              <a:t>, </a:t>
            </a:r>
            <a:r>
              <a:rPr lang="ko-KR" altLang="es-CL" dirty="0"/>
              <a:t>공기가 혀와 입천장 사이를 잔도로 해서 내는 소리입니다</a:t>
            </a:r>
            <a:endParaRPr lang="es-CL" altLang="ko-KR" dirty="0"/>
          </a:p>
          <a:p>
            <a:r>
              <a:rPr lang="es-CL" dirty="0"/>
              <a:t>SH</a:t>
            </a:r>
          </a:p>
        </p:txBody>
      </p:sp>
      <p:sp>
        <p:nvSpPr>
          <p:cNvPr id="4" name="Slide Number Placeholder 3"/>
          <p:cNvSpPr>
            <a:spLocks noGrp="1"/>
          </p:cNvSpPr>
          <p:nvPr>
            <p:ph type="sldNum" sz="quarter" idx="10"/>
          </p:nvPr>
        </p:nvSpPr>
        <p:spPr/>
        <p:txBody>
          <a:bodyPr/>
          <a:lstStyle/>
          <a:p>
            <a:fld id="{46A4932A-9DEE-47E7-BE21-951B3687653E}" type="slidenum">
              <a:rPr lang="es-CL" smtClean="0"/>
              <a:t>116</a:t>
            </a:fld>
            <a:endParaRPr lang="es-CL"/>
          </a:p>
        </p:txBody>
      </p:sp>
    </p:spTree>
    <p:extLst>
      <p:ext uri="{BB962C8B-B14F-4D97-AF65-F5344CB8AC3E}">
        <p14:creationId xmlns:p14="http://schemas.microsoft.com/office/powerpoint/2010/main" val="111416758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CL" dirty="0"/>
          </a:p>
        </p:txBody>
      </p:sp>
      <p:sp>
        <p:nvSpPr>
          <p:cNvPr id="4" name="Slide Number Placeholder 3"/>
          <p:cNvSpPr>
            <a:spLocks noGrp="1"/>
          </p:cNvSpPr>
          <p:nvPr>
            <p:ph type="sldNum" sz="quarter" idx="10"/>
          </p:nvPr>
        </p:nvSpPr>
        <p:spPr/>
        <p:txBody>
          <a:bodyPr/>
          <a:lstStyle/>
          <a:p>
            <a:fld id="{46A4932A-9DEE-47E7-BE21-951B3687653E}" type="slidenum">
              <a:rPr lang="es-CL" smtClean="0"/>
              <a:t>118</a:t>
            </a:fld>
            <a:endParaRPr lang="es-CL"/>
          </a:p>
        </p:txBody>
      </p:sp>
    </p:spTree>
    <p:extLst>
      <p:ext uri="{BB962C8B-B14F-4D97-AF65-F5344CB8AC3E}">
        <p14:creationId xmlns:p14="http://schemas.microsoft.com/office/powerpoint/2010/main" val="62732055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s-CL" dirty="0"/>
              <a:t>지금 보는 모음은 무두 </a:t>
            </a:r>
            <a:r>
              <a:rPr lang="es-CL" altLang="ko-KR" dirty="0"/>
              <a:t>‘</a:t>
            </a:r>
            <a:r>
              <a:rPr lang="ko-KR" altLang="es-CL" dirty="0"/>
              <a:t>ㅣ</a:t>
            </a:r>
            <a:r>
              <a:rPr lang="es-CL" altLang="ko-KR" dirty="0"/>
              <a:t>’</a:t>
            </a:r>
            <a:r>
              <a:rPr lang="ko-KR" altLang="es-CL" dirty="0"/>
              <a:t>가 소리 앞에 잇는 모음입니다</a:t>
            </a:r>
            <a:r>
              <a:rPr lang="es-CL" altLang="ko-KR" dirty="0"/>
              <a:t>.</a:t>
            </a:r>
            <a:endParaRPr lang="es-CL" dirty="0"/>
          </a:p>
        </p:txBody>
      </p:sp>
      <p:sp>
        <p:nvSpPr>
          <p:cNvPr id="4" name="Slide Number Placeholder 3"/>
          <p:cNvSpPr>
            <a:spLocks noGrp="1"/>
          </p:cNvSpPr>
          <p:nvPr>
            <p:ph type="sldNum" sz="quarter" idx="10"/>
          </p:nvPr>
        </p:nvSpPr>
        <p:spPr/>
        <p:txBody>
          <a:bodyPr/>
          <a:lstStyle/>
          <a:p>
            <a:fld id="{46A4932A-9DEE-47E7-BE21-951B3687653E}" type="slidenum">
              <a:rPr lang="es-CL" smtClean="0"/>
              <a:t>197</a:t>
            </a:fld>
            <a:endParaRPr lang="es-CL"/>
          </a:p>
        </p:txBody>
      </p:sp>
    </p:spTree>
    <p:extLst>
      <p:ext uri="{BB962C8B-B14F-4D97-AF65-F5344CB8AC3E}">
        <p14:creationId xmlns:p14="http://schemas.microsoft.com/office/powerpoint/2010/main" val="3060335023"/>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L" dirty="0"/>
              <a:t>ll</a:t>
            </a:r>
          </a:p>
        </p:txBody>
      </p:sp>
      <p:sp>
        <p:nvSpPr>
          <p:cNvPr id="4" name="Slide Number Placeholder 3"/>
          <p:cNvSpPr>
            <a:spLocks noGrp="1"/>
          </p:cNvSpPr>
          <p:nvPr>
            <p:ph type="sldNum" sz="quarter" idx="10"/>
          </p:nvPr>
        </p:nvSpPr>
        <p:spPr/>
        <p:txBody>
          <a:bodyPr/>
          <a:lstStyle/>
          <a:p>
            <a:fld id="{46A4932A-9DEE-47E7-BE21-951B3687653E}" type="slidenum">
              <a:rPr lang="es-CL" smtClean="0"/>
              <a:t>220</a:t>
            </a:fld>
            <a:endParaRPr lang="es-CL"/>
          </a:p>
        </p:txBody>
      </p:sp>
    </p:spTree>
    <p:extLst>
      <p:ext uri="{BB962C8B-B14F-4D97-AF65-F5344CB8AC3E}">
        <p14:creationId xmlns:p14="http://schemas.microsoft.com/office/powerpoint/2010/main" val="3120396159"/>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235</a:t>
            </a:fld>
            <a:endParaRPr lang="en-US"/>
          </a:p>
        </p:txBody>
      </p:sp>
    </p:spTree>
    <p:extLst>
      <p:ext uri="{BB962C8B-B14F-4D97-AF65-F5344CB8AC3E}">
        <p14:creationId xmlns:p14="http://schemas.microsoft.com/office/powerpoint/2010/main" val="3307786149"/>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7/18/2026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00490546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7DA674-122C-4164-9072-E0F83FF73B18}" type="datetimeFigureOut">
              <a:rPr lang="en-US" smtClean="0"/>
              <a:t>7/18/2026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909D4E-7C5F-4018-876A-E296B5871D59}" type="slidenum">
              <a:rPr lang="en-US" smtClean="0"/>
              <a:t>‹#›</a:t>
            </a:fld>
            <a:endParaRPr lang="en-US"/>
          </a:p>
        </p:txBody>
      </p:sp>
    </p:spTree>
    <p:extLst>
      <p:ext uri="{BB962C8B-B14F-4D97-AF65-F5344CB8AC3E}">
        <p14:creationId xmlns:p14="http://schemas.microsoft.com/office/powerpoint/2010/main" val="26218564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7/18/2026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05545111"/>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7/18/2026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749687153"/>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7/18/2026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0022086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7/18/2026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71823707"/>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7/18/2026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554125238"/>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7/18/2026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44862102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7/18/2026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532298554"/>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7/18/2026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49816992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7/18/2026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83179965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2357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7/18/2026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1300458667"/>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3.png"/><Relationship Id="rId5" Type="http://schemas.openxmlformats.org/officeDocument/2006/relationships/image" Target="../media/image19.png"/><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0.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15.png"/></Relationships>
</file>

<file path=ppt/slides/_rels/slide7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41.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71.png"/></Relationships>
</file>

<file path=ppt/slides/_rels/slide77.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42.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73.png"/></Relationships>
</file>

<file path=ppt/slides/_rels/slide7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3.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15.png"/></Relationships>
</file>

<file path=ppt/slides/_rels/slide79.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44.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74.png"/></Relationships>
</file>

<file path=ppt/slides/_rels/slide80.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45.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75.png"/></Relationships>
</file>

<file path=ppt/slides/_rels/slide8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48.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76.png"/></Relationships>
</file>

<file path=ppt/slides/_rels/slide84.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49.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77.png"/></Relationships>
</file>

<file path=ppt/slides/_rels/slide85.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50.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78.png"/></Relationships>
</file>

<file path=ppt/slides/_rels/slide86.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51.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79.png"/></Relationships>
</file>

<file path=ppt/slides/_rels/slide8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2.xml"/><Relationship Id="rId1" Type="http://schemas.openxmlformats.org/officeDocument/2006/relationships/slideLayout" Target="../slideLayouts/slideLayout12.xml"/><Relationship Id="rId6" Type="http://schemas.openxmlformats.org/officeDocument/2006/relationships/image" Target="../media/image3.png"/><Relationship Id="rId5" Type="http://schemas.openxmlformats.org/officeDocument/2006/relationships/image" Target="../media/image80.png"/><Relationship Id="rId4" Type="http://schemas.openxmlformats.org/officeDocument/2006/relationships/image" Target="../media/image15.png"/></Relationships>
</file>

<file path=ppt/slides/_rels/slide8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3.xml"/><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4.xml"/><Relationship Id="rId1" Type="http://schemas.openxmlformats.org/officeDocument/2006/relationships/slideLayout" Target="../slideLayouts/slideLayout12.xml"/></Relationships>
</file>

<file path=ppt/slides/_rels/slide9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9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6.xml"/><Relationship Id="rId1" Type="http://schemas.openxmlformats.org/officeDocument/2006/relationships/slideLayout" Target="../slideLayouts/slideLayout12.xml"/></Relationships>
</file>

<file path=ppt/slides/_rels/slide92.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57.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2.png"/></Relationships>
</file>

<file path=ppt/slides/_rels/slide93.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58.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9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9.xml"/><Relationship Id="rId1" Type="http://schemas.openxmlformats.org/officeDocument/2006/relationships/slideLayout" Target="../slideLayouts/slideLayout12.xml"/></Relationships>
</file>

<file path=ppt/slides/_rels/slide9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0.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96.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9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1.xml"/><Relationship Id="rId1" Type="http://schemas.openxmlformats.org/officeDocument/2006/relationships/slideLayout" Target="../slideLayouts/slideLayout12.xml"/></Relationships>
</file>

<file path=ppt/slides/_rels/slide9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2.xml"/><Relationship Id="rId1" Type="http://schemas.openxmlformats.org/officeDocument/2006/relationships/slideLayout" Target="../slideLayouts/slideLayout12.xml"/></Relationships>
</file>

<file path=ppt/slides/_rels/slide99.xml.rels><?xml version="1.0" encoding="UTF-8" standalone="yes"?>
<Relationships xmlns="http://schemas.openxmlformats.org/package/2006/relationships"><Relationship Id="rId2" Type="http://schemas.openxmlformats.org/officeDocument/2006/relationships/image" Target="../media/image84.jpe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85.jpe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86.jpe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87.jpe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88.jpe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89.jpe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90.jpe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91.jpe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92.jpe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93.jpe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94.jpe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96.jpe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98.jpe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99.jpe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100.jpe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101.jpe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102.jpe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104.jpe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105.jpe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106.jpe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107.jpe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108.jpe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109.jpe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110.jpe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111.jpe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112.jpe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113.jpe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114.jpe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115.jpe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116.jpe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117.jpe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118.jpe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119.jpe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120.jpe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image" Target="../media/image121.jpeg"/><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122.jpe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image" Target="../media/image116.jpeg"/><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image" Target="../media/image123.jpe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image" Target="../media/image124.jpe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image" Target="../media/image125.jpe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126.jpe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image" Target="../media/image127.jpe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image" Target="../media/image128.jpe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image" Target="../media/image129.jpe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image" Target="../media/image130.jpeg"/><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notesSlide" Target="../notesSlides/notesSlide68.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48.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notesSlide" Target="../notesSlides/notesSlide69.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49.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notesSlide" Target="../notesSlides/notesSlide70.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50.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notesSlide" Target="../notesSlides/notesSlide71.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51.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notesSlide" Target="../notesSlides/notesSlide72.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52.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73.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53.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74.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54.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notesSlide" Target="../notesSlides/notesSlide75.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55.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notesSlide" Target="../notesSlides/notesSlide76.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56.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77.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57.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notesSlide" Target="../notesSlides/notesSlide78.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58.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notesSlide" Target="../notesSlides/notesSlide79.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59.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notesSlide" Target="../notesSlides/notesSlide80.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60.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notesSlide" Target="../notesSlides/notesSlide81.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61.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notesSlide" Target="../notesSlides/notesSlide82.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62.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83.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63.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notesSlide" Target="../notesSlides/notesSlide84.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64.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notesSlide" Target="../notesSlides/notesSlide85.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65.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notesSlide" Target="../notesSlides/notesSlide86.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66.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87.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67.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notesSlide" Target="../notesSlides/notesSlide88.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68.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notesSlide" Target="../notesSlides/notesSlide89.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69.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90.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70.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notesSlide" Target="../notesSlides/notesSlide91.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7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2.xml"/><Relationship Id="rId1" Type="http://schemas.openxmlformats.org/officeDocument/2006/relationships/slideLayout" Target="../slideLayouts/slideLayout12.xml"/></Relationships>
</file>

<file path=ppt/slides/_rels/slide17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3.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2.png"/></Relationships>
</file>

<file path=ppt/slides/_rels/slide17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55.png"/><Relationship Id="rId1" Type="http://schemas.openxmlformats.org/officeDocument/2006/relationships/slideLayout" Target="../slideLayouts/slideLayout12.xml"/></Relationships>
</file>

<file path=ppt/slides/_rels/slide17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2" Type="http://schemas.openxmlformats.org/officeDocument/2006/relationships/image" Target="../media/image156.jpeg"/><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2" Type="http://schemas.openxmlformats.org/officeDocument/2006/relationships/image" Target="../media/image157.jpeg"/><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2" Type="http://schemas.openxmlformats.org/officeDocument/2006/relationships/image" Target="../media/image158.jpeg"/><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2" Type="http://schemas.openxmlformats.org/officeDocument/2006/relationships/image" Target="../media/image159.jpeg"/><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2" Type="http://schemas.openxmlformats.org/officeDocument/2006/relationships/image" Target="../media/image160.jpeg"/><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2" Type="http://schemas.openxmlformats.org/officeDocument/2006/relationships/image" Target="../media/image161.jpeg"/><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2" Type="http://schemas.openxmlformats.org/officeDocument/2006/relationships/image" Target="../media/image162.jpeg"/><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2" Type="http://schemas.openxmlformats.org/officeDocument/2006/relationships/image" Target="../media/image163.jpeg"/><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2" Type="http://schemas.openxmlformats.org/officeDocument/2006/relationships/image" Target="../media/image164.jpeg"/><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2" Type="http://schemas.openxmlformats.org/officeDocument/2006/relationships/image" Target="../media/image165.jpeg"/><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3" Type="http://schemas.openxmlformats.org/officeDocument/2006/relationships/image" Target="../media/image166.jpe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2" Type="http://schemas.openxmlformats.org/officeDocument/2006/relationships/image" Target="../media/image167.jpeg"/><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2" Type="http://schemas.openxmlformats.org/officeDocument/2006/relationships/image" Target="../media/image168.jpeg"/><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2" Type="http://schemas.openxmlformats.org/officeDocument/2006/relationships/image" Target="../media/image169.jpeg"/><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2" Type="http://schemas.openxmlformats.org/officeDocument/2006/relationships/image" Target="../media/image170.jpeg"/><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2" Type="http://schemas.openxmlformats.org/officeDocument/2006/relationships/image" Target="../media/image171.jpeg"/><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2" Type="http://schemas.openxmlformats.org/officeDocument/2006/relationships/image" Target="../media/image172.jpeg"/><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2" Type="http://schemas.openxmlformats.org/officeDocument/2006/relationships/image" Target="../media/image173.jpeg"/><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2" Type="http://schemas.openxmlformats.org/officeDocument/2006/relationships/image" Target="../media/image174.jpeg"/><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2" Type="http://schemas.openxmlformats.org/officeDocument/2006/relationships/image" Target="../media/image175.jpeg"/><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2" Type="http://schemas.openxmlformats.org/officeDocument/2006/relationships/image" Target="../media/image176.jpeg"/><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2" Type="http://schemas.openxmlformats.org/officeDocument/2006/relationships/image" Target="../media/image177.jpeg"/><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2" Type="http://schemas.openxmlformats.org/officeDocument/2006/relationships/image" Target="../media/image177.jpeg"/><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2" Type="http://schemas.openxmlformats.org/officeDocument/2006/relationships/image" Target="../media/image178.png"/><Relationship Id="rId1" Type="http://schemas.openxmlformats.org/officeDocument/2006/relationships/slideLayout" Target="../slideLayouts/slideLayout12.xml"/></Relationships>
</file>

<file path=ppt/slides/_rels/slide2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79.png"/><Relationship Id="rId1" Type="http://schemas.openxmlformats.org/officeDocument/2006/relationships/slideLayout" Target="../slideLayouts/slideLayout12.xml"/></Relationships>
</file>

<file path=ppt/slides/_rels/slide2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6.xml"/><Relationship Id="rId1" Type="http://schemas.openxmlformats.org/officeDocument/2006/relationships/slideLayout" Target="../slideLayouts/slideLayout12.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80.png"/><Relationship Id="rId1" Type="http://schemas.openxmlformats.org/officeDocument/2006/relationships/slideLayout" Target="../slideLayouts/slideLayout12.xml"/></Relationships>
</file>

<file path=ppt/slides/_rels/slide2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81.png"/><Relationship Id="rId1" Type="http://schemas.openxmlformats.org/officeDocument/2006/relationships/slideLayout" Target="../slideLayouts/slideLayout12.xml"/></Relationships>
</file>

<file path=ppt/slides/_rels/slide2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82.png"/><Relationship Id="rId1" Type="http://schemas.openxmlformats.org/officeDocument/2006/relationships/slideLayout" Target="../slideLayouts/slideLayout12.xml"/></Relationships>
</file>

<file path=ppt/slides/_rels/slide2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7.xml"/><Relationship Id="rId1" Type="http://schemas.openxmlformats.org/officeDocument/2006/relationships/slideLayout" Target="../slideLayouts/slideLayout12.xml"/></Relationships>
</file>

<file path=ppt/slides/_rels/slide2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8.xml"/><Relationship Id="rId1" Type="http://schemas.openxmlformats.org/officeDocument/2006/relationships/slideLayout" Target="../slideLayouts/slideLayout12.xml"/></Relationships>
</file>

<file path=ppt/slides/_rels/slide2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9.xml"/><Relationship Id="rId1" Type="http://schemas.openxmlformats.org/officeDocument/2006/relationships/slideLayout" Target="../slideLayouts/slideLayout12.xml"/></Relationships>
</file>

<file path=ppt/slides/_rels/slide2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0.xml"/><Relationship Id="rId1" Type="http://schemas.openxmlformats.org/officeDocument/2006/relationships/slideLayout" Target="../slideLayouts/slideLayout12.xml"/></Relationships>
</file>

<file path=ppt/slides/_rels/slide2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1.xml"/><Relationship Id="rId1" Type="http://schemas.openxmlformats.org/officeDocument/2006/relationships/slideLayout" Target="../slideLayouts/slideLayout12.xml"/></Relationships>
</file>

<file path=ppt/slides/_rels/slide2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2.xml"/><Relationship Id="rId1" Type="http://schemas.openxmlformats.org/officeDocument/2006/relationships/slideLayout" Target="../slideLayouts/slideLayout12.xml"/></Relationships>
</file>

<file path=ppt/slides/_rels/slide2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3.xml"/><Relationship Id="rId1" Type="http://schemas.openxmlformats.org/officeDocument/2006/relationships/slideLayout" Target="../slideLayouts/slideLayout12.xml"/></Relationships>
</file>

<file path=ppt/slides/_rels/slide25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4.xml"/><Relationship Id="rId1" Type="http://schemas.openxmlformats.org/officeDocument/2006/relationships/slideLayout" Target="../slideLayouts/slideLayout12.xml"/></Relationships>
</file>

<file path=ppt/slides/_rels/slide25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5.xml"/><Relationship Id="rId1" Type="http://schemas.openxmlformats.org/officeDocument/2006/relationships/slideLayout" Target="../slideLayouts/slideLayout12.xml"/></Relationships>
</file>

<file path=ppt/slides/_rels/slide25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6.xml"/><Relationship Id="rId1" Type="http://schemas.openxmlformats.org/officeDocument/2006/relationships/slideLayout" Target="../slideLayouts/slideLayout12.xml"/></Relationships>
</file>

<file path=ppt/slides/_rels/slide2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7.xml"/><Relationship Id="rId1" Type="http://schemas.openxmlformats.org/officeDocument/2006/relationships/slideLayout" Target="../slideLayouts/slideLayout12.xml"/></Relationships>
</file>

<file path=ppt/slides/_rels/slide2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8.xml"/><Relationship Id="rId1" Type="http://schemas.openxmlformats.org/officeDocument/2006/relationships/slideLayout" Target="../slideLayouts/slideLayout12.xml"/></Relationships>
</file>

<file path=ppt/slides/_rels/slide25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9.xml"/><Relationship Id="rId1" Type="http://schemas.openxmlformats.org/officeDocument/2006/relationships/slideLayout" Target="../slideLayouts/slideLayout12.xml"/></Relationships>
</file>

<file path=ppt/slides/_rels/slide2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0.xml"/><Relationship Id="rId1" Type="http://schemas.openxmlformats.org/officeDocument/2006/relationships/slideLayout" Target="../slideLayouts/slideLayout12.xml"/></Relationships>
</file>

<file path=ppt/slides/_rels/slide25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1.xml"/><Relationship Id="rId1" Type="http://schemas.openxmlformats.org/officeDocument/2006/relationships/slideLayout" Target="../slideLayouts/slideLayout12.xml"/></Relationships>
</file>

<file path=ppt/slides/_rels/slide25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2.xml"/><Relationship Id="rId1" Type="http://schemas.openxmlformats.org/officeDocument/2006/relationships/slideLayout" Target="../slideLayouts/slideLayout12.xml"/></Relationships>
</file>

<file path=ppt/slides/_rels/slide25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3.xml"/><Relationship Id="rId1" Type="http://schemas.openxmlformats.org/officeDocument/2006/relationships/slideLayout" Target="../slideLayouts/slideLayout12.xml"/></Relationships>
</file>

<file path=ppt/slides/_rels/slide26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4.xml"/><Relationship Id="rId1" Type="http://schemas.openxmlformats.org/officeDocument/2006/relationships/slideLayout" Target="../slideLayouts/slideLayout12.xml"/></Relationships>
</file>

<file path=ppt/slides/_rels/slide26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5.xml"/><Relationship Id="rId1" Type="http://schemas.openxmlformats.org/officeDocument/2006/relationships/slideLayout" Target="../slideLayouts/slideLayout12.xml"/></Relationships>
</file>

<file path=ppt/slides/_rels/slide26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6.xml"/><Relationship Id="rId1" Type="http://schemas.openxmlformats.org/officeDocument/2006/relationships/slideLayout" Target="../slideLayouts/slideLayout12.xml"/></Relationships>
</file>

<file path=ppt/slides/_rels/slide26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7.xml"/><Relationship Id="rId1" Type="http://schemas.openxmlformats.org/officeDocument/2006/relationships/slideLayout" Target="../slideLayouts/slideLayout12.xml"/></Relationships>
</file>

<file path=ppt/slides/_rels/slide26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8.xml"/><Relationship Id="rId1" Type="http://schemas.openxmlformats.org/officeDocument/2006/relationships/slideLayout" Target="../slideLayouts/slideLayout12.xml"/></Relationships>
</file>

<file path=ppt/slides/_rels/slide26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9.xml"/><Relationship Id="rId1" Type="http://schemas.openxmlformats.org/officeDocument/2006/relationships/slideLayout" Target="../slideLayouts/slideLayout12.xml"/></Relationships>
</file>

<file path=ppt/slides/_rels/slide26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0.xml"/><Relationship Id="rId1" Type="http://schemas.openxmlformats.org/officeDocument/2006/relationships/slideLayout" Target="../slideLayouts/slideLayout12.xml"/></Relationships>
</file>

<file path=ppt/slides/_rels/slide26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1.xml"/><Relationship Id="rId1" Type="http://schemas.openxmlformats.org/officeDocument/2006/relationships/slideLayout" Target="../slideLayouts/slideLayout12.xml"/></Relationships>
</file>

<file path=ppt/slides/_rels/slide26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2.xml"/><Relationship Id="rId1" Type="http://schemas.openxmlformats.org/officeDocument/2006/relationships/slideLayout" Target="../slideLayouts/slideLayout12.xml"/></Relationships>
</file>

<file path=ppt/slides/_rels/slide26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3.xml"/><Relationship Id="rId1" Type="http://schemas.openxmlformats.org/officeDocument/2006/relationships/slideLayout" Target="../slideLayouts/slideLayout12.xml"/></Relationships>
</file>

<file path=ppt/slides/_rels/slide27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4.xml"/><Relationship Id="rId1" Type="http://schemas.openxmlformats.org/officeDocument/2006/relationships/slideLayout" Target="../slideLayouts/slideLayout12.xml"/></Relationships>
</file>

<file path=ppt/slides/_rels/slide27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5.xml"/><Relationship Id="rId1" Type="http://schemas.openxmlformats.org/officeDocument/2006/relationships/slideLayout" Target="../slideLayouts/slideLayout12.xml"/></Relationships>
</file>

<file path=ppt/slides/_rels/slide272.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126.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2.png"/></Relationships>
</file>

<file path=ppt/slides/_rels/slide273.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127.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7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8.xml"/><Relationship Id="rId1" Type="http://schemas.openxmlformats.org/officeDocument/2006/relationships/slideLayout" Target="../slideLayouts/slideLayout12.xml"/></Relationships>
</file>

<file path=ppt/slides/_rels/slide27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9.xml"/><Relationship Id="rId1" Type="http://schemas.openxmlformats.org/officeDocument/2006/relationships/slideLayout" Target="../slideLayouts/slideLayout12.xml"/></Relationships>
</file>

<file path=ppt/slides/_rels/slide27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0.xml"/><Relationship Id="rId1" Type="http://schemas.openxmlformats.org/officeDocument/2006/relationships/slideLayout" Target="../slideLayouts/slideLayout12.xml"/></Relationships>
</file>

<file path=ppt/slides/_rels/slide27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1.xml"/><Relationship Id="rId1" Type="http://schemas.openxmlformats.org/officeDocument/2006/relationships/slideLayout" Target="../slideLayouts/slideLayout12.xml"/></Relationships>
</file>

<file path=ppt/slides/_rels/slide27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2.xml"/><Relationship Id="rId1" Type="http://schemas.openxmlformats.org/officeDocument/2006/relationships/slideLayout" Target="../slideLayouts/slideLayout12.xml"/></Relationships>
</file>

<file path=ppt/slides/_rels/slide27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3.xml"/><Relationship Id="rId1" Type="http://schemas.openxmlformats.org/officeDocument/2006/relationships/slideLayout" Target="../slideLayouts/slideLayout12.xml"/></Relationships>
</file>

<file path=ppt/slides/_rels/slide28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4.xml"/><Relationship Id="rId1" Type="http://schemas.openxmlformats.org/officeDocument/2006/relationships/slideLayout" Target="../slideLayouts/slideLayout12.xml"/></Relationships>
</file>

<file path=ppt/slides/_rels/slide28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5.xml"/><Relationship Id="rId1" Type="http://schemas.openxmlformats.org/officeDocument/2006/relationships/slideLayout" Target="../slideLayouts/slideLayout12.xml"/></Relationships>
</file>

<file path=ppt/slides/_rels/slide28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6.xml"/><Relationship Id="rId1" Type="http://schemas.openxmlformats.org/officeDocument/2006/relationships/slideLayout" Target="../slideLayouts/slideLayout12.xml"/></Relationships>
</file>

<file path=ppt/slides/_rels/slide28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7.xml"/><Relationship Id="rId1" Type="http://schemas.openxmlformats.org/officeDocument/2006/relationships/slideLayout" Target="../slideLayouts/slideLayout12.xml"/></Relationships>
</file>

<file path=ppt/slides/_rels/slide28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8.xml"/><Relationship Id="rId1" Type="http://schemas.openxmlformats.org/officeDocument/2006/relationships/slideLayout" Target="../slideLayouts/slideLayout12.xml"/></Relationships>
</file>

<file path=ppt/slides/_rels/slide28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9.xml"/><Relationship Id="rId1" Type="http://schemas.openxmlformats.org/officeDocument/2006/relationships/slideLayout" Target="../slideLayouts/slideLayout12.xml"/></Relationships>
</file>

<file path=ppt/slides/_rels/slide28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0.xml"/><Relationship Id="rId1" Type="http://schemas.openxmlformats.org/officeDocument/2006/relationships/slideLayout" Target="../slideLayouts/slideLayout12.xml"/></Relationships>
</file>

<file path=ppt/slides/_rels/slide28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1.xml"/><Relationship Id="rId1" Type="http://schemas.openxmlformats.org/officeDocument/2006/relationships/slideLayout" Target="../slideLayouts/slideLayout12.xml"/></Relationships>
</file>

<file path=ppt/slides/_rels/slide28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2.xml"/><Relationship Id="rId1" Type="http://schemas.openxmlformats.org/officeDocument/2006/relationships/slideLayout" Target="../slideLayouts/slideLayout12.xml"/></Relationships>
</file>

<file path=ppt/slides/_rels/slide28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3.xml"/><Relationship Id="rId1" Type="http://schemas.openxmlformats.org/officeDocument/2006/relationships/slideLayout" Target="../slideLayouts/slideLayout12.xml"/></Relationships>
</file>

<file path=ppt/slides/_rels/slide29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4.xml"/><Relationship Id="rId1" Type="http://schemas.openxmlformats.org/officeDocument/2006/relationships/slideLayout" Target="../slideLayouts/slideLayout12.xml"/></Relationships>
</file>

<file path=ppt/slides/_rels/slide29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5.xml"/><Relationship Id="rId1" Type="http://schemas.openxmlformats.org/officeDocument/2006/relationships/slideLayout" Target="../slideLayouts/slideLayout12.xml"/></Relationships>
</file>

<file path=ppt/slides/_rels/slide29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6.xml"/><Relationship Id="rId1" Type="http://schemas.openxmlformats.org/officeDocument/2006/relationships/slideLayout" Target="../slideLayouts/slideLayout12.xml"/></Relationships>
</file>

<file path=ppt/slides/_rels/slide29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7.xml"/><Relationship Id="rId1" Type="http://schemas.openxmlformats.org/officeDocument/2006/relationships/slideLayout" Target="../slideLayouts/slideLayout12.xml"/></Relationships>
</file>

<file path=ppt/slides/_rels/slide29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8.xml"/><Relationship Id="rId1" Type="http://schemas.openxmlformats.org/officeDocument/2006/relationships/slideLayout" Target="../slideLayouts/slideLayout12.xml"/></Relationships>
</file>

<file path=ppt/slides/_rels/slide29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9.xml"/><Relationship Id="rId1" Type="http://schemas.openxmlformats.org/officeDocument/2006/relationships/slideLayout" Target="../slideLayouts/slideLayout12.xml"/></Relationships>
</file>

<file path=ppt/slides/_rels/slide29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0.xml"/><Relationship Id="rId1" Type="http://schemas.openxmlformats.org/officeDocument/2006/relationships/slideLayout" Target="../slideLayouts/slideLayout12.xml"/></Relationships>
</file>

<file path=ppt/slides/_rels/slide29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1.xml"/><Relationship Id="rId1" Type="http://schemas.openxmlformats.org/officeDocument/2006/relationships/slideLayout" Target="../slideLayouts/slideLayout12.xml"/></Relationships>
</file>

<file path=ppt/slides/_rels/slide29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2.xml"/><Relationship Id="rId1" Type="http://schemas.openxmlformats.org/officeDocument/2006/relationships/slideLayout" Target="../slideLayouts/slideLayout12.xml"/></Relationships>
</file>

<file path=ppt/slides/_rels/slide29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3.xml"/><Relationship Id="rId1" Type="http://schemas.openxmlformats.org/officeDocument/2006/relationships/slideLayout" Target="../slideLayouts/slideLayout12.xml"/></Relationships>
</file>

<file path=ppt/slides/_rels/slide30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4.xml"/><Relationship Id="rId1" Type="http://schemas.openxmlformats.org/officeDocument/2006/relationships/slideLayout" Target="../slideLayouts/slideLayout12.xml"/></Relationships>
</file>

<file path=ppt/slides/_rels/slide30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5.xml"/><Relationship Id="rId1" Type="http://schemas.openxmlformats.org/officeDocument/2006/relationships/slideLayout" Target="../slideLayouts/slideLayout12.xml"/></Relationships>
</file>

<file path=ppt/slides/_rels/slide30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6.xml"/><Relationship Id="rId1" Type="http://schemas.openxmlformats.org/officeDocument/2006/relationships/slideLayout" Target="../slideLayouts/slideLayout12.xml"/></Relationships>
</file>

<file path=ppt/slides/_rels/slide30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7.xml"/><Relationship Id="rId1" Type="http://schemas.openxmlformats.org/officeDocument/2006/relationships/slideLayout" Target="../slideLayouts/slideLayout12.xml"/></Relationships>
</file>

<file path=ppt/slides/_rels/slide30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8.xml"/><Relationship Id="rId1" Type="http://schemas.openxmlformats.org/officeDocument/2006/relationships/slideLayout" Target="../slideLayouts/slideLayout12.xml"/></Relationships>
</file>

<file path=ppt/slides/_rels/slide30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9.xml"/><Relationship Id="rId1" Type="http://schemas.openxmlformats.org/officeDocument/2006/relationships/slideLayout" Target="../slideLayouts/slideLayout12.xml"/></Relationships>
</file>

<file path=ppt/slides/_rels/slide306.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160.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2.png"/></Relationships>
</file>

<file path=ppt/slides/_rels/slide30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1.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2.png"/></Relationships>
</file>

<file path=ppt/slides/_rels/slide30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88720" y="868680"/>
            <a:ext cx="9814255" cy="4663440"/>
          </a:xfrm>
          <a:prstGeom prst="roundRect">
            <a:avLst>
              <a:gd name="adj" fmla="val 5882"/>
            </a:avLst>
          </a:prstGeom>
          <a:solidFill>
            <a:srgbClr val="F6F6F6"/>
          </a:solidFill>
          <a:ln w="12700">
            <a:solidFill>
              <a:srgbClr val="F6F6F6"/>
            </a:solidFill>
            <a:prstDash val="solid"/>
          </a:ln>
        </p:spPr>
      </p:sp>
      <p:sp>
        <p:nvSpPr>
          <p:cNvPr id="3" name="Text 1"/>
          <p:cNvSpPr/>
          <p:nvPr/>
        </p:nvSpPr>
        <p:spPr>
          <a:xfrm>
            <a:off x="1188720" y="1188720"/>
            <a:ext cx="9814255" cy="320040"/>
          </a:xfrm>
          <a:prstGeom prst="rect">
            <a:avLst/>
          </a:prstGeom>
          <a:noFill/>
          <a:ln/>
        </p:spPr>
        <p:txBody>
          <a:bodyPr wrap="square" lIns="0" tIns="0" rIns="0" bIns="0" rtlCol="0" anchor="ctr"/>
          <a:lstStyle/>
          <a:p>
            <a:pPr marL="0" indent="0" algn="ctr">
              <a:buNone/>
            </a:pPr>
            <a:r>
              <a:rPr lang="en-US" sz="1200" b="1" kern="0" spc="800" dirty="0">
                <a:solidFill>
                  <a:srgbClr val="FE6768"/>
                </a:solidFill>
                <a:latin typeface="Calibri" pitchFamily="34" charset="0"/>
                <a:ea typeface="Calibri" pitchFamily="34" charset="-122"/>
                <a:cs typeface="Calibri" pitchFamily="34" charset="-120"/>
              </a:rPr>
              <a:t>CAPÍTULO 1</a:t>
            </a:r>
            <a:endParaRPr lang="en-US" sz="1200" dirty="0"/>
          </a:p>
        </p:txBody>
      </p:sp>
      <p:sp>
        <p:nvSpPr>
          <p:cNvPr id="4" name="Text 2"/>
          <p:cNvSpPr/>
          <p:nvPr/>
        </p:nvSpPr>
        <p:spPr>
          <a:xfrm>
            <a:off x="1188720" y="1554480"/>
            <a:ext cx="9814255" cy="1463040"/>
          </a:xfrm>
          <a:prstGeom prst="rect">
            <a:avLst/>
          </a:prstGeom>
          <a:noFill/>
          <a:ln/>
        </p:spPr>
        <p:txBody>
          <a:bodyPr wrap="square" lIns="0" tIns="0" rIns="0" bIns="0" rtlCol="0" anchor="ctr"/>
          <a:lstStyle/>
          <a:p>
            <a:pPr marL="0" indent="0" algn="ctr">
              <a:buNone/>
            </a:pPr>
            <a:r>
              <a:rPr lang="en-US" sz="13000" b="1" dirty="0">
                <a:solidFill>
                  <a:srgbClr val="4036ED"/>
                </a:solidFill>
                <a:latin typeface="Malgun Gothic" pitchFamily="34" charset="0"/>
                <a:ea typeface="Malgun Gothic" pitchFamily="34" charset="-122"/>
                <a:cs typeface="Malgun Gothic" pitchFamily="34" charset="-120"/>
              </a:rPr>
              <a:t>한글</a:t>
            </a:r>
            <a:endParaRPr lang="en-US" sz="13000" dirty="0"/>
          </a:p>
        </p:txBody>
      </p:sp>
      <p:sp>
        <p:nvSpPr>
          <p:cNvPr id="5" name="Text 3"/>
          <p:cNvSpPr/>
          <p:nvPr/>
        </p:nvSpPr>
        <p:spPr>
          <a:xfrm>
            <a:off x="1188720" y="3108960"/>
            <a:ext cx="9814255" cy="457200"/>
          </a:xfrm>
          <a:prstGeom prst="rect">
            <a:avLst/>
          </a:prstGeom>
          <a:noFill/>
          <a:ln/>
        </p:spPr>
        <p:txBody>
          <a:bodyPr wrap="square" lIns="0" tIns="0" rIns="0" bIns="0" rtlCol="0" anchor="ctr"/>
          <a:lstStyle/>
          <a:p>
            <a:pPr marL="0" indent="0" algn="ctr">
              <a:buNone/>
            </a:pPr>
            <a:r>
              <a:rPr lang="en-US" sz="2200" dirty="0">
                <a:solidFill>
                  <a:srgbClr val="1E1E2A"/>
                </a:solidFill>
                <a:latin typeface="Calibri" pitchFamily="34" charset="0"/>
                <a:ea typeface="Calibri" pitchFamily="34" charset="-122"/>
                <a:cs typeface="Calibri" pitchFamily="34" charset="-120"/>
              </a:rPr>
              <a:t>El Alfabeto Más Inteligente del Mundo</a:t>
            </a:r>
            <a:endParaRPr lang="en-US" sz="2200" dirty="0"/>
          </a:p>
        </p:txBody>
      </p:sp>
      <p:sp>
        <p:nvSpPr>
          <p:cNvPr id="6" name="Text 4"/>
          <p:cNvSpPr/>
          <p:nvPr/>
        </p:nvSpPr>
        <p:spPr>
          <a:xfrm>
            <a:off x="1188720" y="3566160"/>
            <a:ext cx="9814255" cy="640080"/>
          </a:xfrm>
          <a:prstGeom prst="rect">
            <a:avLst/>
          </a:prstGeom>
          <a:noFill/>
          <a:ln/>
        </p:spPr>
        <p:txBody>
          <a:bodyPr wrap="square" lIns="0" tIns="0" rIns="0" bIns="0" rtlCol="0" anchor="ctr"/>
          <a:lstStyle/>
          <a:p>
            <a:pPr marL="0" indent="0" algn="ctr">
              <a:buNone/>
            </a:pPr>
            <a:r>
              <a:rPr lang="en-US" sz="1300" i="1" dirty="0">
                <a:solidFill>
                  <a:srgbClr val="4A4A55"/>
                </a:solidFill>
                <a:latin typeface="Calibri" pitchFamily="34" charset="0"/>
                <a:ea typeface="Calibri" pitchFamily="34" charset="-122"/>
                <a:cs typeface="Calibri" pitchFamily="34" charset="-120"/>
              </a:rPr>
              <a:t>Los principios filosóficos del Hunminjeongeum</a:t>
            </a:r>
            <a:endParaRPr lang="en-US" sz="1300" dirty="0"/>
          </a:p>
          <a:p>
            <a:pPr marL="0" indent="0" algn="ctr">
              <a:buNone/>
            </a:pPr>
            <a:r>
              <a:rPr lang="en-US" sz="1300" i="1" dirty="0">
                <a:solidFill>
                  <a:srgbClr val="4A4A55"/>
                </a:solidFill>
                <a:latin typeface="Calibri" pitchFamily="34" charset="0"/>
                <a:ea typeface="Calibri" pitchFamily="34" charset="-122"/>
                <a:cs typeface="Calibri" pitchFamily="34" charset="-120"/>
              </a:rPr>
              <a:t>y el nacimiento de las vocales coreanas</a:t>
            </a:r>
            <a:endParaRPr lang="en-US" sz="1300" dirty="0"/>
          </a:p>
        </p:txBody>
      </p:sp>
      <p:pic>
        <p:nvPicPr>
          <p:cNvPr id="7" name="Image 0" descr="preencoded.png"/>
          <p:cNvPicPr>
            <a:picLocks noChangeAspect="1"/>
          </p:cNvPicPr>
          <p:nvPr/>
        </p:nvPicPr>
        <p:blipFill>
          <a:blip r:embed="rId4"/>
          <a:stretch>
            <a:fillRect/>
          </a:stretch>
        </p:blipFill>
        <p:spPr>
          <a:xfrm>
            <a:off x="5894680" y="4297680"/>
            <a:ext cx="411480" cy="411480"/>
          </a:xfrm>
          <a:prstGeom prst="rect">
            <a:avLst/>
          </a:prstGeom>
        </p:spPr>
      </p:pic>
      <p:sp>
        <p:nvSpPr>
          <p:cNvPr id="8" name="Text 5"/>
          <p:cNvSpPr/>
          <p:nvPr/>
        </p:nvSpPr>
        <p:spPr>
          <a:xfrm>
            <a:off x="1188720" y="4800600"/>
            <a:ext cx="9814255" cy="320040"/>
          </a:xfrm>
          <a:prstGeom prst="rect">
            <a:avLst/>
          </a:prstGeom>
          <a:noFill/>
          <a:ln/>
        </p:spPr>
        <p:txBody>
          <a:bodyPr wrap="square" lIns="0" tIns="0" rIns="0" bIns="0" rtlCol="0" anchor="ctr"/>
          <a:lstStyle/>
          <a:p>
            <a:pPr marL="0" indent="0" algn="ctr">
              <a:buNone/>
            </a:pPr>
            <a:r>
              <a:rPr lang="en-US" sz="1400" b="1" i="1" kern="0" spc="200" dirty="0">
                <a:solidFill>
                  <a:srgbClr val="FE6768"/>
                </a:solidFill>
                <a:latin typeface="Calibri" pitchFamily="34" charset="0"/>
                <a:ea typeface="Calibri" pitchFamily="34" charset="-122"/>
                <a:cs typeface="Calibri" pitchFamily="34" charset="-120"/>
              </a:rPr>
              <a:t>Method Chingu™</a:t>
            </a:r>
            <a:endParaRPr lang="en-US" sz="1400" dirty="0"/>
          </a:p>
        </p:txBody>
      </p:sp>
      <p:sp>
        <p:nvSpPr>
          <p:cNvPr id="9" name="Text 6"/>
          <p:cNvSpPr/>
          <p:nvPr/>
        </p:nvSpPr>
        <p:spPr>
          <a:xfrm>
            <a:off x="1188720" y="5120640"/>
            <a:ext cx="9814255" cy="274320"/>
          </a:xfrm>
          <a:prstGeom prst="rect">
            <a:avLst/>
          </a:prstGeom>
          <a:noFill/>
          <a:ln/>
        </p:spPr>
        <p:txBody>
          <a:bodyPr wrap="square" lIns="0" tIns="0" rIns="0" bIns="0" rtlCol="0" anchor="ctr"/>
          <a:lstStyle/>
          <a:p>
            <a:pPr marL="0" indent="0" algn="ctr">
              <a:buNone/>
            </a:pPr>
            <a:r>
              <a:rPr lang="en-US" sz="1100" i="1" dirty="0">
                <a:solidFill>
                  <a:srgbClr val="4A4A55"/>
                </a:solidFill>
                <a:latin typeface="Calibri" pitchFamily="34" charset="0"/>
                <a:ea typeface="Calibri" pitchFamily="34" charset="-122"/>
                <a:cs typeface="Calibri" pitchFamily="34" charset="-120"/>
              </a:rPr>
              <a:t>Primero la cultura. Después el idioma.</a:t>
            </a:r>
            <a:endParaRPr lang="en-US" sz="1100" dirty="0"/>
          </a:p>
        </p:txBody>
      </p:sp>
      <p:sp>
        <p:nvSpPr>
          <p:cNvPr id="10" name="Text 7"/>
          <p:cNvSpPr/>
          <p:nvPr/>
        </p:nvSpPr>
        <p:spPr>
          <a:xfrm>
            <a:off x="1188720" y="5852160"/>
            <a:ext cx="9814255" cy="320040"/>
          </a:xfrm>
          <a:prstGeom prst="rect">
            <a:avLst/>
          </a:prstGeom>
          <a:noFill/>
          <a:ln/>
        </p:spPr>
        <p:txBody>
          <a:bodyPr wrap="square" lIns="0" tIns="0" rIns="0" bIns="0" rtlCol="0" anchor="ctr"/>
          <a:lstStyle/>
          <a:p>
            <a:pPr marL="0" indent="0" algn="ctr">
              <a:buNone/>
            </a:pPr>
            <a:r>
              <a:rPr lang="en-US" sz="1300" b="1" kern="0" spc="400" dirty="0">
                <a:solidFill>
                  <a:srgbClr val="F6F6F6"/>
                </a:solidFill>
                <a:latin typeface="Calibri" pitchFamily="34" charset="0"/>
                <a:ea typeface="Calibri" pitchFamily="34" charset="-122"/>
                <a:cs typeface="Calibri" pitchFamily="34" charset="-120"/>
              </a:rPr>
              <a:t>Profesor  ·  Jae Hee Kim  ·  김재희</a:t>
            </a:r>
            <a:endParaRPr lang="en-US" sz="1300" dirty="0"/>
          </a:p>
        </p:txBody>
      </p:sp>
      <p:sp>
        <p:nvSpPr>
          <p:cNvPr id="11" name="Text 8"/>
          <p:cNvSpPr/>
          <p:nvPr/>
        </p:nvSpPr>
        <p:spPr>
          <a:xfrm>
            <a:off x="0" y="6355080"/>
            <a:ext cx="12191695" cy="228600"/>
          </a:xfrm>
          <a:prstGeom prst="rect">
            <a:avLst/>
          </a:prstGeom>
          <a:noFill/>
          <a:ln/>
        </p:spPr>
        <p:txBody>
          <a:bodyPr wrap="square" lIns="0" tIns="0" rIns="0" bIns="0" rtlCol="0" anchor="ctr"/>
          <a:lstStyle/>
          <a:p>
            <a:pPr marL="0" indent="0" algn="ctr">
              <a:buNone/>
            </a:pPr>
            <a:r>
              <a:rPr lang="en-US" sz="900" kern="0" spc="800" dirty="0">
                <a:solidFill>
                  <a:srgbClr val="A79BFF"/>
                </a:solidFill>
                <a:latin typeface="Calibri" pitchFamily="34" charset="0"/>
                <a:ea typeface="Calibri" pitchFamily="34" charset="-122"/>
                <a:cs typeface="Calibri" pitchFamily="34" charset="-120"/>
              </a:rPr>
              <a:t>ACADEMIA SEÚL</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82BDCB7-DC74-E5A8-196B-9A0C58D2325B}"/>
              </a:ext>
            </a:extLst>
          </p:cNvPr>
          <p:cNvSpPr txBox="1"/>
          <p:nvPr/>
        </p:nvSpPr>
        <p:spPr>
          <a:xfrm>
            <a:off x="1274617" y="1128254"/>
            <a:ext cx="5218545" cy="1477328"/>
          </a:xfrm>
          <a:prstGeom prst="rect">
            <a:avLst/>
          </a:prstGeom>
          <a:noFill/>
        </p:spPr>
        <p:txBody>
          <a:bodyPr wrap="square" rtlCol="0">
            <a:spAutoFit/>
          </a:bodyPr>
          <a:lstStyle/>
          <a:p>
            <a:r>
              <a:rPr lang="es-ES" dirty="0"/>
              <a:t>Nombre Jae Hee Kim</a:t>
            </a:r>
            <a:br>
              <a:rPr lang="es-ES" dirty="0"/>
            </a:br>
            <a:r>
              <a:rPr lang="es-ES" dirty="0" err="1"/>
              <a:t>Pais</a:t>
            </a:r>
            <a:r>
              <a:rPr lang="es-ES" dirty="0"/>
              <a:t>: Chile</a:t>
            </a:r>
            <a:br>
              <a:rPr lang="es-ES" dirty="0"/>
            </a:br>
            <a:r>
              <a:rPr lang="es-ES" dirty="0"/>
              <a:t>Edad: 35</a:t>
            </a:r>
            <a:br>
              <a:rPr lang="es-ES" dirty="0"/>
            </a:br>
            <a:r>
              <a:rPr lang="es-ES" dirty="0" err="1"/>
              <a:t>Profession</a:t>
            </a:r>
            <a:r>
              <a:rPr lang="es-ES" dirty="0"/>
              <a:t>: Economista</a:t>
            </a:r>
            <a:br>
              <a:rPr lang="es-ES" dirty="0"/>
            </a:br>
            <a:r>
              <a:rPr lang="es-ES" dirty="0"/>
              <a:t>Porque quiere aprender coreano</a:t>
            </a:r>
            <a:endParaRPr lang="es-CL" dirty="0"/>
          </a:p>
        </p:txBody>
      </p:sp>
      <p:sp>
        <p:nvSpPr>
          <p:cNvPr id="5" name="TextBox 4">
            <a:extLst>
              <a:ext uri="{FF2B5EF4-FFF2-40B4-BE49-F238E27FC236}">
                <a16:creationId xmlns:a16="http://schemas.microsoft.com/office/drawing/2014/main" id="{F3E4660D-8EF3-9A42-D3C9-E242B36FC8F1}"/>
              </a:ext>
            </a:extLst>
          </p:cNvPr>
          <p:cNvSpPr txBox="1"/>
          <p:nvPr/>
        </p:nvSpPr>
        <p:spPr>
          <a:xfrm>
            <a:off x="5022758" y="2215299"/>
            <a:ext cx="5644494" cy="3416320"/>
          </a:xfrm>
          <a:prstGeom prst="rect">
            <a:avLst/>
          </a:prstGeom>
          <a:noFill/>
        </p:spPr>
        <p:txBody>
          <a:bodyPr wrap="none" rtlCol="0">
            <a:spAutoFit/>
          </a:bodyPr>
          <a:lstStyle/>
          <a:p>
            <a:pPr algn="ctr"/>
            <a:r>
              <a:rPr lang="ko-KR" altLang="es-CL" sz="5400" dirty="0"/>
              <a:t>반갑습니다</a:t>
            </a:r>
            <a:endParaRPr lang="es-CL" altLang="ko-KR" sz="5400" dirty="0"/>
          </a:p>
          <a:p>
            <a:pPr algn="ctr"/>
            <a:r>
              <a:rPr lang="es-CL" sz="5400" dirty="0"/>
              <a:t>Ban gap </a:t>
            </a:r>
            <a:r>
              <a:rPr lang="es-CL" sz="5400" dirty="0" err="1"/>
              <a:t>seum</a:t>
            </a:r>
            <a:r>
              <a:rPr lang="es-CL" sz="5400" dirty="0"/>
              <a:t> ni da</a:t>
            </a:r>
            <a:br>
              <a:rPr lang="es-CL" sz="5400" dirty="0"/>
            </a:br>
            <a:r>
              <a:rPr lang="es-CL" sz="5400" dirty="0"/>
              <a:t>Nice to </a:t>
            </a:r>
            <a:r>
              <a:rPr lang="es-CL" sz="5400" dirty="0" err="1"/>
              <a:t>meet</a:t>
            </a:r>
            <a:r>
              <a:rPr lang="es-CL" sz="5400" dirty="0"/>
              <a:t> </a:t>
            </a:r>
            <a:r>
              <a:rPr lang="es-CL" sz="5400" dirty="0" err="1"/>
              <a:t>you</a:t>
            </a:r>
            <a:endParaRPr lang="es-CL" sz="5400" dirty="0"/>
          </a:p>
          <a:p>
            <a:pPr algn="ctr"/>
            <a:r>
              <a:rPr lang="es-CL" sz="5400" dirty="0"/>
              <a:t>Mucho gusto</a:t>
            </a:r>
          </a:p>
        </p:txBody>
      </p:sp>
    </p:spTree>
    <p:extLst>
      <p:ext uri="{BB962C8B-B14F-4D97-AF65-F5344CB8AC3E}">
        <p14:creationId xmlns:p14="http://schemas.microsoft.com/office/powerpoint/2010/main" val="34776905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BIENVENIDA</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Bienvenido a tu primer capítulo</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Hola, querido estudiante. Mi nombre es Jae Hee Kim, y soy el fundador de Academia Seúl.</a:t>
            </a:r>
            <a:endParaRPr lang="en-US" sz="1400" dirty="0"/>
          </a:p>
        </p:txBody>
      </p:sp>
      <p:sp>
        <p:nvSpPr>
          <p:cNvPr id="5" name="Text 3"/>
          <p:cNvSpPr/>
          <p:nvPr/>
        </p:nvSpPr>
        <p:spPr>
          <a:xfrm>
            <a:off x="640080" y="2377440"/>
            <a:ext cx="10911535" cy="3657600"/>
          </a:xfrm>
          <a:prstGeom prst="rect">
            <a:avLst/>
          </a:prstGeom>
          <a:noFill/>
          <a:ln/>
        </p:spPr>
        <p:txBody>
          <a:bodyPr wrap="square" lIns="0" tIns="0" rIns="0" bIns="0" rtlCol="0" anchor="t"/>
          <a:lstStyle/>
          <a:p>
            <a:pPr marL="0" indent="0">
              <a:buNone/>
            </a:pPr>
            <a:r>
              <a:rPr lang="en-US" sz="1500" dirty="0">
                <a:solidFill>
                  <a:srgbClr val="1E1E2A"/>
                </a:solidFill>
              </a:rPr>
              <a:t>Antes de que comencemos, quiero pedirte algo: </a:t>
            </a:r>
            <a:r>
              <a:rPr lang="en-US" sz="1500" b="1" i="1" dirty="0">
                <a:solidFill>
                  <a:srgbClr val="4036ED"/>
                </a:solidFill>
              </a:rPr>
              <a:t>no abras este libro pensando que vas a aprender un alfabeto.</a:t>
            </a:r>
            <a:endParaRPr lang="en-US" sz="1500" dirty="0"/>
          </a:p>
          <a:p>
            <a:pPr marL="0" indent="0">
              <a:spcAft>
                <a:spcPts val="1000"/>
              </a:spcAft>
              <a:buNone/>
            </a:pPr>
            <a:r>
              <a:rPr lang="en-US" sz="1400" dirty="0">
                <a:solidFill>
                  <a:srgbClr val="1E1E2A"/>
                </a:solidFill>
              </a:rPr>
              <a:t>Lo que vas a hacer es entrar en una manera distinta de mirar el mundo — la manera en que los coreanos mirábamos la naturaleza hace casi seiscientos años, cuando nuestro Rey decidió darnos un sistema de escritura propio.</a:t>
            </a:r>
            <a:endParaRPr lang="en-US" sz="1500" dirty="0"/>
          </a:p>
          <a:p>
            <a:pPr marL="0" indent="0">
              <a:spcAft>
                <a:spcPts val="1000"/>
              </a:spcAft>
              <a:buNone/>
            </a:pPr>
            <a:r>
              <a:rPr lang="en-US" sz="1400" i="1" dirty="0">
                <a:solidFill>
                  <a:srgbClr val="4A4A55"/>
                </a:solidFill>
              </a:rPr>
              <a:t>En este capítulo no memorizaremos las letras: las vamos a deducir, igual que ellos. Cuando termines, no solo vas a saber pronunciar las vocales coreanas — vas a entender de dónde vienen, por qué tienen esa forma, y por qué los lingüistas modernos las consideran un milagro de diseño.</a:t>
            </a:r>
            <a:endParaRPr lang="en-US" sz="1500" dirty="0"/>
          </a:p>
          <a:p>
            <a:pPr marL="0" indent="0">
              <a:buNone/>
            </a:pPr>
            <a:r>
              <a:rPr lang="en-US" sz="1500" b="1" dirty="0">
                <a:solidFill>
                  <a:srgbClr val="FE6768"/>
                </a:solidFill>
              </a:rPr>
              <a:t>Bienvenido al Method Chingu™. Empecemos.</a:t>
            </a:r>
            <a:endParaRPr lang="en-US" sz="1500" dirty="0"/>
          </a:p>
        </p:txBody>
      </p:sp>
      <p:pic>
        <p:nvPicPr>
          <p:cNvPr id="6"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7" name="Text 4"/>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8" name="Text 5"/>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02</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65760" y="365760"/>
            <a:ext cx="6400800" cy="274320"/>
          </a:xfrm>
          <a:prstGeom prst="rect">
            <a:avLst/>
          </a:prstGeom>
          <a:noFill/>
          <a:ln/>
        </p:spPr>
        <p:txBody>
          <a:bodyPr wrap="square" rtlCol="0" anchor="ctr"/>
          <a:lstStyle/>
          <a:p>
            <a:pPr marL="0" indent="0">
              <a:buNone/>
            </a:pPr>
            <a:r>
              <a:rPr lang="en-US" sz="1200" b="1" kern="0" spc="800" dirty="0">
                <a:solidFill>
                  <a:srgbClr val="FE6768"/>
                </a:solidFill>
                <a:latin typeface="Trebuchet MS" pitchFamily="34" charset="0"/>
                <a:ea typeface="Trebuchet MS" pitchFamily="34" charset="-122"/>
                <a:cs typeface="Trebuchet MS" pitchFamily="34" charset="-120"/>
              </a:rPr>
              <a:t>§1.1 · CONTEXTO</a:t>
            </a:r>
            <a:endParaRPr lang="en-US" sz="1200" dirty="0"/>
          </a:p>
        </p:txBody>
      </p:sp>
      <p:sp>
        <p:nvSpPr>
          <p:cNvPr id="3" name="Text 1"/>
          <p:cNvSpPr/>
          <p:nvPr/>
        </p:nvSpPr>
        <p:spPr>
          <a:xfrm>
            <a:off x="365760" y="658368"/>
            <a:ext cx="11430000" cy="640080"/>
          </a:xfrm>
          <a:prstGeom prst="rect">
            <a:avLst/>
          </a:prstGeom>
          <a:noFill/>
          <a:ln/>
        </p:spPr>
        <p:txBody>
          <a:bodyPr wrap="square" rtlCol="0" anchor="ctr"/>
          <a:lstStyle/>
          <a:p>
            <a:pPr marL="0" indent="0">
              <a:buNone/>
            </a:pPr>
            <a:r>
              <a:rPr lang="en-US" sz="3400" b="1" dirty="0">
                <a:solidFill>
                  <a:srgbClr val="0F172A"/>
                </a:solidFill>
                <a:latin typeface="Trebuchet MS" pitchFamily="34" charset="0"/>
                <a:ea typeface="Trebuchet MS" pitchFamily="34" charset="-122"/>
                <a:cs typeface="Trebuchet MS" pitchFamily="34" charset="-120"/>
              </a:rPr>
              <a:t>Hangul en el mapa de alfabetos del mundo</a:t>
            </a:r>
            <a:endParaRPr lang="en-US" sz="3400" dirty="0"/>
          </a:p>
        </p:txBody>
      </p:sp>
      <p:sp>
        <p:nvSpPr>
          <p:cNvPr id="4" name="Text 2"/>
          <p:cNvSpPr/>
          <p:nvPr/>
        </p:nvSpPr>
        <p:spPr>
          <a:xfrm>
            <a:off x="365760" y="1600200"/>
            <a:ext cx="11430000" cy="365760"/>
          </a:xfrm>
          <a:prstGeom prst="rect">
            <a:avLst/>
          </a:prstGeom>
          <a:noFill/>
          <a:ln/>
        </p:spPr>
        <p:txBody>
          <a:bodyPr wrap="square" rtlCol="0" anchor="ctr"/>
          <a:lstStyle/>
          <a:p>
            <a:pPr marL="0" indent="0" algn="ctr">
              <a:buNone/>
            </a:pPr>
            <a:r>
              <a:rPr lang="en-US" sz="1800" i="1" dirty="0">
                <a:solidFill>
                  <a:srgbClr val="4A5568"/>
                </a:solidFill>
                <a:latin typeface="Georgia" pitchFamily="34" charset="0"/>
                <a:ea typeface="Georgia" pitchFamily="34" charset="-122"/>
                <a:cs typeface="Georgia" pitchFamily="34" charset="-120"/>
              </a:rPr>
              <a:t>Coreano NO es chino · es un ALFABETO como el nuestro</a:t>
            </a:r>
            <a:endParaRPr lang="en-US" sz="1800" dirty="0"/>
          </a:p>
        </p:txBody>
      </p:sp>
      <p:sp>
        <p:nvSpPr>
          <p:cNvPr id="5" name="Shape 3"/>
          <p:cNvSpPr/>
          <p:nvPr/>
        </p:nvSpPr>
        <p:spPr>
          <a:xfrm>
            <a:off x="411480" y="2103120"/>
            <a:ext cx="3703320" cy="1371600"/>
          </a:xfrm>
          <a:prstGeom prst="roundRect">
            <a:avLst>
              <a:gd name="adj" fmla="val 6667"/>
            </a:avLst>
          </a:prstGeom>
          <a:solidFill>
            <a:srgbClr val="FFFFFF"/>
          </a:solidFill>
          <a:ln w="12700">
            <a:solidFill>
              <a:srgbClr val="E2E8F0"/>
            </a:solidFill>
            <a:prstDash val="solid"/>
          </a:ln>
        </p:spPr>
      </p:sp>
      <p:sp>
        <p:nvSpPr>
          <p:cNvPr id="6" name="Text 4"/>
          <p:cNvSpPr/>
          <p:nvPr/>
        </p:nvSpPr>
        <p:spPr>
          <a:xfrm>
            <a:off x="548640" y="2240280"/>
            <a:ext cx="3429000"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Trebuchet MS" pitchFamily="34" charset="0"/>
                <a:ea typeface="Trebuchet MS" pitchFamily="34" charset="-122"/>
                <a:cs typeface="Trebuchet MS" pitchFamily="34" charset="-120"/>
              </a:rPr>
              <a:t>ABC</a:t>
            </a:r>
            <a:endParaRPr lang="en-US" sz="3200" dirty="0"/>
          </a:p>
        </p:txBody>
      </p:sp>
      <p:sp>
        <p:nvSpPr>
          <p:cNvPr id="7" name="Text 5"/>
          <p:cNvSpPr/>
          <p:nvPr/>
        </p:nvSpPr>
        <p:spPr>
          <a:xfrm>
            <a:off x="548640" y="2926080"/>
            <a:ext cx="3429000" cy="274320"/>
          </a:xfrm>
          <a:prstGeom prst="rect">
            <a:avLst/>
          </a:prstGeom>
          <a:noFill/>
          <a:ln/>
        </p:spPr>
        <p:txBody>
          <a:bodyPr wrap="square" lIns="0" tIns="0" rIns="0" bIns="0" rtlCol="0" anchor="ctr"/>
          <a:lstStyle/>
          <a:p>
            <a:pPr marL="0" indent="0" algn="ctr">
              <a:buNone/>
            </a:pPr>
            <a:r>
              <a:rPr lang="en-US" sz="1300" b="1" dirty="0">
                <a:solidFill>
                  <a:srgbClr val="0F172A"/>
                </a:solidFill>
                <a:latin typeface="Trebuchet MS" pitchFamily="34" charset="0"/>
                <a:ea typeface="Trebuchet MS" pitchFamily="34" charset="-122"/>
                <a:cs typeface="Trebuchet MS" pitchFamily="34" charset="-120"/>
              </a:rPr>
              <a:t>Latin / Roman</a:t>
            </a:r>
            <a:endParaRPr lang="en-US" sz="1300" dirty="0"/>
          </a:p>
        </p:txBody>
      </p:sp>
      <p:sp>
        <p:nvSpPr>
          <p:cNvPr id="8" name="Text 6"/>
          <p:cNvSpPr/>
          <p:nvPr/>
        </p:nvSpPr>
        <p:spPr>
          <a:xfrm>
            <a:off x="548640" y="3154680"/>
            <a:ext cx="3429000" cy="274320"/>
          </a:xfrm>
          <a:prstGeom prst="rect">
            <a:avLst/>
          </a:prstGeom>
          <a:noFill/>
          <a:ln/>
        </p:spPr>
        <p:txBody>
          <a:bodyPr wrap="square" lIns="0" tIns="0" rIns="0" bIns="0" rtlCol="0" anchor="ctr"/>
          <a:lstStyle/>
          <a:p>
            <a:pPr marL="0" indent="0" algn="ctr">
              <a:buNone/>
            </a:pPr>
            <a:r>
              <a:rPr lang="en-US" sz="1100" i="1" dirty="0">
                <a:solidFill>
                  <a:srgbClr val="4A5568"/>
                </a:solidFill>
                <a:latin typeface="Calibri" pitchFamily="34" charset="0"/>
                <a:ea typeface="Calibri" pitchFamily="34" charset="-122"/>
                <a:cs typeface="Calibri" pitchFamily="34" charset="-120"/>
              </a:rPr>
              <a:t>Occidente · LATAM</a:t>
            </a:r>
            <a:endParaRPr lang="en-US" sz="1100" dirty="0"/>
          </a:p>
        </p:txBody>
      </p:sp>
      <p:sp>
        <p:nvSpPr>
          <p:cNvPr id="9" name="Shape 7"/>
          <p:cNvSpPr/>
          <p:nvPr/>
        </p:nvSpPr>
        <p:spPr>
          <a:xfrm>
            <a:off x="4224528" y="2103120"/>
            <a:ext cx="3703320" cy="1371600"/>
          </a:xfrm>
          <a:prstGeom prst="roundRect">
            <a:avLst>
              <a:gd name="adj" fmla="val 6667"/>
            </a:avLst>
          </a:prstGeom>
          <a:solidFill>
            <a:srgbClr val="FFFFFF"/>
          </a:solidFill>
          <a:ln w="12700">
            <a:solidFill>
              <a:srgbClr val="E2E8F0"/>
            </a:solidFill>
            <a:prstDash val="solid"/>
          </a:ln>
        </p:spPr>
      </p:sp>
      <p:sp>
        <p:nvSpPr>
          <p:cNvPr id="10" name="Text 8"/>
          <p:cNvSpPr/>
          <p:nvPr/>
        </p:nvSpPr>
        <p:spPr>
          <a:xfrm>
            <a:off x="4361688" y="2240280"/>
            <a:ext cx="3429000"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Trebuchet MS" pitchFamily="34" charset="0"/>
                <a:ea typeface="Trebuchet MS" pitchFamily="34" charset="-122"/>
                <a:cs typeface="Trebuchet MS" pitchFamily="34" charset="-120"/>
              </a:rPr>
              <a:t>Кириллица</a:t>
            </a:r>
            <a:endParaRPr lang="en-US" sz="3200" dirty="0"/>
          </a:p>
        </p:txBody>
      </p:sp>
      <p:sp>
        <p:nvSpPr>
          <p:cNvPr id="11" name="Text 9"/>
          <p:cNvSpPr/>
          <p:nvPr/>
        </p:nvSpPr>
        <p:spPr>
          <a:xfrm>
            <a:off x="4361688" y="2926080"/>
            <a:ext cx="3429000" cy="274320"/>
          </a:xfrm>
          <a:prstGeom prst="rect">
            <a:avLst/>
          </a:prstGeom>
          <a:noFill/>
          <a:ln/>
        </p:spPr>
        <p:txBody>
          <a:bodyPr wrap="square" lIns="0" tIns="0" rIns="0" bIns="0" rtlCol="0" anchor="ctr"/>
          <a:lstStyle/>
          <a:p>
            <a:pPr marL="0" indent="0" algn="ctr">
              <a:buNone/>
            </a:pPr>
            <a:r>
              <a:rPr lang="en-US" sz="1300" b="1" dirty="0">
                <a:solidFill>
                  <a:srgbClr val="0F172A"/>
                </a:solidFill>
                <a:latin typeface="Trebuchet MS" pitchFamily="34" charset="0"/>
                <a:ea typeface="Trebuchet MS" pitchFamily="34" charset="-122"/>
                <a:cs typeface="Trebuchet MS" pitchFamily="34" charset="-120"/>
              </a:rPr>
              <a:t>Cirílico</a:t>
            </a:r>
            <a:endParaRPr lang="en-US" sz="1300" dirty="0"/>
          </a:p>
        </p:txBody>
      </p:sp>
      <p:sp>
        <p:nvSpPr>
          <p:cNvPr id="12" name="Text 10"/>
          <p:cNvSpPr/>
          <p:nvPr/>
        </p:nvSpPr>
        <p:spPr>
          <a:xfrm>
            <a:off x="4361688" y="3154680"/>
            <a:ext cx="3429000" cy="274320"/>
          </a:xfrm>
          <a:prstGeom prst="rect">
            <a:avLst/>
          </a:prstGeom>
          <a:noFill/>
          <a:ln/>
        </p:spPr>
        <p:txBody>
          <a:bodyPr wrap="square" lIns="0" tIns="0" rIns="0" bIns="0" rtlCol="0" anchor="ctr"/>
          <a:lstStyle/>
          <a:p>
            <a:pPr marL="0" indent="0" algn="ctr">
              <a:buNone/>
            </a:pPr>
            <a:r>
              <a:rPr lang="en-US" sz="1100" i="1" dirty="0">
                <a:solidFill>
                  <a:srgbClr val="4A5568"/>
                </a:solidFill>
                <a:latin typeface="Calibri" pitchFamily="34" charset="0"/>
                <a:ea typeface="Calibri" pitchFamily="34" charset="-122"/>
                <a:cs typeface="Calibri" pitchFamily="34" charset="-120"/>
              </a:rPr>
              <a:t>Rusia · Ucrania</a:t>
            </a:r>
            <a:endParaRPr lang="en-US" sz="1100" dirty="0"/>
          </a:p>
        </p:txBody>
      </p:sp>
      <p:sp>
        <p:nvSpPr>
          <p:cNvPr id="13" name="Shape 11"/>
          <p:cNvSpPr/>
          <p:nvPr/>
        </p:nvSpPr>
        <p:spPr>
          <a:xfrm>
            <a:off x="8037576" y="2103120"/>
            <a:ext cx="3703320" cy="1371600"/>
          </a:xfrm>
          <a:prstGeom prst="roundRect">
            <a:avLst>
              <a:gd name="adj" fmla="val 6667"/>
            </a:avLst>
          </a:prstGeom>
          <a:solidFill>
            <a:srgbClr val="FFFFFF"/>
          </a:solidFill>
          <a:ln w="12700">
            <a:solidFill>
              <a:srgbClr val="E2E8F0"/>
            </a:solidFill>
            <a:prstDash val="solid"/>
          </a:ln>
        </p:spPr>
      </p:sp>
      <p:sp>
        <p:nvSpPr>
          <p:cNvPr id="14" name="Text 12"/>
          <p:cNvSpPr/>
          <p:nvPr/>
        </p:nvSpPr>
        <p:spPr>
          <a:xfrm>
            <a:off x="8174736" y="2240280"/>
            <a:ext cx="3429000"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Trebuchet MS" pitchFamily="34" charset="0"/>
                <a:ea typeface="Trebuchet MS" pitchFamily="34" charset="-122"/>
                <a:cs typeface="Trebuchet MS" pitchFamily="34" charset="-120"/>
              </a:rPr>
              <a:t>देवनागरी</a:t>
            </a:r>
            <a:endParaRPr lang="en-US" sz="3200" dirty="0"/>
          </a:p>
        </p:txBody>
      </p:sp>
      <p:sp>
        <p:nvSpPr>
          <p:cNvPr id="15" name="Text 13"/>
          <p:cNvSpPr/>
          <p:nvPr/>
        </p:nvSpPr>
        <p:spPr>
          <a:xfrm>
            <a:off x="8174736" y="2926080"/>
            <a:ext cx="3429000" cy="274320"/>
          </a:xfrm>
          <a:prstGeom prst="rect">
            <a:avLst/>
          </a:prstGeom>
          <a:noFill/>
          <a:ln/>
        </p:spPr>
        <p:txBody>
          <a:bodyPr wrap="square" lIns="0" tIns="0" rIns="0" bIns="0" rtlCol="0" anchor="ctr"/>
          <a:lstStyle/>
          <a:p>
            <a:pPr marL="0" indent="0" algn="ctr">
              <a:buNone/>
            </a:pPr>
            <a:r>
              <a:rPr lang="en-US" sz="1300" b="1" dirty="0">
                <a:solidFill>
                  <a:srgbClr val="0F172A"/>
                </a:solidFill>
                <a:latin typeface="Trebuchet MS" pitchFamily="34" charset="0"/>
                <a:ea typeface="Trebuchet MS" pitchFamily="34" charset="-122"/>
                <a:cs typeface="Trebuchet MS" pitchFamily="34" charset="-120"/>
              </a:rPr>
              <a:t>Devanagari</a:t>
            </a:r>
            <a:endParaRPr lang="en-US" sz="1300" dirty="0"/>
          </a:p>
        </p:txBody>
      </p:sp>
      <p:sp>
        <p:nvSpPr>
          <p:cNvPr id="16" name="Text 14"/>
          <p:cNvSpPr/>
          <p:nvPr/>
        </p:nvSpPr>
        <p:spPr>
          <a:xfrm>
            <a:off x="8174736" y="3154680"/>
            <a:ext cx="3429000" cy="274320"/>
          </a:xfrm>
          <a:prstGeom prst="rect">
            <a:avLst/>
          </a:prstGeom>
          <a:noFill/>
          <a:ln/>
        </p:spPr>
        <p:txBody>
          <a:bodyPr wrap="square" lIns="0" tIns="0" rIns="0" bIns="0" rtlCol="0" anchor="ctr"/>
          <a:lstStyle/>
          <a:p>
            <a:pPr marL="0" indent="0" algn="ctr">
              <a:buNone/>
            </a:pPr>
            <a:r>
              <a:rPr lang="en-US" sz="1100" i="1" dirty="0">
                <a:solidFill>
                  <a:srgbClr val="4A5568"/>
                </a:solidFill>
                <a:latin typeface="Calibri" pitchFamily="34" charset="0"/>
                <a:ea typeface="Calibri" pitchFamily="34" charset="-122"/>
                <a:cs typeface="Calibri" pitchFamily="34" charset="-120"/>
              </a:rPr>
              <a:t>India · Nepal</a:t>
            </a:r>
            <a:endParaRPr lang="en-US" sz="1100" dirty="0"/>
          </a:p>
        </p:txBody>
      </p:sp>
      <p:sp>
        <p:nvSpPr>
          <p:cNvPr id="17" name="Shape 15"/>
          <p:cNvSpPr/>
          <p:nvPr/>
        </p:nvSpPr>
        <p:spPr>
          <a:xfrm>
            <a:off x="411480" y="3584448"/>
            <a:ext cx="3703320" cy="1371600"/>
          </a:xfrm>
          <a:prstGeom prst="roundRect">
            <a:avLst>
              <a:gd name="adj" fmla="val 6667"/>
            </a:avLst>
          </a:prstGeom>
          <a:solidFill>
            <a:srgbClr val="FFFFFF"/>
          </a:solidFill>
          <a:ln w="12700">
            <a:solidFill>
              <a:srgbClr val="E2E8F0"/>
            </a:solidFill>
            <a:prstDash val="solid"/>
          </a:ln>
        </p:spPr>
      </p:sp>
      <p:sp>
        <p:nvSpPr>
          <p:cNvPr id="18" name="Text 16"/>
          <p:cNvSpPr/>
          <p:nvPr/>
        </p:nvSpPr>
        <p:spPr>
          <a:xfrm>
            <a:off x="548640" y="3721608"/>
            <a:ext cx="3429000" cy="685800"/>
          </a:xfrm>
          <a:prstGeom prst="rect">
            <a:avLst/>
          </a:prstGeom>
          <a:noFill/>
          <a:ln/>
        </p:spPr>
        <p:txBody>
          <a:bodyPr wrap="square" lIns="0" tIns="0" rIns="0" bIns="0" rtlCol="0" anchor="ctr"/>
          <a:lstStyle/>
          <a:p>
            <a:pPr marL="0" indent="0" algn="ctr">
              <a:buNone/>
            </a:pPr>
            <a:r>
              <a:rPr lang="en-US" sz="3200" b="1" dirty="0">
                <a:solidFill>
                  <a:srgbClr val="2EA86B"/>
                </a:solidFill>
                <a:latin typeface="Trebuchet MS" pitchFamily="34" charset="0"/>
                <a:ea typeface="Trebuchet MS" pitchFamily="34" charset="-122"/>
                <a:cs typeface="Trebuchet MS" pitchFamily="34" charset="-120"/>
              </a:rPr>
              <a:t>ตัวอักษรไทย</a:t>
            </a:r>
            <a:endParaRPr lang="en-US" sz="3200" dirty="0"/>
          </a:p>
        </p:txBody>
      </p:sp>
      <p:sp>
        <p:nvSpPr>
          <p:cNvPr id="19" name="Text 17"/>
          <p:cNvSpPr/>
          <p:nvPr/>
        </p:nvSpPr>
        <p:spPr>
          <a:xfrm>
            <a:off x="548640" y="4407408"/>
            <a:ext cx="3429000" cy="274320"/>
          </a:xfrm>
          <a:prstGeom prst="rect">
            <a:avLst/>
          </a:prstGeom>
          <a:noFill/>
          <a:ln/>
        </p:spPr>
        <p:txBody>
          <a:bodyPr wrap="square" lIns="0" tIns="0" rIns="0" bIns="0" rtlCol="0" anchor="ctr"/>
          <a:lstStyle/>
          <a:p>
            <a:pPr marL="0" indent="0" algn="ctr">
              <a:buNone/>
            </a:pPr>
            <a:r>
              <a:rPr lang="en-US" sz="1300" b="1" dirty="0">
                <a:solidFill>
                  <a:srgbClr val="0F172A"/>
                </a:solidFill>
                <a:latin typeface="Trebuchet MS" pitchFamily="34" charset="0"/>
                <a:ea typeface="Trebuchet MS" pitchFamily="34" charset="-122"/>
                <a:cs typeface="Trebuchet MS" pitchFamily="34" charset="-120"/>
              </a:rPr>
              <a:t>Tailandés</a:t>
            </a:r>
            <a:endParaRPr lang="en-US" sz="1300" dirty="0"/>
          </a:p>
        </p:txBody>
      </p:sp>
      <p:sp>
        <p:nvSpPr>
          <p:cNvPr id="20" name="Text 18"/>
          <p:cNvSpPr/>
          <p:nvPr/>
        </p:nvSpPr>
        <p:spPr>
          <a:xfrm>
            <a:off x="548640" y="4636008"/>
            <a:ext cx="3429000" cy="274320"/>
          </a:xfrm>
          <a:prstGeom prst="rect">
            <a:avLst/>
          </a:prstGeom>
          <a:noFill/>
          <a:ln/>
        </p:spPr>
        <p:txBody>
          <a:bodyPr wrap="square" lIns="0" tIns="0" rIns="0" bIns="0" rtlCol="0" anchor="ctr"/>
          <a:lstStyle/>
          <a:p>
            <a:pPr marL="0" indent="0" algn="ctr">
              <a:buNone/>
            </a:pPr>
            <a:r>
              <a:rPr lang="en-US" sz="1100" i="1" dirty="0">
                <a:solidFill>
                  <a:srgbClr val="4A5568"/>
                </a:solidFill>
                <a:latin typeface="Calibri" pitchFamily="34" charset="0"/>
                <a:ea typeface="Calibri" pitchFamily="34" charset="-122"/>
                <a:cs typeface="Calibri" pitchFamily="34" charset="-120"/>
              </a:rPr>
              <a:t>Tailandia</a:t>
            </a:r>
            <a:endParaRPr lang="en-US" sz="1100" dirty="0"/>
          </a:p>
        </p:txBody>
      </p:sp>
      <p:sp>
        <p:nvSpPr>
          <p:cNvPr id="21" name="Shape 19"/>
          <p:cNvSpPr/>
          <p:nvPr/>
        </p:nvSpPr>
        <p:spPr>
          <a:xfrm>
            <a:off x="4224528" y="3584448"/>
            <a:ext cx="3703320" cy="1371600"/>
          </a:xfrm>
          <a:prstGeom prst="roundRect">
            <a:avLst>
              <a:gd name="adj" fmla="val 6667"/>
            </a:avLst>
          </a:prstGeom>
          <a:solidFill>
            <a:srgbClr val="FFFFFF"/>
          </a:solidFill>
          <a:ln w="12700">
            <a:solidFill>
              <a:srgbClr val="E2E8F0"/>
            </a:solidFill>
            <a:prstDash val="solid"/>
          </a:ln>
        </p:spPr>
      </p:sp>
      <p:sp>
        <p:nvSpPr>
          <p:cNvPr id="22" name="Text 20"/>
          <p:cNvSpPr/>
          <p:nvPr/>
        </p:nvSpPr>
        <p:spPr>
          <a:xfrm>
            <a:off x="4361688" y="3721608"/>
            <a:ext cx="3429000" cy="685800"/>
          </a:xfrm>
          <a:prstGeom prst="rect">
            <a:avLst/>
          </a:prstGeom>
          <a:noFill/>
          <a:ln/>
        </p:spPr>
        <p:txBody>
          <a:bodyPr wrap="square" lIns="0" tIns="0" rIns="0" bIns="0" rtlCol="0" anchor="ctr"/>
          <a:lstStyle/>
          <a:p>
            <a:pPr marL="0" indent="0" algn="ctr">
              <a:buNone/>
            </a:pPr>
            <a:r>
              <a:rPr lang="en-US" sz="3200" b="1" dirty="0">
                <a:solidFill>
                  <a:srgbClr val="F2C73A"/>
                </a:solidFill>
                <a:latin typeface="Trebuchet MS" pitchFamily="34" charset="0"/>
                <a:ea typeface="Trebuchet MS" pitchFamily="34" charset="-122"/>
                <a:cs typeface="Trebuchet MS" pitchFamily="34" charset="-120"/>
              </a:rPr>
              <a:t>αλφάβητο</a:t>
            </a:r>
            <a:endParaRPr lang="en-US" sz="3200" dirty="0"/>
          </a:p>
        </p:txBody>
      </p:sp>
      <p:sp>
        <p:nvSpPr>
          <p:cNvPr id="23" name="Text 21"/>
          <p:cNvSpPr/>
          <p:nvPr/>
        </p:nvSpPr>
        <p:spPr>
          <a:xfrm>
            <a:off x="4361688" y="4407408"/>
            <a:ext cx="3429000" cy="274320"/>
          </a:xfrm>
          <a:prstGeom prst="rect">
            <a:avLst/>
          </a:prstGeom>
          <a:noFill/>
          <a:ln/>
        </p:spPr>
        <p:txBody>
          <a:bodyPr wrap="square" lIns="0" tIns="0" rIns="0" bIns="0" rtlCol="0" anchor="ctr"/>
          <a:lstStyle/>
          <a:p>
            <a:pPr marL="0" indent="0" algn="ctr">
              <a:buNone/>
            </a:pPr>
            <a:r>
              <a:rPr lang="en-US" sz="1300" b="1" dirty="0">
                <a:solidFill>
                  <a:srgbClr val="0F172A"/>
                </a:solidFill>
                <a:latin typeface="Trebuchet MS" pitchFamily="34" charset="0"/>
                <a:ea typeface="Trebuchet MS" pitchFamily="34" charset="-122"/>
                <a:cs typeface="Trebuchet MS" pitchFamily="34" charset="-120"/>
              </a:rPr>
              <a:t>Griego</a:t>
            </a:r>
            <a:endParaRPr lang="en-US" sz="1300" dirty="0"/>
          </a:p>
        </p:txBody>
      </p:sp>
      <p:sp>
        <p:nvSpPr>
          <p:cNvPr id="24" name="Text 22"/>
          <p:cNvSpPr/>
          <p:nvPr/>
        </p:nvSpPr>
        <p:spPr>
          <a:xfrm>
            <a:off x="4361688" y="4636008"/>
            <a:ext cx="3429000" cy="274320"/>
          </a:xfrm>
          <a:prstGeom prst="rect">
            <a:avLst/>
          </a:prstGeom>
          <a:noFill/>
          <a:ln/>
        </p:spPr>
        <p:txBody>
          <a:bodyPr wrap="square" lIns="0" tIns="0" rIns="0" bIns="0" rtlCol="0" anchor="ctr"/>
          <a:lstStyle/>
          <a:p>
            <a:pPr marL="0" indent="0" algn="ctr">
              <a:buNone/>
            </a:pPr>
            <a:r>
              <a:rPr lang="en-US" sz="1100" i="1" dirty="0">
                <a:solidFill>
                  <a:srgbClr val="4A5568"/>
                </a:solidFill>
                <a:latin typeface="Calibri" pitchFamily="34" charset="0"/>
                <a:ea typeface="Calibri" pitchFamily="34" charset="-122"/>
                <a:cs typeface="Calibri" pitchFamily="34" charset="-120"/>
              </a:rPr>
              <a:t>Grecia</a:t>
            </a:r>
            <a:endParaRPr lang="en-US" sz="1100" dirty="0"/>
          </a:p>
        </p:txBody>
      </p:sp>
      <p:sp>
        <p:nvSpPr>
          <p:cNvPr id="25" name="Shape 23"/>
          <p:cNvSpPr/>
          <p:nvPr/>
        </p:nvSpPr>
        <p:spPr>
          <a:xfrm>
            <a:off x="8037576" y="3584448"/>
            <a:ext cx="3703320" cy="1371600"/>
          </a:xfrm>
          <a:prstGeom prst="roundRect">
            <a:avLst>
              <a:gd name="adj" fmla="val 6667"/>
            </a:avLst>
          </a:prstGeom>
          <a:solidFill>
            <a:srgbClr val="2A1FB8"/>
          </a:solidFill>
          <a:ln w="38100">
            <a:solidFill>
              <a:srgbClr val="2A1FB8"/>
            </a:solidFill>
            <a:prstDash val="solid"/>
          </a:ln>
        </p:spPr>
      </p:sp>
      <p:sp>
        <p:nvSpPr>
          <p:cNvPr id="26" name="Text 24"/>
          <p:cNvSpPr/>
          <p:nvPr/>
        </p:nvSpPr>
        <p:spPr>
          <a:xfrm>
            <a:off x="8174736" y="3721608"/>
            <a:ext cx="3429000" cy="685800"/>
          </a:xfrm>
          <a:prstGeom prst="rect">
            <a:avLst/>
          </a:prstGeom>
          <a:noFill/>
          <a:ln/>
        </p:spPr>
        <p:txBody>
          <a:bodyPr wrap="square" lIns="0" tIns="0" rIns="0" bIns="0" rtlCol="0" anchor="ctr"/>
          <a:lstStyle/>
          <a:p>
            <a:pPr marL="0" indent="0" algn="ctr">
              <a:buNone/>
            </a:pPr>
            <a:r>
              <a:rPr lang="en-US" sz="3200" b="1" dirty="0">
                <a:solidFill>
                  <a:srgbClr val="FFFFFF"/>
                </a:solidFill>
                <a:latin typeface="Malgun Gothic" pitchFamily="34" charset="0"/>
                <a:ea typeface="Malgun Gothic" pitchFamily="34" charset="-122"/>
                <a:cs typeface="Malgun Gothic" pitchFamily="34" charset="-120"/>
              </a:rPr>
              <a:t>한글</a:t>
            </a:r>
            <a:endParaRPr lang="en-US" sz="3200" dirty="0"/>
          </a:p>
        </p:txBody>
      </p:sp>
      <p:sp>
        <p:nvSpPr>
          <p:cNvPr id="27" name="Text 25"/>
          <p:cNvSpPr/>
          <p:nvPr/>
        </p:nvSpPr>
        <p:spPr>
          <a:xfrm>
            <a:off x="8174736" y="4407408"/>
            <a:ext cx="342900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Hangul</a:t>
            </a:r>
            <a:endParaRPr lang="en-US" sz="1300" dirty="0"/>
          </a:p>
        </p:txBody>
      </p:sp>
      <p:sp>
        <p:nvSpPr>
          <p:cNvPr id="28" name="Text 26"/>
          <p:cNvSpPr/>
          <p:nvPr/>
        </p:nvSpPr>
        <p:spPr>
          <a:xfrm>
            <a:off x="8174736" y="4636008"/>
            <a:ext cx="3429000" cy="274320"/>
          </a:xfrm>
          <a:prstGeom prst="rect">
            <a:avLst/>
          </a:prstGeom>
          <a:noFill/>
          <a:ln/>
        </p:spPr>
        <p:txBody>
          <a:bodyPr wrap="square" lIns="0" tIns="0" rIns="0" bIns="0" rtlCol="0" anchor="ctr"/>
          <a:lstStyle/>
          <a:p>
            <a:pPr marL="0" indent="0" algn="ctr">
              <a:buNone/>
            </a:pPr>
            <a:r>
              <a:rPr lang="en-US" sz="1100" i="1" dirty="0">
                <a:solidFill>
                  <a:srgbClr val="FFC8C8"/>
                </a:solidFill>
                <a:latin typeface="Calibri" pitchFamily="34" charset="0"/>
                <a:ea typeface="Calibri" pitchFamily="34" charset="-122"/>
                <a:cs typeface="Calibri" pitchFamily="34" charset="-120"/>
              </a:rPr>
              <a:t>Corea · TÚ en 60 min</a:t>
            </a:r>
            <a:endParaRPr lang="en-US" sz="1100" dirty="0"/>
          </a:p>
        </p:txBody>
      </p:sp>
      <p:sp>
        <p:nvSpPr>
          <p:cNvPr id="29" name="Shape 27"/>
          <p:cNvSpPr/>
          <p:nvPr/>
        </p:nvSpPr>
        <p:spPr>
          <a:xfrm>
            <a:off x="411480" y="5065776"/>
            <a:ext cx="3703320" cy="1371600"/>
          </a:xfrm>
          <a:prstGeom prst="roundRect">
            <a:avLst>
              <a:gd name="adj" fmla="val 6667"/>
            </a:avLst>
          </a:prstGeom>
          <a:solidFill>
            <a:srgbClr val="FFFFFF"/>
          </a:solidFill>
          <a:ln w="12700">
            <a:solidFill>
              <a:srgbClr val="E2E8F0"/>
            </a:solidFill>
            <a:prstDash val="solid"/>
          </a:ln>
        </p:spPr>
      </p:sp>
      <p:sp>
        <p:nvSpPr>
          <p:cNvPr id="30" name="Text 28"/>
          <p:cNvSpPr/>
          <p:nvPr/>
        </p:nvSpPr>
        <p:spPr>
          <a:xfrm>
            <a:off x="548640" y="5202936"/>
            <a:ext cx="3429000" cy="685800"/>
          </a:xfrm>
          <a:prstGeom prst="rect">
            <a:avLst/>
          </a:prstGeom>
          <a:noFill/>
          <a:ln/>
        </p:spPr>
        <p:txBody>
          <a:bodyPr wrap="square" lIns="0" tIns="0" rIns="0" bIns="0" rtlCol="0" anchor="ctr"/>
          <a:lstStyle/>
          <a:p>
            <a:pPr marL="0" indent="0" algn="ctr">
              <a:buNone/>
            </a:pPr>
            <a:r>
              <a:rPr lang="en-US" sz="3200" b="1" dirty="0">
                <a:solidFill>
                  <a:srgbClr val="4A5568"/>
                </a:solidFill>
                <a:latin typeface="Trebuchet MS" pitchFamily="34" charset="0"/>
                <a:ea typeface="Trebuchet MS" pitchFamily="34" charset="-122"/>
                <a:cs typeface="Trebuchet MS" pitchFamily="34" charset="-120"/>
              </a:rPr>
              <a:t>漢字</a:t>
            </a:r>
            <a:endParaRPr lang="en-US" sz="3200" dirty="0"/>
          </a:p>
        </p:txBody>
      </p:sp>
      <p:sp>
        <p:nvSpPr>
          <p:cNvPr id="31" name="Text 29"/>
          <p:cNvSpPr/>
          <p:nvPr/>
        </p:nvSpPr>
        <p:spPr>
          <a:xfrm>
            <a:off x="548640" y="5888736"/>
            <a:ext cx="3429000" cy="274320"/>
          </a:xfrm>
          <a:prstGeom prst="rect">
            <a:avLst/>
          </a:prstGeom>
          <a:noFill/>
          <a:ln/>
        </p:spPr>
        <p:txBody>
          <a:bodyPr wrap="square" lIns="0" tIns="0" rIns="0" bIns="0" rtlCol="0" anchor="ctr"/>
          <a:lstStyle/>
          <a:p>
            <a:pPr marL="0" indent="0" algn="ctr">
              <a:buNone/>
            </a:pPr>
            <a:r>
              <a:rPr lang="en-US" sz="1300" b="1" dirty="0">
                <a:solidFill>
                  <a:srgbClr val="0F172A"/>
                </a:solidFill>
                <a:latin typeface="Trebuchet MS" pitchFamily="34" charset="0"/>
                <a:ea typeface="Trebuchet MS" pitchFamily="34" charset="-122"/>
                <a:cs typeface="Trebuchet MS" pitchFamily="34" charset="-120"/>
              </a:rPr>
              <a:t>Caracteres Han</a:t>
            </a:r>
            <a:endParaRPr lang="en-US" sz="1300" dirty="0"/>
          </a:p>
        </p:txBody>
      </p:sp>
      <p:sp>
        <p:nvSpPr>
          <p:cNvPr id="32" name="Text 30"/>
          <p:cNvSpPr/>
          <p:nvPr/>
        </p:nvSpPr>
        <p:spPr>
          <a:xfrm>
            <a:off x="548640" y="6117336"/>
            <a:ext cx="3429000" cy="274320"/>
          </a:xfrm>
          <a:prstGeom prst="rect">
            <a:avLst/>
          </a:prstGeom>
          <a:noFill/>
          <a:ln/>
        </p:spPr>
        <p:txBody>
          <a:bodyPr wrap="square" lIns="0" tIns="0" rIns="0" bIns="0" rtlCol="0" anchor="ctr"/>
          <a:lstStyle/>
          <a:p>
            <a:pPr marL="0" indent="0" algn="ctr">
              <a:buNone/>
            </a:pPr>
            <a:r>
              <a:rPr lang="en-US" sz="1100" i="1" dirty="0">
                <a:solidFill>
                  <a:srgbClr val="4A5568"/>
                </a:solidFill>
                <a:latin typeface="Calibri" pitchFamily="34" charset="0"/>
                <a:ea typeface="Calibri" pitchFamily="34" charset="-122"/>
                <a:cs typeface="Calibri" pitchFamily="34" charset="-120"/>
              </a:rPr>
              <a:t>China · Japón</a:t>
            </a:r>
            <a:endParaRPr lang="en-US" sz="1100" dirty="0"/>
          </a:p>
        </p:txBody>
      </p:sp>
      <p:sp>
        <p:nvSpPr>
          <p:cNvPr id="33" name="Shape 31"/>
          <p:cNvSpPr/>
          <p:nvPr/>
        </p:nvSpPr>
        <p:spPr>
          <a:xfrm>
            <a:off x="4224528" y="5065776"/>
            <a:ext cx="3703320" cy="1371600"/>
          </a:xfrm>
          <a:prstGeom prst="roundRect">
            <a:avLst>
              <a:gd name="adj" fmla="val 6667"/>
            </a:avLst>
          </a:prstGeom>
          <a:solidFill>
            <a:srgbClr val="FFFFFF"/>
          </a:solidFill>
          <a:ln w="12700">
            <a:solidFill>
              <a:srgbClr val="E2E8F0"/>
            </a:solidFill>
            <a:prstDash val="solid"/>
          </a:ln>
        </p:spPr>
      </p:sp>
      <p:sp>
        <p:nvSpPr>
          <p:cNvPr id="34" name="Text 32"/>
          <p:cNvSpPr/>
          <p:nvPr/>
        </p:nvSpPr>
        <p:spPr>
          <a:xfrm>
            <a:off x="4361688" y="5202936"/>
            <a:ext cx="3429000" cy="685800"/>
          </a:xfrm>
          <a:prstGeom prst="rect">
            <a:avLst/>
          </a:prstGeom>
          <a:noFill/>
          <a:ln/>
        </p:spPr>
        <p:txBody>
          <a:bodyPr wrap="square" lIns="0" tIns="0" rIns="0" bIns="0" rtlCol="0" anchor="ctr"/>
          <a:lstStyle/>
          <a:p>
            <a:pPr marL="0" indent="0" algn="ctr">
              <a:buNone/>
            </a:pPr>
            <a:r>
              <a:rPr lang="en-US" sz="3200" b="1" dirty="0">
                <a:solidFill>
                  <a:srgbClr val="FFC8C8"/>
                </a:solidFill>
                <a:latin typeface="Trebuchet MS" pitchFamily="34" charset="0"/>
                <a:ea typeface="Trebuchet MS" pitchFamily="34" charset="-122"/>
                <a:cs typeface="Trebuchet MS" pitchFamily="34" charset="-120"/>
              </a:rPr>
              <a:t>ひらがな</a:t>
            </a:r>
            <a:endParaRPr lang="en-US" sz="3200" dirty="0"/>
          </a:p>
        </p:txBody>
      </p:sp>
      <p:sp>
        <p:nvSpPr>
          <p:cNvPr id="35" name="Text 33"/>
          <p:cNvSpPr/>
          <p:nvPr/>
        </p:nvSpPr>
        <p:spPr>
          <a:xfrm>
            <a:off x="4361688" y="5888736"/>
            <a:ext cx="3429000" cy="274320"/>
          </a:xfrm>
          <a:prstGeom prst="rect">
            <a:avLst/>
          </a:prstGeom>
          <a:noFill/>
          <a:ln/>
        </p:spPr>
        <p:txBody>
          <a:bodyPr wrap="square" lIns="0" tIns="0" rIns="0" bIns="0" rtlCol="0" anchor="ctr"/>
          <a:lstStyle/>
          <a:p>
            <a:pPr marL="0" indent="0" algn="ctr">
              <a:buNone/>
            </a:pPr>
            <a:r>
              <a:rPr lang="en-US" sz="1300" b="1" dirty="0">
                <a:solidFill>
                  <a:srgbClr val="0F172A"/>
                </a:solidFill>
                <a:latin typeface="Trebuchet MS" pitchFamily="34" charset="0"/>
                <a:ea typeface="Trebuchet MS" pitchFamily="34" charset="-122"/>
                <a:cs typeface="Trebuchet MS" pitchFamily="34" charset="-120"/>
              </a:rPr>
              <a:t>Hiragana</a:t>
            </a:r>
            <a:endParaRPr lang="en-US" sz="1300" dirty="0"/>
          </a:p>
        </p:txBody>
      </p:sp>
      <p:sp>
        <p:nvSpPr>
          <p:cNvPr id="36" name="Text 34"/>
          <p:cNvSpPr/>
          <p:nvPr/>
        </p:nvSpPr>
        <p:spPr>
          <a:xfrm>
            <a:off x="4361688" y="6117336"/>
            <a:ext cx="3429000" cy="274320"/>
          </a:xfrm>
          <a:prstGeom prst="rect">
            <a:avLst/>
          </a:prstGeom>
          <a:noFill/>
          <a:ln/>
        </p:spPr>
        <p:txBody>
          <a:bodyPr wrap="square" lIns="0" tIns="0" rIns="0" bIns="0" rtlCol="0" anchor="ctr"/>
          <a:lstStyle/>
          <a:p>
            <a:pPr marL="0" indent="0" algn="ctr">
              <a:buNone/>
            </a:pPr>
            <a:r>
              <a:rPr lang="en-US" sz="1100" i="1" dirty="0">
                <a:solidFill>
                  <a:srgbClr val="4A5568"/>
                </a:solidFill>
                <a:latin typeface="Calibri" pitchFamily="34" charset="0"/>
                <a:ea typeface="Calibri" pitchFamily="34" charset="-122"/>
                <a:cs typeface="Calibri" pitchFamily="34" charset="-120"/>
              </a:rPr>
              <a:t>Japón</a:t>
            </a:r>
            <a:endParaRPr lang="en-US" sz="1100" dirty="0"/>
          </a:p>
        </p:txBody>
      </p:sp>
      <p:sp>
        <p:nvSpPr>
          <p:cNvPr id="37" name="Shape 35"/>
          <p:cNvSpPr/>
          <p:nvPr/>
        </p:nvSpPr>
        <p:spPr>
          <a:xfrm>
            <a:off x="8037576" y="5065776"/>
            <a:ext cx="3703320" cy="1371600"/>
          </a:xfrm>
          <a:prstGeom prst="roundRect">
            <a:avLst>
              <a:gd name="adj" fmla="val 6667"/>
            </a:avLst>
          </a:prstGeom>
          <a:solidFill>
            <a:srgbClr val="FFFFFF"/>
          </a:solidFill>
          <a:ln w="12700">
            <a:solidFill>
              <a:srgbClr val="E2E8F0"/>
            </a:solidFill>
            <a:prstDash val="solid"/>
          </a:ln>
        </p:spPr>
      </p:sp>
      <p:sp>
        <p:nvSpPr>
          <p:cNvPr id="38" name="Text 36"/>
          <p:cNvSpPr/>
          <p:nvPr/>
        </p:nvSpPr>
        <p:spPr>
          <a:xfrm>
            <a:off x="8174736" y="5202936"/>
            <a:ext cx="3429000"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Trebuchet MS" pitchFamily="34" charset="0"/>
                <a:ea typeface="Trebuchet MS" pitchFamily="34" charset="-122"/>
                <a:cs typeface="Trebuchet MS" pitchFamily="34" charset="-120"/>
              </a:rPr>
              <a:t>العَرَبِيَّة</a:t>
            </a:r>
            <a:endParaRPr lang="en-US" sz="3200" dirty="0"/>
          </a:p>
        </p:txBody>
      </p:sp>
      <p:sp>
        <p:nvSpPr>
          <p:cNvPr id="39" name="Text 37"/>
          <p:cNvSpPr/>
          <p:nvPr/>
        </p:nvSpPr>
        <p:spPr>
          <a:xfrm>
            <a:off x="8174736" y="5888736"/>
            <a:ext cx="3429000" cy="274320"/>
          </a:xfrm>
          <a:prstGeom prst="rect">
            <a:avLst/>
          </a:prstGeom>
          <a:noFill/>
          <a:ln/>
        </p:spPr>
        <p:txBody>
          <a:bodyPr wrap="square" lIns="0" tIns="0" rIns="0" bIns="0" rtlCol="0" anchor="ctr"/>
          <a:lstStyle/>
          <a:p>
            <a:pPr marL="0" indent="0" algn="ctr">
              <a:buNone/>
            </a:pPr>
            <a:r>
              <a:rPr lang="en-US" sz="1300" b="1" dirty="0">
                <a:solidFill>
                  <a:srgbClr val="0F172A"/>
                </a:solidFill>
                <a:latin typeface="Trebuchet MS" pitchFamily="34" charset="0"/>
                <a:ea typeface="Trebuchet MS" pitchFamily="34" charset="-122"/>
                <a:cs typeface="Trebuchet MS" pitchFamily="34" charset="-120"/>
              </a:rPr>
              <a:t>Árabe</a:t>
            </a:r>
            <a:endParaRPr lang="en-US" sz="1300" dirty="0"/>
          </a:p>
        </p:txBody>
      </p:sp>
      <p:sp>
        <p:nvSpPr>
          <p:cNvPr id="40" name="Text 38"/>
          <p:cNvSpPr/>
          <p:nvPr/>
        </p:nvSpPr>
        <p:spPr>
          <a:xfrm>
            <a:off x="8174736" y="6117336"/>
            <a:ext cx="3429000" cy="274320"/>
          </a:xfrm>
          <a:prstGeom prst="rect">
            <a:avLst/>
          </a:prstGeom>
          <a:noFill/>
          <a:ln/>
        </p:spPr>
        <p:txBody>
          <a:bodyPr wrap="square" lIns="0" tIns="0" rIns="0" bIns="0" rtlCol="0" anchor="ctr"/>
          <a:lstStyle/>
          <a:p>
            <a:pPr marL="0" indent="0" algn="ctr">
              <a:buNone/>
            </a:pPr>
            <a:r>
              <a:rPr lang="en-US" sz="1100" i="1" dirty="0">
                <a:solidFill>
                  <a:srgbClr val="4A5568"/>
                </a:solidFill>
                <a:latin typeface="Calibri" pitchFamily="34" charset="0"/>
                <a:ea typeface="Calibri" pitchFamily="34" charset="-122"/>
                <a:cs typeface="Calibri" pitchFamily="34" charset="-120"/>
              </a:rPr>
              <a:t>Mundo árabe</a:t>
            </a:r>
            <a:endParaRPr lang="en-US" sz="1100" dirty="0"/>
          </a:p>
        </p:txBody>
      </p:sp>
      <p:sp>
        <p:nvSpPr>
          <p:cNvPr id="41" name="Text 39"/>
          <p:cNvSpPr/>
          <p:nvPr/>
        </p:nvSpPr>
        <p:spPr>
          <a:xfrm>
            <a:off x="365760" y="6199632"/>
            <a:ext cx="11460175" cy="201168"/>
          </a:xfrm>
          <a:prstGeom prst="rect">
            <a:avLst/>
          </a:prstGeom>
          <a:noFill/>
          <a:ln/>
        </p:spPr>
        <p:txBody>
          <a:bodyPr wrap="square" rtlCol="0" anchor="ctr"/>
          <a:lstStyle/>
          <a:p>
            <a:pPr marL="0" indent="0">
              <a:buNone/>
            </a:pPr>
            <a:r>
              <a:rPr lang="en-US" sz="900" i="1" dirty="0">
                <a:solidFill>
                  <a:srgbClr val="94A3B8"/>
                </a:solidFill>
                <a:latin typeface="Calibri" pitchFamily="34" charset="0"/>
                <a:ea typeface="Calibri" pitchFamily="34" charset="-122"/>
                <a:cs typeface="Calibri" pitchFamily="34" charset="-120"/>
              </a:rPr>
              <a:t>Fuente · Korea Foundation. Hangeul – Korea's Unique Alphabet, 2010, p. 12-13.</a:t>
            </a:r>
            <a:endParaRPr lang="en-US" sz="900" dirty="0"/>
          </a:p>
        </p:txBody>
      </p:sp>
      <p:sp>
        <p:nvSpPr>
          <p:cNvPr id="42" name="Text 40"/>
          <p:cNvSpPr/>
          <p:nvPr/>
        </p:nvSpPr>
        <p:spPr>
          <a:xfrm>
            <a:off x="365760" y="6446520"/>
            <a:ext cx="5486400" cy="274320"/>
          </a:xfrm>
          <a:prstGeom prst="rect">
            <a:avLst/>
          </a:prstGeom>
          <a:noFill/>
          <a:ln/>
        </p:spPr>
        <p:txBody>
          <a:bodyPr wrap="square" rtlCol="0" anchor="ctr"/>
          <a:lstStyle/>
          <a:p>
            <a:pPr marL="0" indent="0">
              <a:buNone/>
            </a:pPr>
            <a:r>
              <a:rPr lang="en-US" sz="1000" b="1" kern="0" spc="600" dirty="0">
                <a:solidFill>
                  <a:srgbClr val="94A3B8"/>
                </a:solidFill>
                <a:latin typeface="Trebuchet MS" pitchFamily="34" charset="0"/>
                <a:ea typeface="Trebuchet MS" pitchFamily="34" charset="-122"/>
                <a:cs typeface="Trebuchet MS" pitchFamily="34" charset="-120"/>
              </a:rPr>
              <a:t>ACADEMIA SEÚL  ·  MÉTODO CHINGU™</a:t>
            </a:r>
            <a:endParaRPr lang="en-US" sz="1000" dirty="0"/>
          </a:p>
        </p:txBody>
      </p:sp>
      <p:sp>
        <p:nvSpPr>
          <p:cNvPr id="43" name="Text 41"/>
          <p:cNvSpPr/>
          <p:nvPr/>
        </p:nvSpPr>
        <p:spPr>
          <a:xfrm>
            <a:off x="8991295" y="6446520"/>
            <a:ext cx="2743200" cy="274320"/>
          </a:xfrm>
          <a:prstGeom prst="rect">
            <a:avLst/>
          </a:prstGeom>
          <a:noFill/>
          <a:ln/>
        </p:spPr>
        <p:txBody>
          <a:bodyPr wrap="square" rtlCol="0" anchor="ctr"/>
          <a:lstStyle/>
          <a:p>
            <a:pPr marL="0" indent="0" algn="r">
              <a:buNone/>
            </a:pPr>
            <a:r>
              <a:rPr lang="en-US" sz="1000" b="1" kern="0" spc="600" dirty="0">
                <a:solidFill>
                  <a:srgbClr val="94A3B8"/>
                </a:solidFill>
                <a:latin typeface="Trebuchet MS" pitchFamily="34" charset="0"/>
                <a:ea typeface="Trebuchet MS" pitchFamily="34" charset="-122"/>
                <a:cs typeface="Trebuchet MS" pitchFamily="34" charset="-120"/>
              </a:rPr>
              <a:t>SES 04B  ·  TALLER</a:t>
            </a:r>
            <a:endParaRPr lang="en-US" sz="1000" dirty="0"/>
          </a:p>
        </p:txBody>
      </p:sp>
      <p:pic>
        <p:nvPicPr>
          <p:cNvPr id="44" name="Image 0" descr="/sessions/sleepy-zen-cray/mnt/outputs/deck_assets/logo_var2_azul.png">
            <a:extLst>
              <a:ext uri="{FF2B5EF4-FFF2-40B4-BE49-F238E27FC236}">
                <a16:creationId xmlns:a16="http://schemas.microsoft.com/office/drawing/2014/main" id="{D87ACA8F-24AE-7ED0-39EA-5C3D3136EEA1}"/>
              </a:ext>
            </a:extLst>
          </p:cNvPr>
          <p:cNvPicPr>
            <a:picLocks noChangeAspect="1"/>
          </p:cNvPicPr>
          <p:nvPr/>
        </p:nvPicPr>
        <p:blipFill>
          <a:blip r:embed="rId3"/>
          <a:stretch>
            <a:fillRect/>
          </a:stretch>
        </p:blipFill>
        <p:spPr>
          <a:xfrm>
            <a:off x="9778365" y="-760095"/>
            <a:ext cx="2571750" cy="2571750"/>
          </a:xfrm>
          <a:prstGeom prst="rect">
            <a:avLst/>
          </a:prstGeom>
        </p:spPr>
      </p:pic>
    </p:spTree>
    <p:extLst>
      <p:ext uri="{BB962C8B-B14F-4D97-AF65-F5344CB8AC3E}">
        <p14:creationId xmlns:p14="http://schemas.microsoft.com/office/powerpoint/2010/main" val="10977147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65760" y="365760"/>
            <a:ext cx="6400800" cy="274320"/>
          </a:xfrm>
          <a:prstGeom prst="rect">
            <a:avLst/>
          </a:prstGeom>
          <a:noFill/>
          <a:ln/>
        </p:spPr>
        <p:txBody>
          <a:bodyPr wrap="square" rtlCol="0" anchor="ctr"/>
          <a:lstStyle/>
          <a:p>
            <a:pPr marL="0" indent="0">
              <a:buNone/>
            </a:pPr>
            <a:r>
              <a:rPr lang="en-US" sz="1200" b="1" kern="0" spc="800" dirty="0">
                <a:solidFill>
                  <a:srgbClr val="FE6768"/>
                </a:solidFill>
                <a:latin typeface="Trebuchet MS" pitchFamily="34" charset="0"/>
                <a:ea typeface="Trebuchet MS" pitchFamily="34" charset="-122"/>
                <a:cs typeface="Trebuchet MS" pitchFamily="34" charset="-120"/>
              </a:rPr>
              <a:t>§2.1 · CREDIBILIDAD</a:t>
            </a:r>
            <a:endParaRPr lang="en-US" sz="1200" dirty="0"/>
          </a:p>
        </p:txBody>
      </p:sp>
      <p:sp>
        <p:nvSpPr>
          <p:cNvPr id="3" name="Text 1"/>
          <p:cNvSpPr/>
          <p:nvPr/>
        </p:nvSpPr>
        <p:spPr>
          <a:xfrm>
            <a:off x="365760" y="658368"/>
            <a:ext cx="11430000" cy="640080"/>
          </a:xfrm>
          <a:prstGeom prst="rect">
            <a:avLst/>
          </a:prstGeom>
          <a:noFill/>
          <a:ln/>
        </p:spPr>
        <p:txBody>
          <a:bodyPr wrap="square" rtlCol="0" anchor="ctr"/>
          <a:lstStyle/>
          <a:p>
            <a:pPr marL="0" indent="0">
              <a:buNone/>
            </a:pPr>
            <a:r>
              <a:rPr lang="en-US" sz="3400" b="1" dirty="0">
                <a:solidFill>
                  <a:srgbClr val="0F172A"/>
                </a:solidFill>
                <a:latin typeface="Trebuchet MS" pitchFamily="34" charset="0"/>
                <a:ea typeface="Trebuchet MS" pitchFamily="34" charset="-122"/>
                <a:cs typeface="Trebuchet MS" pitchFamily="34" charset="-120"/>
              </a:rPr>
              <a:t>Lo que dicen los lingüistas del mundo</a:t>
            </a:r>
            <a:endParaRPr lang="en-US" sz="3400" dirty="0"/>
          </a:p>
        </p:txBody>
      </p:sp>
      <p:sp>
        <p:nvSpPr>
          <p:cNvPr id="4" name="Shape 2"/>
          <p:cNvSpPr/>
          <p:nvPr/>
        </p:nvSpPr>
        <p:spPr>
          <a:xfrm>
            <a:off x="365760" y="1691640"/>
            <a:ext cx="5669280" cy="2011680"/>
          </a:xfrm>
          <a:prstGeom prst="roundRect">
            <a:avLst>
              <a:gd name="adj" fmla="val 4545"/>
            </a:avLst>
          </a:prstGeom>
          <a:solidFill>
            <a:srgbClr val="F8F9FC"/>
          </a:solidFill>
          <a:ln w="12700">
            <a:solidFill>
              <a:srgbClr val="E2E8F0"/>
            </a:solidFill>
            <a:prstDash val="solid"/>
          </a:ln>
        </p:spPr>
      </p:sp>
      <p:sp>
        <p:nvSpPr>
          <p:cNvPr id="5" name="Text 3"/>
          <p:cNvSpPr/>
          <p:nvPr/>
        </p:nvSpPr>
        <p:spPr>
          <a:xfrm>
            <a:off x="502920" y="1828800"/>
            <a:ext cx="548640" cy="548640"/>
          </a:xfrm>
          <a:prstGeom prst="rect">
            <a:avLst/>
          </a:prstGeom>
          <a:noFill/>
          <a:ln/>
        </p:spPr>
        <p:txBody>
          <a:bodyPr wrap="square" lIns="0" tIns="0" rIns="0" bIns="0" rtlCol="0" anchor="ctr"/>
          <a:lstStyle/>
          <a:p>
            <a:pPr marL="0" indent="0" algn="ctr">
              <a:buNone/>
            </a:pPr>
            <a:r>
              <a:rPr lang="en-US" sz="3400" dirty="0">
                <a:solidFill>
                  <a:srgbClr val="000000"/>
                </a:solidFill>
              </a:rPr>
              <a:t>🇬🇧</a:t>
            </a:r>
            <a:endParaRPr lang="en-US" sz="3400" dirty="0"/>
          </a:p>
        </p:txBody>
      </p:sp>
      <p:sp>
        <p:nvSpPr>
          <p:cNvPr id="6" name="Text 4"/>
          <p:cNvSpPr/>
          <p:nvPr/>
        </p:nvSpPr>
        <p:spPr>
          <a:xfrm>
            <a:off x="1143000" y="1828800"/>
            <a:ext cx="4754880" cy="1188720"/>
          </a:xfrm>
          <a:prstGeom prst="rect">
            <a:avLst/>
          </a:prstGeom>
          <a:noFill/>
          <a:ln/>
        </p:spPr>
        <p:txBody>
          <a:bodyPr wrap="square" lIns="0" tIns="0" rIns="0" bIns="0" rtlCol="0" anchor="t"/>
          <a:lstStyle/>
          <a:p>
            <a:pPr marL="0" indent="0">
              <a:buNone/>
            </a:pPr>
            <a:r>
              <a:rPr lang="en-US" sz="1300" i="1" dirty="0">
                <a:solidFill>
                  <a:srgbClr val="0F172A"/>
                </a:solidFill>
                <a:latin typeface="Georgia" pitchFamily="34" charset="0"/>
                <a:ea typeface="Georgia" pitchFamily="34" charset="-122"/>
                <a:cs typeface="Georgia" pitchFamily="34" charset="-120"/>
              </a:rPr>
              <a:t>"El mejor de todos los sistemas de escritura concebibles para el Coreano. Hangul debe rankearse incondicionalmente como uno de los grandes logros intelectuales de la humanidad."</a:t>
            </a:r>
            <a:endParaRPr lang="en-US" sz="1300" dirty="0"/>
          </a:p>
        </p:txBody>
      </p:sp>
      <p:sp>
        <p:nvSpPr>
          <p:cNvPr id="7" name="Text 5"/>
          <p:cNvSpPr/>
          <p:nvPr/>
        </p:nvSpPr>
        <p:spPr>
          <a:xfrm>
            <a:off x="1143000" y="3063240"/>
            <a:ext cx="4754880" cy="274320"/>
          </a:xfrm>
          <a:prstGeom prst="rect">
            <a:avLst/>
          </a:prstGeom>
          <a:noFill/>
          <a:ln/>
        </p:spPr>
        <p:txBody>
          <a:bodyPr wrap="square" lIns="0" tIns="0" rIns="0" bIns="0" rtlCol="0" anchor="ctr"/>
          <a:lstStyle/>
          <a:p>
            <a:pPr marL="0" indent="0">
              <a:buNone/>
            </a:pPr>
            <a:r>
              <a:rPr lang="en-US" sz="1200" b="1" dirty="0">
                <a:solidFill>
                  <a:srgbClr val="4036ED"/>
                </a:solidFill>
                <a:latin typeface="Trebuchet MS" pitchFamily="34" charset="0"/>
                <a:ea typeface="Trebuchet MS" pitchFamily="34" charset="-122"/>
                <a:cs typeface="Trebuchet MS" pitchFamily="34" charset="-120"/>
              </a:rPr>
              <a:t>Geoffrey Sampson</a:t>
            </a:r>
            <a:endParaRPr lang="en-US" sz="1200" dirty="0"/>
          </a:p>
        </p:txBody>
      </p:sp>
      <p:sp>
        <p:nvSpPr>
          <p:cNvPr id="8" name="Text 6"/>
          <p:cNvSpPr/>
          <p:nvPr/>
        </p:nvSpPr>
        <p:spPr>
          <a:xfrm>
            <a:off x="1143000" y="3337560"/>
            <a:ext cx="4754880" cy="274320"/>
          </a:xfrm>
          <a:prstGeom prst="rect">
            <a:avLst/>
          </a:prstGeom>
          <a:noFill/>
          <a:ln/>
        </p:spPr>
        <p:txBody>
          <a:bodyPr wrap="square" lIns="0" tIns="0" rIns="0" bIns="0" rtlCol="0" anchor="ctr"/>
          <a:lstStyle/>
          <a:p>
            <a:pPr marL="0" indent="0">
              <a:buNone/>
            </a:pPr>
            <a:r>
              <a:rPr lang="en-US" sz="1100" i="1" dirty="0">
                <a:solidFill>
                  <a:srgbClr val="4A5568"/>
                </a:solidFill>
                <a:latin typeface="Calibri" pitchFamily="34" charset="0"/>
                <a:ea typeface="Calibri" pitchFamily="34" charset="-122"/>
                <a:cs typeface="Calibri" pitchFamily="34" charset="-120"/>
              </a:rPr>
              <a:t>Lingüista, Universidad de Sussex</a:t>
            </a:r>
            <a:endParaRPr lang="en-US" sz="1100" dirty="0"/>
          </a:p>
        </p:txBody>
      </p:sp>
      <p:sp>
        <p:nvSpPr>
          <p:cNvPr id="9" name="Shape 7"/>
          <p:cNvSpPr/>
          <p:nvPr/>
        </p:nvSpPr>
        <p:spPr>
          <a:xfrm>
            <a:off x="6126480" y="1691640"/>
            <a:ext cx="5669280" cy="2011680"/>
          </a:xfrm>
          <a:prstGeom prst="roundRect">
            <a:avLst>
              <a:gd name="adj" fmla="val 4545"/>
            </a:avLst>
          </a:prstGeom>
          <a:solidFill>
            <a:srgbClr val="F8F9FC"/>
          </a:solidFill>
          <a:ln w="12700">
            <a:solidFill>
              <a:srgbClr val="E2E8F0"/>
            </a:solidFill>
            <a:prstDash val="solid"/>
          </a:ln>
        </p:spPr>
      </p:sp>
      <p:sp>
        <p:nvSpPr>
          <p:cNvPr id="10" name="Text 8"/>
          <p:cNvSpPr/>
          <p:nvPr/>
        </p:nvSpPr>
        <p:spPr>
          <a:xfrm>
            <a:off x="6263640" y="1828800"/>
            <a:ext cx="548640" cy="548640"/>
          </a:xfrm>
          <a:prstGeom prst="rect">
            <a:avLst/>
          </a:prstGeom>
          <a:noFill/>
          <a:ln/>
        </p:spPr>
        <p:txBody>
          <a:bodyPr wrap="square" lIns="0" tIns="0" rIns="0" bIns="0" rtlCol="0" anchor="ctr"/>
          <a:lstStyle/>
          <a:p>
            <a:pPr marL="0" indent="0" algn="ctr">
              <a:buNone/>
            </a:pPr>
            <a:r>
              <a:rPr lang="en-US" sz="3400" dirty="0">
                <a:solidFill>
                  <a:srgbClr val="000000"/>
                </a:solidFill>
              </a:rPr>
              <a:t>🇩🇪</a:t>
            </a:r>
            <a:endParaRPr lang="en-US" sz="3400" dirty="0"/>
          </a:p>
        </p:txBody>
      </p:sp>
      <p:sp>
        <p:nvSpPr>
          <p:cNvPr id="11" name="Text 9"/>
          <p:cNvSpPr/>
          <p:nvPr/>
        </p:nvSpPr>
        <p:spPr>
          <a:xfrm>
            <a:off x="6903720" y="1828800"/>
            <a:ext cx="4754880" cy="1188720"/>
          </a:xfrm>
          <a:prstGeom prst="rect">
            <a:avLst/>
          </a:prstGeom>
          <a:noFill/>
          <a:ln/>
        </p:spPr>
        <p:txBody>
          <a:bodyPr wrap="square" lIns="0" tIns="0" rIns="0" bIns="0" rtlCol="0" anchor="t"/>
          <a:lstStyle/>
          <a:p>
            <a:pPr marL="0" indent="0">
              <a:buNone/>
            </a:pPr>
            <a:r>
              <a:rPr lang="en-US" sz="1300" i="1" dirty="0">
                <a:solidFill>
                  <a:srgbClr val="0F172A"/>
                </a:solidFill>
                <a:latin typeface="Georgia" pitchFamily="34" charset="0"/>
                <a:ea typeface="Georgia" pitchFamily="34" charset="-122"/>
                <a:cs typeface="Georgia" pitchFamily="34" charset="-120"/>
              </a:rPr>
              <a:t>"El mejor sistema de escritura del mundo, diseñado sobre principios filosóficos tradicionales y teorías científicas."</a:t>
            </a:r>
            <a:endParaRPr lang="en-US" sz="1300" dirty="0"/>
          </a:p>
        </p:txBody>
      </p:sp>
      <p:sp>
        <p:nvSpPr>
          <p:cNvPr id="12" name="Text 10"/>
          <p:cNvSpPr/>
          <p:nvPr/>
        </p:nvSpPr>
        <p:spPr>
          <a:xfrm>
            <a:off x="6903720" y="3063240"/>
            <a:ext cx="4754880" cy="274320"/>
          </a:xfrm>
          <a:prstGeom prst="rect">
            <a:avLst/>
          </a:prstGeom>
          <a:noFill/>
          <a:ln/>
        </p:spPr>
        <p:txBody>
          <a:bodyPr wrap="square" lIns="0" tIns="0" rIns="0" bIns="0" rtlCol="0" anchor="ctr"/>
          <a:lstStyle/>
          <a:p>
            <a:pPr marL="0" indent="0">
              <a:buNone/>
            </a:pPr>
            <a:r>
              <a:rPr lang="en-US" sz="1200" b="1" dirty="0">
                <a:solidFill>
                  <a:srgbClr val="4036ED"/>
                </a:solidFill>
                <a:latin typeface="Trebuchet MS" pitchFamily="34" charset="0"/>
                <a:ea typeface="Trebuchet MS" pitchFamily="34" charset="-122"/>
                <a:cs typeface="Trebuchet MS" pitchFamily="34" charset="-120"/>
              </a:rPr>
              <a:t>Werner Sasse</a:t>
            </a:r>
            <a:endParaRPr lang="en-US" sz="1200" dirty="0"/>
          </a:p>
        </p:txBody>
      </p:sp>
      <p:sp>
        <p:nvSpPr>
          <p:cNvPr id="13" name="Text 11"/>
          <p:cNvSpPr/>
          <p:nvPr/>
        </p:nvSpPr>
        <p:spPr>
          <a:xfrm>
            <a:off x="6903720" y="3337560"/>
            <a:ext cx="4754880" cy="274320"/>
          </a:xfrm>
          <a:prstGeom prst="rect">
            <a:avLst/>
          </a:prstGeom>
          <a:noFill/>
          <a:ln/>
        </p:spPr>
        <p:txBody>
          <a:bodyPr wrap="square" lIns="0" tIns="0" rIns="0" bIns="0" rtlCol="0" anchor="ctr"/>
          <a:lstStyle/>
          <a:p>
            <a:pPr marL="0" indent="0">
              <a:buNone/>
            </a:pPr>
            <a:r>
              <a:rPr lang="en-US" sz="1100" i="1" dirty="0">
                <a:solidFill>
                  <a:srgbClr val="4A5568"/>
                </a:solidFill>
                <a:latin typeface="Calibri" pitchFamily="34" charset="0"/>
                <a:ea typeface="Calibri" pitchFamily="34" charset="-122"/>
                <a:cs typeface="Calibri" pitchFamily="34" charset="-120"/>
              </a:rPr>
              <a:t>Ex-profesor, Universidad de Hamburgo</a:t>
            </a:r>
            <a:endParaRPr lang="en-US" sz="1100" dirty="0"/>
          </a:p>
        </p:txBody>
      </p:sp>
      <p:sp>
        <p:nvSpPr>
          <p:cNvPr id="14" name="Shape 12"/>
          <p:cNvSpPr/>
          <p:nvPr/>
        </p:nvSpPr>
        <p:spPr>
          <a:xfrm>
            <a:off x="365760" y="3886200"/>
            <a:ext cx="5669280" cy="2011680"/>
          </a:xfrm>
          <a:prstGeom prst="roundRect">
            <a:avLst>
              <a:gd name="adj" fmla="val 4545"/>
            </a:avLst>
          </a:prstGeom>
          <a:solidFill>
            <a:srgbClr val="F8F9FC"/>
          </a:solidFill>
          <a:ln w="12700">
            <a:solidFill>
              <a:srgbClr val="E2E8F0"/>
            </a:solidFill>
            <a:prstDash val="solid"/>
          </a:ln>
        </p:spPr>
      </p:sp>
      <p:sp>
        <p:nvSpPr>
          <p:cNvPr id="15" name="Text 13"/>
          <p:cNvSpPr/>
          <p:nvPr/>
        </p:nvSpPr>
        <p:spPr>
          <a:xfrm>
            <a:off x="502920" y="4023360"/>
            <a:ext cx="548640" cy="548640"/>
          </a:xfrm>
          <a:prstGeom prst="rect">
            <a:avLst/>
          </a:prstGeom>
          <a:noFill/>
          <a:ln/>
        </p:spPr>
        <p:txBody>
          <a:bodyPr wrap="square" lIns="0" tIns="0" rIns="0" bIns="0" rtlCol="0" anchor="ctr"/>
          <a:lstStyle/>
          <a:p>
            <a:pPr marL="0" indent="0" algn="ctr">
              <a:buNone/>
            </a:pPr>
            <a:r>
              <a:rPr lang="en-US" sz="3400" dirty="0">
                <a:solidFill>
                  <a:srgbClr val="000000"/>
                </a:solidFill>
              </a:rPr>
              <a:t>🇯🇵</a:t>
            </a:r>
            <a:endParaRPr lang="en-US" sz="3400" dirty="0"/>
          </a:p>
        </p:txBody>
      </p:sp>
      <p:sp>
        <p:nvSpPr>
          <p:cNvPr id="16" name="Text 14"/>
          <p:cNvSpPr/>
          <p:nvPr/>
        </p:nvSpPr>
        <p:spPr>
          <a:xfrm>
            <a:off x="1143000" y="4023360"/>
            <a:ext cx="4754880" cy="1188720"/>
          </a:xfrm>
          <a:prstGeom prst="rect">
            <a:avLst/>
          </a:prstGeom>
          <a:noFill/>
          <a:ln/>
        </p:spPr>
        <p:txBody>
          <a:bodyPr wrap="square" lIns="0" tIns="0" rIns="0" bIns="0" rtlCol="0" anchor="t"/>
          <a:lstStyle/>
          <a:p>
            <a:pPr marL="0" indent="0">
              <a:buNone/>
            </a:pPr>
            <a:r>
              <a:rPr lang="en-US" sz="1300" i="1" dirty="0">
                <a:solidFill>
                  <a:srgbClr val="0F172A"/>
                </a:solidFill>
                <a:latin typeface="Georgia" pitchFamily="34" charset="0"/>
                <a:ea typeface="Georgia" pitchFamily="34" charset="-122"/>
                <a:cs typeface="Georgia" pitchFamily="34" charset="-120"/>
              </a:rPr>
              <a:t>"Hangul es el sistema de escritura fonético más avanzado del mundo · un escalón por encima del alfabeto romano."</a:t>
            </a:r>
            <a:endParaRPr lang="en-US" sz="1300" dirty="0"/>
          </a:p>
        </p:txBody>
      </p:sp>
      <p:sp>
        <p:nvSpPr>
          <p:cNvPr id="17" name="Text 15"/>
          <p:cNvSpPr/>
          <p:nvPr/>
        </p:nvSpPr>
        <p:spPr>
          <a:xfrm>
            <a:off x="1143000" y="5257800"/>
            <a:ext cx="4754880" cy="274320"/>
          </a:xfrm>
          <a:prstGeom prst="rect">
            <a:avLst/>
          </a:prstGeom>
          <a:noFill/>
          <a:ln/>
        </p:spPr>
        <p:txBody>
          <a:bodyPr wrap="square" lIns="0" tIns="0" rIns="0" bIns="0" rtlCol="0" anchor="ctr"/>
          <a:lstStyle/>
          <a:p>
            <a:pPr marL="0" indent="0">
              <a:buNone/>
            </a:pPr>
            <a:r>
              <a:rPr lang="en-US" sz="1200" b="1" dirty="0">
                <a:solidFill>
                  <a:srgbClr val="4036ED"/>
                </a:solidFill>
                <a:latin typeface="Trebuchet MS" pitchFamily="34" charset="0"/>
                <a:ea typeface="Trebuchet MS" pitchFamily="34" charset="-122"/>
                <a:cs typeface="Trebuchet MS" pitchFamily="34" charset="-120"/>
              </a:rPr>
              <a:t>Umeda Hiroyuki</a:t>
            </a:r>
            <a:endParaRPr lang="en-US" sz="1200" dirty="0"/>
          </a:p>
        </p:txBody>
      </p:sp>
      <p:sp>
        <p:nvSpPr>
          <p:cNvPr id="18" name="Text 16"/>
          <p:cNvSpPr/>
          <p:nvPr/>
        </p:nvSpPr>
        <p:spPr>
          <a:xfrm>
            <a:off x="1143000" y="5532120"/>
            <a:ext cx="4754880" cy="274320"/>
          </a:xfrm>
          <a:prstGeom prst="rect">
            <a:avLst/>
          </a:prstGeom>
          <a:noFill/>
          <a:ln/>
        </p:spPr>
        <p:txBody>
          <a:bodyPr wrap="square" lIns="0" tIns="0" rIns="0" bIns="0" rtlCol="0" anchor="ctr"/>
          <a:lstStyle/>
          <a:p>
            <a:pPr marL="0" indent="0">
              <a:buNone/>
            </a:pPr>
            <a:r>
              <a:rPr lang="en-US" sz="1100" i="1" dirty="0">
                <a:solidFill>
                  <a:srgbClr val="4A5568"/>
                </a:solidFill>
                <a:latin typeface="Calibri" pitchFamily="34" charset="0"/>
                <a:ea typeface="Calibri" pitchFamily="34" charset="-122"/>
                <a:cs typeface="Calibri" pitchFamily="34" charset="-120"/>
              </a:rPr>
              <a:t>Presidente, Universidad Reitaku</a:t>
            </a:r>
            <a:endParaRPr lang="en-US" sz="1100" dirty="0"/>
          </a:p>
        </p:txBody>
      </p:sp>
      <p:sp>
        <p:nvSpPr>
          <p:cNvPr id="19" name="Shape 17"/>
          <p:cNvSpPr/>
          <p:nvPr/>
        </p:nvSpPr>
        <p:spPr>
          <a:xfrm>
            <a:off x="6126480" y="3886200"/>
            <a:ext cx="5669280" cy="2011680"/>
          </a:xfrm>
          <a:prstGeom prst="roundRect">
            <a:avLst>
              <a:gd name="adj" fmla="val 4545"/>
            </a:avLst>
          </a:prstGeom>
          <a:solidFill>
            <a:srgbClr val="F8F9FC"/>
          </a:solidFill>
          <a:ln w="12700">
            <a:solidFill>
              <a:srgbClr val="E2E8F0"/>
            </a:solidFill>
            <a:prstDash val="solid"/>
          </a:ln>
        </p:spPr>
      </p:sp>
      <p:sp>
        <p:nvSpPr>
          <p:cNvPr id="20" name="Text 18"/>
          <p:cNvSpPr/>
          <p:nvPr/>
        </p:nvSpPr>
        <p:spPr>
          <a:xfrm>
            <a:off x="6263640" y="4023360"/>
            <a:ext cx="548640" cy="548640"/>
          </a:xfrm>
          <a:prstGeom prst="rect">
            <a:avLst/>
          </a:prstGeom>
          <a:noFill/>
          <a:ln/>
        </p:spPr>
        <p:txBody>
          <a:bodyPr wrap="square" lIns="0" tIns="0" rIns="0" bIns="0" rtlCol="0" anchor="ctr"/>
          <a:lstStyle/>
          <a:p>
            <a:pPr marL="0" indent="0" algn="ctr">
              <a:buNone/>
            </a:pPr>
            <a:r>
              <a:rPr lang="en-US" sz="3400" dirty="0">
                <a:solidFill>
                  <a:srgbClr val="000000"/>
                </a:solidFill>
              </a:rPr>
              <a:t>🇺🇸</a:t>
            </a:r>
            <a:endParaRPr lang="en-US" sz="3400" dirty="0"/>
          </a:p>
        </p:txBody>
      </p:sp>
      <p:sp>
        <p:nvSpPr>
          <p:cNvPr id="21" name="Text 19"/>
          <p:cNvSpPr/>
          <p:nvPr/>
        </p:nvSpPr>
        <p:spPr>
          <a:xfrm>
            <a:off x="6903720" y="4023360"/>
            <a:ext cx="4754880" cy="1188720"/>
          </a:xfrm>
          <a:prstGeom prst="rect">
            <a:avLst/>
          </a:prstGeom>
          <a:noFill/>
          <a:ln/>
        </p:spPr>
        <p:txBody>
          <a:bodyPr wrap="square" lIns="0" tIns="0" rIns="0" bIns="0" rtlCol="0" anchor="t"/>
          <a:lstStyle/>
          <a:p>
            <a:pPr marL="0" indent="0">
              <a:buNone/>
            </a:pPr>
            <a:r>
              <a:rPr lang="en-US" sz="1300" i="1" dirty="0">
                <a:solidFill>
                  <a:srgbClr val="0F172A"/>
                </a:solidFill>
                <a:latin typeface="Georgia" pitchFamily="34" charset="0"/>
                <a:ea typeface="Georgia" pitchFamily="34" charset="-122"/>
                <a:cs typeface="Georgia" pitchFamily="34" charset="-120"/>
              </a:rPr>
              <a:t>"Este es el alfabeto más simple y el mejor conjunto de caracteres del mundo."</a:t>
            </a:r>
            <a:endParaRPr lang="en-US" sz="1300" dirty="0"/>
          </a:p>
        </p:txBody>
      </p:sp>
      <p:sp>
        <p:nvSpPr>
          <p:cNvPr id="22" name="Text 20"/>
          <p:cNvSpPr/>
          <p:nvPr/>
        </p:nvSpPr>
        <p:spPr>
          <a:xfrm>
            <a:off x="6903720" y="5257800"/>
            <a:ext cx="4754880" cy="274320"/>
          </a:xfrm>
          <a:prstGeom prst="rect">
            <a:avLst/>
          </a:prstGeom>
          <a:noFill/>
          <a:ln/>
        </p:spPr>
        <p:txBody>
          <a:bodyPr wrap="square" lIns="0" tIns="0" rIns="0" bIns="0" rtlCol="0" anchor="ctr"/>
          <a:lstStyle/>
          <a:p>
            <a:pPr marL="0" indent="0">
              <a:buNone/>
            </a:pPr>
            <a:r>
              <a:rPr lang="en-US" sz="1200" b="1" dirty="0">
                <a:solidFill>
                  <a:srgbClr val="4036ED"/>
                </a:solidFill>
                <a:latin typeface="Trebuchet MS" pitchFamily="34" charset="0"/>
                <a:ea typeface="Trebuchet MS" pitchFamily="34" charset="-122"/>
                <a:cs typeface="Trebuchet MS" pitchFamily="34" charset="-120"/>
              </a:rPr>
              <a:t>Pearl Buck</a:t>
            </a:r>
            <a:endParaRPr lang="en-US" sz="1200" dirty="0"/>
          </a:p>
        </p:txBody>
      </p:sp>
      <p:sp>
        <p:nvSpPr>
          <p:cNvPr id="23" name="Text 21"/>
          <p:cNvSpPr/>
          <p:nvPr/>
        </p:nvSpPr>
        <p:spPr>
          <a:xfrm>
            <a:off x="6903720" y="5532120"/>
            <a:ext cx="4754880" cy="274320"/>
          </a:xfrm>
          <a:prstGeom prst="rect">
            <a:avLst/>
          </a:prstGeom>
          <a:noFill/>
          <a:ln/>
        </p:spPr>
        <p:txBody>
          <a:bodyPr wrap="square" lIns="0" tIns="0" rIns="0" bIns="0" rtlCol="0" anchor="ctr"/>
          <a:lstStyle/>
          <a:p>
            <a:pPr marL="0" indent="0">
              <a:buNone/>
            </a:pPr>
            <a:r>
              <a:rPr lang="en-US" sz="1100" i="1" dirty="0">
                <a:solidFill>
                  <a:srgbClr val="4A5568"/>
                </a:solidFill>
                <a:latin typeface="Calibri" pitchFamily="34" charset="0"/>
                <a:ea typeface="Calibri" pitchFamily="34" charset="-122"/>
                <a:cs typeface="Calibri" pitchFamily="34" charset="-120"/>
              </a:rPr>
              <a:t>Premio Nobel · autora de The Good Earth</a:t>
            </a:r>
            <a:endParaRPr lang="en-US" sz="1100" dirty="0"/>
          </a:p>
        </p:txBody>
      </p:sp>
      <p:sp>
        <p:nvSpPr>
          <p:cNvPr id="24" name="Text 22"/>
          <p:cNvSpPr/>
          <p:nvPr/>
        </p:nvSpPr>
        <p:spPr>
          <a:xfrm>
            <a:off x="365760" y="5852160"/>
            <a:ext cx="11430000" cy="365760"/>
          </a:xfrm>
          <a:prstGeom prst="rect">
            <a:avLst/>
          </a:prstGeom>
          <a:noFill/>
          <a:ln/>
        </p:spPr>
        <p:txBody>
          <a:bodyPr wrap="square" lIns="0" tIns="0" rIns="0" bIns="0" rtlCol="0" anchor="ctr"/>
          <a:lstStyle/>
          <a:p>
            <a:pPr marL="0" indent="0" algn="ctr">
              <a:buNone/>
            </a:pPr>
            <a:r>
              <a:rPr lang="en-US" sz="3000" b="1" dirty="0">
                <a:solidFill>
                  <a:srgbClr val="4036ED"/>
                </a:solidFill>
                <a:latin typeface="Malgun Gothic" pitchFamily="34" charset="0"/>
                <a:ea typeface="Malgun Gothic" pitchFamily="34" charset="-122"/>
                <a:cs typeface="Malgun Gothic" pitchFamily="34" charset="-120"/>
              </a:rPr>
              <a:t>한글</a:t>
            </a:r>
            <a:r>
              <a:rPr lang="en-US" sz="1600" i="1" dirty="0">
                <a:solidFill>
                  <a:srgbClr val="4A5568"/>
                </a:solidFill>
                <a:latin typeface="Calibri" pitchFamily="34" charset="0"/>
                <a:ea typeface="Calibri" pitchFamily="34" charset="-122"/>
                <a:cs typeface="Calibri" pitchFamily="34" charset="-120"/>
              </a:rPr>
              <a:t>  ·  Patrimonio intelectual de la humanidad</a:t>
            </a:r>
            <a:endParaRPr lang="en-US" sz="3000" dirty="0"/>
          </a:p>
        </p:txBody>
      </p:sp>
      <p:sp>
        <p:nvSpPr>
          <p:cNvPr id="25" name="Text 23"/>
          <p:cNvSpPr/>
          <p:nvPr/>
        </p:nvSpPr>
        <p:spPr>
          <a:xfrm>
            <a:off x="365760" y="6199632"/>
            <a:ext cx="11460175" cy="201168"/>
          </a:xfrm>
          <a:prstGeom prst="rect">
            <a:avLst/>
          </a:prstGeom>
          <a:noFill/>
          <a:ln/>
        </p:spPr>
        <p:txBody>
          <a:bodyPr wrap="square" rtlCol="0" anchor="ctr"/>
          <a:lstStyle/>
          <a:p>
            <a:pPr marL="0" indent="0">
              <a:buNone/>
            </a:pPr>
            <a:r>
              <a:rPr lang="en-US" sz="900" i="1" dirty="0">
                <a:solidFill>
                  <a:srgbClr val="94A3B8"/>
                </a:solidFill>
                <a:latin typeface="Calibri" pitchFamily="34" charset="0"/>
                <a:ea typeface="Calibri" pitchFamily="34" charset="-122"/>
                <a:cs typeface="Calibri" pitchFamily="34" charset="-120"/>
              </a:rPr>
              <a:t>Fuente · Korea Foundation. Hangeul – Korea's Unique Alphabet, 2010, p. 21.</a:t>
            </a:r>
            <a:endParaRPr lang="en-US" sz="900" dirty="0"/>
          </a:p>
        </p:txBody>
      </p:sp>
      <p:sp>
        <p:nvSpPr>
          <p:cNvPr id="26" name="Text 24"/>
          <p:cNvSpPr/>
          <p:nvPr/>
        </p:nvSpPr>
        <p:spPr>
          <a:xfrm>
            <a:off x="365760" y="6446520"/>
            <a:ext cx="5486400" cy="274320"/>
          </a:xfrm>
          <a:prstGeom prst="rect">
            <a:avLst/>
          </a:prstGeom>
          <a:noFill/>
          <a:ln/>
        </p:spPr>
        <p:txBody>
          <a:bodyPr wrap="square" rtlCol="0" anchor="ctr"/>
          <a:lstStyle/>
          <a:p>
            <a:pPr marL="0" indent="0">
              <a:buNone/>
            </a:pPr>
            <a:r>
              <a:rPr lang="en-US" sz="1000" b="1" kern="0" spc="600" dirty="0">
                <a:solidFill>
                  <a:srgbClr val="94A3B8"/>
                </a:solidFill>
                <a:latin typeface="Trebuchet MS" pitchFamily="34" charset="0"/>
                <a:ea typeface="Trebuchet MS" pitchFamily="34" charset="-122"/>
                <a:cs typeface="Trebuchet MS" pitchFamily="34" charset="-120"/>
              </a:rPr>
              <a:t>ACADEMIA SEÚL  ·  MÉTODO CHINGU™</a:t>
            </a:r>
            <a:endParaRPr lang="en-US" sz="1000" dirty="0"/>
          </a:p>
        </p:txBody>
      </p:sp>
      <p:sp>
        <p:nvSpPr>
          <p:cNvPr id="27" name="Text 25"/>
          <p:cNvSpPr/>
          <p:nvPr/>
        </p:nvSpPr>
        <p:spPr>
          <a:xfrm>
            <a:off x="8991295" y="6446520"/>
            <a:ext cx="2743200" cy="274320"/>
          </a:xfrm>
          <a:prstGeom prst="rect">
            <a:avLst/>
          </a:prstGeom>
          <a:noFill/>
          <a:ln/>
        </p:spPr>
        <p:txBody>
          <a:bodyPr wrap="square" rtlCol="0" anchor="ctr"/>
          <a:lstStyle/>
          <a:p>
            <a:pPr marL="0" indent="0" algn="r">
              <a:buNone/>
            </a:pPr>
            <a:r>
              <a:rPr lang="en-US" sz="1000" b="1" kern="0" spc="600" dirty="0">
                <a:solidFill>
                  <a:srgbClr val="94A3B8"/>
                </a:solidFill>
                <a:latin typeface="Trebuchet MS" pitchFamily="34" charset="0"/>
                <a:ea typeface="Trebuchet MS" pitchFamily="34" charset="-122"/>
                <a:cs typeface="Trebuchet MS" pitchFamily="34" charset="-120"/>
              </a:rPr>
              <a:t>SES 05B  ·  TALLER</a:t>
            </a:r>
            <a:endParaRPr lang="en-US" sz="1000" dirty="0"/>
          </a:p>
        </p:txBody>
      </p:sp>
      <p:pic>
        <p:nvPicPr>
          <p:cNvPr id="28" name="Image 0" descr="/sessions/sleepy-zen-cray/mnt/outputs/deck_assets/logo_var2_azul.png">
            <a:extLst>
              <a:ext uri="{FF2B5EF4-FFF2-40B4-BE49-F238E27FC236}">
                <a16:creationId xmlns:a16="http://schemas.microsoft.com/office/drawing/2014/main" id="{64675F56-D2CC-8FCA-7B97-8CCB19E99342}"/>
              </a:ext>
            </a:extLst>
          </p:cNvPr>
          <p:cNvPicPr>
            <a:picLocks noChangeAspect="1"/>
          </p:cNvPicPr>
          <p:nvPr/>
        </p:nvPicPr>
        <p:blipFill>
          <a:blip r:embed="rId3"/>
          <a:stretch>
            <a:fillRect/>
          </a:stretch>
        </p:blipFill>
        <p:spPr>
          <a:xfrm>
            <a:off x="9778365" y="-760095"/>
            <a:ext cx="2571750" cy="2571750"/>
          </a:xfrm>
          <a:prstGeom prst="rect">
            <a:avLst/>
          </a:prstGeom>
        </p:spPr>
      </p:pic>
    </p:spTree>
    <p:extLst>
      <p:ext uri="{BB962C8B-B14F-4D97-AF65-F5344CB8AC3E}">
        <p14:creationId xmlns:p14="http://schemas.microsoft.com/office/powerpoint/2010/main" val="28468866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 · 1443</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La promesa de un Rey</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De cómo Sejong el Grande se sentó frente a sus eruditos y cambió la historia.</a:t>
            </a:r>
            <a:endParaRPr lang="en-US" sz="1400" dirty="0"/>
          </a:p>
        </p:txBody>
      </p:sp>
      <p:sp>
        <p:nvSpPr>
          <p:cNvPr id="5" name="Text 3"/>
          <p:cNvSpPr/>
          <p:nvPr/>
        </p:nvSpPr>
        <p:spPr>
          <a:xfrm>
            <a:off x="457200" y="2194560"/>
            <a:ext cx="731520" cy="1280160"/>
          </a:xfrm>
          <a:prstGeom prst="rect">
            <a:avLst/>
          </a:prstGeom>
          <a:noFill/>
          <a:ln/>
        </p:spPr>
        <p:txBody>
          <a:bodyPr wrap="square" lIns="0" tIns="0" rIns="0" bIns="0" rtlCol="0" anchor="t"/>
          <a:lstStyle/>
          <a:p>
            <a:pPr marL="0" indent="0">
              <a:buNone/>
            </a:pPr>
            <a:r>
              <a:rPr lang="en-US" sz="10000" b="1" dirty="0">
                <a:solidFill>
                  <a:srgbClr val="FE6768"/>
                </a:solidFill>
              </a:rPr>
              <a:t>"</a:t>
            </a:r>
            <a:endParaRPr lang="en-US" sz="10000" dirty="0"/>
          </a:p>
        </p:txBody>
      </p:sp>
      <p:sp>
        <p:nvSpPr>
          <p:cNvPr id="6" name="Text 4"/>
          <p:cNvSpPr/>
          <p:nvPr/>
        </p:nvSpPr>
        <p:spPr>
          <a:xfrm>
            <a:off x="1188720" y="2560320"/>
            <a:ext cx="6858000" cy="2560320"/>
          </a:xfrm>
          <a:prstGeom prst="rect">
            <a:avLst/>
          </a:prstGeom>
          <a:noFill/>
          <a:ln/>
        </p:spPr>
        <p:txBody>
          <a:bodyPr wrap="square" lIns="0" tIns="0" rIns="0" bIns="0" rtlCol="0" anchor="t"/>
          <a:lstStyle/>
          <a:p>
            <a:pPr marL="0" indent="0">
              <a:spcAft>
                <a:spcPts val="600"/>
              </a:spcAft>
              <a:buNone/>
            </a:pPr>
            <a:r>
              <a:rPr lang="en-US" sz="1400" i="1" dirty="0">
                <a:solidFill>
                  <a:srgbClr val="1E1E2A"/>
                </a:solidFill>
                <a:latin typeface="Calibri" pitchFamily="34" charset="0"/>
                <a:ea typeface="Calibri" pitchFamily="34" charset="-122"/>
                <a:cs typeface="Calibri" pitchFamily="34" charset="-120"/>
              </a:rPr>
              <a:t>Hasta hoy no tenemos escritura propia, por eso usamos los caracteres chinos. Pero nuestra lengua es distinta de la china, y los caracteres chinos no la pueden representar. Movido por compasión, he creado veintiocho letras nuevas. Quiero que cualquier persona pueda aprenderlas con facilidad y usarlas cómodamente todos los días.</a:t>
            </a:r>
            <a:endParaRPr lang="en-US" sz="1400" dirty="0"/>
          </a:p>
        </p:txBody>
      </p:sp>
      <p:sp>
        <p:nvSpPr>
          <p:cNvPr id="7" name="Text 5"/>
          <p:cNvSpPr/>
          <p:nvPr/>
        </p:nvSpPr>
        <p:spPr>
          <a:xfrm>
            <a:off x="1188720" y="5212080"/>
            <a:ext cx="6858000" cy="365760"/>
          </a:xfrm>
          <a:prstGeom prst="rect">
            <a:avLst/>
          </a:prstGeom>
          <a:noFill/>
          <a:ln/>
        </p:spPr>
        <p:txBody>
          <a:bodyPr wrap="square" lIns="0" tIns="0" rIns="0" bIns="0" rtlCol="0" anchor="ctr"/>
          <a:lstStyle/>
          <a:p>
            <a:pPr marL="0" indent="0">
              <a:buNone/>
            </a:pPr>
            <a:r>
              <a:rPr lang="en-US" sz="1000" b="1" kern="0" spc="300" dirty="0">
                <a:solidFill>
                  <a:srgbClr val="4036ED"/>
                </a:solidFill>
                <a:latin typeface="Calibri" pitchFamily="34" charset="0"/>
                <a:ea typeface="Calibri" pitchFamily="34" charset="-122"/>
                <a:cs typeface="Calibri" pitchFamily="34" charset="-120"/>
              </a:rPr>
              <a:t>— SEJONG EL GRANDE · 세종대왕 · 1443</a:t>
            </a:r>
            <a:endParaRPr lang="en-US" sz="1000" dirty="0"/>
          </a:p>
        </p:txBody>
      </p:sp>
      <p:sp>
        <p:nvSpPr>
          <p:cNvPr id="8" name="Shape 6"/>
          <p:cNvSpPr/>
          <p:nvPr/>
        </p:nvSpPr>
        <p:spPr>
          <a:xfrm>
            <a:off x="8595360" y="2377440"/>
            <a:ext cx="3108960" cy="3474720"/>
          </a:xfrm>
          <a:prstGeom prst="roundRect">
            <a:avLst>
              <a:gd name="adj" fmla="val 8824"/>
            </a:avLst>
          </a:prstGeom>
          <a:solidFill>
            <a:srgbClr val="4036ED"/>
          </a:solidFill>
          <a:ln w="12700">
            <a:solidFill>
              <a:srgbClr val="4036ED"/>
            </a:solidFill>
            <a:prstDash val="solid"/>
          </a:ln>
        </p:spPr>
      </p:sp>
      <p:sp>
        <p:nvSpPr>
          <p:cNvPr id="9" name="Text 7"/>
          <p:cNvSpPr/>
          <p:nvPr/>
        </p:nvSpPr>
        <p:spPr>
          <a:xfrm>
            <a:off x="8595360" y="2468880"/>
            <a:ext cx="3108960" cy="1554480"/>
          </a:xfrm>
          <a:prstGeom prst="rect">
            <a:avLst/>
          </a:prstGeom>
          <a:noFill/>
          <a:ln/>
        </p:spPr>
        <p:txBody>
          <a:bodyPr wrap="square" lIns="0" tIns="0" rIns="0" bIns="0" rtlCol="0" anchor="ctr"/>
          <a:lstStyle/>
          <a:p>
            <a:pPr marL="0" indent="0" algn="ctr">
              <a:buNone/>
            </a:pPr>
            <a:r>
              <a:rPr lang="en-US" sz="10000" b="1" dirty="0">
                <a:solidFill>
                  <a:srgbClr val="A79BFF"/>
                </a:solidFill>
                <a:latin typeface="Malgun Gothic" pitchFamily="34" charset="0"/>
                <a:ea typeface="Malgun Gothic" pitchFamily="34" charset="-122"/>
                <a:cs typeface="Malgun Gothic" pitchFamily="34" charset="-120"/>
              </a:rPr>
              <a:t>王</a:t>
            </a:r>
            <a:endParaRPr lang="en-US" sz="10000" dirty="0"/>
          </a:p>
        </p:txBody>
      </p:sp>
      <p:sp>
        <p:nvSpPr>
          <p:cNvPr id="10" name="Text 8"/>
          <p:cNvSpPr/>
          <p:nvPr/>
        </p:nvSpPr>
        <p:spPr>
          <a:xfrm>
            <a:off x="8595360" y="4114800"/>
            <a:ext cx="3108960" cy="640080"/>
          </a:xfrm>
          <a:prstGeom prst="rect">
            <a:avLst/>
          </a:prstGeom>
          <a:noFill/>
          <a:ln/>
        </p:spPr>
        <p:txBody>
          <a:bodyPr wrap="square" lIns="0" tIns="0" rIns="0" bIns="0" rtlCol="0" anchor="ctr"/>
          <a:lstStyle/>
          <a:p>
            <a:pPr marL="0" indent="0" algn="ctr">
              <a:buNone/>
            </a:pPr>
            <a:r>
              <a:rPr lang="en-US" sz="3000" b="1" dirty="0">
                <a:solidFill>
                  <a:srgbClr val="F6F6F6"/>
                </a:solidFill>
                <a:latin typeface="Malgun Gothic" pitchFamily="34" charset="0"/>
                <a:ea typeface="Malgun Gothic" pitchFamily="34" charset="-122"/>
                <a:cs typeface="Malgun Gothic" pitchFamily="34" charset="-120"/>
              </a:rPr>
              <a:t>세종대왕</a:t>
            </a:r>
            <a:endParaRPr lang="en-US" sz="3000" dirty="0"/>
          </a:p>
        </p:txBody>
      </p:sp>
      <p:sp>
        <p:nvSpPr>
          <p:cNvPr id="11" name="Text 9"/>
          <p:cNvSpPr/>
          <p:nvPr/>
        </p:nvSpPr>
        <p:spPr>
          <a:xfrm>
            <a:off x="8595360" y="4754880"/>
            <a:ext cx="3108960" cy="365760"/>
          </a:xfrm>
          <a:prstGeom prst="rect">
            <a:avLst/>
          </a:prstGeom>
          <a:noFill/>
          <a:ln/>
        </p:spPr>
        <p:txBody>
          <a:bodyPr wrap="square" lIns="0" tIns="0" rIns="0" bIns="0" rtlCol="0" anchor="ctr"/>
          <a:lstStyle/>
          <a:p>
            <a:pPr marL="0" indent="0" algn="ctr">
              <a:buNone/>
            </a:pPr>
            <a:r>
              <a:rPr lang="en-US" sz="1100" i="1" kern="0" spc="300" dirty="0">
                <a:solidFill>
                  <a:srgbClr val="A79BFF"/>
                </a:solidFill>
                <a:latin typeface="Calibri" pitchFamily="34" charset="0"/>
                <a:ea typeface="Calibri" pitchFamily="34" charset="-122"/>
                <a:cs typeface="Calibri" pitchFamily="34" charset="-120"/>
              </a:rPr>
              <a:t>1397 — 1450</a:t>
            </a:r>
            <a:endParaRPr lang="en-US" sz="1100" dirty="0"/>
          </a:p>
        </p:txBody>
      </p:sp>
      <p:pic>
        <p:nvPicPr>
          <p:cNvPr id="12" name="Image 0" descr="preencoded.png"/>
          <p:cNvPicPr>
            <a:picLocks noChangeAspect="1"/>
          </p:cNvPicPr>
          <p:nvPr/>
        </p:nvPicPr>
        <p:blipFill>
          <a:blip r:embed="rId3"/>
          <a:stretch>
            <a:fillRect/>
          </a:stretch>
        </p:blipFill>
        <p:spPr>
          <a:xfrm>
            <a:off x="10012680" y="5166360"/>
            <a:ext cx="274320" cy="274320"/>
          </a:xfrm>
          <a:prstGeom prst="rect">
            <a:avLst/>
          </a:prstGeom>
        </p:spPr>
      </p:pic>
      <p:pic>
        <p:nvPicPr>
          <p:cNvPr id="13"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14" name="Text 10"/>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15" name="Text 11"/>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03</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BB68E-6C38-B981-F5D8-6757336BAA6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49A9B2E-FF20-25FF-7C96-2ECA2C971846}"/>
              </a:ext>
            </a:extLst>
          </p:cNvPr>
          <p:cNvPicPr>
            <a:picLocks noChangeAspect="1"/>
          </p:cNvPicPr>
          <p:nvPr/>
        </p:nvPicPr>
        <p:blipFill>
          <a:blip r:embed="rId2"/>
          <a:stretch>
            <a:fillRect/>
          </a:stretch>
        </p:blipFill>
        <p:spPr>
          <a:xfrm>
            <a:off x="2737304" y="441557"/>
            <a:ext cx="5289097" cy="5974886"/>
          </a:xfrm>
          <a:prstGeom prst="rect">
            <a:avLst/>
          </a:prstGeom>
        </p:spPr>
      </p:pic>
      <p:pic>
        <p:nvPicPr>
          <p:cNvPr id="2" name="Image 0" descr="/sessions/sleepy-zen-cray/mnt/outputs/deck_assets/logo_var2_azul.png">
            <a:extLst>
              <a:ext uri="{FF2B5EF4-FFF2-40B4-BE49-F238E27FC236}">
                <a16:creationId xmlns:a16="http://schemas.microsoft.com/office/drawing/2014/main" id="{8D9D7321-92F7-4C06-3D3B-1D4A8972B1AE}"/>
              </a:ext>
            </a:extLst>
          </p:cNvPr>
          <p:cNvPicPr>
            <a:picLocks noChangeAspect="1"/>
          </p:cNvPicPr>
          <p:nvPr/>
        </p:nvPicPr>
        <p:blipFill>
          <a:blip r:embed="rId3"/>
          <a:stretch>
            <a:fillRect/>
          </a:stretch>
        </p:blipFill>
        <p:spPr>
          <a:xfrm>
            <a:off x="9778365" y="-760095"/>
            <a:ext cx="2571750" cy="2571750"/>
          </a:xfrm>
          <a:prstGeom prst="rect">
            <a:avLst/>
          </a:prstGeom>
        </p:spPr>
      </p:pic>
    </p:spTree>
    <p:extLst>
      <p:ext uri="{BB962C8B-B14F-4D97-AF65-F5344CB8AC3E}">
        <p14:creationId xmlns:p14="http://schemas.microsoft.com/office/powerpoint/2010/main" val="26630604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42B6EB2-0F6B-AEFC-7D9D-AE5E6BF926F9}"/>
              </a:ext>
            </a:extLst>
          </p:cNvPr>
          <p:cNvPicPr>
            <a:picLocks noChangeAspect="1"/>
          </p:cNvPicPr>
          <p:nvPr/>
        </p:nvPicPr>
        <p:blipFill>
          <a:blip r:embed="rId2"/>
          <a:stretch>
            <a:fillRect/>
          </a:stretch>
        </p:blipFill>
        <p:spPr>
          <a:xfrm>
            <a:off x="358736" y="215585"/>
            <a:ext cx="11474527" cy="6642415"/>
          </a:xfrm>
          <a:prstGeom prst="rect">
            <a:avLst/>
          </a:prstGeom>
        </p:spPr>
      </p:pic>
      <p:pic>
        <p:nvPicPr>
          <p:cNvPr id="2" name="Image 0" descr="/sessions/sleepy-zen-cray/mnt/outputs/deck_assets/logo_var2_azul.png">
            <a:extLst>
              <a:ext uri="{FF2B5EF4-FFF2-40B4-BE49-F238E27FC236}">
                <a16:creationId xmlns:a16="http://schemas.microsoft.com/office/drawing/2014/main" id="{0D5255D5-33B3-74D3-FCC6-73B487C31D5A}"/>
              </a:ext>
            </a:extLst>
          </p:cNvPr>
          <p:cNvPicPr>
            <a:picLocks noChangeAspect="1"/>
          </p:cNvPicPr>
          <p:nvPr/>
        </p:nvPicPr>
        <p:blipFill>
          <a:blip r:embed="rId3"/>
          <a:stretch>
            <a:fillRect/>
          </a:stretch>
        </p:blipFill>
        <p:spPr>
          <a:xfrm>
            <a:off x="9778365" y="-760095"/>
            <a:ext cx="2571750" cy="2571750"/>
          </a:xfrm>
          <a:prstGeom prst="rect">
            <a:avLst/>
          </a:prstGeom>
        </p:spPr>
      </p:pic>
    </p:spTree>
    <p:extLst>
      <p:ext uri="{BB962C8B-B14F-4D97-AF65-F5344CB8AC3E}">
        <p14:creationId xmlns:p14="http://schemas.microsoft.com/office/powerpoint/2010/main" val="36862634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CAF6E-0E61-585B-6F01-709691F4C81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171C2EE-C052-5BC9-DE1C-47039BDCBB4B}"/>
              </a:ext>
            </a:extLst>
          </p:cNvPr>
          <p:cNvPicPr>
            <a:picLocks noChangeAspect="1"/>
          </p:cNvPicPr>
          <p:nvPr/>
        </p:nvPicPr>
        <p:blipFill>
          <a:blip r:embed="rId2"/>
          <a:stretch>
            <a:fillRect/>
          </a:stretch>
        </p:blipFill>
        <p:spPr>
          <a:xfrm>
            <a:off x="1968000" y="0"/>
            <a:ext cx="8256000" cy="6858000"/>
          </a:xfrm>
          <a:prstGeom prst="rect">
            <a:avLst/>
          </a:prstGeom>
        </p:spPr>
      </p:pic>
      <p:pic>
        <p:nvPicPr>
          <p:cNvPr id="2" name="Image 0" descr="/sessions/sleepy-zen-cray/mnt/outputs/deck_assets/logo_var2_azul.png">
            <a:extLst>
              <a:ext uri="{FF2B5EF4-FFF2-40B4-BE49-F238E27FC236}">
                <a16:creationId xmlns:a16="http://schemas.microsoft.com/office/drawing/2014/main" id="{4C8B836E-C54E-8D56-FB56-AB1CBA919367}"/>
              </a:ext>
            </a:extLst>
          </p:cNvPr>
          <p:cNvPicPr>
            <a:picLocks noChangeAspect="1"/>
          </p:cNvPicPr>
          <p:nvPr/>
        </p:nvPicPr>
        <p:blipFill>
          <a:blip r:embed="rId3"/>
          <a:stretch>
            <a:fillRect/>
          </a:stretch>
        </p:blipFill>
        <p:spPr>
          <a:xfrm>
            <a:off x="9778365" y="-760095"/>
            <a:ext cx="2571750" cy="2571750"/>
          </a:xfrm>
          <a:prstGeom prst="rect">
            <a:avLst/>
          </a:prstGeom>
        </p:spPr>
      </p:pic>
    </p:spTree>
    <p:extLst>
      <p:ext uri="{BB962C8B-B14F-4D97-AF65-F5344CB8AC3E}">
        <p14:creationId xmlns:p14="http://schemas.microsoft.com/office/powerpoint/2010/main" val="1509845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31E3513-9ED8-9C42-F700-97C1ECE437A2}"/>
              </a:ext>
            </a:extLst>
          </p:cNvPr>
          <p:cNvPicPr>
            <a:picLocks noChangeAspect="1"/>
          </p:cNvPicPr>
          <p:nvPr/>
        </p:nvPicPr>
        <p:blipFill>
          <a:blip r:embed="rId2"/>
          <a:stretch>
            <a:fillRect/>
          </a:stretch>
        </p:blipFill>
        <p:spPr>
          <a:xfrm>
            <a:off x="268126" y="0"/>
            <a:ext cx="11655748" cy="6858000"/>
          </a:xfrm>
          <a:prstGeom prst="rect">
            <a:avLst/>
          </a:prstGeom>
        </p:spPr>
      </p:pic>
      <p:pic>
        <p:nvPicPr>
          <p:cNvPr id="2" name="Image 0" descr="/sessions/sleepy-zen-cray/mnt/outputs/deck_assets/logo_var2_azul.png">
            <a:extLst>
              <a:ext uri="{FF2B5EF4-FFF2-40B4-BE49-F238E27FC236}">
                <a16:creationId xmlns:a16="http://schemas.microsoft.com/office/drawing/2014/main" id="{BA19652E-9E50-136A-CB91-49F5A6D3952B}"/>
              </a:ext>
            </a:extLst>
          </p:cNvPr>
          <p:cNvPicPr>
            <a:picLocks noChangeAspect="1"/>
          </p:cNvPicPr>
          <p:nvPr/>
        </p:nvPicPr>
        <p:blipFill>
          <a:blip r:embed="rId3"/>
          <a:stretch>
            <a:fillRect/>
          </a:stretch>
        </p:blipFill>
        <p:spPr>
          <a:xfrm>
            <a:off x="9778365" y="-760095"/>
            <a:ext cx="2571750" cy="2571750"/>
          </a:xfrm>
          <a:prstGeom prst="rect">
            <a:avLst/>
          </a:prstGeom>
        </p:spPr>
      </p:pic>
    </p:spTree>
    <p:extLst>
      <p:ext uri="{BB962C8B-B14F-4D97-AF65-F5344CB8AC3E}">
        <p14:creationId xmlns:p14="http://schemas.microsoft.com/office/powerpoint/2010/main" val="15206003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BBDFF2-4950-82F5-D12E-72D5A74B1F9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0077B31-F9C5-D52B-9EA6-DAAFFE02DEC7}"/>
              </a:ext>
            </a:extLst>
          </p:cNvPr>
          <p:cNvPicPr>
            <a:picLocks noChangeAspect="1"/>
          </p:cNvPicPr>
          <p:nvPr/>
        </p:nvPicPr>
        <p:blipFill>
          <a:blip r:embed="rId2"/>
          <a:stretch>
            <a:fillRect/>
          </a:stretch>
        </p:blipFill>
        <p:spPr>
          <a:xfrm>
            <a:off x="2390706" y="509711"/>
            <a:ext cx="7410588" cy="6015779"/>
          </a:xfrm>
          <a:prstGeom prst="rect">
            <a:avLst/>
          </a:prstGeom>
        </p:spPr>
      </p:pic>
      <p:pic>
        <p:nvPicPr>
          <p:cNvPr id="2" name="Image 0" descr="/sessions/sleepy-zen-cray/mnt/outputs/deck_assets/logo_var2_azul.png">
            <a:extLst>
              <a:ext uri="{FF2B5EF4-FFF2-40B4-BE49-F238E27FC236}">
                <a16:creationId xmlns:a16="http://schemas.microsoft.com/office/drawing/2014/main" id="{43670E1E-CBA4-A580-685A-9D3CD2B1A331}"/>
              </a:ext>
            </a:extLst>
          </p:cNvPr>
          <p:cNvPicPr>
            <a:picLocks noChangeAspect="1"/>
          </p:cNvPicPr>
          <p:nvPr/>
        </p:nvPicPr>
        <p:blipFill>
          <a:blip r:embed="rId3"/>
          <a:stretch>
            <a:fillRect/>
          </a:stretch>
        </p:blipFill>
        <p:spPr>
          <a:xfrm>
            <a:off x="9778365" y="-760095"/>
            <a:ext cx="2571750" cy="2571750"/>
          </a:xfrm>
          <a:prstGeom prst="rect">
            <a:avLst/>
          </a:prstGeom>
        </p:spPr>
      </p:pic>
    </p:spTree>
    <p:extLst>
      <p:ext uri="{BB962C8B-B14F-4D97-AF65-F5344CB8AC3E}">
        <p14:creationId xmlns:p14="http://schemas.microsoft.com/office/powerpoint/2010/main" val="20751503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56FA546-0792-6569-6620-ABA7EB07BCED}"/>
              </a:ext>
            </a:extLst>
          </p:cNvPr>
          <p:cNvPicPr>
            <a:picLocks noChangeAspect="1"/>
          </p:cNvPicPr>
          <p:nvPr/>
        </p:nvPicPr>
        <p:blipFill>
          <a:blip r:embed="rId2"/>
          <a:stretch>
            <a:fillRect/>
          </a:stretch>
        </p:blipFill>
        <p:spPr>
          <a:xfrm>
            <a:off x="2325820" y="77317"/>
            <a:ext cx="7150689" cy="6503592"/>
          </a:xfrm>
          <a:prstGeom prst="rect">
            <a:avLst/>
          </a:prstGeom>
        </p:spPr>
      </p:pic>
      <p:pic>
        <p:nvPicPr>
          <p:cNvPr id="2" name="Image 0" descr="/sessions/sleepy-zen-cray/mnt/outputs/deck_assets/logo_var2_azul.png">
            <a:extLst>
              <a:ext uri="{FF2B5EF4-FFF2-40B4-BE49-F238E27FC236}">
                <a16:creationId xmlns:a16="http://schemas.microsoft.com/office/drawing/2014/main" id="{C1144166-163D-D01E-9AB8-423CF397243B}"/>
              </a:ext>
            </a:extLst>
          </p:cNvPr>
          <p:cNvPicPr>
            <a:picLocks noChangeAspect="1"/>
          </p:cNvPicPr>
          <p:nvPr/>
        </p:nvPicPr>
        <p:blipFill>
          <a:blip r:embed="rId3"/>
          <a:stretch>
            <a:fillRect/>
          </a:stretch>
        </p:blipFill>
        <p:spPr>
          <a:xfrm>
            <a:off x="9778365" y="-760095"/>
            <a:ext cx="2571750" cy="2571750"/>
          </a:xfrm>
          <a:prstGeom prst="rect">
            <a:avLst/>
          </a:prstGeom>
        </p:spPr>
      </p:pic>
    </p:spTree>
    <p:extLst>
      <p:ext uri="{BB962C8B-B14F-4D97-AF65-F5344CB8AC3E}">
        <p14:creationId xmlns:p14="http://schemas.microsoft.com/office/powerpoint/2010/main" val="12638963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INTRODUCCIÓN</a:t>
            </a:r>
            <a:endParaRPr lang="en-US" sz="900" dirty="0"/>
          </a:p>
        </p:txBody>
      </p:sp>
      <p:sp>
        <p:nvSpPr>
          <p:cNvPr id="3" name="Text 1"/>
          <p:cNvSpPr/>
          <p:nvPr/>
        </p:nvSpPr>
        <p:spPr>
          <a:xfrm>
            <a:off x="548640" y="822960"/>
            <a:ext cx="10515600" cy="822960"/>
          </a:xfrm>
          <a:prstGeom prst="rect">
            <a:avLst/>
          </a:prstGeom>
          <a:noFill/>
          <a:ln/>
        </p:spPr>
        <p:txBody>
          <a:bodyPr wrap="square" rtlCol="0" anchor="ctr"/>
          <a:lstStyle/>
          <a:p>
            <a:pPr marL="0" indent="0">
              <a:buNone/>
            </a:pPr>
            <a:r>
              <a:rPr lang="en-US" sz="3200" b="1" dirty="0">
                <a:solidFill>
                  <a:srgbClr val="1A1A2E"/>
                </a:solidFill>
                <a:latin typeface="Calibri" pitchFamily="34" charset="0"/>
                <a:ea typeface="Calibri" pitchFamily="34" charset="-122"/>
                <a:cs typeface="Calibri" pitchFamily="34" charset="-120"/>
              </a:rPr>
              <a:t>Hangeul, el alfabeto único de Corea</a:t>
            </a:r>
            <a:endParaRPr lang="en-US" sz="3200" dirty="0"/>
          </a:p>
        </p:txBody>
      </p:sp>
      <p:sp>
        <p:nvSpPr>
          <p:cNvPr id="4" name="Text 2"/>
          <p:cNvSpPr/>
          <p:nvPr/>
        </p:nvSpPr>
        <p:spPr>
          <a:xfrm>
            <a:off x="548640" y="2011680"/>
            <a:ext cx="10972800" cy="4114800"/>
          </a:xfrm>
          <a:prstGeom prst="rect">
            <a:avLst/>
          </a:prstGeom>
          <a:noFill/>
          <a:ln/>
        </p:spPr>
        <p:txBody>
          <a:bodyPr wrap="square" rtlCol="0" anchor="t"/>
          <a:lstStyle/>
          <a:p>
            <a:pPr marL="0" indent="0">
              <a:lnSpc>
                <a:spcPct val="130000"/>
              </a:lnSpc>
              <a:spcAft>
                <a:spcPts val="600"/>
              </a:spcAft>
              <a:buNone/>
            </a:pPr>
            <a:r>
              <a:rPr lang="es-ES" sz="1500" dirty="0">
                <a:solidFill>
                  <a:srgbClr val="1A1A2E"/>
                </a:solidFill>
                <a:latin typeface="Calibri" pitchFamily="34" charset="0"/>
                <a:ea typeface="Calibri" pitchFamily="34" charset="-122"/>
                <a:cs typeface="Calibri" pitchFamily="34" charset="-120"/>
              </a:rPr>
              <a:t>La escritura es una de las grandes invenciones de la humanidad: permite acumular conocimiento y preservar la experiencia humana. Casi todas las lenguas del mundo se escriben con alfabetos, silabarios o sistemas logográficos — y el Hangeul, la escritura propia de Corea, es uno de ellos.</a:t>
            </a:r>
          </a:p>
          <a:p>
            <a:pPr marL="0" indent="0">
              <a:lnSpc>
                <a:spcPct val="130000"/>
              </a:lnSpc>
              <a:spcAft>
                <a:spcPts val="800"/>
              </a:spcAft>
              <a:buNone/>
            </a:pPr>
            <a:r>
              <a:rPr lang="es-ES" sz="1500" dirty="0">
                <a:solidFill>
                  <a:srgbClr val="1A1A2E"/>
                </a:solidFill>
                <a:latin typeface="Calibri" pitchFamily="34" charset="0"/>
                <a:ea typeface="Calibri" pitchFamily="34" charset="-122"/>
                <a:cs typeface="Calibri" pitchFamily="34" charset="-120"/>
              </a:rPr>
              <a:t>Corea usó por siglos los caracteres chinos, hasta que el rey Sejong el Grande creó un alfabeto pensado exclusivamente para el idioma coreano. Promulgado en 1446, hoy es reconocido como uno de los mejores sistemas de escritura jamás concebidos.</a:t>
            </a:r>
          </a:p>
          <a:p>
            <a:pPr marL="0" indent="0">
              <a:lnSpc>
                <a:spcPct val="130000"/>
              </a:lnSpc>
              <a:spcAft>
                <a:spcPts val="300"/>
              </a:spcAft>
              <a:buNone/>
            </a:pPr>
            <a:r>
              <a:rPr lang="es-ES" sz="1500" i="1" dirty="0">
                <a:solidFill>
                  <a:srgbClr val="3D2EE8"/>
                </a:solidFill>
                <a:latin typeface="Calibri" pitchFamily="34" charset="0"/>
                <a:ea typeface="Calibri" pitchFamily="34" charset="-122"/>
                <a:cs typeface="Calibri" pitchFamily="34" charset="-120"/>
              </a:rPr>
              <a:t>“Como el habla de este país es distinta de la de China, los caracteres chinos no se corresponden con ella. Por eso, aunque la gente desee comunicarse, muchos no logran expresar lo que sienten. Apenado por ello, he creado 28 letras nuevas, para que todos puedan aprenderlas con facilidad y usarlas cómodamente cada día.”</a:t>
            </a:r>
          </a:p>
          <a:p>
            <a:pPr marL="0" indent="0">
              <a:lnSpc>
                <a:spcPct val="130000"/>
              </a:lnSpc>
              <a:spcAft>
                <a:spcPts val="300"/>
              </a:spcAft>
              <a:buNone/>
            </a:pPr>
            <a:r>
              <a:rPr lang="es-ES" sz="1100" b="1" dirty="0">
                <a:solidFill>
                  <a:srgbClr val="6B6B7C"/>
                </a:solidFill>
                <a:latin typeface="Calibri" pitchFamily="34" charset="0"/>
                <a:ea typeface="Calibri" pitchFamily="34" charset="-122"/>
                <a:cs typeface="Calibri" pitchFamily="34" charset="-120"/>
              </a:rPr>
              <a:t>— Del Hunminjeongeum (“Sonidos correctos para la instrucción del pueblo”), 1446.</a:t>
            </a:r>
          </a:p>
          <a:p>
            <a:pPr marL="0" indent="0">
              <a:lnSpc>
                <a:spcPct val="130000"/>
              </a:lnSpc>
              <a:buNone/>
            </a:pPr>
            <a:r>
              <a:rPr lang="es-ES" sz="1000" dirty="0">
                <a:solidFill>
                  <a:srgbClr val="9A92A8"/>
                </a:solidFill>
                <a:latin typeface="Calibri" pitchFamily="34" charset="0"/>
                <a:ea typeface="Calibri" pitchFamily="34" charset="-122"/>
                <a:cs typeface="Calibri" pitchFamily="34" charset="-120"/>
              </a:rPr>
              <a:t>Fuente: Hangeul — El alfabeto único de Corea, Fundación Corea (KF / 한국국제교류재단), 2010.</a:t>
            </a:r>
          </a:p>
        </p:txBody>
      </p:sp>
      <p:pic>
        <p:nvPicPr>
          <p:cNvPr id="6" name="Image 1" descr="/sessions/sleepy-zen-cray/mnt/outputs/deck_assets/sello_linea_v1_01.png"/>
          <p:cNvPicPr>
            <a:picLocks noChangeAspect="1"/>
          </p:cNvPicPr>
          <p:nvPr/>
        </p:nvPicPr>
        <p:blipFill>
          <a:blip r:embed="rId3"/>
          <a:stretch>
            <a:fillRect/>
          </a:stretch>
        </p:blipFill>
        <p:spPr>
          <a:xfrm>
            <a:off x="365760" y="6355080"/>
            <a:ext cx="411480" cy="411480"/>
          </a:xfrm>
          <a:prstGeom prst="rect">
            <a:avLst/>
          </a:prstGeom>
        </p:spPr>
      </p:pic>
      <p:sp>
        <p:nvSpPr>
          <p:cNvPr id="7" name="Text 3"/>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8" name="Text 4"/>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INTRO  ·  FUENTE: KF 2010</a:t>
            </a:r>
            <a:endParaRPr lang="en-US" sz="800" dirty="0"/>
          </a:p>
        </p:txBody>
      </p:sp>
      <p:pic>
        <p:nvPicPr>
          <p:cNvPr id="9" name="Image 0" descr="/sessions/sleepy-zen-cray/mnt/outputs/deck_assets/logo_var2_azul.png">
            <a:extLst>
              <a:ext uri="{FF2B5EF4-FFF2-40B4-BE49-F238E27FC236}">
                <a16:creationId xmlns:a16="http://schemas.microsoft.com/office/drawing/2014/main" id="{C4E37DD5-DB10-D330-E9DF-7FE42F0A4F2C}"/>
              </a:ext>
            </a:extLst>
          </p:cNvPr>
          <p:cNvPicPr>
            <a:picLocks noChangeAspect="1"/>
          </p:cNvPicPr>
          <p:nvPr/>
        </p:nvPicPr>
        <p:blipFill>
          <a:blip r:embed="rId4"/>
          <a:stretch>
            <a:fillRect/>
          </a:stretch>
        </p:blipFill>
        <p:spPr>
          <a:xfrm>
            <a:off x="9778365" y="-760095"/>
            <a:ext cx="2571750" cy="25717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4">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§1.2 · 1446</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El libro Hunminjeongeum</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Tres años de estudio, un solo libro, todo un alfabeto explicado.</a:t>
            </a:r>
            <a:endParaRPr lang="en-US" sz="1400" dirty="0"/>
          </a:p>
        </p:txBody>
      </p:sp>
      <p:sp>
        <p:nvSpPr>
          <p:cNvPr id="5" name="Shape 3"/>
          <p:cNvSpPr/>
          <p:nvPr/>
        </p:nvSpPr>
        <p:spPr>
          <a:xfrm>
            <a:off x="640080" y="2468880"/>
            <a:ext cx="4114800" cy="3566160"/>
          </a:xfrm>
          <a:prstGeom prst="roundRect">
            <a:avLst>
              <a:gd name="adj" fmla="val 7692"/>
            </a:avLst>
          </a:prstGeom>
          <a:solidFill>
            <a:srgbClr val="FE6768"/>
          </a:solidFill>
          <a:ln w="12700">
            <a:solidFill>
              <a:srgbClr val="FE6768"/>
            </a:solidFill>
            <a:prstDash val="solid"/>
          </a:ln>
        </p:spPr>
      </p:sp>
      <p:sp>
        <p:nvSpPr>
          <p:cNvPr id="6" name="Text 4"/>
          <p:cNvSpPr/>
          <p:nvPr/>
        </p:nvSpPr>
        <p:spPr>
          <a:xfrm>
            <a:off x="640080" y="2743200"/>
            <a:ext cx="4114800" cy="1371600"/>
          </a:xfrm>
          <a:prstGeom prst="rect">
            <a:avLst/>
          </a:prstGeom>
          <a:noFill/>
          <a:ln/>
        </p:spPr>
        <p:txBody>
          <a:bodyPr wrap="square" lIns="0" tIns="0" rIns="0" bIns="0" rtlCol="0" anchor="ctr"/>
          <a:lstStyle/>
          <a:p>
            <a:pPr marL="0" indent="0" algn="ctr">
              <a:buNone/>
            </a:pPr>
            <a:r>
              <a:rPr lang="en-US" sz="5000" b="1" dirty="0">
                <a:solidFill>
                  <a:srgbClr val="F6F6F6"/>
                </a:solidFill>
                <a:latin typeface="Malgun Gothic" pitchFamily="34" charset="0"/>
                <a:ea typeface="Malgun Gothic" pitchFamily="34" charset="-122"/>
                <a:cs typeface="Malgun Gothic" pitchFamily="34" charset="-120"/>
              </a:rPr>
              <a:t>훈민정음</a:t>
            </a:r>
            <a:endParaRPr lang="en-US" sz="5000" dirty="0"/>
          </a:p>
        </p:txBody>
      </p:sp>
      <p:sp>
        <p:nvSpPr>
          <p:cNvPr id="7" name="Text 5"/>
          <p:cNvSpPr/>
          <p:nvPr/>
        </p:nvSpPr>
        <p:spPr>
          <a:xfrm>
            <a:off x="640080" y="4114800"/>
            <a:ext cx="4114800" cy="457200"/>
          </a:xfrm>
          <a:prstGeom prst="rect">
            <a:avLst/>
          </a:prstGeom>
          <a:noFill/>
          <a:ln/>
        </p:spPr>
        <p:txBody>
          <a:bodyPr wrap="square" lIns="0" tIns="0" rIns="0" bIns="0" rtlCol="0" anchor="ctr"/>
          <a:lstStyle/>
          <a:p>
            <a:pPr marL="0" indent="0" algn="ctr">
              <a:buNone/>
            </a:pPr>
            <a:r>
              <a:rPr lang="en-US" sz="1800" i="1" dirty="0">
                <a:solidFill>
                  <a:srgbClr val="FFC8C8"/>
                </a:solidFill>
                <a:latin typeface="Calibri" pitchFamily="34" charset="0"/>
                <a:ea typeface="Calibri" pitchFamily="34" charset="-122"/>
                <a:cs typeface="Calibri" pitchFamily="34" charset="-120"/>
              </a:rPr>
              <a:t>Hunminjeongeum</a:t>
            </a:r>
            <a:endParaRPr lang="en-US" sz="1800" dirty="0"/>
          </a:p>
        </p:txBody>
      </p:sp>
      <p:sp>
        <p:nvSpPr>
          <p:cNvPr id="8" name="Text 6"/>
          <p:cNvSpPr/>
          <p:nvPr/>
        </p:nvSpPr>
        <p:spPr>
          <a:xfrm>
            <a:off x="640080" y="4617720"/>
            <a:ext cx="4114800" cy="822960"/>
          </a:xfrm>
          <a:prstGeom prst="rect">
            <a:avLst/>
          </a:prstGeom>
          <a:noFill/>
          <a:ln/>
        </p:spPr>
        <p:txBody>
          <a:bodyPr wrap="square" lIns="0" tIns="0" rIns="0" bIns="0" rtlCol="0" anchor="ctr"/>
          <a:lstStyle/>
          <a:p>
            <a:pPr marL="0" indent="0" algn="ctr">
              <a:buNone/>
            </a:pPr>
            <a:r>
              <a:rPr lang="en-US" sz="1300" i="1" dirty="0">
                <a:solidFill>
                  <a:srgbClr val="F6F6F6"/>
                </a:solidFill>
                <a:latin typeface="Calibri" pitchFamily="34" charset="0"/>
                <a:ea typeface="Calibri" pitchFamily="34" charset="-122"/>
                <a:cs typeface="Calibri" pitchFamily="34" charset="-120"/>
              </a:rPr>
              <a:t>"Los sonidos correctos</a:t>
            </a:r>
            <a:endParaRPr lang="en-US" sz="1300" dirty="0"/>
          </a:p>
          <a:p>
            <a:pPr marL="0" indent="0" algn="ctr">
              <a:buNone/>
            </a:pPr>
            <a:r>
              <a:rPr lang="en-US" sz="1300" i="1" dirty="0">
                <a:solidFill>
                  <a:srgbClr val="F6F6F6"/>
                </a:solidFill>
                <a:latin typeface="Calibri" pitchFamily="34" charset="0"/>
                <a:ea typeface="Calibri" pitchFamily="34" charset="-122"/>
                <a:cs typeface="Calibri" pitchFamily="34" charset="-120"/>
              </a:rPr>
              <a:t>para enseñar al pueblo"</a:t>
            </a:r>
            <a:endParaRPr lang="en-US" sz="1300" dirty="0"/>
          </a:p>
        </p:txBody>
      </p:sp>
      <p:pic>
        <p:nvPicPr>
          <p:cNvPr id="9" name="Image 0" descr="preencoded.png"/>
          <p:cNvPicPr>
            <a:picLocks noChangeAspect="1"/>
          </p:cNvPicPr>
          <p:nvPr/>
        </p:nvPicPr>
        <p:blipFill>
          <a:blip r:embed="rId3"/>
          <a:stretch>
            <a:fillRect/>
          </a:stretch>
        </p:blipFill>
        <p:spPr>
          <a:xfrm>
            <a:off x="2514600" y="5532120"/>
            <a:ext cx="320040" cy="320040"/>
          </a:xfrm>
          <a:prstGeom prst="rect">
            <a:avLst/>
          </a:prstGeom>
        </p:spPr>
      </p:pic>
      <p:sp>
        <p:nvSpPr>
          <p:cNvPr id="10" name="Text 7"/>
          <p:cNvSpPr/>
          <p:nvPr/>
        </p:nvSpPr>
        <p:spPr>
          <a:xfrm>
            <a:off x="5029200" y="2331720"/>
            <a:ext cx="548640" cy="914400"/>
          </a:xfrm>
          <a:prstGeom prst="rect">
            <a:avLst/>
          </a:prstGeom>
          <a:noFill/>
          <a:ln/>
        </p:spPr>
        <p:txBody>
          <a:bodyPr wrap="square" lIns="0" tIns="0" rIns="0" bIns="0" rtlCol="0" anchor="t"/>
          <a:lstStyle/>
          <a:p>
            <a:pPr marL="0" indent="0">
              <a:buNone/>
            </a:pPr>
            <a:r>
              <a:rPr lang="en-US" sz="8000" b="1" dirty="0">
                <a:solidFill>
                  <a:srgbClr val="FE6768"/>
                </a:solidFill>
              </a:rPr>
              <a:t>"</a:t>
            </a:r>
            <a:endParaRPr lang="en-US" sz="8000" dirty="0"/>
          </a:p>
        </p:txBody>
      </p:sp>
      <p:sp>
        <p:nvSpPr>
          <p:cNvPr id="11" name="Text 8"/>
          <p:cNvSpPr/>
          <p:nvPr/>
        </p:nvSpPr>
        <p:spPr>
          <a:xfrm>
            <a:off x="5486400" y="2606040"/>
            <a:ext cx="6126480" cy="2194560"/>
          </a:xfrm>
          <a:prstGeom prst="rect">
            <a:avLst/>
          </a:prstGeom>
          <a:noFill/>
          <a:ln/>
        </p:spPr>
        <p:txBody>
          <a:bodyPr wrap="square" lIns="0" tIns="0" rIns="0" bIns="0" rtlCol="0" anchor="t"/>
          <a:lstStyle/>
          <a:p>
            <a:pPr marL="0" indent="0">
              <a:buNone/>
            </a:pPr>
            <a:r>
              <a:rPr lang="en-US" sz="1300" i="1" dirty="0">
                <a:solidFill>
                  <a:srgbClr val="1E1E2A"/>
                </a:solidFill>
                <a:latin typeface="Calibri" pitchFamily="34" charset="0"/>
                <a:ea typeface="Calibri" pitchFamily="34" charset="-122"/>
                <a:cs typeface="Calibri" pitchFamily="34" charset="-120"/>
              </a:rPr>
              <a:t>Nuestro Rey no copió de nadie. Él descubrió, en los sonidos del habla, los principios mismos de la naturaleza, y a partir de esos principios diseñó las letras. Es tan simple que basta un día para aprenderlo.</a:t>
            </a:r>
            <a:endParaRPr lang="en-US" sz="1300" dirty="0"/>
          </a:p>
        </p:txBody>
      </p:sp>
      <p:sp>
        <p:nvSpPr>
          <p:cNvPr id="12" name="Text 9"/>
          <p:cNvSpPr/>
          <p:nvPr/>
        </p:nvSpPr>
        <p:spPr>
          <a:xfrm>
            <a:off x="5486400" y="4846320"/>
            <a:ext cx="6126480" cy="320040"/>
          </a:xfrm>
          <a:prstGeom prst="rect">
            <a:avLst/>
          </a:prstGeom>
          <a:noFill/>
          <a:ln/>
        </p:spPr>
        <p:txBody>
          <a:bodyPr wrap="square" lIns="0" tIns="0" rIns="0" bIns="0" rtlCol="0" anchor="ctr"/>
          <a:lstStyle/>
          <a:p>
            <a:pPr marL="0" indent="0">
              <a:buNone/>
            </a:pPr>
            <a:r>
              <a:rPr lang="en-US" sz="900" b="1" kern="0" spc="200" dirty="0">
                <a:solidFill>
                  <a:srgbClr val="4036ED"/>
                </a:solidFill>
                <a:latin typeface="Calibri" pitchFamily="34" charset="0"/>
                <a:ea typeface="Calibri" pitchFamily="34" charset="-122"/>
                <a:cs typeface="Calibri" pitchFamily="34" charset="-120"/>
              </a:rPr>
              <a:t>— JEONG IN-JI · prefacio del Hunminjeongeum, 1446</a:t>
            </a:r>
            <a:endParaRPr lang="en-US" sz="900" dirty="0"/>
          </a:p>
        </p:txBody>
      </p:sp>
      <p:sp>
        <p:nvSpPr>
          <p:cNvPr id="13" name="Shape 10"/>
          <p:cNvSpPr/>
          <p:nvPr/>
        </p:nvSpPr>
        <p:spPr>
          <a:xfrm>
            <a:off x="5486400" y="5257800"/>
            <a:ext cx="6126480" cy="0"/>
          </a:xfrm>
          <a:prstGeom prst="line">
            <a:avLst/>
          </a:prstGeom>
          <a:noFill/>
          <a:ln w="12700">
            <a:solidFill>
              <a:srgbClr val="A79BFF"/>
            </a:solidFill>
            <a:prstDash val="solid"/>
          </a:ln>
        </p:spPr>
      </p:sp>
      <p:sp>
        <p:nvSpPr>
          <p:cNvPr id="14" name="Text 11"/>
          <p:cNvSpPr/>
          <p:nvPr/>
        </p:nvSpPr>
        <p:spPr>
          <a:xfrm>
            <a:off x="5486400" y="5394960"/>
            <a:ext cx="6126480" cy="640080"/>
          </a:xfrm>
          <a:prstGeom prst="rect">
            <a:avLst/>
          </a:prstGeom>
          <a:noFill/>
          <a:ln/>
        </p:spPr>
        <p:txBody>
          <a:bodyPr wrap="square" lIns="0" tIns="0" rIns="0" bIns="0" rtlCol="0" anchor="t"/>
          <a:lstStyle/>
          <a:p>
            <a:pPr marL="0" indent="0">
              <a:buNone/>
            </a:pPr>
            <a:r>
              <a:rPr lang="en-US" sz="1100" i="1" dirty="0">
                <a:solidFill>
                  <a:srgbClr val="4A4A55"/>
                </a:solidFill>
                <a:latin typeface="Calibri" pitchFamily="34" charset="0"/>
                <a:ea typeface="Calibri" pitchFamily="34" charset="-122"/>
                <a:cs typeface="Calibri" pitchFamily="34" charset="-120"/>
              </a:rPr>
              <a:t>Hoy la UNESCO reconoce el Hangul como uno de los sistemas de escritura más eficientes jamás diseñados. Desde 1989 entrega cada año el Premio Internacional de Alfabetización Rey Sejong.</a:t>
            </a:r>
            <a:endParaRPr lang="en-US" sz="1100" dirty="0"/>
          </a:p>
        </p:txBody>
      </p:sp>
      <p:pic>
        <p:nvPicPr>
          <p:cNvPr id="15"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16" name="Text 12"/>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17" name="Text 13"/>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04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5">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§1.3</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El principio de la naturaleza</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Por qué para entender la escritura primero hay que entender el mundo.</a:t>
            </a:r>
            <a:endParaRPr lang="en-US" sz="1400" dirty="0"/>
          </a:p>
        </p:txBody>
      </p:sp>
      <p:sp>
        <p:nvSpPr>
          <p:cNvPr id="5" name="Text 3"/>
          <p:cNvSpPr/>
          <p:nvPr/>
        </p:nvSpPr>
        <p:spPr>
          <a:xfrm>
            <a:off x="640080" y="2468880"/>
            <a:ext cx="5486400" cy="3840480"/>
          </a:xfrm>
          <a:prstGeom prst="rect">
            <a:avLst/>
          </a:prstGeom>
          <a:noFill/>
          <a:ln/>
        </p:spPr>
        <p:txBody>
          <a:bodyPr wrap="square" lIns="0" tIns="0" rIns="0" bIns="0" rtlCol="0" anchor="t"/>
          <a:lstStyle/>
          <a:p>
            <a:pPr marL="0" indent="0">
              <a:spcAft>
                <a:spcPts val="800"/>
              </a:spcAft>
              <a:buNone/>
            </a:pPr>
            <a:r>
              <a:rPr lang="en-US" sz="1600" b="1" dirty="0">
                <a:solidFill>
                  <a:srgbClr val="4036ED"/>
                </a:solidFill>
              </a:rPr>
              <a:t>El principio fundamental
</a:t>
            </a:r>
            <a:endParaRPr lang="en-US" sz="1600" dirty="0"/>
          </a:p>
          <a:p>
            <a:pPr marL="0" indent="0">
              <a:buNone/>
            </a:pPr>
            <a:r>
              <a:rPr lang="en-US" sz="1300" i="1" dirty="0">
                <a:solidFill>
                  <a:srgbClr val="1E1E2A"/>
                </a:solidFill>
              </a:rPr>
              <a:t>«El principio de las letras es el mismo principio del habla. El habla es sonido humano. El humano forma parte de la naturaleza. Por lo tanto, </a:t>
            </a:r>
            <a:r>
              <a:rPr lang="en-US" sz="1300" b="1" i="1" dirty="0">
                <a:solidFill>
                  <a:srgbClr val="FE6768"/>
                </a:solidFill>
              </a:rPr>
              <a:t>para entender el principio de las letras basta con entender el principio de la naturaleza</a:t>
            </a:r>
            <a:r>
              <a:rPr lang="en-US" sz="1300" i="1" dirty="0">
                <a:solidFill>
                  <a:srgbClr val="1E1E2A"/>
                </a:solidFill>
              </a:rPr>
              <a:t>».</a:t>
            </a:r>
            <a:endParaRPr lang="en-US" sz="1600" dirty="0"/>
          </a:p>
          <a:p>
            <a:pPr marL="0" indent="0">
              <a:buNone/>
            </a:pPr>
            <a:r>
              <a:rPr lang="en-US" sz="1200" i="1" dirty="0">
                <a:solidFill>
                  <a:srgbClr val="4A4A55"/>
                </a:solidFill>
              </a:rPr>
              <a:t>Si los tres círculos son uno dentro del otro, sus principios también lo son.</a:t>
            </a:r>
            <a:endParaRPr lang="en-US" sz="1600" dirty="0"/>
          </a:p>
        </p:txBody>
      </p:sp>
      <p:pic>
        <p:nvPicPr>
          <p:cNvPr id="6" name="Image 0" descr="preencoded.png"/>
          <p:cNvPicPr>
            <a:picLocks noChangeAspect="1"/>
          </p:cNvPicPr>
          <p:nvPr/>
        </p:nvPicPr>
        <p:blipFill>
          <a:blip r:embed="rId3"/>
          <a:stretch>
            <a:fillRect/>
          </a:stretch>
        </p:blipFill>
        <p:spPr>
          <a:xfrm>
            <a:off x="6949440" y="2286000"/>
            <a:ext cx="4114800" cy="4114800"/>
          </a:xfrm>
          <a:prstGeom prst="rect">
            <a:avLst/>
          </a:prstGeom>
        </p:spPr>
      </p:pic>
      <p:pic>
        <p:nvPicPr>
          <p:cNvPr id="7"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8" name="Text 4"/>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9" name="Text 5"/>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05</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6">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§1.4 · EL PRIMER PRINCIPIO</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Día y Noche · 낮과 밤</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La regla de los opuestos en pareja — la chispa pedagógica del Hangul.</a:t>
            </a:r>
            <a:endParaRPr lang="en-US" sz="1400" dirty="0"/>
          </a:p>
        </p:txBody>
      </p:sp>
      <p:sp>
        <p:nvSpPr>
          <p:cNvPr id="5" name="Shape 3"/>
          <p:cNvSpPr/>
          <p:nvPr/>
        </p:nvSpPr>
        <p:spPr>
          <a:xfrm>
            <a:off x="640080" y="2468880"/>
            <a:ext cx="5440680" cy="3657600"/>
          </a:xfrm>
          <a:prstGeom prst="roundRect">
            <a:avLst>
              <a:gd name="adj" fmla="val 6250"/>
            </a:avLst>
          </a:prstGeom>
          <a:solidFill>
            <a:srgbClr val="FE6768"/>
          </a:solidFill>
          <a:ln w="12700">
            <a:solidFill>
              <a:srgbClr val="FE6768"/>
            </a:solidFill>
            <a:prstDash val="solid"/>
          </a:ln>
        </p:spPr>
      </p:sp>
      <p:pic>
        <p:nvPicPr>
          <p:cNvPr id="6" name="Image 0" descr="preencoded.png"/>
          <p:cNvPicPr>
            <a:picLocks noChangeAspect="1"/>
          </p:cNvPicPr>
          <p:nvPr/>
        </p:nvPicPr>
        <p:blipFill>
          <a:blip r:embed="rId3"/>
          <a:stretch>
            <a:fillRect/>
          </a:stretch>
        </p:blipFill>
        <p:spPr>
          <a:xfrm>
            <a:off x="2903220" y="2697480"/>
            <a:ext cx="914400" cy="914400"/>
          </a:xfrm>
          <a:prstGeom prst="rect">
            <a:avLst/>
          </a:prstGeom>
        </p:spPr>
      </p:pic>
      <p:sp>
        <p:nvSpPr>
          <p:cNvPr id="7" name="Text 4"/>
          <p:cNvSpPr/>
          <p:nvPr/>
        </p:nvSpPr>
        <p:spPr>
          <a:xfrm>
            <a:off x="640080" y="3703320"/>
            <a:ext cx="5440680" cy="1005840"/>
          </a:xfrm>
          <a:prstGeom prst="rect">
            <a:avLst/>
          </a:prstGeom>
          <a:noFill/>
          <a:ln/>
        </p:spPr>
        <p:txBody>
          <a:bodyPr wrap="square" lIns="0" tIns="0" rIns="0" bIns="0" rtlCol="0" anchor="ctr"/>
          <a:lstStyle/>
          <a:p>
            <a:pPr marL="0" indent="0" algn="ctr">
              <a:buNone/>
            </a:pPr>
            <a:r>
              <a:rPr lang="en-US" sz="8000" b="1" dirty="0">
                <a:solidFill>
                  <a:srgbClr val="F6F6F6"/>
                </a:solidFill>
                <a:latin typeface="Malgun Gothic" pitchFamily="34" charset="0"/>
                <a:ea typeface="Malgun Gothic" pitchFamily="34" charset="-122"/>
                <a:cs typeface="Malgun Gothic" pitchFamily="34" charset="-120"/>
              </a:rPr>
              <a:t>낮</a:t>
            </a:r>
            <a:endParaRPr lang="en-US" sz="8000" dirty="0"/>
          </a:p>
        </p:txBody>
      </p:sp>
      <p:sp>
        <p:nvSpPr>
          <p:cNvPr id="8" name="Text 5"/>
          <p:cNvSpPr/>
          <p:nvPr/>
        </p:nvSpPr>
        <p:spPr>
          <a:xfrm>
            <a:off x="640080" y="4709160"/>
            <a:ext cx="5440680" cy="365760"/>
          </a:xfrm>
          <a:prstGeom prst="rect">
            <a:avLst/>
          </a:prstGeom>
          <a:noFill/>
          <a:ln/>
        </p:spPr>
        <p:txBody>
          <a:bodyPr wrap="square" lIns="0" tIns="0" rIns="0" bIns="0" rtlCol="0" anchor="ctr"/>
          <a:lstStyle/>
          <a:p>
            <a:pPr marL="0" indent="0" algn="ctr">
              <a:buNone/>
            </a:pPr>
            <a:r>
              <a:rPr lang="en-US" sz="1600" b="1" kern="0" spc="800" dirty="0">
                <a:solidFill>
                  <a:srgbClr val="FFC8C8"/>
                </a:solidFill>
                <a:latin typeface="Calibri" pitchFamily="34" charset="0"/>
                <a:ea typeface="Calibri" pitchFamily="34" charset="-122"/>
                <a:cs typeface="Calibri" pitchFamily="34" charset="-120"/>
              </a:rPr>
              <a:t>DÍA</a:t>
            </a:r>
            <a:endParaRPr lang="en-US" sz="1600" dirty="0"/>
          </a:p>
        </p:txBody>
      </p:sp>
      <p:sp>
        <p:nvSpPr>
          <p:cNvPr id="9" name="Text 6"/>
          <p:cNvSpPr/>
          <p:nvPr/>
        </p:nvSpPr>
        <p:spPr>
          <a:xfrm>
            <a:off x="640080" y="5166360"/>
            <a:ext cx="5440680" cy="777240"/>
          </a:xfrm>
          <a:prstGeom prst="rect">
            <a:avLst/>
          </a:prstGeom>
          <a:noFill/>
          <a:ln/>
        </p:spPr>
        <p:txBody>
          <a:bodyPr wrap="square" lIns="0" tIns="0" rIns="0" bIns="0" rtlCol="0" anchor="ctr"/>
          <a:lstStyle/>
          <a:p>
            <a:pPr marL="0" indent="0" algn="ctr">
              <a:buNone/>
            </a:pPr>
            <a:r>
              <a:rPr lang="en-US" sz="1200" i="1" dirty="0">
                <a:solidFill>
                  <a:srgbClr val="F6F6F6"/>
                </a:solidFill>
                <a:latin typeface="Calibri" pitchFamily="34" charset="0"/>
                <a:ea typeface="Calibri" pitchFamily="34" charset="-122"/>
                <a:cs typeface="Calibri" pitchFamily="34" charset="-120"/>
              </a:rPr>
              <a:t>Brillante · Alto · Cálido</a:t>
            </a:r>
            <a:endParaRPr lang="en-US" sz="1200" dirty="0"/>
          </a:p>
          <a:p>
            <a:pPr marL="0" indent="0" algn="ctr">
              <a:buNone/>
            </a:pPr>
            <a:r>
              <a:rPr lang="en-US" sz="1200" i="1" dirty="0">
                <a:solidFill>
                  <a:srgbClr val="F6F6F6"/>
                </a:solidFill>
                <a:latin typeface="Calibri" pitchFamily="34" charset="0"/>
                <a:ea typeface="Calibri" pitchFamily="34" charset="-122"/>
                <a:cs typeface="Calibri" pitchFamily="34" charset="-120"/>
              </a:rPr>
              <a:t>La lengua se retrae hacia adentro</a:t>
            </a:r>
            <a:endParaRPr lang="en-US" sz="1200" dirty="0"/>
          </a:p>
        </p:txBody>
      </p:sp>
      <p:sp>
        <p:nvSpPr>
          <p:cNvPr id="10" name="Shape 7"/>
          <p:cNvSpPr/>
          <p:nvPr/>
        </p:nvSpPr>
        <p:spPr>
          <a:xfrm>
            <a:off x="6126480" y="2468880"/>
            <a:ext cx="5440680" cy="3657600"/>
          </a:xfrm>
          <a:prstGeom prst="roundRect">
            <a:avLst>
              <a:gd name="adj" fmla="val 6250"/>
            </a:avLst>
          </a:prstGeom>
          <a:solidFill>
            <a:srgbClr val="4036ED"/>
          </a:solidFill>
          <a:ln w="12700">
            <a:solidFill>
              <a:srgbClr val="4036ED"/>
            </a:solidFill>
            <a:prstDash val="solid"/>
          </a:ln>
        </p:spPr>
      </p:sp>
      <p:pic>
        <p:nvPicPr>
          <p:cNvPr id="11" name="Image 1" descr="preencoded.png"/>
          <p:cNvPicPr>
            <a:picLocks noChangeAspect="1"/>
          </p:cNvPicPr>
          <p:nvPr/>
        </p:nvPicPr>
        <p:blipFill>
          <a:blip r:embed="rId4"/>
          <a:stretch>
            <a:fillRect/>
          </a:stretch>
        </p:blipFill>
        <p:spPr>
          <a:xfrm>
            <a:off x="8389620" y="2697480"/>
            <a:ext cx="914400" cy="914400"/>
          </a:xfrm>
          <a:prstGeom prst="rect">
            <a:avLst/>
          </a:prstGeom>
        </p:spPr>
      </p:pic>
      <p:sp>
        <p:nvSpPr>
          <p:cNvPr id="12" name="Text 8"/>
          <p:cNvSpPr/>
          <p:nvPr/>
        </p:nvSpPr>
        <p:spPr>
          <a:xfrm>
            <a:off x="6126480" y="3703320"/>
            <a:ext cx="5440680" cy="1005840"/>
          </a:xfrm>
          <a:prstGeom prst="rect">
            <a:avLst/>
          </a:prstGeom>
          <a:noFill/>
          <a:ln/>
        </p:spPr>
        <p:txBody>
          <a:bodyPr wrap="square" lIns="0" tIns="0" rIns="0" bIns="0" rtlCol="0" anchor="ctr"/>
          <a:lstStyle/>
          <a:p>
            <a:pPr marL="0" indent="0" algn="ctr">
              <a:buNone/>
            </a:pPr>
            <a:r>
              <a:rPr lang="en-US" sz="8000" b="1" dirty="0">
                <a:solidFill>
                  <a:srgbClr val="F6F6F6"/>
                </a:solidFill>
                <a:latin typeface="Malgun Gothic" pitchFamily="34" charset="0"/>
                <a:ea typeface="Malgun Gothic" pitchFamily="34" charset="-122"/>
                <a:cs typeface="Malgun Gothic" pitchFamily="34" charset="-120"/>
              </a:rPr>
              <a:t>밤</a:t>
            </a:r>
            <a:endParaRPr lang="en-US" sz="8000" dirty="0"/>
          </a:p>
        </p:txBody>
      </p:sp>
      <p:sp>
        <p:nvSpPr>
          <p:cNvPr id="13" name="Text 9"/>
          <p:cNvSpPr/>
          <p:nvPr/>
        </p:nvSpPr>
        <p:spPr>
          <a:xfrm>
            <a:off x="6126480" y="4709160"/>
            <a:ext cx="5440680" cy="365760"/>
          </a:xfrm>
          <a:prstGeom prst="rect">
            <a:avLst/>
          </a:prstGeom>
          <a:noFill/>
          <a:ln/>
        </p:spPr>
        <p:txBody>
          <a:bodyPr wrap="square" lIns="0" tIns="0" rIns="0" bIns="0" rtlCol="0" anchor="ctr"/>
          <a:lstStyle/>
          <a:p>
            <a:pPr marL="0" indent="0" algn="ctr">
              <a:buNone/>
            </a:pPr>
            <a:r>
              <a:rPr lang="en-US" sz="1600" b="1" kern="0" spc="800" dirty="0">
                <a:solidFill>
                  <a:srgbClr val="A79BFF"/>
                </a:solidFill>
                <a:latin typeface="Calibri" pitchFamily="34" charset="0"/>
                <a:ea typeface="Calibri" pitchFamily="34" charset="-122"/>
                <a:cs typeface="Calibri" pitchFamily="34" charset="-120"/>
              </a:rPr>
              <a:t>NOCHE</a:t>
            </a:r>
            <a:endParaRPr lang="en-US" sz="1600" dirty="0"/>
          </a:p>
        </p:txBody>
      </p:sp>
      <p:sp>
        <p:nvSpPr>
          <p:cNvPr id="14" name="Text 10"/>
          <p:cNvSpPr/>
          <p:nvPr/>
        </p:nvSpPr>
        <p:spPr>
          <a:xfrm>
            <a:off x="6126480" y="5166360"/>
            <a:ext cx="5440680" cy="777240"/>
          </a:xfrm>
          <a:prstGeom prst="rect">
            <a:avLst/>
          </a:prstGeom>
          <a:noFill/>
          <a:ln/>
        </p:spPr>
        <p:txBody>
          <a:bodyPr wrap="square" lIns="0" tIns="0" rIns="0" bIns="0" rtlCol="0" anchor="ctr"/>
          <a:lstStyle/>
          <a:p>
            <a:pPr marL="0" indent="0" algn="ctr">
              <a:buNone/>
            </a:pPr>
            <a:r>
              <a:rPr lang="en-US" sz="1200" i="1" dirty="0">
                <a:solidFill>
                  <a:srgbClr val="F6F6F6"/>
                </a:solidFill>
                <a:latin typeface="Calibri" pitchFamily="34" charset="0"/>
                <a:ea typeface="Calibri" pitchFamily="34" charset="-122"/>
                <a:cs typeface="Calibri" pitchFamily="34" charset="-120"/>
              </a:rPr>
              <a:t>Oscura · Baja · Fresca</a:t>
            </a:r>
            <a:endParaRPr lang="en-US" sz="1200" dirty="0"/>
          </a:p>
          <a:p>
            <a:pPr marL="0" indent="0" algn="ctr">
              <a:buNone/>
            </a:pPr>
            <a:r>
              <a:rPr lang="en-US" sz="1200" i="1" dirty="0">
                <a:solidFill>
                  <a:srgbClr val="F6F6F6"/>
                </a:solidFill>
                <a:latin typeface="Calibri" pitchFamily="34" charset="0"/>
                <a:ea typeface="Calibri" pitchFamily="34" charset="-122"/>
                <a:cs typeface="Calibri" pitchFamily="34" charset="-120"/>
              </a:rPr>
              <a:t>La lengua se queda en posición central</a:t>
            </a:r>
            <a:endParaRPr lang="en-US" sz="1200" dirty="0"/>
          </a:p>
        </p:txBody>
      </p:sp>
      <p:sp>
        <p:nvSpPr>
          <p:cNvPr id="15" name="Text 11"/>
          <p:cNvSpPr/>
          <p:nvPr/>
        </p:nvSpPr>
        <p:spPr>
          <a:xfrm>
            <a:off x="5943600" y="3931920"/>
            <a:ext cx="365760" cy="640080"/>
          </a:xfrm>
          <a:prstGeom prst="rect">
            <a:avLst/>
          </a:prstGeom>
          <a:noFill/>
          <a:ln/>
        </p:spPr>
        <p:txBody>
          <a:bodyPr wrap="square" lIns="0" tIns="0" rIns="0" bIns="0" rtlCol="0" anchor="ctr"/>
          <a:lstStyle/>
          <a:p>
            <a:pPr marL="0" indent="0" algn="ctr">
              <a:buNone/>
            </a:pPr>
            <a:r>
              <a:rPr lang="en-US" sz="3000" b="1" dirty="0">
                <a:solidFill>
                  <a:srgbClr val="1E1E2A"/>
                </a:solidFill>
              </a:rPr>
              <a:t>↔</a:t>
            </a:r>
            <a:endParaRPr lang="en-US" sz="3000" dirty="0"/>
          </a:p>
        </p:txBody>
      </p:sp>
      <p:pic>
        <p:nvPicPr>
          <p:cNvPr id="16" name="Image 2" descr="preencoded.png"/>
          <p:cNvPicPr>
            <a:picLocks noChangeAspect="1"/>
          </p:cNvPicPr>
          <p:nvPr/>
        </p:nvPicPr>
        <p:blipFill>
          <a:blip r:embed="rId5"/>
          <a:stretch>
            <a:fillRect/>
          </a:stretch>
        </p:blipFill>
        <p:spPr>
          <a:xfrm>
            <a:off x="11597335" y="182880"/>
            <a:ext cx="292608" cy="292608"/>
          </a:xfrm>
          <a:prstGeom prst="rect">
            <a:avLst/>
          </a:prstGeom>
        </p:spPr>
      </p:pic>
      <p:sp>
        <p:nvSpPr>
          <p:cNvPr id="17" name="Text 12"/>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18" name="Text 13"/>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06</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7">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§1.4</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Día y noche en la naturaleza</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Cada fenómeno del día tiene su pareja exacta en la noche.</a:t>
            </a:r>
            <a:endParaRPr lang="en-US" sz="1400" dirty="0"/>
          </a:p>
        </p:txBody>
      </p:sp>
      <p:sp>
        <p:nvSpPr>
          <p:cNvPr id="5" name="Shape 3"/>
          <p:cNvSpPr/>
          <p:nvPr/>
        </p:nvSpPr>
        <p:spPr>
          <a:xfrm>
            <a:off x="518008" y="2606040"/>
            <a:ext cx="3566160" cy="1691640"/>
          </a:xfrm>
          <a:prstGeom prst="roundRect">
            <a:avLst>
              <a:gd name="adj" fmla="val 8108"/>
            </a:avLst>
          </a:prstGeom>
          <a:solidFill>
            <a:srgbClr val="F6F6F6"/>
          </a:solidFill>
          <a:ln w="15240">
            <a:solidFill>
              <a:srgbClr val="A79BFF"/>
            </a:solidFill>
            <a:prstDash val="solid"/>
          </a:ln>
        </p:spPr>
      </p:sp>
      <p:sp>
        <p:nvSpPr>
          <p:cNvPr id="6" name="Shape 4"/>
          <p:cNvSpPr/>
          <p:nvPr/>
        </p:nvSpPr>
        <p:spPr>
          <a:xfrm>
            <a:off x="609448" y="2743200"/>
            <a:ext cx="164592" cy="640080"/>
          </a:xfrm>
          <a:prstGeom prst="rect">
            <a:avLst/>
          </a:prstGeom>
          <a:solidFill>
            <a:srgbClr val="FE6768"/>
          </a:solidFill>
          <a:ln w="12700">
            <a:solidFill>
              <a:srgbClr val="FE6768"/>
            </a:solidFill>
            <a:prstDash val="solid"/>
          </a:ln>
        </p:spPr>
      </p:sp>
      <p:sp>
        <p:nvSpPr>
          <p:cNvPr id="7" name="Text 5"/>
          <p:cNvSpPr/>
          <p:nvPr/>
        </p:nvSpPr>
        <p:spPr>
          <a:xfrm>
            <a:off x="883768" y="2743200"/>
            <a:ext cx="3108960" cy="640080"/>
          </a:xfrm>
          <a:prstGeom prst="rect">
            <a:avLst/>
          </a:prstGeom>
          <a:noFill/>
          <a:ln/>
        </p:spPr>
        <p:txBody>
          <a:bodyPr wrap="square" lIns="0" tIns="0" rIns="0" bIns="0" rtlCol="0" anchor="ctr"/>
          <a:lstStyle/>
          <a:p>
            <a:pPr marL="0" indent="0">
              <a:buNone/>
            </a:pPr>
            <a:r>
              <a:rPr lang="en-US" sz="1400" b="1" dirty="0">
                <a:solidFill>
                  <a:srgbClr val="FE6768"/>
                </a:solidFill>
                <a:latin typeface="Calibri" pitchFamily="34" charset="0"/>
                <a:ea typeface="Calibri" pitchFamily="34" charset="-122"/>
                <a:cs typeface="Calibri" pitchFamily="34" charset="-120"/>
              </a:rPr>
              <a:t>Claridad</a:t>
            </a:r>
            <a:endParaRPr lang="en-US" sz="1400" dirty="0"/>
          </a:p>
        </p:txBody>
      </p:sp>
      <p:sp>
        <p:nvSpPr>
          <p:cNvPr id="8" name="Shape 6"/>
          <p:cNvSpPr/>
          <p:nvPr/>
        </p:nvSpPr>
        <p:spPr>
          <a:xfrm>
            <a:off x="609448" y="3520440"/>
            <a:ext cx="164592" cy="640080"/>
          </a:xfrm>
          <a:prstGeom prst="rect">
            <a:avLst/>
          </a:prstGeom>
          <a:solidFill>
            <a:srgbClr val="4036ED"/>
          </a:solidFill>
          <a:ln w="12700">
            <a:solidFill>
              <a:srgbClr val="4036ED"/>
            </a:solidFill>
            <a:prstDash val="solid"/>
          </a:ln>
        </p:spPr>
      </p:sp>
      <p:sp>
        <p:nvSpPr>
          <p:cNvPr id="9" name="Text 7"/>
          <p:cNvSpPr/>
          <p:nvPr/>
        </p:nvSpPr>
        <p:spPr>
          <a:xfrm>
            <a:off x="883768" y="3520440"/>
            <a:ext cx="3108960" cy="640080"/>
          </a:xfrm>
          <a:prstGeom prst="rect">
            <a:avLst/>
          </a:prstGeom>
          <a:noFill/>
          <a:ln/>
        </p:spPr>
        <p:txBody>
          <a:bodyPr wrap="square" lIns="0" tIns="0" rIns="0" bIns="0" rtlCol="0" anchor="ctr"/>
          <a:lstStyle/>
          <a:p>
            <a:pPr marL="0" indent="0">
              <a:buNone/>
            </a:pPr>
            <a:r>
              <a:rPr lang="en-US" sz="1400" b="1" dirty="0">
                <a:solidFill>
                  <a:srgbClr val="4036ED"/>
                </a:solidFill>
                <a:latin typeface="Calibri" pitchFamily="34" charset="0"/>
                <a:ea typeface="Calibri" pitchFamily="34" charset="-122"/>
                <a:cs typeface="Calibri" pitchFamily="34" charset="-120"/>
              </a:rPr>
              <a:t>Oscuridad</a:t>
            </a:r>
            <a:endParaRPr lang="en-US" sz="1400" dirty="0"/>
          </a:p>
        </p:txBody>
      </p:sp>
      <p:sp>
        <p:nvSpPr>
          <p:cNvPr id="10" name="Shape 8"/>
          <p:cNvSpPr/>
          <p:nvPr/>
        </p:nvSpPr>
        <p:spPr>
          <a:xfrm>
            <a:off x="4312768" y="2606040"/>
            <a:ext cx="3566160" cy="1691640"/>
          </a:xfrm>
          <a:prstGeom prst="roundRect">
            <a:avLst>
              <a:gd name="adj" fmla="val 8108"/>
            </a:avLst>
          </a:prstGeom>
          <a:solidFill>
            <a:srgbClr val="F6F6F6"/>
          </a:solidFill>
          <a:ln w="15240">
            <a:solidFill>
              <a:srgbClr val="A79BFF"/>
            </a:solidFill>
            <a:prstDash val="solid"/>
          </a:ln>
        </p:spPr>
      </p:sp>
      <p:sp>
        <p:nvSpPr>
          <p:cNvPr id="11" name="Shape 9"/>
          <p:cNvSpPr/>
          <p:nvPr/>
        </p:nvSpPr>
        <p:spPr>
          <a:xfrm>
            <a:off x="4404208" y="2743200"/>
            <a:ext cx="164592" cy="640080"/>
          </a:xfrm>
          <a:prstGeom prst="rect">
            <a:avLst/>
          </a:prstGeom>
          <a:solidFill>
            <a:srgbClr val="FE6768"/>
          </a:solidFill>
          <a:ln w="12700">
            <a:solidFill>
              <a:srgbClr val="FE6768"/>
            </a:solidFill>
            <a:prstDash val="solid"/>
          </a:ln>
        </p:spPr>
      </p:sp>
      <p:sp>
        <p:nvSpPr>
          <p:cNvPr id="12" name="Text 10"/>
          <p:cNvSpPr/>
          <p:nvPr/>
        </p:nvSpPr>
        <p:spPr>
          <a:xfrm>
            <a:off x="4678528" y="2743200"/>
            <a:ext cx="3108960" cy="640080"/>
          </a:xfrm>
          <a:prstGeom prst="rect">
            <a:avLst/>
          </a:prstGeom>
          <a:noFill/>
          <a:ln/>
        </p:spPr>
        <p:txBody>
          <a:bodyPr wrap="square" lIns="0" tIns="0" rIns="0" bIns="0" rtlCol="0" anchor="ctr"/>
          <a:lstStyle/>
          <a:p>
            <a:pPr marL="0" indent="0">
              <a:buNone/>
            </a:pPr>
            <a:r>
              <a:rPr lang="en-US" sz="1400" b="1" dirty="0">
                <a:solidFill>
                  <a:srgbClr val="FE6768"/>
                </a:solidFill>
                <a:latin typeface="Calibri" pitchFamily="34" charset="0"/>
                <a:ea typeface="Calibri" pitchFamily="34" charset="-122"/>
                <a:cs typeface="Calibri" pitchFamily="34" charset="-120"/>
              </a:rPr>
              <a:t>Calor</a:t>
            </a:r>
            <a:endParaRPr lang="en-US" sz="1400" dirty="0"/>
          </a:p>
        </p:txBody>
      </p:sp>
      <p:sp>
        <p:nvSpPr>
          <p:cNvPr id="13" name="Shape 11"/>
          <p:cNvSpPr/>
          <p:nvPr/>
        </p:nvSpPr>
        <p:spPr>
          <a:xfrm>
            <a:off x="4404208" y="3520440"/>
            <a:ext cx="164592" cy="640080"/>
          </a:xfrm>
          <a:prstGeom prst="rect">
            <a:avLst/>
          </a:prstGeom>
          <a:solidFill>
            <a:srgbClr val="4036ED"/>
          </a:solidFill>
          <a:ln w="12700">
            <a:solidFill>
              <a:srgbClr val="4036ED"/>
            </a:solidFill>
            <a:prstDash val="solid"/>
          </a:ln>
        </p:spPr>
      </p:sp>
      <p:sp>
        <p:nvSpPr>
          <p:cNvPr id="14" name="Text 12"/>
          <p:cNvSpPr/>
          <p:nvPr/>
        </p:nvSpPr>
        <p:spPr>
          <a:xfrm>
            <a:off x="4678528" y="3520440"/>
            <a:ext cx="3108960" cy="640080"/>
          </a:xfrm>
          <a:prstGeom prst="rect">
            <a:avLst/>
          </a:prstGeom>
          <a:noFill/>
          <a:ln/>
        </p:spPr>
        <p:txBody>
          <a:bodyPr wrap="square" lIns="0" tIns="0" rIns="0" bIns="0" rtlCol="0" anchor="ctr"/>
          <a:lstStyle/>
          <a:p>
            <a:pPr marL="0" indent="0">
              <a:buNone/>
            </a:pPr>
            <a:r>
              <a:rPr lang="en-US" sz="1400" b="1" dirty="0">
                <a:solidFill>
                  <a:srgbClr val="4036ED"/>
                </a:solidFill>
                <a:latin typeface="Calibri" pitchFamily="34" charset="0"/>
                <a:ea typeface="Calibri" pitchFamily="34" charset="-122"/>
                <a:cs typeface="Calibri" pitchFamily="34" charset="-120"/>
              </a:rPr>
              <a:t>Frescor</a:t>
            </a:r>
            <a:endParaRPr lang="en-US" sz="1400" dirty="0"/>
          </a:p>
        </p:txBody>
      </p:sp>
      <p:sp>
        <p:nvSpPr>
          <p:cNvPr id="15" name="Shape 13"/>
          <p:cNvSpPr/>
          <p:nvPr/>
        </p:nvSpPr>
        <p:spPr>
          <a:xfrm>
            <a:off x="8107528" y="2606040"/>
            <a:ext cx="3566160" cy="1691640"/>
          </a:xfrm>
          <a:prstGeom prst="roundRect">
            <a:avLst>
              <a:gd name="adj" fmla="val 8108"/>
            </a:avLst>
          </a:prstGeom>
          <a:solidFill>
            <a:srgbClr val="F6F6F6"/>
          </a:solidFill>
          <a:ln w="15240">
            <a:solidFill>
              <a:srgbClr val="A79BFF"/>
            </a:solidFill>
            <a:prstDash val="solid"/>
          </a:ln>
        </p:spPr>
      </p:sp>
      <p:sp>
        <p:nvSpPr>
          <p:cNvPr id="16" name="Shape 14"/>
          <p:cNvSpPr/>
          <p:nvPr/>
        </p:nvSpPr>
        <p:spPr>
          <a:xfrm>
            <a:off x="8198968" y="2743200"/>
            <a:ext cx="164592" cy="640080"/>
          </a:xfrm>
          <a:prstGeom prst="rect">
            <a:avLst/>
          </a:prstGeom>
          <a:solidFill>
            <a:srgbClr val="FE6768"/>
          </a:solidFill>
          <a:ln w="12700">
            <a:solidFill>
              <a:srgbClr val="FE6768"/>
            </a:solidFill>
            <a:prstDash val="solid"/>
          </a:ln>
        </p:spPr>
      </p:sp>
      <p:sp>
        <p:nvSpPr>
          <p:cNvPr id="17" name="Text 15"/>
          <p:cNvSpPr/>
          <p:nvPr/>
        </p:nvSpPr>
        <p:spPr>
          <a:xfrm>
            <a:off x="8473288" y="2743200"/>
            <a:ext cx="3108960" cy="640080"/>
          </a:xfrm>
          <a:prstGeom prst="rect">
            <a:avLst/>
          </a:prstGeom>
          <a:noFill/>
          <a:ln/>
        </p:spPr>
        <p:txBody>
          <a:bodyPr wrap="square" lIns="0" tIns="0" rIns="0" bIns="0" rtlCol="0" anchor="ctr"/>
          <a:lstStyle/>
          <a:p>
            <a:pPr marL="0" indent="0">
              <a:buNone/>
            </a:pPr>
            <a:r>
              <a:rPr lang="en-US" sz="1400" b="1" dirty="0">
                <a:solidFill>
                  <a:srgbClr val="FE6768"/>
                </a:solidFill>
                <a:latin typeface="Calibri" pitchFamily="34" charset="0"/>
                <a:ea typeface="Calibri" pitchFamily="34" charset="-122"/>
                <a:cs typeface="Calibri" pitchFamily="34" charset="-120"/>
              </a:rPr>
              <a:t>Aire que sube</a:t>
            </a:r>
            <a:endParaRPr lang="en-US" sz="1400" dirty="0"/>
          </a:p>
        </p:txBody>
      </p:sp>
      <p:sp>
        <p:nvSpPr>
          <p:cNvPr id="18" name="Shape 16"/>
          <p:cNvSpPr/>
          <p:nvPr/>
        </p:nvSpPr>
        <p:spPr>
          <a:xfrm>
            <a:off x="8198968" y="3520440"/>
            <a:ext cx="164592" cy="640080"/>
          </a:xfrm>
          <a:prstGeom prst="rect">
            <a:avLst/>
          </a:prstGeom>
          <a:solidFill>
            <a:srgbClr val="4036ED"/>
          </a:solidFill>
          <a:ln w="12700">
            <a:solidFill>
              <a:srgbClr val="4036ED"/>
            </a:solidFill>
            <a:prstDash val="solid"/>
          </a:ln>
        </p:spPr>
      </p:sp>
      <p:sp>
        <p:nvSpPr>
          <p:cNvPr id="19" name="Text 17"/>
          <p:cNvSpPr/>
          <p:nvPr/>
        </p:nvSpPr>
        <p:spPr>
          <a:xfrm>
            <a:off x="8473288" y="3520440"/>
            <a:ext cx="3108960" cy="640080"/>
          </a:xfrm>
          <a:prstGeom prst="rect">
            <a:avLst/>
          </a:prstGeom>
          <a:noFill/>
          <a:ln/>
        </p:spPr>
        <p:txBody>
          <a:bodyPr wrap="square" lIns="0" tIns="0" rIns="0" bIns="0" rtlCol="0" anchor="ctr"/>
          <a:lstStyle/>
          <a:p>
            <a:pPr marL="0" indent="0">
              <a:buNone/>
            </a:pPr>
            <a:r>
              <a:rPr lang="en-US" sz="1400" b="1" dirty="0">
                <a:solidFill>
                  <a:srgbClr val="4036ED"/>
                </a:solidFill>
                <a:latin typeface="Calibri" pitchFamily="34" charset="0"/>
                <a:ea typeface="Calibri" pitchFamily="34" charset="-122"/>
                <a:cs typeface="Calibri" pitchFamily="34" charset="-120"/>
              </a:rPr>
              <a:t>Aire que baja</a:t>
            </a:r>
            <a:endParaRPr lang="en-US" sz="1400" dirty="0"/>
          </a:p>
        </p:txBody>
      </p:sp>
      <p:sp>
        <p:nvSpPr>
          <p:cNvPr id="20" name="Shape 18"/>
          <p:cNvSpPr/>
          <p:nvPr/>
        </p:nvSpPr>
        <p:spPr>
          <a:xfrm>
            <a:off x="518008" y="4526280"/>
            <a:ext cx="3566160" cy="1691640"/>
          </a:xfrm>
          <a:prstGeom prst="roundRect">
            <a:avLst>
              <a:gd name="adj" fmla="val 8108"/>
            </a:avLst>
          </a:prstGeom>
          <a:solidFill>
            <a:srgbClr val="F6F6F6"/>
          </a:solidFill>
          <a:ln w="15240">
            <a:solidFill>
              <a:srgbClr val="A79BFF"/>
            </a:solidFill>
            <a:prstDash val="solid"/>
          </a:ln>
        </p:spPr>
      </p:sp>
      <p:sp>
        <p:nvSpPr>
          <p:cNvPr id="21" name="Shape 19"/>
          <p:cNvSpPr/>
          <p:nvPr/>
        </p:nvSpPr>
        <p:spPr>
          <a:xfrm>
            <a:off x="609448" y="4663440"/>
            <a:ext cx="164592" cy="640080"/>
          </a:xfrm>
          <a:prstGeom prst="rect">
            <a:avLst/>
          </a:prstGeom>
          <a:solidFill>
            <a:srgbClr val="FE6768"/>
          </a:solidFill>
          <a:ln w="12700">
            <a:solidFill>
              <a:srgbClr val="FE6768"/>
            </a:solidFill>
            <a:prstDash val="solid"/>
          </a:ln>
        </p:spPr>
      </p:sp>
      <p:sp>
        <p:nvSpPr>
          <p:cNvPr id="22" name="Text 20"/>
          <p:cNvSpPr/>
          <p:nvPr/>
        </p:nvSpPr>
        <p:spPr>
          <a:xfrm>
            <a:off x="883768" y="4663440"/>
            <a:ext cx="3108960" cy="640080"/>
          </a:xfrm>
          <a:prstGeom prst="rect">
            <a:avLst/>
          </a:prstGeom>
          <a:noFill/>
          <a:ln/>
        </p:spPr>
        <p:txBody>
          <a:bodyPr wrap="square" lIns="0" tIns="0" rIns="0" bIns="0" rtlCol="0" anchor="ctr"/>
          <a:lstStyle/>
          <a:p>
            <a:pPr marL="0" indent="0">
              <a:buNone/>
            </a:pPr>
            <a:r>
              <a:rPr lang="en-US" sz="1400" b="1" dirty="0">
                <a:solidFill>
                  <a:srgbClr val="FE6768"/>
                </a:solidFill>
                <a:latin typeface="Calibri" pitchFamily="34" charset="0"/>
                <a:ea typeface="Calibri" pitchFamily="34" charset="-122"/>
                <a:cs typeface="Calibri" pitchFamily="34" charset="-120"/>
              </a:rPr>
              <a:t>Vapor que se eleva</a:t>
            </a:r>
            <a:endParaRPr lang="en-US" sz="1400" dirty="0"/>
          </a:p>
        </p:txBody>
      </p:sp>
      <p:sp>
        <p:nvSpPr>
          <p:cNvPr id="23" name="Shape 21"/>
          <p:cNvSpPr/>
          <p:nvPr/>
        </p:nvSpPr>
        <p:spPr>
          <a:xfrm>
            <a:off x="609448" y="5440680"/>
            <a:ext cx="164592" cy="640080"/>
          </a:xfrm>
          <a:prstGeom prst="rect">
            <a:avLst/>
          </a:prstGeom>
          <a:solidFill>
            <a:srgbClr val="4036ED"/>
          </a:solidFill>
          <a:ln w="12700">
            <a:solidFill>
              <a:srgbClr val="4036ED"/>
            </a:solidFill>
            <a:prstDash val="solid"/>
          </a:ln>
        </p:spPr>
      </p:sp>
      <p:sp>
        <p:nvSpPr>
          <p:cNvPr id="24" name="Text 22"/>
          <p:cNvSpPr/>
          <p:nvPr/>
        </p:nvSpPr>
        <p:spPr>
          <a:xfrm>
            <a:off x="883768" y="5440680"/>
            <a:ext cx="3108960" cy="640080"/>
          </a:xfrm>
          <a:prstGeom prst="rect">
            <a:avLst/>
          </a:prstGeom>
          <a:noFill/>
          <a:ln/>
        </p:spPr>
        <p:txBody>
          <a:bodyPr wrap="square" lIns="0" tIns="0" rIns="0" bIns="0" rtlCol="0" anchor="ctr"/>
          <a:lstStyle/>
          <a:p>
            <a:pPr marL="0" indent="0">
              <a:buNone/>
            </a:pPr>
            <a:r>
              <a:rPr lang="en-US" sz="1400" b="1" dirty="0">
                <a:solidFill>
                  <a:srgbClr val="4036ED"/>
                </a:solidFill>
                <a:latin typeface="Calibri" pitchFamily="34" charset="0"/>
                <a:ea typeface="Calibri" pitchFamily="34" charset="-122"/>
                <a:cs typeface="Calibri" pitchFamily="34" charset="-120"/>
              </a:rPr>
              <a:t>Rocío que cae</a:t>
            </a:r>
            <a:endParaRPr lang="en-US" sz="1400" dirty="0"/>
          </a:p>
        </p:txBody>
      </p:sp>
      <p:sp>
        <p:nvSpPr>
          <p:cNvPr id="25" name="Shape 23"/>
          <p:cNvSpPr/>
          <p:nvPr/>
        </p:nvSpPr>
        <p:spPr>
          <a:xfrm>
            <a:off x="4312768" y="4526280"/>
            <a:ext cx="3566160" cy="1691640"/>
          </a:xfrm>
          <a:prstGeom prst="roundRect">
            <a:avLst>
              <a:gd name="adj" fmla="val 8108"/>
            </a:avLst>
          </a:prstGeom>
          <a:solidFill>
            <a:srgbClr val="F6F6F6"/>
          </a:solidFill>
          <a:ln w="15240">
            <a:solidFill>
              <a:srgbClr val="A79BFF"/>
            </a:solidFill>
            <a:prstDash val="solid"/>
          </a:ln>
        </p:spPr>
      </p:sp>
      <p:sp>
        <p:nvSpPr>
          <p:cNvPr id="26" name="Shape 24"/>
          <p:cNvSpPr/>
          <p:nvPr/>
        </p:nvSpPr>
        <p:spPr>
          <a:xfrm>
            <a:off x="4404208" y="4663440"/>
            <a:ext cx="164592" cy="640080"/>
          </a:xfrm>
          <a:prstGeom prst="rect">
            <a:avLst/>
          </a:prstGeom>
          <a:solidFill>
            <a:srgbClr val="FE6768"/>
          </a:solidFill>
          <a:ln w="12700">
            <a:solidFill>
              <a:srgbClr val="FE6768"/>
            </a:solidFill>
            <a:prstDash val="solid"/>
          </a:ln>
        </p:spPr>
      </p:sp>
      <p:sp>
        <p:nvSpPr>
          <p:cNvPr id="27" name="Text 25"/>
          <p:cNvSpPr/>
          <p:nvPr/>
        </p:nvSpPr>
        <p:spPr>
          <a:xfrm>
            <a:off x="4678528" y="4663440"/>
            <a:ext cx="3108960" cy="640080"/>
          </a:xfrm>
          <a:prstGeom prst="rect">
            <a:avLst/>
          </a:prstGeom>
          <a:noFill/>
          <a:ln/>
        </p:spPr>
        <p:txBody>
          <a:bodyPr wrap="square" lIns="0" tIns="0" rIns="0" bIns="0" rtlCol="0" anchor="ctr"/>
          <a:lstStyle/>
          <a:p>
            <a:pPr marL="0" indent="0">
              <a:buNone/>
            </a:pPr>
            <a:r>
              <a:rPr lang="en-US" sz="1400" b="1" dirty="0">
                <a:solidFill>
                  <a:srgbClr val="FE6768"/>
                </a:solidFill>
                <a:latin typeface="Calibri" pitchFamily="34" charset="0"/>
                <a:ea typeface="Calibri" pitchFamily="34" charset="-122"/>
                <a:cs typeface="Calibri" pitchFamily="34" charset="-120"/>
              </a:rPr>
              <a:t>Flor abierta</a:t>
            </a:r>
            <a:endParaRPr lang="en-US" sz="1400" dirty="0"/>
          </a:p>
        </p:txBody>
      </p:sp>
      <p:sp>
        <p:nvSpPr>
          <p:cNvPr id="28" name="Shape 26"/>
          <p:cNvSpPr/>
          <p:nvPr/>
        </p:nvSpPr>
        <p:spPr>
          <a:xfrm>
            <a:off x="4404208" y="5440680"/>
            <a:ext cx="164592" cy="640080"/>
          </a:xfrm>
          <a:prstGeom prst="rect">
            <a:avLst/>
          </a:prstGeom>
          <a:solidFill>
            <a:srgbClr val="4036ED"/>
          </a:solidFill>
          <a:ln w="12700">
            <a:solidFill>
              <a:srgbClr val="4036ED"/>
            </a:solidFill>
            <a:prstDash val="solid"/>
          </a:ln>
        </p:spPr>
      </p:sp>
      <p:sp>
        <p:nvSpPr>
          <p:cNvPr id="29" name="Text 27"/>
          <p:cNvSpPr/>
          <p:nvPr/>
        </p:nvSpPr>
        <p:spPr>
          <a:xfrm>
            <a:off x="4678528" y="5440680"/>
            <a:ext cx="3108960" cy="640080"/>
          </a:xfrm>
          <a:prstGeom prst="rect">
            <a:avLst/>
          </a:prstGeom>
          <a:noFill/>
          <a:ln/>
        </p:spPr>
        <p:txBody>
          <a:bodyPr wrap="square" lIns="0" tIns="0" rIns="0" bIns="0" rtlCol="0" anchor="ctr"/>
          <a:lstStyle/>
          <a:p>
            <a:pPr marL="0" indent="0">
              <a:buNone/>
            </a:pPr>
            <a:r>
              <a:rPr lang="en-US" sz="1400" b="1" dirty="0">
                <a:solidFill>
                  <a:srgbClr val="4036ED"/>
                </a:solidFill>
                <a:latin typeface="Calibri" pitchFamily="34" charset="0"/>
                <a:ea typeface="Calibri" pitchFamily="34" charset="-122"/>
                <a:cs typeface="Calibri" pitchFamily="34" charset="-120"/>
              </a:rPr>
              <a:t>Flor cerrada</a:t>
            </a:r>
            <a:endParaRPr lang="en-US" sz="1400" dirty="0"/>
          </a:p>
        </p:txBody>
      </p:sp>
      <p:sp>
        <p:nvSpPr>
          <p:cNvPr id="30" name="Shape 28"/>
          <p:cNvSpPr/>
          <p:nvPr/>
        </p:nvSpPr>
        <p:spPr>
          <a:xfrm>
            <a:off x="8107528" y="4526280"/>
            <a:ext cx="3566160" cy="1691640"/>
          </a:xfrm>
          <a:prstGeom prst="roundRect">
            <a:avLst>
              <a:gd name="adj" fmla="val 8108"/>
            </a:avLst>
          </a:prstGeom>
          <a:solidFill>
            <a:srgbClr val="F6F6F6"/>
          </a:solidFill>
          <a:ln w="15240">
            <a:solidFill>
              <a:srgbClr val="A79BFF"/>
            </a:solidFill>
            <a:prstDash val="solid"/>
          </a:ln>
        </p:spPr>
      </p:sp>
      <p:sp>
        <p:nvSpPr>
          <p:cNvPr id="31" name="Shape 29"/>
          <p:cNvSpPr/>
          <p:nvPr/>
        </p:nvSpPr>
        <p:spPr>
          <a:xfrm>
            <a:off x="8198968" y="4663440"/>
            <a:ext cx="164592" cy="640080"/>
          </a:xfrm>
          <a:prstGeom prst="rect">
            <a:avLst/>
          </a:prstGeom>
          <a:solidFill>
            <a:srgbClr val="FE6768"/>
          </a:solidFill>
          <a:ln w="12700">
            <a:solidFill>
              <a:srgbClr val="FE6768"/>
            </a:solidFill>
            <a:prstDash val="solid"/>
          </a:ln>
        </p:spPr>
      </p:sp>
      <p:sp>
        <p:nvSpPr>
          <p:cNvPr id="32" name="Text 30"/>
          <p:cNvSpPr/>
          <p:nvPr/>
        </p:nvSpPr>
        <p:spPr>
          <a:xfrm>
            <a:off x="8473288" y="4663440"/>
            <a:ext cx="3108960" cy="640080"/>
          </a:xfrm>
          <a:prstGeom prst="rect">
            <a:avLst/>
          </a:prstGeom>
          <a:noFill/>
          <a:ln/>
        </p:spPr>
        <p:txBody>
          <a:bodyPr wrap="square" lIns="0" tIns="0" rIns="0" bIns="0" rtlCol="0" anchor="ctr"/>
          <a:lstStyle/>
          <a:p>
            <a:pPr marL="0" indent="0">
              <a:buNone/>
            </a:pPr>
            <a:r>
              <a:rPr lang="en-US" sz="1400" b="1" dirty="0">
                <a:solidFill>
                  <a:srgbClr val="FE6768"/>
                </a:solidFill>
                <a:latin typeface="Calibri" pitchFamily="34" charset="0"/>
                <a:ea typeface="Calibri" pitchFamily="34" charset="-122"/>
                <a:cs typeface="Calibri" pitchFamily="34" charset="-120"/>
              </a:rPr>
              <a:t>Globo que se expande</a:t>
            </a:r>
            <a:endParaRPr lang="en-US" sz="1400" dirty="0"/>
          </a:p>
        </p:txBody>
      </p:sp>
      <p:sp>
        <p:nvSpPr>
          <p:cNvPr id="33" name="Shape 31"/>
          <p:cNvSpPr/>
          <p:nvPr/>
        </p:nvSpPr>
        <p:spPr>
          <a:xfrm>
            <a:off x="8198968" y="5440680"/>
            <a:ext cx="164592" cy="640080"/>
          </a:xfrm>
          <a:prstGeom prst="rect">
            <a:avLst/>
          </a:prstGeom>
          <a:solidFill>
            <a:srgbClr val="4036ED"/>
          </a:solidFill>
          <a:ln w="12700">
            <a:solidFill>
              <a:srgbClr val="4036ED"/>
            </a:solidFill>
            <a:prstDash val="solid"/>
          </a:ln>
        </p:spPr>
      </p:sp>
      <p:sp>
        <p:nvSpPr>
          <p:cNvPr id="34" name="Text 32"/>
          <p:cNvSpPr/>
          <p:nvPr/>
        </p:nvSpPr>
        <p:spPr>
          <a:xfrm>
            <a:off x="8473288" y="5440680"/>
            <a:ext cx="3108960" cy="640080"/>
          </a:xfrm>
          <a:prstGeom prst="rect">
            <a:avLst/>
          </a:prstGeom>
          <a:noFill/>
          <a:ln/>
        </p:spPr>
        <p:txBody>
          <a:bodyPr wrap="square" lIns="0" tIns="0" rIns="0" bIns="0" rtlCol="0" anchor="ctr"/>
          <a:lstStyle/>
          <a:p>
            <a:pPr marL="0" indent="0">
              <a:buNone/>
            </a:pPr>
            <a:r>
              <a:rPr lang="en-US" sz="1400" b="1" dirty="0">
                <a:solidFill>
                  <a:srgbClr val="4036ED"/>
                </a:solidFill>
                <a:latin typeface="Calibri" pitchFamily="34" charset="0"/>
                <a:ea typeface="Calibri" pitchFamily="34" charset="-122"/>
                <a:cs typeface="Calibri" pitchFamily="34" charset="-120"/>
              </a:rPr>
              <a:t>Globo que se contrae</a:t>
            </a:r>
            <a:endParaRPr lang="en-US" sz="1400" dirty="0"/>
          </a:p>
        </p:txBody>
      </p:sp>
      <p:pic>
        <p:nvPicPr>
          <p:cNvPr id="35"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36" name="Text 33"/>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7" name="Text 34"/>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07</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8">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§1.4</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Día y noche en el cuerpo humano</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El cuerpo humano es una pequeña naturaleza — repite las leyes del cosmos.</a:t>
            </a:r>
            <a:endParaRPr lang="en-US" sz="1400" dirty="0"/>
          </a:p>
        </p:txBody>
      </p:sp>
      <p:sp>
        <p:nvSpPr>
          <p:cNvPr id="5" name="Shape 3"/>
          <p:cNvSpPr/>
          <p:nvPr/>
        </p:nvSpPr>
        <p:spPr>
          <a:xfrm>
            <a:off x="540868" y="2743200"/>
            <a:ext cx="2606040" cy="1554480"/>
          </a:xfrm>
          <a:prstGeom prst="roundRect">
            <a:avLst>
              <a:gd name="adj" fmla="val 8824"/>
            </a:avLst>
          </a:prstGeom>
          <a:solidFill>
            <a:srgbClr val="FFE0E0"/>
          </a:solidFill>
          <a:ln w="19050">
            <a:solidFill>
              <a:srgbClr val="FE6768"/>
            </a:solidFill>
            <a:prstDash val="solid"/>
          </a:ln>
        </p:spPr>
      </p:sp>
      <p:sp>
        <p:nvSpPr>
          <p:cNvPr id="6" name="Text 4"/>
          <p:cNvSpPr/>
          <p:nvPr/>
        </p:nvSpPr>
        <p:spPr>
          <a:xfrm>
            <a:off x="540868" y="2743200"/>
            <a:ext cx="2606040" cy="1554480"/>
          </a:xfrm>
          <a:prstGeom prst="rect">
            <a:avLst/>
          </a:prstGeom>
          <a:noFill/>
          <a:ln/>
        </p:spPr>
        <p:txBody>
          <a:bodyPr wrap="square" lIns="0" tIns="0" rIns="0" bIns="0" rtlCol="0" anchor="ctr"/>
          <a:lstStyle/>
          <a:p>
            <a:pPr marL="0" indent="0" algn="ctr">
              <a:buNone/>
            </a:pPr>
            <a:r>
              <a:rPr lang="en-US" sz="1700" b="1" dirty="0">
                <a:solidFill>
                  <a:srgbClr val="FE6768"/>
                </a:solidFill>
                <a:latin typeface="Calibri" pitchFamily="34" charset="0"/>
                <a:ea typeface="Calibri" pitchFamily="34" charset="-122"/>
                <a:cs typeface="Calibri" pitchFamily="34" charset="-120"/>
              </a:rPr>
              <a:t>Pararse</a:t>
            </a:r>
            <a:endParaRPr lang="en-US" sz="1700" dirty="0"/>
          </a:p>
        </p:txBody>
      </p:sp>
      <p:sp>
        <p:nvSpPr>
          <p:cNvPr id="7" name="Text 5"/>
          <p:cNvSpPr/>
          <p:nvPr/>
        </p:nvSpPr>
        <p:spPr>
          <a:xfrm>
            <a:off x="540868" y="4160520"/>
            <a:ext cx="2606040" cy="365760"/>
          </a:xfrm>
          <a:prstGeom prst="rect">
            <a:avLst/>
          </a:prstGeom>
          <a:noFill/>
          <a:ln/>
        </p:spPr>
        <p:txBody>
          <a:bodyPr wrap="square" lIns="0" tIns="0" rIns="0" bIns="0" rtlCol="0" anchor="ctr"/>
          <a:lstStyle/>
          <a:p>
            <a:pPr marL="0" indent="0" algn="ctr">
              <a:buNone/>
            </a:pPr>
            <a:r>
              <a:rPr lang="en-US" sz="1600" b="1" dirty="0">
                <a:solidFill>
                  <a:srgbClr val="1E1E2A"/>
                </a:solidFill>
              </a:rPr>
              <a:t>↕</a:t>
            </a:r>
            <a:endParaRPr lang="en-US" sz="1600" dirty="0"/>
          </a:p>
        </p:txBody>
      </p:sp>
      <p:sp>
        <p:nvSpPr>
          <p:cNvPr id="8" name="Shape 6"/>
          <p:cNvSpPr/>
          <p:nvPr/>
        </p:nvSpPr>
        <p:spPr>
          <a:xfrm>
            <a:off x="540868" y="4389120"/>
            <a:ext cx="2606040" cy="1554480"/>
          </a:xfrm>
          <a:prstGeom prst="roundRect">
            <a:avLst>
              <a:gd name="adj" fmla="val 8824"/>
            </a:avLst>
          </a:prstGeom>
          <a:solidFill>
            <a:srgbClr val="EDE8FF"/>
          </a:solidFill>
          <a:ln w="19050">
            <a:solidFill>
              <a:srgbClr val="4036ED"/>
            </a:solidFill>
            <a:prstDash val="solid"/>
          </a:ln>
        </p:spPr>
      </p:sp>
      <p:sp>
        <p:nvSpPr>
          <p:cNvPr id="9" name="Text 7"/>
          <p:cNvSpPr/>
          <p:nvPr/>
        </p:nvSpPr>
        <p:spPr>
          <a:xfrm>
            <a:off x="540868" y="4389120"/>
            <a:ext cx="2606040" cy="1554480"/>
          </a:xfrm>
          <a:prstGeom prst="rect">
            <a:avLst/>
          </a:prstGeom>
          <a:noFill/>
          <a:ln/>
        </p:spPr>
        <p:txBody>
          <a:bodyPr wrap="square" lIns="0" tIns="0" rIns="0" bIns="0" rtlCol="0" anchor="ctr"/>
          <a:lstStyle/>
          <a:p>
            <a:pPr marL="0" indent="0" algn="ctr">
              <a:buNone/>
            </a:pPr>
            <a:r>
              <a:rPr lang="en-US" sz="1700" b="1" dirty="0">
                <a:solidFill>
                  <a:srgbClr val="4036ED"/>
                </a:solidFill>
                <a:latin typeface="Calibri" pitchFamily="34" charset="0"/>
                <a:ea typeface="Calibri" pitchFamily="34" charset="-122"/>
                <a:cs typeface="Calibri" pitchFamily="34" charset="-120"/>
              </a:rPr>
              <a:t>Acostarse</a:t>
            </a:r>
            <a:endParaRPr lang="en-US" sz="1700" dirty="0"/>
          </a:p>
        </p:txBody>
      </p:sp>
      <p:sp>
        <p:nvSpPr>
          <p:cNvPr id="10" name="Shape 8"/>
          <p:cNvSpPr/>
          <p:nvPr/>
        </p:nvSpPr>
        <p:spPr>
          <a:xfrm>
            <a:off x="3375508" y="2743200"/>
            <a:ext cx="2606040" cy="1554480"/>
          </a:xfrm>
          <a:prstGeom prst="roundRect">
            <a:avLst>
              <a:gd name="adj" fmla="val 8824"/>
            </a:avLst>
          </a:prstGeom>
          <a:solidFill>
            <a:srgbClr val="FFE0E0"/>
          </a:solidFill>
          <a:ln w="19050">
            <a:solidFill>
              <a:srgbClr val="FE6768"/>
            </a:solidFill>
            <a:prstDash val="solid"/>
          </a:ln>
        </p:spPr>
      </p:sp>
      <p:sp>
        <p:nvSpPr>
          <p:cNvPr id="11" name="Text 9"/>
          <p:cNvSpPr/>
          <p:nvPr/>
        </p:nvSpPr>
        <p:spPr>
          <a:xfrm>
            <a:off x="3375508" y="2743200"/>
            <a:ext cx="2606040" cy="1554480"/>
          </a:xfrm>
          <a:prstGeom prst="rect">
            <a:avLst/>
          </a:prstGeom>
          <a:noFill/>
          <a:ln/>
        </p:spPr>
        <p:txBody>
          <a:bodyPr wrap="square" lIns="0" tIns="0" rIns="0" bIns="0" rtlCol="0" anchor="ctr"/>
          <a:lstStyle/>
          <a:p>
            <a:pPr marL="0" indent="0" algn="ctr">
              <a:buNone/>
            </a:pPr>
            <a:r>
              <a:rPr lang="en-US" sz="1700" b="1" dirty="0">
                <a:solidFill>
                  <a:srgbClr val="FE6768"/>
                </a:solidFill>
                <a:latin typeface="Calibri" pitchFamily="34" charset="0"/>
                <a:ea typeface="Calibri" pitchFamily="34" charset="-122"/>
                <a:cs typeface="Calibri" pitchFamily="34" charset="-120"/>
              </a:rPr>
              <a:t>Exhalar</a:t>
            </a:r>
            <a:endParaRPr lang="en-US" sz="1700" dirty="0"/>
          </a:p>
        </p:txBody>
      </p:sp>
      <p:sp>
        <p:nvSpPr>
          <p:cNvPr id="12" name="Text 10"/>
          <p:cNvSpPr/>
          <p:nvPr/>
        </p:nvSpPr>
        <p:spPr>
          <a:xfrm>
            <a:off x="3375508" y="4160520"/>
            <a:ext cx="2606040" cy="365760"/>
          </a:xfrm>
          <a:prstGeom prst="rect">
            <a:avLst/>
          </a:prstGeom>
          <a:noFill/>
          <a:ln/>
        </p:spPr>
        <p:txBody>
          <a:bodyPr wrap="square" lIns="0" tIns="0" rIns="0" bIns="0" rtlCol="0" anchor="ctr"/>
          <a:lstStyle/>
          <a:p>
            <a:pPr marL="0" indent="0" algn="ctr">
              <a:buNone/>
            </a:pPr>
            <a:r>
              <a:rPr lang="en-US" sz="1600" b="1" dirty="0">
                <a:solidFill>
                  <a:srgbClr val="1E1E2A"/>
                </a:solidFill>
              </a:rPr>
              <a:t>↕</a:t>
            </a:r>
            <a:endParaRPr lang="en-US" sz="1600" dirty="0"/>
          </a:p>
        </p:txBody>
      </p:sp>
      <p:sp>
        <p:nvSpPr>
          <p:cNvPr id="13" name="Shape 11"/>
          <p:cNvSpPr/>
          <p:nvPr/>
        </p:nvSpPr>
        <p:spPr>
          <a:xfrm>
            <a:off x="3375508" y="4389120"/>
            <a:ext cx="2606040" cy="1554480"/>
          </a:xfrm>
          <a:prstGeom prst="roundRect">
            <a:avLst>
              <a:gd name="adj" fmla="val 8824"/>
            </a:avLst>
          </a:prstGeom>
          <a:solidFill>
            <a:srgbClr val="EDE8FF"/>
          </a:solidFill>
          <a:ln w="19050">
            <a:solidFill>
              <a:srgbClr val="4036ED"/>
            </a:solidFill>
            <a:prstDash val="solid"/>
          </a:ln>
        </p:spPr>
      </p:sp>
      <p:sp>
        <p:nvSpPr>
          <p:cNvPr id="14" name="Text 12"/>
          <p:cNvSpPr/>
          <p:nvPr/>
        </p:nvSpPr>
        <p:spPr>
          <a:xfrm>
            <a:off x="3375508" y="4389120"/>
            <a:ext cx="2606040" cy="1554480"/>
          </a:xfrm>
          <a:prstGeom prst="rect">
            <a:avLst/>
          </a:prstGeom>
          <a:noFill/>
          <a:ln/>
        </p:spPr>
        <p:txBody>
          <a:bodyPr wrap="square" lIns="0" tIns="0" rIns="0" bIns="0" rtlCol="0" anchor="ctr"/>
          <a:lstStyle/>
          <a:p>
            <a:pPr marL="0" indent="0" algn="ctr">
              <a:buNone/>
            </a:pPr>
            <a:r>
              <a:rPr lang="en-US" sz="1700" b="1" dirty="0">
                <a:solidFill>
                  <a:srgbClr val="4036ED"/>
                </a:solidFill>
                <a:latin typeface="Calibri" pitchFamily="34" charset="0"/>
                <a:ea typeface="Calibri" pitchFamily="34" charset="-122"/>
                <a:cs typeface="Calibri" pitchFamily="34" charset="-120"/>
              </a:rPr>
              <a:t>Inhalar</a:t>
            </a:r>
            <a:endParaRPr lang="en-US" sz="1700" dirty="0"/>
          </a:p>
        </p:txBody>
      </p:sp>
      <p:sp>
        <p:nvSpPr>
          <p:cNvPr id="15" name="Shape 13"/>
          <p:cNvSpPr/>
          <p:nvPr/>
        </p:nvSpPr>
        <p:spPr>
          <a:xfrm>
            <a:off x="6210148" y="2743200"/>
            <a:ext cx="2606040" cy="1554480"/>
          </a:xfrm>
          <a:prstGeom prst="roundRect">
            <a:avLst>
              <a:gd name="adj" fmla="val 8824"/>
            </a:avLst>
          </a:prstGeom>
          <a:solidFill>
            <a:srgbClr val="FFE0E0"/>
          </a:solidFill>
          <a:ln w="19050">
            <a:solidFill>
              <a:srgbClr val="FE6768"/>
            </a:solidFill>
            <a:prstDash val="solid"/>
          </a:ln>
        </p:spPr>
      </p:sp>
      <p:sp>
        <p:nvSpPr>
          <p:cNvPr id="16" name="Text 14"/>
          <p:cNvSpPr/>
          <p:nvPr/>
        </p:nvSpPr>
        <p:spPr>
          <a:xfrm>
            <a:off x="6210148" y="2743200"/>
            <a:ext cx="2606040" cy="1554480"/>
          </a:xfrm>
          <a:prstGeom prst="rect">
            <a:avLst/>
          </a:prstGeom>
          <a:noFill/>
          <a:ln/>
        </p:spPr>
        <p:txBody>
          <a:bodyPr wrap="square" lIns="0" tIns="0" rIns="0" bIns="0" rtlCol="0" anchor="ctr"/>
          <a:lstStyle/>
          <a:p>
            <a:pPr marL="0" indent="0" algn="ctr">
              <a:buNone/>
            </a:pPr>
            <a:r>
              <a:rPr lang="en-US" sz="1700" b="1" dirty="0">
                <a:solidFill>
                  <a:srgbClr val="FE6768"/>
                </a:solidFill>
                <a:latin typeface="Calibri" pitchFamily="34" charset="0"/>
                <a:ea typeface="Calibri" pitchFamily="34" charset="-122"/>
                <a:cs typeface="Calibri" pitchFamily="34" charset="-120"/>
              </a:rPr>
              <a:t>Abrir los ojos</a:t>
            </a:r>
            <a:endParaRPr lang="en-US" sz="1700" dirty="0"/>
          </a:p>
        </p:txBody>
      </p:sp>
      <p:sp>
        <p:nvSpPr>
          <p:cNvPr id="17" name="Text 15"/>
          <p:cNvSpPr/>
          <p:nvPr/>
        </p:nvSpPr>
        <p:spPr>
          <a:xfrm>
            <a:off x="6210148" y="4160520"/>
            <a:ext cx="2606040" cy="365760"/>
          </a:xfrm>
          <a:prstGeom prst="rect">
            <a:avLst/>
          </a:prstGeom>
          <a:noFill/>
          <a:ln/>
        </p:spPr>
        <p:txBody>
          <a:bodyPr wrap="square" lIns="0" tIns="0" rIns="0" bIns="0" rtlCol="0" anchor="ctr"/>
          <a:lstStyle/>
          <a:p>
            <a:pPr marL="0" indent="0" algn="ctr">
              <a:buNone/>
            </a:pPr>
            <a:r>
              <a:rPr lang="en-US" sz="1600" b="1" dirty="0">
                <a:solidFill>
                  <a:srgbClr val="1E1E2A"/>
                </a:solidFill>
              </a:rPr>
              <a:t>↕</a:t>
            </a:r>
            <a:endParaRPr lang="en-US" sz="1600" dirty="0"/>
          </a:p>
        </p:txBody>
      </p:sp>
      <p:sp>
        <p:nvSpPr>
          <p:cNvPr id="18" name="Shape 16"/>
          <p:cNvSpPr/>
          <p:nvPr/>
        </p:nvSpPr>
        <p:spPr>
          <a:xfrm>
            <a:off x="6210148" y="4389120"/>
            <a:ext cx="2606040" cy="1554480"/>
          </a:xfrm>
          <a:prstGeom prst="roundRect">
            <a:avLst>
              <a:gd name="adj" fmla="val 8824"/>
            </a:avLst>
          </a:prstGeom>
          <a:solidFill>
            <a:srgbClr val="EDE8FF"/>
          </a:solidFill>
          <a:ln w="19050">
            <a:solidFill>
              <a:srgbClr val="4036ED"/>
            </a:solidFill>
            <a:prstDash val="solid"/>
          </a:ln>
        </p:spPr>
      </p:sp>
      <p:sp>
        <p:nvSpPr>
          <p:cNvPr id="19" name="Text 17"/>
          <p:cNvSpPr/>
          <p:nvPr/>
        </p:nvSpPr>
        <p:spPr>
          <a:xfrm>
            <a:off x="6210148" y="4389120"/>
            <a:ext cx="2606040" cy="1554480"/>
          </a:xfrm>
          <a:prstGeom prst="rect">
            <a:avLst/>
          </a:prstGeom>
          <a:noFill/>
          <a:ln/>
        </p:spPr>
        <p:txBody>
          <a:bodyPr wrap="square" lIns="0" tIns="0" rIns="0" bIns="0" rtlCol="0" anchor="ctr"/>
          <a:lstStyle/>
          <a:p>
            <a:pPr marL="0" indent="0" algn="ctr">
              <a:buNone/>
            </a:pPr>
            <a:r>
              <a:rPr lang="en-US" sz="1700" b="1" dirty="0">
                <a:solidFill>
                  <a:srgbClr val="4036ED"/>
                </a:solidFill>
                <a:latin typeface="Calibri" pitchFamily="34" charset="0"/>
                <a:ea typeface="Calibri" pitchFamily="34" charset="-122"/>
                <a:cs typeface="Calibri" pitchFamily="34" charset="-120"/>
              </a:rPr>
              <a:t>Cerrarlos</a:t>
            </a:r>
            <a:endParaRPr lang="en-US" sz="1700" dirty="0"/>
          </a:p>
        </p:txBody>
      </p:sp>
      <p:sp>
        <p:nvSpPr>
          <p:cNvPr id="20" name="Shape 18"/>
          <p:cNvSpPr/>
          <p:nvPr/>
        </p:nvSpPr>
        <p:spPr>
          <a:xfrm>
            <a:off x="9044788" y="2743200"/>
            <a:ext cx="2606040" cy="1554480"/>
          </a:xfrm>
          <a:prstGeom prst="roundRect">
            <a:avLst>
              <a:gd name="adj" fmla="val 8824"/>
            </a:avLst>
          </a:prstGeom>
          <a:solidFill>
            <a:srgbClr val="FFE0E0"/>
          </a:solidFill>
          <a:ln w="19050">
            <a:solidFill>
              <a:srgbClr val="FE6768"/>
            </a:solidFill>
            <a:prstDash val="solid"/>
          </a:ln>
        </p:spPr>
      </p:sp>
      <p:sp>
        <p:nvSpPr>
          <p:cNvPr id="21" name="Text 19"/>
          <p:cNvSpPr/>
          <p:nvPr/>
        </p:nvSpPr>
        <p:spPr>
          <a:xfrm>
            <a:off x="9044788" y="2743200"/>
            <a:ext cx="2606040" cy="1554480"/>
          </a:xfrm>
          <a:prstGeom prst="rect">
            <a:avLst/>
          </a:prstGeom>
          <a:noFill/>
          <a:ln/>
        </p:spPr>
        <p:txBody>
          <a:bodyPr wrap="square" lIns="0" tIns="0" rIns="0" bIns="0" rtlCol="0" anchor="ctr"/>
          <a:lstStyle/>
          <a:p>
            <a:pPr marL="0" indent="0" algn="ctr">
              <a:buNone/>
            </a:pPr>
            <a:r>
              <a:rPr lang="en-US" sz="1700" b="1" dirty="0">
                <a:solidFill>
                  <a:srgbClr val="FE6768"/>
                </a:solidFill>
                <a:latin typeface="Calibri" pitchFamily="34" charset="0"/>
                <a:ea typeface="Calibri" pitchFamily="34" charset="-122"/>
                <a:cs typeface="Calibri" pitchFamily="34" charset="-120"/>
              </a:rPr>
              <a:t>Extender la mano</a:t>
            </a:r>
            <a:endParaRPr lang="en-US" sz="1700" dirty="0"/>
          </a:p>
        </p:txBody>
      </p:sp>
      <p:sp>
        <p:nvSpPr>
          <p:cNvPr id="22" name="Text 20"/>
          <p:cNvSpPr/>
          <p:nvPr/>
        </p:nvSpPr>
        <p:spPr>
          <a:xfrm>
            <a:off x="9044788" y="4160520"/>
            <a:ext cx="2606040" cy="365760"/>
          </a:xfrm>
          <a:prstGeom prst="rect">
            <a:avLst/>
          </a:prstGeom>
          <a:noFill/>
          <a:ln/>
        </p:spPr>
        <p:txBody>
          <a:bodyPr wrap="square" lIns="0" tIns="0" rIns="0" bIns="0" rtlCol="0" anchor="ctr"/>
          <a:lstStyle/>
          <a:p>
            <a:pPr marL="0" indent="0" algn="ctr">
              <a:buNone/>
            </a:pPr>
            <a:r>
              <a:rPr lang="en-US" sz="1600" b="1" dirty="0">
                <a:solidFill>
                  <a:srgbClr val="1E1E2A"/>
                </a:solidFill>
              </a:rPr>
              <a:t>↕</a:t>
            </a:r>
            <a:endParaRPr lang="en-US" sz="1600" dirty="0"/>
          </a:p>
        </p:txBody>
      </p:sp>
      <p:sp>
        <p:nvSpPr>
          <p:cNvPr id="23" name="Shape 21"/>
          <p:cNvSpPr/>
          <p:nvPr/>
        </p:nvSpPr>
        <p:spPr>
          <a:xfrm>
            <a:off x="9044788" y="4389120"/>
            <a:ext cx="2606040" cy="1554480"/>
          </a:xfrm>
          <a:prstGeom prst="roundRect">
            <a:avLst>
              <a:gd name="adj" fmla="val 8824"/>
            </a:avLst>
          </a:prstGeom>
          <a:solidFill>
            <a:srgbClr val="EDE8FF"/>
          </a:solidFill>
          <a:ln w="19050">
            <a:solidFill>
              <a:srgbClr val="4036ED"/>
            </a:solidFill>
            <a:prstDash val="solid"/>
          </a:ln>
        </p:spPr>
      </p:sp>
      <p:sp>
        <p:nvSpPr>
          <p:cNvPr id="24" name="Text 22"/>
          <p:cNvSpPr/>
          <p:nvPr/>
        </p:nvSpPr>
        <p:spPr>
          <a:xfrm>
            <a:off x="9044788" y="4389120"/>
            <a:ext cx="2606040" cy="1554480"/>
          </a:xfrm>
          <a:prstGeom prst="rect">
            <a:avLst/>
          </a:prstGeom>
          <a:noFill/>
          <a:ln/>
        </p:spPr>
        <p:txBody>
          <a:bodyPr wrap="square" lIns="0" tIns="0" rIns="0" bIns="0" rtlCol="0" anchor="ctr"/>
          <a:lstStyle/>
          <a:p>
            <a:pPr marL="0" indent="0" algn="ctr">
              <a:buNone/>
            </a:pPr>
            <a:r>
              <a:rPr lang="en-US" sz="1700" b="1" dirty="0">
                <a:solidFill>
                  <a:srgbClr val="4036ED"/>
                </a:solidFill>
                <a:latin typeface="Calibri" pitchFamily="34" charset="0"/>
                <a:ea typeface="Calibri" pitchFamily="34" charset="-122"/>
                <a:cs typeface="Calibri" pitchFamily="34" charset="-120"/>
              </a:rPr>
              <a:t>Recoger el puño</a:t>
            </a:r>
            <a:endParaRPr lang="en-US" sz="1700" dirty="0"/>
          </a:p>
        </p:txBody>
      </p:sp>
      <p:sp>
        <p:nvSpPr>
          <p:cNvPr id="25" name="Text 23"/>
          <p:cNvSpPr/>
          <p:nvPr/>
        </p:nvSpPr>
        <p:spPr>
          <a:xfrm>
            <a:off x="914400" y="5989320"/>
            <a:ext cx="10362895" cy="365760"/>
          </a:xfrm>
          <a:prstGeom prst="rect">
            <a:avLst/>
          </a:prstGeom>
          <a:noFill/>
          <a:ln/>
        </p:spPr>
        <p:txBody>
          <a:bodyPr wrap="square" lIns="0" tIns="0" rIns="0" bIns="0" rtlCol="0" anchor="ctr"/>
          <a:lstStyle/>
          <a:p>
            <a:pPr marL="0" indent="0" algn="ctr">
              <a:buNone/>
            </a:pPr>
            <a:r>
              <a:rPr lang="en-US" sz="1100" i="1" dirty="0">
                <a:solidFill>
                  <a:srgbClr val="4036ED"/>
                </a:solidFill>
                <a:latin typeface="Calibri" pitchFamily="34" charset="0"/>
                <a:ea typeface="Calibri" pitchFamily="34" charset="-122"/>
                <a:cs typeface="Calibri" pitchFamily="34" charset="-120"/>
              </a:rPr>
              <a:t>Si el cuerpo humano funciona en parejas (día/noche), y el habla nace del cuerpo humano, entonces los sonidos del habla también funcionan en parejas. Esa es la chispa.</a:t>
            </a:r>
            <a:endParaRPr lang="en-US" sz="1100" dirty="0"/>
          </a:p>
        </p:txBody>
      </p:sp>
      <p:pic>
        <p:nvPicPr>
          <p:cNvPr id="26"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27" name="Text 24"/>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8" name="Text 25"/>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08</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9">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§1.5</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¿Qué es un sonido?</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De la flauta al habla humana — el aire vibra dentro de una cámara hueca.</a:t>
            </a:r>
            <a:endParaRPr lang="en-US" sz="1400" dirty="0"/>
          </a:p>
        </p:txBody>
      </p:sp>
      <p:pic>
        <p:nvPicPr>
          <p:cNvPr id="5" name="Image 0" descr="preencoded.png"/>
          <p:cNvPicPr>
            <a:picLocks noChangeAspect="1"/>
          </p:cNvPicPr>
          <p:nvPr/>
        </p:nvPicPr>
        <p:blipFill>
          <a:blip r:embed="rId3"/>
          <a:stretch>
            <a:fillRect/>
          </a:stretch>
        </p:blipFill>
        <p:spPr>
          <a:xfrm>
            <a:off x="1371600" y="2697480"/>
            <a:ext cx="9418320" cy="3931920"/>
          </a:xfrm>
          <a:prstGeom prst="rect">
            <a:avLst/>
          </a:prstGeom>
        </p:spPr>
      </p:pic>
      <p:sp>
        <p:nvSpPr>
          <p:cNvPr id="6" name="Text 3"/>
          <p:cNvSpPr/>
          <p:nvPr/>
        </p:nvSpPr>
        <p:spPr>
          <a:xfrm>
            <a:off x="914400" y="5897880"/>
            <a:ext cx="10362895" cy="457200"/>
          </a:xfrm>
          <a:prstGeom prst="rect">
            <a:avLst/>
          </a:prstGeom>
          <a:noFill/>
          <a:ln/>
        </p:spPr>
        <p:txBody>
          <a:bodyPr wrap="square" lIns="0" tIns="0" rIns="0" bIns="0" rtlCol="0" anchor="ctr"/>
          <a:lstStyle/>
          <a:p>
            <a:pPr marL="0" indent="0" algn="ctr">
              <a:buNone/>
            </a:pPr>
            <a:r>
              <a:rPr lang="en-US" sz="2000" b="1" i="1" dirty="0">
                <a:solidFill>
                  <a:srgbClr val="4036ED"/>
                </a:solidFill>
                <a:latin typeface="Malgun Gothic" pitchFamily="34" charset="0"/>
                <a:ea typeface="Malgun Gothic" pitchFamily="34" charset="-122"/>
                <a:cs typeface="Malgun Gothic" pitchFamily="34" charset="-120"/>
              </a:rPr>
              <a:t>울림 소리 </a:t>
            </a:r>
            <a:r>
              <a:rPr lang="en-US" sz="1400" i="1" dirty="0">
                <a:solidFill>
                  <a:srgbClr val="4A4A55"/>
                </a:solidFill>
              </a:rPr>
              <a:t>(ullim sori) </a:t>
            </a:r>
            <a:r>
              <a:rPr lang="en-US" sz="1300" i="1" dirty="0">
                <a:solidFill>
                  <a:srgbClr val="1E1E2A"/>
                </a:solidFill>
              </a:rPr>
              <a:t>— "sonido de resonancia". El aire entra por la garganta (목구멍), recorre la boca, y sale por los labios (입술). Esa vibración sostenida es la base de todas las vocales.</a:t>
            </a:r>
            <a:endParaRPr lang="en-US" sz="2000" dirty="0"/>
          </a:p>
        </p:txBody>
      </p:sp>
      <p:pic>
        <p:nvPicPr>
          <p:cNvPr id="7"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8" name="Text 4"/>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9" name="Text 5"/>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09</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0">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§1.6</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Las tres posiciones de la lengua</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Cierra la boca, ábrela apenas, y empieza a observar.</a:t>
            </a:r>
            <a:endParaRPr lang="en-US" sz="1400" dirty="0"/>
          </a:p>
        </p:txBody>
      </p:sp>
      <p:sp>
        <p:nvSpPr>
          <p:cNvPr id="5" name="Shape 3"/>
          <p:cNvSpPr/>
          <p:nvPr/>
        </p:nvSpPr>
        <p:spPr>
          <a:xfrm>
            <a:off x="540868" y="2606040"/>
            <a:ext cx="3520440" cy="3840480"/>
          </a:xfrm>
          <a:prstGeom prst="roundRect">
            <a:avLst>
              <a:gd name="adj" fmla="val 3896"/>
            </a:avLst>
          </a:prstGeom>
          <a:solidFill>
            <a:srgbClr val="F6F6F6"/>
          </a:solidFill>
          <a:ln w="19050">
            <a:solidFill>
              <a:srgbClr val="A79BFF"/>
            </a:solidFill>
            <a:prstDash val="solid"/>
          </a:ln>
        </p:spPr>
      </p:sp>
      <p:pic>
        <p:nvPicPr>
          <p:cNvPr id="6" name="Image 0" descr="preencoded.png"/>
          <p:cNvPicPr>
            <a:picLocks noChangeAspect="1"/>
          </p:cNvPicPr>
          <p:nvPr/>
        </p:nvPicPr>
        <p:blipFill>
          <a:blip r:embed="rId3"/>
          <a:stretch>
            <a:fillRect/>
          </a:stretch>
        </p:blipFill>
        <p:spPr>
          <a:xfrm>
            <a:off x="1386688" y="2743200"/>
            <a:ext cx="1828800" cy="1828800"/>
          </a:xfrm>
          <a:prstGeom prst="rect">
            <a:avLst/>
          </a:prstGeom>
        </p:spPr>
      </p:pic>
      <p:sp>
        <p:nvSpPr>
          <p:cNvPr id="7" name="Text 4"/>
          <p:cNvSpPr/>
          <p:nvPr/>
        </p:nvSpPr>
        <p:spPr>
          <a:xfrm>
            <a:off x="540868" y="4663440"/>
            <a:ext cx="3520440" cy="411480"/>
          </a:xfrm>
          <a:prstGeom prst="rect">
            <a:avLst/>
          </a:prstGeom>
          <a:noFill/>
          <a:ln/>
        </p:spPr>
        <p:txBody>
          <a:bodyPr wrap="square" lIns="0" tIns="0" rIns="0" bIns="0" rtlCol="0" anchor="ctr"/>
          <a:lstStyle/>
          <a:p>
            <a:pPr marL="0" indent="0" algn="ctr">
              <a:buNone/>
            </a:pPr>
            <a:r>
              <a:rPr lang="en-US" sz="1800" b="1" dirty="0">
                <a:solidFill>
                  <a:srgbClr val="4036ED"/>
                </a:solidFill>
                <a:latin typeface="Malgun Gothic" pitchFamily="34" charset="0"/>
                <a:ea typeface="Malgun Gothic" pitchFamily="34" charset="-122"/>
                <a:cs typeface="Malgun Gothic" pitchFamily="34" charset="-120"/>
              </a:rPr>
              <a:t>기본 안쪽 소리</a:t>
            </a:r>
            <a:endParaRPr lang="en-US" sz="1800" dirty="0"/>
          </a:p>
        </p:txBody>
      </p:sp>
      <p:sp>
        <p:nvSpPr>
          <p:cNvPr id="8" name="Text 5"/>
          <p:cNvSpPr/>
          <p:nvPr/>
        </p:nvSpPr>
        <p:spPr>
          <a:xfrm>
            <a:off x="540868" y="5120640"/>
            <a:ext cx="3520440" cy="365760"/>
          </a:xfrm>
          <a:prstGeom prst="rect">
            <a:avLst/>
          </a:prstGeom>
          <a:noFill/>
          <a:ln/>
        </p:spPr>
        <p:txBody>
          <a:bodyPr wrap="square" lIns="0" tIns="0" rIns="0" bIns="0" rtlCol="0" anchor="ctr"/>
          <a:lstStyle/>
          <a:p>
            <a:pPr marL="0" indent="0" algn="ctr">
              <a:buNone/>
            </a:pPr>
            <a:r>
              <a:rPr lang="en-US" sz="1200" b="1" kern="0" spc="300" dirty="0">
                <a:solidFill>
                  <a:srgbClr val="FE6768"/>
                </a:solidFill>
                <a:latin typeface="Calibri" pitchFamily="34" charset="0"/>
                <a:ea typeface="Calibri" pitchFamily="34" charset="-122"/>
                <a:cs typeface="Calibri" pitchFamily="34" charset="-120"/>
              </a:rPr>
              <a:t>Interior · Profundo</a:t>
            </a:r>
            <a:endParaRPr lang="en-US" sz="1200" dirty="0"/>
          </a:p>
        </p:txBody>
      </p:sp>
      <p:sp>
        <p:nvSpPr>
          <p:cNvPr id="9" name="Text 6"/>
          <p:cNvSpPr/>
          <p:nvPr/>
        </p:nvSpPr>
        <p:spPr>
          <a:xfrm>
            <a:off x="540868" y="5532120"/>
            <a:ext cx="3520440" cy="777240"/>
          </a:xfrm>
          <a:prstGeom prst="rect">
            <a:avLst/>
          </a:prstGeom>
          <a:noFill/>
          <a:ln/>
        </p:spPr>
        <p:txBody>
          <a:bodyPr wrap="square" lIns="0" tIns="0" rIns="0" bIns="0" rtlCol="0" anchor="ctr"/>
          <a:lstStyle/>
          <a:p>
            <a:pPr marL="0" indent="0" algn="ctr">
              <a:buNone/>
            </a:pPr>
            <a:r>
              <a:rPr lang="en-US" sz="1100" i="1" dirty="0">
                <a:solidFill>
                  <a:srgbClr val="4A4A55"/>
                </a:solidFill>
                <a:latin typeface="Calibri" pitchFamily="34" charset="0"/>
                <a:ea typeface="Calibri" pitchFamily="34" charset="-122"/>
                <a:cs typeface="Calibri" pitchFamily="34" charset="-120"/>
              </a:rPr>
              <a:t>Lengua retraída</a:t>
            </a:r>
            <a:endParaRPr lang="en-US" sz="1100" dirty="0"/>
          </a:p>
          <a:p>
            <a:pPr marL="0" indent="0" algn="ctr">
              <a:buNone/>
            </a:pPr>
            <a:r>
              <a:rPr lang="en-US" sz="1100" i="1" dirty="0">
                <a:solidFill>
                  <a:srgbClr val="4A4A55"/>
                </a:solidFill>
                <a:latin typeface="Calibri" pitchFamily="34" charset="0"/>
                <a:ea typeface="Calibri" pitchFamily="34" charset="-122"/>
                <a:cs typeface="Calibri" pitchFamily="34" charset="-120"/>
              </a:rPr>
              <a:t>hacia la garganta</a:t>
            </a:r>
            <a:endParaRPr lang="en-US" sz="1100" dirty="0"/>
          </a:p>
        </p:txBody>
      </p:sp>
      <p:sp>
        <p:nvSpPr>
          <p:cNvPr id="10" name="Shape 7"/>
          <p:cNvSpPr/>
          <p:nvPr/>
        </p:nvSpPr>
        <p:spPr>
          <a:xfrm>
            <a:off x="4335628" y="2606040"/>
            <a:ext cx="3520440" cy="3840480"/>
          </a:xfrm>
          <a:prstGeom prst="roundRect">
            <a:avLst>
              <a:gd name="adj" fmla="val 3896"/>
            </a:avLst>
          </a:prstGeom>
          <a:solidFill>
            <a:srgbClr val="F6F6F6"/>
          </a:solidFill>
          <a:ln w="19050">
            <a:solidFill>
              <a:srgbClr val="A79BFF"/>
            </a:solidFill>
            <a:prstDash val="solid"/>
          </a:ln>
        </p:spPr>
      </p:sp>
      <p:pic>
        <p:nvPicPr>
          <p:cNvPr id="11" name="Image 1" descr="preencoded.png"/>
          <p:cNvPicPr>
            <a:picLocks noChangeAspect="1"/>
          </p:cNvPicPr>
          <p:nvPr/>
        </p:nvPicPr>
        <p:blipFill>
          <a:blip r:embed="rId4"/>
          <a:stretch>
            <a:fillRect/>
          </a:stretch>
        </p:blipFill>
        <p:spPr>
          <a:xfrm>
            <a:off x="5181448" y="2743200"/>
            <a:ext cx="1828800" cy="1828800"/>
          </a:xfrm>
          <a:prstGeom prst="rect">
            <a:avLst/>
          </a:prstGeom>
        </p:spPr>
      </p:pic>
      <p:sp>
        <p:nvSpPr>
          <p:cNvPr id="12" name="Text 8"/>
          <p:cNvSpPr/>
          <p:nvPr/>
        </p:nvSpPr>
        <p:spPr>
          <a:xfrm>
            <a:off x="4335628" y="4663440"/>
            <a:ext cx="3520440" cy="411480"/>
          </a:xfrm>
          <a:prstGeom prst="rect">
            <a:avLst/>
          </a:prstGeom>
          <a:noFill/>
          <a:ln/>
        </p:spPr>
        <p:txBody>
          <a:bodyPr wrap="square" lIns="0" tIns="0" rIns="0" bIns="0" rtlCol="0" anchor="ctr"/>
          <a:lstStyle/>
          <a:p>
            <a:pPr marL="0" indent="0" algn="ctr">
              <a:buNone/>
            </a:pPr>
            <a:r>
              <a:rPr lang="en-US" sz="1800" b="1" dirty="0">
                <a:solidFill>
                  <a:srgbClr val="4036ED"/>
                </a:solidFill>
                <a:latin typeface="Malgun Gothic" pitchFamily="34" charset="0"/>
                <a:ea typeface="Malgun Gothic" pitchFamily="34" charset="-122"/>
                <a:cs typeface="Malgun Gothic" pitchFamily="34" charset="-120"/>
              </a:rPr>
              <a:t>기본 소리</a:t>
            </a:r>
            <a:endParaRPr lang="en-US" sz="1800" dirty="0"/>
          </a:p>
        </p:txBody>
      </p:sp>
      <p:sp>
        <p:nvSpPr>
          <p:cNvPr id="13" name="Text 9"/>
          <p:cNvSpPr/>
          <p:nvPr/>
        </p:nvSpPr>
        <p:spPr>
          <a:xfrm>
            <a:off x="4335628" y="5120640"/>
            <a:ext cx="3520440" cy="365760"/>
          </a:xfrm>
          <a:prstGeom prst="rect">
            <a:avLst/>
          </a:prstGeom>
          <a:noFill/>
          <a:ln/>
        </p:spPr>
        <p:txBody>
          <a:bodyPr wrap="square" lIns="0" tIns="0" rIns="0" bIns="0" rtlCol="0" anchor="ctr"/>
          <a:lstStyle/>
          <a:p>
            <a:pPr marL="0" indent="0" algn="ctr">
              <a:buNone/>
            </a:pPr>
            <a:r>
              <a:rPr lang="en-US" sz="1200" b="1" kern="0" spc="300" dirty="0">
                <a:solidFill>
                  <a:srgbClr val="FE6768"/>
                </a:solidFill>
                <a:latin typeface="Calibri" pitchFamily="34" charset="0"/>
                <a:ea typeface="Calibri" pitchFamily="34" charset="-122"/>
                <a:cs typeface="Calibri" pitchFamily="34" charset="-120"/>
              </a:rPr>
              <a:t>Básico · Neutro</a:t>
            </a:r>
            <a:endParaRPr lang="en-US" sz="1200" dirty="0"/>
          </a:p>
        </p:txBody>
      </p:sp>
      <p:sp>
        <p:nvSpPr>
          <p:cNvPr id="14" name="Text 10"/>
          <p:cNvSpPr/>
          <p:nvPr/>
        </p:nvSpPr>
        <p:spPr>
          <a:xfrm>
            <a:off x="4335628" y="5532120"/>
            <a:ext cx="3520440" cy="777240"/>
          </a:xfrm>
          <a:prstGeom prst="rect">
            <a:avLst/>
          </a:prstGeom>
          <a:noFill/>
          <a:ln/>
        </p:spPr>
        <p:txBody>
          <a:bodyPr wrap="square" lIns="0" tIns="0" rIns="0" bIns="0" rtlCol="0" anchor="ctr"/>
          <a:lstStyle/>
          <a:p>
            <a:pPr marL="0" indent="0" algn="ctr">
              <a:buNone/>
            </a:pPr>
            <a:r>
              <a:rPr lang="en-US" sz="1100" i="1" dirty="0">
                <a:solidFill>
                  <a:srgbClr val="4A4A55"/>
                </a:solidFill>
                <a:latin typeface="Calibri" pitchFamily="34" charset="0"/>
                <a:ea typeface="Calibri" pitchFamily="34" charset="-122"/>
                <a:cs typeface="Calibri" pitchFamily="34" charset="-120"/>
              </a:rPr>
              <a:t>Lengua en posición</a:t>
            </a:r>
            <a:endParaRPr lang="en-US" sz="1100" dirty="0"/>
          </a:p>
          <a:p>
            <a:pPr marL="0" indent="0" algn="ctr">
              <a:buNone/>
            </a:pPr>
            <a:r>
              <a:rPr lang="en-US" sz="1100" i="1" dirty="0">
                <a:solidFill>
                  <a:srgbClr val="4A4A55"/>
                </a:solidFill>
                <a:latin typeface="Calibri" pitchFamily="34" charset="0"/>
                <a:ea typeface="Calibri" pitchFamily="34" charset="-122"/>
                <a:cs typeface="Calibri" pitchFamily="34" charset="-120"/>
              </a:rPr>
              <a:t>central</a:t>
            </a:r>
            <a:endParaRPr lang="en-US" sz="1100" dirty="0"/>
          </a:p>
        </p:txBody>
      </p:sp>
      <p:sp>
        <p:nvSpPr>
          <p:cNvPr id="15" name="Shape 11"/>
          <p:cNvSpPr/>
          <p:nvPr/>
        </p:nvSpPr>
        <p:spPr>
          <a:xfrm>
            <a:off x="8130388" y="2606040"/>
            <a:ext cx="3520440" cy="3840480"/>
          </a:xfrm>
          <a:prstGeom prst="roundRect">
            <a:avLst>
              <a:gd name="adj" fmla="val 3896"/>
            </a:avLst>
          </a:prstGeom>
          <a:solidFill>
            <a:srgbClr val="F6F6F6"/>
          </a:solidFill>
          <a:ln w="19050">
            <a:solidFill>
              <a:srgbClr val="A79BFF"/>
            </a:solidFill>
            <a:prstDash val="solid"/>
          </a:ln>
        </p:spPr>
      </p:sp>
      <p:pic>
        <p:nvPicPr>
          <p:cNvPr id="16" name="Image 2" descr="preencoded.png"/>
          <p:cNvPicPr>
            <a:picLocks noChangeAspect="1"/>
          </p:cNvPicPr>
          <p:nvPr/>
        </p:nvPicPr>
        <p:blipFill>
          <a:blip r:embed="rId5"/>
          <a:stretch>
            <a:fillRect/>
          </a:stretch>
        </p:blipFill>
        <p:spPr>
          <a:xfrm>
            <a:off x="8976208" y="2743200"/>
            <a:ext cx="1828800" cy="1828800"/>
          </a:xfrm>
          <a:prstGeom prst="rect">
            <a:avLst/>
          </a:prstGeom>
        </p:spPr>
      </p:pic>
      <p:sp>
        <p:nvSpPr>
          <p:cNvPr id="17" name="Text 12"/>
          <p:cNvSpPr/>
          <p:nvPr/>
        </p:nvSpPr>
        <p:spPr>
          <a:xfrm>
            <a:off x="8130388" y="4663440"/>
            <a:ext cx="3520440" cy="411480"/>
          </a:xfrm>
          <a:prstGeom prst="rect">
            <a:avLst/>
          </a:prstGeom>
          <a:noFill/>
          <a:ln/>
        </p:spPr>
        <p:txBody>
          <a:bodyPr wrap="square" lIns="0" tIns="0" rIns="0" bIns="0" rtlCol="0" anchor="ctr"/>
          <a:lstStyle/>
          <a:p>
            <a:pPr marL="0" indent="0" algn="ctr">
              <a:buNone/>
            </a:pPr>
            <a:r>
              <a:rPr lang="en-US" sz="1800" b="1" dirty="0">
                <a:solidFill>
                  <a:srgbClr val="4036ED"/>
                </a:solidFill>
                <a:latin typeface="Malgun Gothic" pitchFamily="34" charset="0"/>
                <a:ea typeface="Malgun Gothic" pitchFamily="34" charset="-122"/>
                <a:cs typeface="Malgun Gothic" pitchFamily="34" charset="-120"/>
              </a:rPr>
              <a:t>기본 바깥쪽 소리</a:t>
            </a:r>
            <a:endParaRPr lang="en-US" sz="1800" dirty="0"/>
          </a:p>
        </p:txBody>
      </p:sp>
      <p:sp>
        <p:nvSpPr>
          <p:cNvPr id="18" name="Text 13"/>
          <p:cNvSpPr/>
          <p:nvPr/>
        </p:nvSpPr>
        <p:spPr>
          <a:xfrm>
            <a:off x="8130388" y="5120640"/>
            <a:ext cx="3520440" cy="365760"/>
          </a:xfrm>
          <a:prstGeom prst="rect">
            <a:avLst/>
          </a:prstGeom>
          <a:noFill/>
          <a:ln/>
        </p:spPr>
        <p:txBody>
          <a:bodyPr wrap="square" lIns="0" tIns="0" rIns="0" bIns="0" rtlCol="0" anchor="ctr"/>
          <a:lstStyle/>
          <a:p>
            <a:pPr marL="0" indent="0" algn="ctr">
              <a:buNone/>
            </a:pPr>
            <a:r>
              <a:rPr lang="en-US" sz="1200" b="1" kern="0" spc="300" dirty="0">
                <a:solidFill>
                  <a:srgbClr val="FE6768"/>
                </a:solidFill>
                <a:latin typeface="Calibri" pitchFamily="34" charset="0"/>
                <a:ea typeface="Calibri" pitchFamily="34" charset="-122"/>
                <a:cs typeface="Calibri" pitchFamily="34" charset="-120"/>
              </a:rPr>
              <a:t>Exterior · Claro</a:t>
            </a:r>
            <a:endParaRPr lang="en-US" sz="1200" dirty="0"/>
          </a:p>
        </p:txBody>
      </p:sp>
      <p:sp>
        <p:nvSpPr>
          <p:cNvPr id="19" name="Text 14"/>
          <p:cNvSpPr/>
          <p:nvPr/>
        </p:nvSpPr>
        <p:spPr>
          <a:xfrm>
            <a:off x="8130388" y="5532120"/>
            <a:ext cx="3520440" cy="777240"/>
          </a:xfrm>
          <a:prstGeom prst="rect">
            <a:avLst/>
          </a:prstGeom>
          <a:noFill/>
          <a:ln/>
        </p:spPr>
        <p:txBody>
          <a:bodyPr wrap="square" lIns="0" tIns="0" rIns="0" bIns="0" rtlCol="0" anchor="ctr"/>
          <a:lstStyle/>
          <a:p>
            <a:pPr marL="0" indent="0" algn="ctr">
              <a:buNone/>
            </a:pPr>
            <a:r>
              <a:rPr lang="en-US" sz="1100" i="1" dirty="0">
                <a:solidFill>
                  <a:srgbClr val="4A4A55"/>
                </a:solidFill>
                <a:latin typeface="Calibri" pitchFamily="34" charset="0"/>
                <a:ea typeface="Calibri" pitchFamily="34" charset="-122"/>
                <a:cs typeface="Calibri" pitchFamily="34" charset="-120"/>
              </a:rPr>
              <a:t>Lengua extendida</a:t>
            </a:r>
            <a:endParaRPr lang="en-US" sz="1100" dirty="0"/>
          </a:p>
          <a:p>
            <a:pPr marL="0" indent="0" algn="ctr">
              <a:buNone/>
            </a:pPr>
            <a:r>
              <a:rPr lang="en-US" sz="1100" i="1" dirty="0">
                <a:solidFill>
                  <a:srgbClr val="4A4A55"/>
                </a:solidFill>
                <a:latin typeface="Calibri" pitchFamily="34" charset="0"/>
                <a:ea typeface="Calibri" pitchFamily="34" charset="-122"/>
                <a:cs typeface="Calibri" pitchFamily="34" charset="-120"/>
              </a:rPr>
              <a:t>hacia los dientes</a:t>
            </a:r>
            <a:endParaRPr lang="en-US" sz="1100" dirty="0"/>
          </a:p>
        </p:txBody>
      </p:sp>
      <p:pic>
        <p:nvPicPr>
          <p:cNvPr id="20" name="Image 3" descr="preencoded.png"/>
          <p:cNvPicPr>
            <a:picLocks noChangeAspect="1"/>
          </p:cNvPicPr>
          <p:nvPr/>
        </p:nvPicPr>
        <p:blipFill>
          <a:blip r:embed="rId6"/>
          <a:stretch>
            <a:fillRect/>
          </a:stretch>
        </p:blipFill>
        <p:spPr>
          <a:xfrm>
            <a:off x="11597335" y="182880"/>
            <a:ext cx="292608" cy="292608"/>
          </a:xfrm>
          <a:prstGeom prst="rect">
            <a:avLst/>
          </a:prstGeom>
        </p:spPr>
      </p:pic>
      <p:sp>
        <p:nvSpPr>
          <p:cNvPr id="21" name="Text 1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2" name="Text 1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10</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1">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§1.7</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Cielo · Tierra · Humano · 천지인</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La cosmología del Asia oriental aplicada a tres letras.</a:t>
            </a:r>
            <a:endParaRPr lang="en-US" sz="1400" dirty="0"/>
          </a:p>
        </p:txBody>
      </p:sp>
      <p:sp>
        <p:nvSpPr>
          <p:cNvPr id="5" name="Shape 3"/>
          <p:cNvSpPr/>
          <p:nvPr/>
        </p:nvSpPr>
        <p:spPr>
          <a:xfrm>
            <a:off x="540868" y="2606040"/>
            <a:ext cx="3520440" cy="3657600"/>
          </a:xfrm>
          <a:prstGeom prst="roundRect">
            <a:avLst>
              <a:gd name="adj" fmla="val 4675"/>
            </a:avLst>
          </a:prstGeom>
          <a:solidFill>
            <a:srgbClr val="EDE8FF"/>
          </a:solidFill>
          <a:ln w="25400">
            <a:solidFill>
              <a:srgbClr val="4036ED"/>
            </a:solidFill>
            <a:prstDash val="solid"/>
          </a:ln>
        </p:spPr>
      </p:sp>
      <p:sp>
        <p:nvSpPr>
          <p:cNvPr id="6" name="Text 4"/>
          <p:cNvSpPr/>
          <p:nvPr/>
        </p:nvSpPr>
        <p:spPr>
          <a:xfrm>
            <a:off x="540868" y="2971800"/>
            <a:ext cx="3520440" cy="1371600"/>
          </a:xfrm>
          <a:prstGeom prst="rect">
            <a:avLst/>
          </a:prstGeom>
          <a:noFill/>
          <a:ln/>
        </p:spPr>
        <p:txBody>
          <a:bodyPr wrap="square" lIns="0" tIns="0" rIns="0" bIns="0" rtlCol="0" anchor="ctr"/>
          <a:lstStyle/>
          <a:p>
            <a:pPr marL="0" indent="0" algn="ctr">
              <a:buNone/>
            </a:pPr>
            <a:r>
              <a:rPr lang="en-US" sz="6000" b="1" dirty="0">
                <a:solidFill>
                  <a:srgbClr val="4036ED"/>
                </a:solidFill>
                <a:latin typeface="Malgun Gothic" pitchFamily="34" charset="0"/>
                <a:ea typeface="Malgun Gothic" pitchFamily="34" charset="-122"/>
                <a:cs typeface="Malgun Gothic" pitchFamily="34" charset="-120"/>
              </a:rPr>
              <a:t>하늘</a:t>
            </a:r>
            <a:endParaRPr lang="en-US" sz="6000" dirty="0"/>
          </a:p>
        </p:txBody>
      </p:sp>
      <p:sp>
        <p:nvSpPr>
          <p:cNvPr id="7" name="Text 5"/>
          <p:cNvSpPr/>
          <p:nvPr/>
        </p:nvSpPr>
        <p:spPr>
          <a:xfrm>
            <a:off x="540868" y="4434840"/>
            <a:ext cx="3520440" cy="365760"/>
          </a:xfrm>
          <a:prstGeom prst="rect">
            <a:avLst/>
          </a:prstGeom>
          <a:noFill/>
          <a:ln/>
        </p:spPr>
        <p:txBody>
          <a:bodyPr wrap="square" lIns="0" tIns="0" rIns="0" bIns="0" rtlCol="0" anchor="ctr"/>
          <a:lstStyle/>
          <a:p>
            <a:pPr marL="0" indent="0" algn="ctr">
              <a:buNone/>
            </a:pPr>
            <a:r>
              <a:rPr lang="en-US" sz="1400" b="1" kern="0" spc="600" dirty="0">
                <a:solidFill>
                  <a:srgbClr val="1E1E2A"/>
                </a:solidFill>
                <a:latin typeface="Calibri" pitchFamily="34" charset="0"/>
                <a:ea typeface="Calibri" pitchFamily="34" charset="-122"/>
                <a:cs typeface="Calibri" pitchFamily="34" charset="-120"/>
              </a:rPr>
              <a:t>CIELO</a:t>
            </a:r>
            <a:endParaRPr lang="en-US" sz="1400" dirty="0"/>
          </a:p>
        </p:txBody>
      </p:sp>
      <p:sp>
        <p:nvSpPr>
          <p:cNvPr id="8" name="Text 6"/>
          <p:cNvSpPr/>
          <p:nvPr/>
        </p:nvSpPr>
        <p:spPr>
          <a:xfrm>
            <a:off x="540868" y="4937760"/>
            <a:ext cx="3520440" cy="320040"/>
          </a:xfrm>
          <a:prstGeom prst="rect">
            <a:avLst/>
          </a:prstGeom>
          <a:noFill/>
          <a:ln/>
        </p:spPr>
        <p:txBody>
          <a:bodyPr wrap="square" lIns="0" tIns="0" rIns="0" bIns="0" rtlCol="0" anchor="ctr"/>
          <a:lstStyle/>
          <a:p>
            <a:pPr marL="0" indent="0" algn="ctr">
              <a:buNone/>
            </a:pPr>
            <a:r>
              <a:rPr lang="en-US" sz="1100" i="1" dirty="0">
                <a:solidFill>
                  <a:srgbClr val="4036ED"/>
                </a:solidFill>
                <a:latin typeface="Calibri" pitchFamily="34" charset="0"/>
                <a:ea typeface="Calibri" pitchFamily="34" charset="-122"/>
                <a:cs typeface="Calibri" pitchFamily="34" charset="-120"/>
              </a:rPr>
              <a:t>하늘 소리 — sonido del cielo</a:t>
            </a:r>
            <a:endParaRPr lang="en-US" sz="1100" dirty="0"/>
          </a:p>
        </p:txBody>
      </p:sp>
      <p:sp>
        <p:nvSpPr>
          <p:cNvPr id="9" name="Text 7"/>
          <p:cNvSpPr/>
          <p:nvPr/>
        </p:nvSpPr>
        <p:spPr>
          <a:xfrm>
            <a:off x="540868" y="5394960"/>
            <a:ext cx="3520440" cy="365760"/>
          </a:xfrm>
          <a:prstGeom prst="rect">
            <a:avLst/>
          </a:prstGeom>
          <a:noFill/>
          <a:ln/>
        </p:spPr>
        <p:txBody>
          <a:bodyPr wrap="square" lIns="0" tIns="0" rIns="0" bIns="0" rtlCol="0" anchor="ctr"/>
          <a:lstStyle/>
          <a:p>
            <a:pPr marL="0" indent="0" algn="ctr">
              <a:buNone/>
            </a:pPr>
            <a:r>
              <a:rPr lang="en-US" sz="1000" dirty="0">
                <a:solidFill>
                  <a:srgbClr val="4A4A55"/>
                </a:solidFill>
                <a:latin typeface="Calibri" pitchFamily="34" charset="0"/>
                <a:ea typeface="Calibri" pitchFamily="34" charset="-122"/>
                <a:cs typeface="Calibri" pitchFamily="34" charset="-120"/>
              </a:rPr>
              <a:t>Profundo, oscuro, primero</a:t>
            </a:r>
            <a:endParaRPr lang="en-US" sz="1000" dirty="0"/>
          </a:p>
        </p:txBody>
      </p:sp>
      <p:sp>
        <p:nvSpPr>
          <p:cNvPr id="10" name="Shape 8"/>
          <p:cNvSpPr/>
          <p:nvPr/>
        </p:nvSpPr>
        <p:spPr>
          <a:xfrm>
            <a:off x="4335628" y="2606040"/>
            <a:ext cx="3520440" cy="3657600"/>
          </a:xfrm>
          <a:prstGeom prst="roundRect">
            <a:avLst>
              <a:gd name="adj" fmla="val 4675"/>
            </a:avLst>
          </a:prstGeom>
          <a:solidFill>
            <a:srgbClr val="FFE0E0"/>
          </a:solidFill>
          <a:ln w="25400">
            <a:solidFill>
              <a:srgbClr val="FE6768"/>
            </a:solidFill>
            <a:prstDash val="solid"/>
          </a:ln>
        </p:spPr>
      </p:sp>
      <p:sp>
        <p:nvSpPr>
          <p:cNvPr id="11" name="Text 9"/>
          <p:cNvSpPr/>
          <p:nvPr/>
        </p:nvSpPr>
        <p:spPr>
          <a:xfrm>
            <a:off x="4335628" y="2971800"/>
            <a:ext cx="3520440" cy="1371600"/>
          </a:xfrm>
          <a:prstGeom prst="rect">
            <a:avLst/>
          </a:prstGeom>
          <a:noFill/>
          <a:ln/>
        </p:spPr>
        <p:txBody>
          <a:bodyPr wrap="square" lIns="0" tIns="0" rIns="0" bIns="0" rtlCol="0" anchor="ctr"/>
          <a:lstStyle/>
          <a:p>
            <a:pPr marL="0" indent="0" algn="ctr">
              <a:buNone/>
            </a:pPr>
            <a:r>
              <a:rPr lang="en-US" sz="6000" b="1" dirty="0">
                <a:solidFill>
                  <a:srgbClr val="FE6768"/>
                </a:solidFill>
                <a:latin typeface="Malgun Gothic" pitchFamily="34" charset="0"/>
                <a:ea typeface="Malgun Gothic" pitchFamily="34" charset="-122"/>
                <a:cs typeface="Malgun Gothic" pitchFamily="34" charset="-120"/>
              </a:rPr>
              <a:t>땅</a:t>
            </a:r>
            <a:endParaRPr lang="en-US" sz="6000" dirty="0"/>
          </a:p>
        </p:txBody>
      </p:sp>
      <p:sp>
        <p:nvSpPr>
          <p:cNvPr id="12" name="Text 10"/>
          <p:cNvSpPr/>
          <p:nvPr/>
        </p:nvSpPr>
        <p:spPr>
          <a:xfrm>
            <a:off x="4335628" y="4434840"/>
            <a:ext cx="3520440" cy="365760"/>
          </a:xfrm>
          <a:prstGeom prst="rect">
            <a:avLst/>
          </a:prstGeom>
          <a:noFill/>
          <a:ln/>
        </p:spPr>
        <p:txBody>
          <a:bodyPr wrap="square" lIns="0" tIns="0" rIns="0" bIns="0" rtlCol="0" anchor="ctr"/>
          <a:lstStyle/>
          <a:p>
            <a:pPr marL="0" indent="0" algn="ctr">
              <a:buNone/>
            </a:pPr>
            <a:r>
              <a:rPr lang="en-US" sz="1400" b="1" kern="0" spc="600" dirty="0">
                <a:solidFill>
                  <a:srgbClr val="1E1E2A"/>
                </a:solidFill>
                <a:latin typeface="Calibri" pitchFamily="34" charset="0"/>
                <a:ea typeface="Calibri" pitchFamily="34" charset="-122"/>
                <a:cs typeface="Calibri" pitchFamily="34" charset="-120"/>
              </a:rPr>
              <a:t>TIERRA</a:t>
            </a:r>
            <a:endParaRPr lang="en-US" sz="1400" dirty="0"/>
          </a:p>
        </p:txBody>
      </p:sp>
      <p:sp>
        <p:nvSpPr>
          <p:cNvPr id="13" name="Text 11"/>
          <p:cNvSpPr/>
          <p:nvPr/>
        </p:nvSpPr>
        <p:spPr>
          <a:xfrm>
            <a:off x="4335628" y="4937760"/>
            <a:ext cx="3520440" cy="320040"/>
          </a:xfrm>
          <a:prstGeom prst="rect">
            <a:avLst/>
          </a:prstGeom>
          <a:noFill/>
          <a:ln/>
        </p:spPr>
        <p:txBody>
          <a:bodyPr wrap="square" lIns="0" tIns="0" rIns="0" bIns="0" rtlCol="0" anchor="ctr"/>
          <a:lstStyle/>
          <a:p>
            <a:pPr marL="0" indent="0" algn="ctr">
              <a:buNone/>
            </a:pPr>
            <a:r>
              <a:rPr lang="en-US" sz="1100" i="1" dirty="0">
                <a:solidFill>
                  <a:srgbClr val="FE6768"/>
                </a:solidFill>
                <a:latin typeface="Calibri" pitchFamily="34" charset="0"/>
                <a:ea typeface="Calibri" pitchFamily="34" charset="-122"/>
                <a:cs typeface="Calibri" pitchFamily="34" charset="-120"/>
              </a:rPr>
              <a:t>땅 소리 — sonido de la tierra</a:t>
            </a:r>
            <a:endParaRPr lang="en-US" sz="1100" dirty="0"/>
          </a:p>
        </p:txBody>
      </p:sp>
      <p:sp>
        <p:nvSpPr>
          <p:cNvPr id="14" name="Text 12"/>
          <p:cNvSpPr/>
          <p:nvPr/>
        </p:nvSpPr>
        <p:spPr>
          <a:xfrm>
            <a:off x="4335628" y="5394960"/>
            <a:ext cx="3520440" cy="365760"/>
          </a:xfrm>
          <a:prstGeom prst="rect">
            <a:avLst/>
          </a:prstGeom>
          <a:noFill/>
          <a:ln/>
        </p:spPr>
        <p:txBody>
          <a:bodyPr wrap="square" lIns="0" tIns="0" rIns="0" bIns="0" rtlCol="0" anchor="ctr"/>
          <a:lstStyle/>
          <a:p>
            <a:pPr marL="0" indent="0" algn="ctr">
              <a:buNone/>
            </a:pPr>
            <a:r>
              <a:rPr lang="en-US" sz="1000" dirty="0">
                <a:solidFill>
                  <a:srgbClr val="4A4A55"/>
                </a:solidFill>
                <a:latin typeface="Calibri" pitchFamily="34" charset="0"/>
                <a:ea typeface="Calibri" pitchFamily="34" charset="-122"/>
                <a:cs typeface="Calibri" pitchFamily="34" charset="-120"/>
              </a:rPr>
              <a:t>Neutro, ni profundo ni claro</a:t>
            </a:r>
            <a:endParaRPr lang="en-US" sz="1000" dirty="0"/>
          </a:p>
        </p:txBody>
      </p:sp>
      <p:sp>
        <p:nvSpPr>
          <p:cNvPr id="15" name="Shape 13"/>
          <p:cNvSpPr/>
          <p:nvPr/>
        </p:nvSpPr>
        <p:spPr>
          <a:xfrm>
            <a:off x="8130388" y="2606040"/>
            <a:ext cx="3520440" cy="3657600"/>
          </a:xfrm>
          <a:prstGeom prst="roundRect">
            <a:avLst>
              <a:gd name="adj" fmla="val 4675"/>
            </a:avLst>
          </a:prstGeom>
          <a:solidFill>
            <a:srgbClr val="EDE8FF"/>
          </a:solidFill>
          <a:ln w="25400">
            <a:solidFill>
              <a:srgbClr val="A79BFF"/>
            </a:solidFill>
            <a:prstDash val="solid"/>
          </a:ln>
        </p:spPr>
      </p:sp>
      <p:sp>
        <p:nvSpPr>
          <p:cNvPr id="16" name="Text 14"/>
          <p:cNvSpPr/>
          <p:nvPr/>
        </p:nvSpPr>
        <p:spPr>
          <a:xfrm>
            <a:off x="8130388" y="2971800"/>
            <a:ext cx="3520440" cy="1371600"/>
          </a:xfrm>
          <a:prstGeom prst="rect">
            <a:avLst/>
          </a:prstGeom>
          <a:noFill/>
          <a:ln/>
        </p:spPr>
        <p:txBody>
          <a:bodyPr wrap="square" lIns="0" tIns="0" rIns="0" bIns="0" rtlCol="0" anchor="ctr"/>
          <a:lstStyle/>
          <a:p>
            <a:pPr marL="0" indent="0" algn="ctr">
              <a:buNone/>
            </a:pPr>
            <a:r>
              <a:rPr lang="en-US" sz="6000" b="1" dirty="0">
                <a:solidFill>
                  <a:srgbClr val="A79BFF"/>
                </a:solidFill>
                <a:latin typeface="Malgun Gothic" pitchFamily="34" charset="0"/>
                <a:ea typeface="Malgun Gothic" pitchFamily="34" charset="-122"/>
                <a:cs typeface="Malgun Gothic" pitchFamily="34" charset="-120"/>
              </a:rPr>
              <a:t>사람</a:t>
            </a:r>
            <a:endParaRPr lang="en-US" sz="6000" dirty="0"/>
          </a:p>
        </p:txBody>
      </p:sp>
      <p:sp>
        <p:nvSpPr>
          <p:cNvPr id="17" name="Text 15"/>
          <p:cNvSpPr/>
          <p:nvPr/>
        </p:nvSpPr>
        <p:spPr>
          <a:xfrm>
            <a:off x="8130388" y="4434840"/>
            <a:ext cx="3520440" cy="365760"/>
          </a:xfrm>
          <a:prstGeom prst="rect">
            <a:avLst/>
          </a:prstGeom>
          <a:noFill/>
          <a:ln/>
        </p:spPr>
        <p:txBody>
          <a:bodyPr wrap="square" lIns="0" tIns="0" rIns="0" bIns="0" rtlCol="0" anchor="ctr"/>
          <a:lstStyle/>
          <a:p>
            <a:pPr marL="0" indent="0" algn="ctr">
              <a:buNone/>
            </a:pPr>
            <a:r>
              <a:rPr lang="en-US" sz="1400" b="1" kern="0" spc="600" dirty="0">
                <a:solidFill>
                  <a:srgbClr val="1E1E2A"/>
                </a:solidFill>
                <a:latin typeface="Calibri" pitchFamily="34" charset="0"/>
                <a:ea typeface="Calibri" pitchFamily="34" charset="-122"/>
                <a:cs typeface="Calibri" pitchFamily="34" charset="-120"/>
              </a:rPr>
              <a:t>HUMANO</a:t>
            </a:r>
            <a:endParaRPr lang="en-US" sz="1400" dirty="0"/>
          </a:p>
        </p:txBody>
      </p:sp>
      <p:sp>
        <p:nvSpPr>
          <p:cNvPr id="18" name="Text 16"/>
          <p:cNvSpPr/>
          <p:nvPr/>
        </p:nvSpPr>
        <p:spPr>
          <a:xfrm>
            <a:off x="8130388" y="4937760"/>
            <a:ext cx="3520440" cy="320040"/>
          </a:xfrm>
          <a:prstGeom prst="rect">
            <a:avLst/>
          </a:prstGeom>
          <a:noFill/>
          <a:ln/>
        </p:spPr>
        <p:txBody>
          <a:bodyPr wrap="square" lIns="0" tIns="0" rIns="0" bIns="0" rtlCol="0" anchor="ctr"/>
          <a:lstStyle/>
          <a:p>
            <a:pPr marL="0" indent="0" algn="ctr">
              <a:buNone/>
            </a:pPr>
            <a:r>
              <a:rPr lang="en-US" sz="1100" i="1" dirty="0">
                <a:solidFill>
                  <a:srgbClr val="A79BFF"/>
                </a:solidFill>
                <a:latin typeface="Calibri" pitchFamily="34" charset="0"/>
                <a:ea typeface="Calibri" pitchFamily="34" charset="-122"/>
                <a:cs typeface="Calibri" pitchFamily="34" charset="-120"/>
              </a:rPr>
              <a:t>사람 소리 — sonido del humano</a:t>
            </a:r>
            <a:endParaRPr lang="en-US" sz="1100" dirty="0"/>
          </a:p>
        </p:txBody>
      </p:sp>
      <p:sp>
        <p:nvSpPr>
          <p:cNvPr id="19" name="Text 17"/>
          <p:cNvSpPr/>
          <p:nvPr/>
        </p:nvSpPr>
        <p:spPr>
          <a:xfrm>
            <a:off x="8130388" y="5394960"/>
            <a:ext cx="3520440" cy="365760"/>
          </a:xfrm>
          <a:prstGeom prst="rect">
            <a:avLst/>
          </a:prstGeom>
          <a:noFill/>
          <a:ln/>
        </p:spPr>
        <p:txBody>
          <a:bodyPr wrap="square" lIns="0" tIns="0" rIns="0" bIns="0" rtlCol="0" anchor="ctr"/>
          <a:lstStyle/>
          <a:p>
            <a:pPr marL="0" indent="0" algn="ctr">
              <a:buNone/>
            </a:pPr>
            <a:r>
              <a:rPr lang="en-US" sz="1000" dirty="0">
                <a:solidFill>
                  <a:srgbClr val="4A4A55"/>
                </a:solidFill>
                <a:latin typeface="Calibri" pitchFamily="34" charset="0"/>
                <a:ea typeface="Calibri" pitchFamily="34" charset="-122"/>
                <a:cs typeface="Calibri" pitchFamily="34" charset="-120"/>
              </a:rPr>
              <a:t>Claro, brillante, último</a:t>
            </a:r>
            <a:endParaRPr lang="en-US" sz="1000" dirty="0"/>
          </a:p>
        </p:txBody>
      </p:sp>
      <p:pic>
        <p:nvPicPr>
          <p:cNvPr id="20"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21" name="Text 18"/>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2" name="Text 19"/>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11</a:t>
            </a:r>
            <a:endParaRPr lang="en-US" sz="800" dirty="0"/>
          </a:p>
        </p:txBody>
      </p:sp>
      <p:sp>
        <p:nvSpPr>
          <p:cNvPr id="23" name="Oval 22">
            <a:extLst>
              <a:ext uri="{FF2B5EF4-FFF2-40B4-BE49-F238E27FC236}">
                <a16:creationId xmlns:a16="http://schemas.microsoft.com/office/drawing/2014/main" id="{D4C360CC-BF9A-17CC-9885-F41907D61E2D}"/>
              </a:ext>
            </a:extLst>
          </p:cNvPr>
          <p:cNvSpPr/>
          <p:nvPr/>
        </p:nvSpPr>
        <p:spPr>
          <a:xfrm>
            <a:off x="2028615" y="2273762"/>
            <a:ext cx="544945" cy="57311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4" name="Rectangle 23">
            <a:extLst>
              <a:ext uri="{FF2B5EF4-FFF2-40B4-BE49-F238E27FC236}">
                <a16:creationId xmlns:a16="http://schemas.microsoft.com/office/drawing/2014/main" id="{D2C0612F-64A2-6A11-50F0-F29FC4CD32F6}"/>
              </a:ext>
            </a:extLst>
          </p:cNvPr>
          <p:cNvSpPr/>
          <p:nvPr/>
        </p:nvSpPr>
        <p:spPr>
          <a:xfrm>
            <a:off x="9773796" y="501535"/>
            <a:ext cx="389589" cy="21363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5" name="Rectangle 24">
            <a:extLst>
              <a:ext uri="{FF2B5EF4-FFF2-40B4-BE49-F238E27FC236}">
                <a16:creationId xmlns:a16="http://schemas.microsoft.com/office/drawing/2014/main" id="{72C92DB8-74C3-0AF8-45A7-18BC716BCC08}"/>
              </a:ext>
            </a:extLst>
          </p:cNvPr>
          <p:cNvSpPr/>
          <p:nvPr/>
        </p:nvSpPr>
        <p:spPr>
          <a:xfrm>
            <a:off x="4632867" y="2240280"/>
            <a:ext cx="3057236" cy="3200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65760" y="365760"/>
            <a:ext cx="6400800" cy="274320"/>
          </a:xfrm>
          <a:prstGeom prst="rect">
            <a:avLst/>
          </a:prstGeom>
          <a:noFill/>
          <a:ln/>
        </p:spPr>
        <p:txBody>
          <a:bodyPr wrap="square" rtlCol="0" anchor="ctr"/>
          <a:lstStyle/>
          <a:p>
            <a:pPr marL="0" indent="0">
              <a:buNone/>
            </a:pPr>
            <a:r>
              <a:rPr lang="en-US" sz="1200" b="1" kern="0" spc="800" dirty="0">
                <a:solidFill>
                  <a:srgbClr val="FE6768"/>
                </a:solidFill>
                <a:latin typeface="Trebuchet MS" pitchFamily="34" charset="0"/>
                <a:ea typeface="Trebuchet MS" pitchFamily="34" charset="-122"/>
                <a:cs typeface="Trebuchet MS" pitchFamily="34" charset="-120"/>
              </a:rPr>
              <a:t>§4.0 · FILOSOFÍA</a:t>
            </a:r>
            <a:endParaRPr lang="en-US" sz="1200" dirty="0"/>
          </a:p>
        </p:txBody>
      </p:sp>
      <p:sp>
        <p:nvSpPr>
          <p:cNvPr id="3" name="Text 1"/>
          <p:cNvSpPr/>
          <p:nvPr/>
        </p:nvSpPr>
        <p:spPr>
          <a:xfrm>
            <a:off x="365760" y="658368"/>
            <a:ext cx="11430000" cy="640080"/>
          </a:xfrm>
          <a:prstGeom prst="rect">
            <a:avLst/>
          </a:prstGeom>
          <a:noFill/>
          <a:ln/>
        </p:spPr>
        <p:txBody>
          <a:bodyPr wrap="square" rtlCol="0" anchor="ctr"/>
          <a:lstStyle/>
          <a:p>
            <a:pPr marL="0" indent="0">
              <a:buNone/>
            </a:pPr>
            <a:r>
              <a:rPr lang="en-US" sz="3400" b="1" dirty="0">
                <a:solidFill>
                  <a:srgbClr val="0F172A"/>
                </a:solidFill>
                <a:latin typeface="Trebuchet MS" pitchFamily="34" charset="0"/>
                <a:ea typeface="Trebuchet MS" pitchFamily="34" charset="-122"/>
                <a:cs typeface="Trebuchet MS" pitchFamily="34" charset="-120"/>
              </a:rPr>
              <a:t>Las 3 vocales originales · 天 地 人</a:t>
            </a:r>
            <a:endParaRPr lang="en-US" sz="3400" dirty="0"/>
          </a:p>
        </p:txBody>
      </p:sp>
      <p:sp>
        <p:nvSpPr>
          <p:cNvPr id="4" name="Shape 2"/>
          <p:cNvSpPr/>
          <p:nvPr/>
        </p:nvSpPr>
        <p:spPr>
          <a:xfrm>
            <a:off x="457200" y="1691640"/>
            <a:ext cx="3703320" cy="3474720"/>
          </a:xfrm>
          <a:prstGeom prst="roundRect">
            <a:avLst>
              <a:gd name="adj" fmla="val 3158"/>
            </a:avLst>
          </a:prstGeom>
          <a:solidFill>
            <a:srgbClr val="F8F9FC"/>
          </a:solidFill>
          <a:ln w="12700">
            <a:solidFill>
              <a:srgbClr val="E2E8F0"/>
            </a:solidFill>
            <a:prstDash val="solid"/>
          </a:ln>
        </p:spPr>
      </p:sp>
      <p:sp>
        <p:nvSpPr>
          <p:cNvPr id="5" name="Shape 3"/>
          <p:cNvSpPr/>
          <p:nvPr/>
        </p:nvSpPr>
        <p:spPr>
          <a:xfrm>
            <a:off x="457200" y="1691640"/>
            <a:ext cx="3703320" cy="502920"/>
          </a:xfrm>
          <a:prstGeom prst="rect">
            <a:avLst/>
          </a:prstGeom>
          <a:solidFill>
            <a:srgbClr val="F2C73A"/>
          </a:solidFill>
          <a:ln/>
        </p:spPr>
      </p:sp>
      <p:sp>
        <p:nvSpPr>
          <p:cNvPr id="6" name="Text 4"/>
          <p:cNvSpPr/>
          <p:nvPr/>
        </p:nvSpPr>
        <p:spPr>
          <a:xfrm>
            <a:off x="457200" y="1691640"/>
            <a:ext cx="3703320" cy="502920"/>
          </a:xfrm>
          <a:prstGeom prst="rect">
            <a:avLst/>
          </a:prstGeom>
          <a:noFill/>
          <a:ln/>
        </p:spPr>
        <p:txBody>
          <a:bodyPr wrap="square" lIns="0" tIns="0" rIns="0" bIns="0" rtlCol="0" anchor="ctr"/>
          <a:lstStyle/>
          <a:p>
            <a:pPr marL="0" indent="0" algn="ctr">
              <a:buNone/>
            </a:pPr>
            <a:r>
              <a:rPr lang="en-US" sz="1600" b="1" kern="0" spc="600" dirty="0">
                <a:solidFill>
                  <a:srgbClr val="FFFFFF"/>
                </a:solidFill>
                <a:latin typeface="Trebuchet MS" pitchFamily="34" charset="0"/>
                <a:ea typeface="Trebuchet MS" pitchFamily="34" charset="-122"/>
                <a:cs typeface="Trebuchet MS" pitchFamily="34" charset="-120"/>
              </a:rPr>
              <a:t>Heaven · 天</a:t>
            </a:r>
            <a:endParaRPr lang="en-US" sz="1600" dirty="0"/>
          </a:p>
        </p:txBody>
      </p:sp>
      <p:sp>
        <p:nvSpPr>
          <p:cNvPr id="7" name="Text 5"/>
          <p:cNvSpPr/>
          <p:nvPr/>
        </p:nvSpPr>
        <p:spPr>
          <a:xfrm>
            <a:off x="457200" y="2377440"/>
            <a:ext cx="3703320" cy="1371600"/>
          </a:xfrm>
          <a:prstGeom prst="rect">
            <a:avLst/>
          </a:prstGeom>
          <a:noFill/>
          <a:ln/>
        </p:spPr>
        <p:txBody>
          <a:bodyPr wrap="square" lIns="0" tIns="0" rIns="0" bIns="0" rtlCol="0" anchor="ctr"/>
          <a:lstStyle/>
          <a:p>
            <a:pPr marL="0" indent="0" algn="ctr">
              <a:buNone/>
            </a:pPr>
            <a:r>
              <a:rPr lang="en-US" sz="13000" b="1" dirty="0">
                <a:solidFill>
                  <a:srgbClr val="0F172A"/>
                </a:solidFill>
                <a:latin typeface="Malgun Gothic" pitchFamily="34" charset="0"/>
                <a:ea typeface="Malgun Gothic" pitchFamily="34" charset="-122"/>
                <a:cs typeface="Malgun Gothic" pitchFamily="34" charset="-120"/>
              </a:rPr>
              <a:t>•</a:t>
            </a:r>
            <a:endParaRPr lang="en-US" sz="13000" dirty="0"/>
          </a:p>
        </p:txBody>
      </p:sp>
      <p:sp>
        <p:nvSpPr>
          <p:cNvPr id="8" name="Text 6"/>
          <p:cNvSpPr/>
          <p:nvPr/>
        </p:nvSpPr>
        <p:spPr>
          <a:xfrm>
            <a:off x="457200" y="3794760"/>
            <a:ext cx="3703320" cy="320040"/>
          </a:xfrm>
          <a:prstGeom prst="rect">
            <a:avLst/>
          </a:prstGeom>
          <a:noFill/>
          <a:ln/>
        </p:spPr>
        <p:txBody>
          <a:bodyPr wrap="square" lIns="0" tIns="0" rIns="0" bIns="0" rtlCol="0" anchor="ctr"/>
          <a:lstStyle/>
          <a:p>
            <a:pPr marL="0" indent="0" algn="ctr">
              <a:buNone/>
            </a:pPr>
            <a:r>
              <a:rPr lang="en-US" sz="1400" b="1" i="1" dirty="0">
                <a:solidFill>
                  <a:srgbClr val="F2C73A"/>
                </a:solidFill>
                <a:latin typeface="Calibri" pitchFamily="34" charset="0"/>
                <a:ea typeface="Calibri" pitchFamily="34" charset="-122"/>
                <a:cs typeface="Calibri" pitchFamily="34" charset="-120"/>
              </a:rPr>
              <a:t>(forma original)</a:t>
            </a:r>
            <a:endParaRPr lang="en-US" sz="1400" dirty="0"/>
          </a:p>
        </p:txBody>
      </p:sp>
      <p:sp>
        <p:nvSpPr>
          <p:cNvPr id="9" name="Text 7"/>
          <p:cNvSpPr/>
          <p:nvPr/>
        </p:nvSpPr>
        <p:spPr>
          <a:xfrm>
            <a:off x="640080" y="4160520"/>
            <a:ext cx="3337560" cy="365760"/>
          </a:xfrm>
          <a:prstGeom prst="rect">
            <a:avLst/>
          </a:prstGeom>
          <a:noFill/>
          <a:ln/>
        </p:spPr>
        <p:txBody>
          <a:bodyPr wrap="square" lIns="0" tIns="0" rIns="0" bIns="0" rtlCol="0" anchor="ctr"/>
          <a:lstStyle/>
          <a:p>
            <a:pPr marL="0" indent="0" algn="ctr">
              <a:buNone/>
            </a:pPr>
            <a:r>
              <a:rPr lang="en-US" sz="1500" b="1" dirty="0">
                <a:solidFill>
                  <a:srgbClr val="0F172A"/>
                </a:solidFill>
                <a:latin typeface="Trebuchet MS" pitchFamily="34" charset="0"/>
                <a:ea typeface="Trebuchet MS" pitchFamily="34" charset="-122"/>
                <a:cs typeface="Trebuchet MS" pitchFamily="34" charset="-120"/>
              </a:rPr>
              <a:t>Cielo (luz, sol)</a:t>
            </a:r>
            <a:endParaRPr lang="en-US" sz="1500" dirty="0"/>
          </a:p>
        </p:txBody>
      </p:sp>
      <p:sp>
        <p:nvSpPr>
          <p:cNvPr id="10" name="Text 8"/>
          <p:cNvSpPr/>
          <p:nvPr/>
        </p:nvSpPr>
        <p:spPr>
          <a:xfrm>
            <a:off x="640080" y="4526280"/>
            <a:ext cx="3337560" cy="548640"/>
          </a:xfrm>
          <a:prstGeom prst="rect">
            <a:avLst/>
          </a:prstGeom>
          <a:noFill/>
          <a:ln/>
        </p:spPr>
        <p:txBody>
          <a:bodyPr wrap="square" lIns="0" tIns="0" rIns="0" bIns="0" rtlCol="0" anchor="t"/>
          <a:lstStyle/>
          <a:p>
            <a:pPr marL="0" indent="0" algn="ctr">
              <a:buNone/>
            </a:pPr>
            <a:r>
              <a:rPr lang="en-US" sz="1200" i="1" dirty="0">
                <a:solidFill>
                  <a:srgbClr val="4A5568"/>
                </a:solidFill>
                <a:latin typeface="Calibri" pitchFamily="34" charset="0"/>
                <a:ea typeface="Calibri" pitchFamily="34" charset="-122"/>
                <a:cs typeface="Calibri" pitchFamily="34" charset="-120"/>
              </a:rPr>
              <a:t>El punto · representa</a:t>
            </a:r>
            <a:endParaRPr lang="en-US" sz="1200" dirty="0"/>
          </a:p>
          <a:p>
            <a:pPr marL="0" indent="0" algn="ctr">
              <a:buNone/>
            </a:pPr>
            <a:r>
              <a:rPr lang="en-US" sz="1200" i="1" dirty="0">
                <a:solidFill>
                  <a:srgbClr val="4A5568"/>
                </a:solidFill>
                <a:latin typeface="Calibri" pitchFamily="34" charset="0"/>
                <a:ea typeface="Calibri" pitchFamily="34" charset="-122"/>
                <a:cs typeface="Calibri" pitchFamily="34" charset="-120"/>
              </a:rPr>
              <a:t>el SOL en el cielo</a:t>
            </a:r>
            <a:endParaRPr lang="en-US" sz="1200" dirty="0"/>
          </a:p>
        </p:txBody>
      </p:sp>
      <p:sp>
        <p:nvSpPr>
          <p:cNvPr id="11" name="Shape 9"/>
          <p:cNvSpPr/>
          <p:nvPr/>
        </p:nvSpPr>
        <p:spPr>
          <a:xfrm>
            <a:off x="4297680" y="1691640"/>
            <a:ext cx="3703320" cy="3474720"/>
          </a:xfrm>
          <a:prstGeom prst="roundRect">
            <a:avLst>
              <a:gd name="adj" fmla="val 3158"/>
            </a:avLst>
          </a:prstGeom>
          <a:solidFill>
            <a:srgbClr val="F8F9FC"/>
          </a:solidFill>
          <a:ln w="12700">
            <a:solidFill>
              <a:srgbClr val="E2E8F0"/>
            </a:solidFill>
            <a:prstDash val="solid"/>
          </a:ln>
        </p:spPr>
      </p:sp>
      <p:sp>
        <p:nvSpPr>
          <p:cNvPr id="12" name="Shape 10"/>
          <p:cNvSpPr/>
          <p:nvPr/>
        </p:nvSpPr>
        <p:spPr>
          <a:xfrm>
            <a:off x="4297680" y="1691640"/>
            <a:ext cx="3703320" cy="502920"/>
          </a:xfrm>
          <a:prstGeom prst="rect">
            <a:avLst/>
          </a:prstGeom>
          <a:solidFill>
            <a:srgbClr val="8B5A2B"/>
          </a:solidFill>
          <a:ln/>
        </p:spPr>
      </p:sp>
      <p:sp>
        <p:nvSpPr>
          <p:cNvPr id="13" name="Text 11"/>
          <p:cNvSpPr/>
          <p:nvPr/>
        </p:nvSpPr>
        <p:spPr>
          <a:xfrm>
            <a:off x="4297680" y="1691640"/>
            <a:ext cx="3703320" cy="502920"/>
          </a:xfrm>
          <a:prstGeom prst="rect">
            <a:avLst/>
          </a:prstGeom>
          <a:noFill/>
          <a:ln/>
        </p:spPr>
        <p:txBody>
          <a:bodyPr wrap="square" lIns="0" tIns="0" rIns="0" bIns="0" rtlCol="0" anchor="ctr"/>
          <a:lstStyle/>
          <a:p>
            <a:pPr marL="0" indent="0" algn="ctr">
              <a:buNone/>
            </a:pPr>
            <a:r>
              <a:rPr lang="en-US" sz="1600" b="1" kern="0" spc="600" dirty="0">
                <a:solidFill>
                  <a:srgbClr val="FFFFFF"/>
                </a:solidFill>
                <a:latin typeface="Trebuchet MS" pitchFamily="34" charset="0"/>
                <a:ea typeface="Trebuchet MS" pitchFamily="34" charset="-122"/>
                <a:cs typeface="Trebuchet MS" pitchFamily="34" charset="-120"/>
              </a:rPr>
              <a:t>Earth · 地</a:t>
            </a:r>
            <a:endParaRPr lang="en-US" sz="1600" dirty="0"/>
          </a:p>
        </p:txBody>
      </p:sp>
      <p:sp>
        <p:nvSpPr>
          <p:cNvPr id="14" name="Text 12"/>
          <p:cNvSpPr/>
          <p:nvPr/>
        </p:nvSpPr>
        <p:spPr>
          <a:xfrm>
            <a:off x="4297680" y="2377440"/>
            <a:ext cx="3703320" cy="1371600"/>
          </a:xfrm>
          <a:prstGeom prst="rect">
            <a:avLst/>
          </a:prstGeom>
          <a:noFill/>
          <a:ln/>
        </p:spPr>
        <p:txBody>
          <a:bodyPr wrap="square" lIns="0" tIns="0" rIns="0" bIns="0" rtlCol="0" anchor="ctr"/>
          <a:lstStyle/>
          <a:p>
            <a:pPr marL="0" indent="0" algn="ctr">
              <a:buNone/>
            </a:pPr>
            <a:r>
              <a:rPr lang="en-US" sz="13000" b="1" dirty="0">
                <a:solidFill>
                  <a:srgbClr val="0F172A"/>
                </a:solidFill>
                <a:latin typeface="Malgun Gothic" pitchFamily="34" charset="0"/>
                <a:ea typeface="Malgun Gothic" pitchFamily="34" charset="-122"/>
                <a:cs typeface="Malgun Gothic" pitchFamily="34" charset="-120"/>
              </a:rPr>
              <a:t>ㅡ</a:t>
            </a:r>
            <a:endParaRPr lang="en-US" sz="13000" dirty="0"/>
          </a:p>
        </p:txBody>
      </p:sp>
      <p:sp>
        <p:nvSpPr>
          <p:cNvPr id="15" name="Text 13"/>
          <p:cNvSpPr/>
          <p:nvPr/>
        </p:nvSpPr>
        <p:spPr>
          <a:xfrm>
            <a:off x="4297680" y="3794760"/>
            <a:ext cx="3703320" cy="320040"/>
          </a:xfrm>
          <a:prstGeom prst="rect">
            <a:avLst/>
          </a:prstGeom>
          <a:noFill/>
          <a:ln/>
        </p:spPr>
        <p:txBody>
          <a:bodyPr wrap="square" lIns="0" tIns="0" rIns="0" bIns="0" rtlCol="0" anchor="ctr"/>
          <a:lstStyle/>
          <a:p>
            <a:pPr marL="0" indent="0" algn="ctr">
              <a:buNone/>
            </a:pPr>
            <a:r>
              <a:rPr lang="en-US" sz="1400" b="1" i="1" dirty="0">
                <a:solidFill>
                  <a:srgbClr val="8B5A2B"/>
                </a:solidFill>
                <a:latin typeface="Calibri" pitchFamily="34" charset="0"/>
                <a:ea typeface="Calibri" pitchFamily="34" charset="-122"/>
                <a:cs typeface="Calibri" pitchFamily="34" charset="-120"/>
              </a:rPr>
              <a:t>/ eu /</a:t>
            </a:r>
            <a:endParaRPr lang="en-US" sz="1400" dirty="0"/>
          </a:p>
        </p:txBody>
      </p:sp>
      <p:sp>
        <p:nvSpPr>
          <p:cNvPr id="16" name="Text 14"/>
          <p:cNvSpPr/>
          <p:nvPr/>
        </p:nvSpPr>
        <p:spPr>
          <a:xfrm>
            <a:off x="4480560" y="4160520"/>
            <a:ext cx="3337560" cy="365760"/>
          </a:xfrm>
          <a:prstGeom prst="rect">
            <a:avLst/>
          </a:prstGeom>
          <a:noFill/>
          <a:ln/>
        </p:spPr>
        <p:txBody>
          <a:bodyPr wrap="square" lIns="0" tIns="0" rIns="0" bIns="0" rtlCol="0" anchor="ctr"/>
          <a:lstStyle/>
          <a:p>
            <a:pPr marL="0" indent="0" algn="ctr">
              <a:buNone/>
            </a:pPr>
            <a:r>
              <a:rPr lang="en-US" sz="1500" b="1" dirty="0">
                <a:solidFill>
                  <a:srgbClr val="0F172A"/>
                </a:solidFill>
                <a:latin typeface="Trebuchet MS" pitchFamily="34" charset="0"/>
                <a:ea typeface="Trebuchet MS" pitchFamily="34" charset="-122"/>
                <a:cs typeface="Trebuchet MS" pitchFamily="34" charset="-120"/>
              </a:rPr>
              <a:t>Tierra plana</a:t>
            </a:r>
            <a:endParaRPr lang="en-US" sz="1500" dirty="0"/>
          </a:p>
        </p:txBody>
      </p:sp>
      <p:sp>
        <p:nvSpPr>
          <p:cNvPr id="17" name="Text 15"/>
          <p:cNvSpPr/>
          <p:nvPr/>
        </p:nvSpPr>
        <p:spPr>
          <a:xfrm>
            <a:off x="4480560" y="4526280"/>
            <a:ext cx="3337560" cy="548640"/>
          </a:xfrm>
          <a:prstGeom prst="rect">
            <a:avLst/>
          </a:prstGeom>
          <a:noFill/>
          <a:ln/>
        </p:spPr>
        <p:txBody>
          <a:bodyPr wrap="square" lIns="0" tIns="0" rIns="0" bIns="0" rtlCol="0" anchor="t"/>
          <a:lstStyle/>
          <a:p>
            <a:pPr marL="0" indent="0" algn="ctr">
              <a:buNone/>
            </a:pPr>
            <a:r>
              <a:rPr lang="en-US" sz="1200" i="1" dirty="0">
                <a:solidFill>
                  <a:srgbClr val="4A5568"/>
                </a:solidFill>
                <a:latin typeface="Calibri" pitchFamily="34" charset="0"/>
                <a:ea typeface="Calibri" pitchFamily="34" charset="-122"/>
                <a:cs typeface="Calibri" pitchFamily="34" charset="-120"/>
              </a:rPr>
              <a:t>Línea horizontal ·</a:t>
            </a:r>
            <a:endParaRPr lang="en-US" sz="1200" dirty="0"/>
          </a:p>
          <a:p>
            <a:pPr marL="0" indent="0" algn="ctr">
              <a:buNone/>
            </a:pPr>
            <a:r>
              <a:rPr lang="en-US" sz="1200" i="1" dirty="0">
                <a:solidFill>
                  <a:srgbClr val="4A5568"/>
                </a:solidFill>
                <a:latin typeface="Calibri" pitchFamily="34" charset="0"/>
                <a:ea typeface="Calibri" pitchFamily="34" charset="-122"/>
                <a:cs typeface="Calibri" pitchFamily="34" charset="-120"/>
              </a:rPr>
              <a:t>representa la TIERRA</a:t>
            </a:r>
            <a:endParaRPr lang="en-US" sz="1200" dirty="0"/>
          </a:p>
        </p:txBody>
      </p:sp>
      <p:sp>
        <p:nvSpPr>
          <p:cNvPr id="18" name="Shape 16"/>
          <p:cNvSpPr/>
          <p:nvPr/>
        </p:nvSpPr>
        <p:spPr>
          <a:xfrm>
            <a:off x="8138160" y="1691640"/>
            <a:ext cx="3703320" cy="3474720"/>
          </a:xfrm>
          <a:prstGeom prst="roundRect">
            <a:avLst>
              <a:gd name="adj" fmla="val 3158"/>
            </a:avLst>
          </a:prstGeom>
          <a:solidFill>
            <a:srgbClr val="F8F9FC"/>
          </a:solidFill>
          <a:ln w="12700">
            <a:solidFill>
              <a:srgbClr val="E2E8F0"/>
            </a:solidFill>
            <a:prstDash val="solid"/>
          </a:ln>
        </p:spPr>
      </p:sp>
      <p:sp>
        <p:nvSpPr>
          <p:cNvPr id="19" name="Shape 17"/>
          <p:cNvSpPr/>
          <p:nvPr/>
        </p:nvSpPr>
        <p:spPr>
          <a:xfrm>
            <a:off x="8138160" y="1691640"/>
            <a:ext cx="3703320" cy="502920"/>
          </a:xfrm>
          <a:prstGeom prst="rect">
            <a:avLst/>
          </a:prstGeom>
          <a:solidFill>
            <a:srgbClr val="A79BFF"/>
          </a:solidFill>
          <a:ln/>
        </p:spPr>
      </p:sp>
      <p:sp>
        <p:nvSpPr>
          <p:cNvPr id="20" name="Text 18"/>
          <p:cNvSpPr/>
          <p:nvPr/>
        </p:nvSpPr>
        <p:spPr>
          <a:xfrm>
            <a:off x="8138160" y="1691640"/>
            <a:ext cx="3703320" cy="502920"/>
          </a:xfrm>
          <a:prstGeom prst="rect">
            <a:avLst/>
          </a:prstGeom>
          <a:noFill/>
          <a:ln/>
        </p:spPr>
        <p:txBody>
          <a:bodyPr wrap="square" lIns="0" tIns="0" rIns="0" bIns="0" rtlCol="0" anchor="ctr"/>
          <a:lstStyle/>
          <a:p>
            <a:pPr marL="0" indent="0" algn="ctr">
              <a:buNone/>
            </a:pPr>
            <a:r>
              <a:rPr lang="en-US" sz="1600" b="1" kern="0" spc="600" dirty="0">
                <a:solidFill>
                  <a:srgbClr val="FFFFFF"/>
                </a:solidFill>
                <a:latin typeface="Trebuchet MS" pitchFamily="34" charset="0"/>
                <a:ea typeface="Trebuchet MS" pitchFamily="34" charset="-122"/>
                <a:cs typeface="Trebuchet MS" pitchFamily="34" charset="-120"/>
              </a:rPr>
              <a:t>Humanity · 人</a:t>
            </a:r>
            <a:endParaRPr lang="en-US" sz="1600" dirty="0"/>
          </a:p>
        </p:txBody>
      </p:sp>
      <p:sp>
        <p:nvSpPr>
          <p:cNvPr id="21" name="Text 19"/>
          <p:cNvSpPr/>
          <p:nvPr/>
        </p:nvSpPr>
        <p:spPr>
          <a:xfrm>
            <a:off x="8138160" y="2377440"/>
            <a:ext cx="3703320" cy="1371600"/>
          </a:xfrm>
          <a:prstGeom prst="rect">
            <a:avLst/>
          </a:prstGeom>
          <a:noFill/>
          <a:ln/>
        </p:spPr>
        <p:txBody>
          <a:bodyPr wrap="square" lIns="0" tIns="0" rIns="0" bIns="0" rtlCol="0" anchor="ctr"/>
          <a:lstStyle/>
          <a:p>
            <a:pPr marL="0" indent="0" algn="ctr">
              <a:buNone/>
            </a:pPr>
            <a:r>
              <a:rPr lang="en-US" sz="13000" b="1" dirty="0">
                <a:solidFill>
                  <a:srgbClr val="0F172A"/>
                </a:solidFill>
                <a:latin typeface="Malgun Gothic" pitchFamily="34" charset="0"/>
                <a:ea typeface="Malgun Gothic" pitchFamily="34" charset="-122"/>
                <a:cs typeface="Malgun Gothic" pitchFamily="34" charset="-120"/>
              </a:rPr>
              <a:t>ㅣ</a:t>
            </a:r>
            <a:endParaRPr lang="en-US" sz="13000" dirty="0"/>
          </a:p>
        </p:txBody>
      </p:sp>
      <p:sp>
        <p:nvSpPr>
          <p:cNvPr id="22" name="Text 20"/>
          <p:cNvSpPr/>
          <p:nvPr/>
        </p:nvSpPr>
        <p:spPr>
          <a:xfrm>
            <a:off x="8138160" y="3794760"/>
            <a:ext cx="3703320" cy="320040"/>
          </a:xfrm>
          <a:prstGeom prst="rect">
            <a:avLst/>
          </a:prstGeom>
          <a:noFill/>
          <a:ln/>
        </p:spPr>
        <p:txBody>
          <a:bodyPr wrap="square" lIns="0" tIns="0" rIns="0" bIns="0" rtlCol="0" anchor="ctr"/>
          <a:lstStyle/>
          <a:p>
            <a:pPr marL="0" indent="0" algn="ctr">
              <a:buNone/>
            </a:pPr>
            <a:r>
              <a:rPr lang="en-US" sz="1400" b="1" i="1" dirty="0">
                <a:solidFill>
                  <a:srgbClr val="A79BFF"/>
                </a:solidFill>
                <a:latin typeface="Calibri" pitchFamily="34" charset="0"/>
                <a:ea typeface="Calibri" pitchFamily="34" charset="-122"/>
                <a:cs typeface="Calibri" pitchFamily="34" charset="-120"/>
              </a:rPr>
              <a:t>/ i /</a:t>
            </a:r>
            <a:endParaRPr lang="en-US" sz="1400" dirty="0"/>
          </a:p>
        </p:txBody>
      </p:sp>
      <p:sp>
        <p:nvSpPr>
          <p:cNvPr id="23" name="Text 21"/>
          <p:cNvSpPr/>
          <p:nvPr/>
        </p:nvSpPr>
        <p:spPr>
          <a:xfrm>
            <a:off x="8321040" y="4160520"/>
            <a:ext cx="3337560" cy="365760"/>
          </a:xfrm>
          <a:prstGeom prst="rect">
            <a:avLst/>
          </a:prstGeom>
          <a:noFill/>
          <a:ln/>
        </p:spPr>
        <p:txBody>
          <a:bodyPr wrap="square" lIns="0" tIns="0" rIns="0" bIns="0" rtlCol="0" anchor="ctr"/>
          <a:lstStyle/>
          <a:p>
            <a:pPr marL="0" indent="0" algn="ctr">
              <a:buNone/>
            </a:pPr>
            <a:r>
              <a:rPr lang="en-US" sz="1500" b="1" dirty="0">
                <a:solidFill>
                  <a:srgbClr val="0F172A"/>
                </a:solidFill>
                <a:latin typeface="Trebuchet MS" pitchFamily="34" charset="0"/>
                <a:ea typeface="Trebuchet MS" pitchFamily="34" charset="-122"/>
                <a:cs typeface="Trebuchet MS" pitchFamily="34" charset="-120"/>
              </a:rPr>
              <a:t>Ser humano de pie</a:t>
            </a:r>
            <a:endParaRPr lang="en-US" sz="1500" dirty="0"/>
          </a:p>
        </p:txBody>
      </p:sp>
      <p:sp>
        <p:nvSpPr>
          <p:cNvPr id="24" name="Text 22"/>
          <p:cNvSpPr/>
          <p:nvPr/>
        </p:nvSpPr>
        <p:spPr>
          <a:xfrm>
            <a:off x="8321040" y="4526280"/>
            <a:ext cx="3337560" cy="548640"/>
          </a:xfrm>
          <a:prstGeom prst="rect">
            <a:avLst/>
          </a:prstGeom>
          <a:noFill/>
          <a:ln/>
        </p:spPr>
        <p:txBody>
          <a:bodyPr wrap="square" lIns="0" tIns="0" rIns="0" bIns="0" rtlCol="0" anchor="t"/>
          <a:lstStyle/>
          <a:p>
            <a:pPr marL="0" indent="0" algn="ctr">
              <a:buNone/>
            </a:pPr>
            <a:r>
              <a:rPr lang="en-US" sz="1200" i="1" dirty="0">
                <a:solidFill>
                  <a:srgbClr val="4A5568"/>
                </a:solidFill>
                <a:latin typeface="Calibri" pitchFamily="34" charset="0"/>
                <a:ea typeface="Calibri" pitchFamily="34" charset="-122"/>
                <a:cs typeface="Calibri" pitchFamily="34" charset="-120"/>
              </a:rPr>
              <a:t>Línea vertical ·</a:t>
            </a:r>
            <a:endParaRPr lang="en-US" sz="1200" dirty="0"/>
          </a:p>
          <a:p>
            <a:pPr marL="0" indent="0" algn="ctr">
              <a:buNone/>
            </a:pPr>
            <a:r>
              <a:rPr lang="en-US" sz="1200" i="1" dirty="0">
                <a:solidFill>
                  <a:srgbClr val="4A5568"/>
                </a:solidFill>
                <a:latin typeface="Calibri" pitchFamily="34" charset="0"/>
                <a:ea typeface="Calibri" pitchFamily="34" charset="-122"/>
                <a:cs typeface="Calibri" pitchFamily="34" charset="-120"/>
              </a:rPr>
              <a:t>representa a la PERSONA</a:t>
            </a:r>
            <a:endParaRPr lang="en-US" sz="1200" dirty="0"/>
          </a:p>
        </p:txBody>
      </p:sp>
      <p:sp>
        <p:nvSpPr>
          <p:cNvPr id="25" name="Shape 23"/>
          <p:cNvSpPr/>
          <p:nvPr/>
        </p:nvSpPr>
        <p:spPr>
          <a:xfrm>
            <a:off x="457200" y="5440680"/>
            <a:ext cx="11247120" cy="868680"/>
          </a:xfrm>
          <a:prstGeom prst="roundRect">
            <a:avLst>
              <a:gd name="adj" fmla="val 10526"/>
            </a:avLst>
          </a:prstGeom>
          <a:solidFill>
            <a:srgbClr val="2A1FB8"/>
          </a:solidFill>
          <a:ln/>
        </p:spPr>
      </p:sp>
      <p:sp>
        <p:nvSpPr>
          <p:cNvPr id="26" name="Text 24"/>
          <p:cNvSpPr/>
          <p:nvPr/>
        </p:nvSpPr>
        <p:spPr>
          <a:xfrm>
            <a:off x="640080" y="5440680"/>
            <a:ext cx="10881360" cy="868680"/>
          </a:xfrm>
          <a:prstGeom prst="rect">
            <a:avLst/>
          </a:prstGeom>
          <a:noFill/>
          <a:ln/>
        </p:spPr>
        <p:txBody>
          <a:bodyPr wrap="square" lIns="0" tIns="0" rIns="0" bIns="0" rtlCol="0" anchor="ctr"/>
          <a:lstStyle/>
          <a:p>
            <a:pPr marL="0" indent="0" algn="ctr">
              <a:buNone/>
            </a:pPr>
            <a:r>
              <a:rPr lang="en-US" sz="1800" dirty="0">
                <a:solidFill>
                  <a:srgbClr val="EFEBFF"/>
                </a:solidFill>
                <a:latin typeface="Calibri" pitchFamily="34" charset="0"/>
                <a:ea typeface="Calibri" pitchFamily="34" charset="-122"/>
                <a:cs typeface="Calibri" pitchFamily="34" charset="-120"/>
              </a:rPr>
              <a:t>Combina </a:t>
            </a:r>
            <a:r>
              <a:rPr lang="en-US" sz="2400" b="1" dirty="0">
                <a:solidFill>
                  <a:srgbClr val="FFFFFF"/>
                </a:solidFill>
                <a:latin typeface="Malgun Gothic" pitchFamily="34" charset="0"/>
                <a:ea typeface="Malgun Gothic" pitchFamily="34" charset="-122"/>
                <a:cs typeface="Malgun Gothic" pitchFamily="34" charset="-120"/>
              </a:rPr>
              <a:t>• + ㅡ + ㅣ</a:t>
            </a:r>
            <a:r>
              <a:rPr lang="en-US" sz="1800" dirty="0">
                <a:solidFill>
                  <a:srgbClr val="EFEBFF"/>
                </a:solidFill>
                <a:latin typeface="Calibri" pitchFamily="34" charset="0"/>
                <a:ea typeface="Calibri" pitchFamily="34" charset="-122"/>
                <a:cs typeface="Calibri" pitchFamily="34" charset="-120"/>
              </a:rPr>
              <a:t> de todas las formas posibles y obtienes </a:t>
            </a:r>
            <a:r>
              <a:rPr lang="en-US" sz="2400" b="1" dirty="0">
                <a:solidFill>
                  <a:srgbClr val="FFC8C8"/>
                </a:solidFill>
                <a:latin typeface="Calibri" pitchFamily="34" charset="0"/>
                <a:ea typeface="Calibri" pitchFamily="34" charset="-122"/>
                <a:cs typeface="Calibri" pitchFamily="34" charset="-120"/>
              </a:rPr>
              <a:t>21 vocales</a:t>
            </a:r>
            <a:r>
              <a:rPr lang="en-US" sz="1800" dirty="0">
                <a:solidFill>
                  <a:srgbClr val="EFEBFF"/>
                </a:solidFill>
                <a:latin typeface="Calibri" pitchFamily="34" charset="0"/>
                <a:ea typeface="Calibri" pitchFamily="34" charset="-122"/>
                <a:cs typeface="Calibri" pitchFamily="34" charset="-120"/>
              </a:rPr>
              <a:t> del coreano moderno</a:t>
            </a:r>
            <a:endParaRPr lang="en-US" sz="1800" dirty="0"/>
          </a:p>
        </p:txBody>
      </p:sp>
      <p:sp>
        <p:nvSpPr>
          <p:cNvPr id="27" name="Text 25"/>
          <p:cNvSpPr/>
          <p:nvPr/>
        </p:nvSpPr>
        <p:spPr>
          <a:xfrm>
            <a:off x="433647" y="6047174"/>
            <a:ext cx="11460175" cy="201168"/>
          </a:xfrm>
          <a:prstGeom prst="rect">
            <a:avLst/>
          </a:prstGeom>
          <a:noFill/>
          <a:ln/>
        </p:spPr>
        <p:txBody>
          <a:bodyPr wrap="square" rtlCol="0" anchor="ctr"/>
          <a:lstStyle/>
          <a:p>
            <a:pPr marL="0" indent="0">
              <a:buNone/>
            </a:pPr>
            <a:r>
              <a:rPr lang="en-US" sz="900" i="1" dirty="0">
                <a:solidFill>
                  <a:srgbClr val="94A3B8"/>
                </a:solidFill>
                <a:latin typeface="Calibri" pitchFamily="34" charset="0"/>
                <a:ea typeface="Calibri" pitchFamily="34" charset="-122"/>
                <a:cs typeface="Calibri" pitchFamily="34" charset="-120"/>
              </a:rPr>
              <a:t>Fuente · Korea Foundation. Hangeul – Korea's Unique Alphabet, 2010, p. 17.</a:t>
            </a:r>
            <a:endParaRPr lang="en-US" sz="900" dirty="0"/>
          </a:p>
        </p:txBody>
      </p:sp>
      <p:sp>
        <p:nvSpPr>
          <p:cNvPr id="28" name="Text 26"/>
          <p:cNvSpPr/>
          <p:nvPr/>
        </p:nvSpPr>
        <p:spPr>
          <a:xfrm>
            <a:off x="365760" y="6446520"/>
            <a:ext cx="5486400" cy="274320"/>
          </a:xfrm>
          <a:prstGeom prst="rect">
            <a:avLst/>
          </a:prstGeom>
          <a:noFill/>
          <a:ln/>
        </p:spPr>
        <p:txBody>
          <a:bodyPr wrap="square" rtlCol="0" anchor="ctr"/>
          <a:lstStyle/>
          <a:p>
            <a:pPr marL="0" indent="0">
              <a:buNone/>
            </a:pPr>
            <a:r>
              <a:rPr lang="en-US" sz="1000" b="1" kern="0" spc="600" dirty="0">
                <a:solidFill>
                  <a:srgbClr val="94A3B8"/>
                </a:solidFill>
                <a:latin typeface="Trebuchet MS" pitchFamily="34" charset="0"/>
                <a:ea typeface="Trebuchet MS" pitchFamily="34" charset="-122"/>
                <a:cs typeface="Trebuchet MS" pitchFamily="34" charset="-120"/>
              </a:rPr>
              <a:t>ACADEMIA SEÚL  ·  MÉTODO CHINGU™</a:t>
            </a:r>
            <a:endParaRPr lang="en-US" sz="1000" dirty="0"/>
          </a:p>
        </p:txBody>
      </p:sp>
      <p:sp>
        <p:nvSpPr>
          <p:cNvPr id="29" name="Text 27"/>
          <p:cNvSpPr/>
          <p:nvPr/>
        </p:nvSpPr>
        <p:spPr>
          <a:xfrm>
            <a:off x="8991295" y="6446520"/>
            <a:ext cx="2743200" cy="274320"/>
          </a:xfrm>
          <a:prstGeom prst="rect">
            <a:avLst/>
          </a:prstGeom>
          <a:noFill/>
          <a:ln/>
        </p:spPr>
        <p:txBody>
          <a:bodyPr wrap="square" rtlCol="0" anchor="ctr"/>
          <a:lstStyle/>
          <a:p>
            <a:pPr marL="0" indent="0" algn="r">
              <a:buNone/>
            </a:pPr>
            <a:r>
              <a:rPr lang="en-US" sz="1000" b="1" kern="0" spc="600" dirty="0">
                <a:solidFill>
                  <a:srgbClr val="94A3B8"/>
                </a:solidFill>
                <a:latin typeface="Trebuchet MS" pitchFamily="34" charset="0"/>
                <a:ea typeface="Trebuchet MS" pitchFamily="34" charset="-122"/>
                <a:cs typeface="Trebuchet MS" pitchFamily="34" charset="-120"/>
              </a:rPr>
              <a:t>SES 07B  ·  TALLER</a:t>
            </a:r>
            <a:endParaRPr lang="en-US" sz="1000" dirty="0"/>
          </a:p>
        </p:txBody>
      </p:sp>
      <p:pic>
        <p:nvPicPr>
          <p:cNvPr id="30" name="Image 0" descr="/sessions/sleepy-zen-cray/mnt/outputs/deck_assets/logo_var2_azul.png">
            <a:extLst>
              <a:ext uri="{FF2B5EF4-FFF2-40B4-BE49-F238E27FC236}">
                <a16:creationId xmlns:a16="http://schemas.microsoft.com/office/drawing/2014/main" id="{50C0D397-A447-BA7A-F0D9-3A7267B41455}"/>
              </a:ext>
            </a:extLst>
          </p:cNvPr>
          <p:cNvPicPr>
            <a:picLocks noChangeAspect="1"/>
          </p:cNvPicPr>
          <p:nvPr/>
        </p:nvPicPr>
        <p:blipFill>
          <a:blip r:embed="rId3"/>
          <a:stretch>
            <a:fillRect/>
          </a:stretch>
        </p:blipFill>
        <p:spPr>
          <a:xfrm>
            <a:off x="9778365" y="-760095"/>
            <a:ext cx="2571750" cy="2571750"/>
          </a:xfrm>
          <a:prstGeom prst="rect">
            <a:avLst/>
          </a:prstGeom>
        </p:spPr>
      </p:pic>
    </p:spTree>
    <p:extLst>
      <p:ext uri="{BB962C8B-B14F-4D97-AF65-F5344CB8AC3E}">
        <p14:creationId xmlns:p14="http://schemas.microsoft.com/office/powerpoint/2010/main" val="17830055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s-CL" dirty="0">
                <a:latin typeface="Calibri" pitchFamily="34" charset="0"/>
                <a:cs typeface="Calibri" pitchFamily="34" charset="0"/>
              </a:rPr>
              <a:t>21 </a:t>
            </a:r>
            <a:r>
              <a:rPr lang="ko-KR" altLang="en-US" dirty="0">
                <a:latin typeface="Calibri" pitchFamily="34" charset="0"/>
                <a:cs typeface="Calibri" pitchFamily="34" charset="0"/>
              </a:rPr>
              <a:t>모음</a:t>
            </a:r>
            <a:r>
              <a:rPr lang="en-US" altLang="ko-KR" dirty="0">
                <a:latin typeface="Calibri" pitchFamily="34" charset="0"/>
                <a:cs typeface="Calibri" pitchFamily="34" charset="0"/>
              </a:rPr>
              <a:t>(</a:t>
            </a:r>
            <a:r>
              <a:rPr lang="es-CL" dirty="0">
                <a:latin typeface="Calibri" pitchFamily="34" charset="0"/>
                <a:cs typeface="Calibri" pitchFamily="34" charset="0"/>
              </a:rPr>
              <a:t>Vocales)</a:t>
            </a:r>
            <a:endParaRPr lang="en-US" dirty="0">
              <a:latin typeface="Calibri" pitchFamily="34" charset="0"/>
              <a:cs typeface="Calibri" pitchFamily="34" charset="0"/>
            </a:endParaRPr>
          </a:p>
        </p:txBody>
      </p:sp>
      <p:sp>
        <p:nvSpPr>
          <p:cNvPr id="2" name="Content Placeholder 1"/>
          <p:cNvSpPr>
            <a:spLocks noGrp="1"/>
          </p:cNvSpPr>
          <p:nvPr>
            <p:ph idx="1"/>
          </p:nvPr>
        </p:nvSpPr>
        <p:spPr/>
        <p:txBody>
          <a:bodyPr/>
          <a:lstStyle/>
          <a:p>
            <a:endParaRPr lang="en-US" dirty="0"/>
          </a:p>
        </p:txBody>
      </p:sp>
      <p:pic>
        <p:nvPicPr>
          <p:cNvPr id="2050" name="Picture 2" descr="C:\Users\ching\Desktop\Korean\단모음\모음 21개.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86733" y="1752600"/>
            <a:ext cx="8154627" cy="4343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20446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s-CL" dirty="0">
                <a:latin typeface="Calibri" pitchFamily="34" charset="0"/>
                <a:cs typeface="Calibri" pitchFamily="34" charset="0"/>
              </a:rPr>
              <a:t>19 </a:t>
            </a:r>
            <a:r>
              <a:rPr lang="ko-KR" altLang="en-US" dirty="0">
                <a:latin typeface="Calibri" pitchFamily="34" charset="0"/>
                <a:cs typeface="Calibri" pitchFamily="34" charset="0"/>
              </a:rPr>
              <a:t>자음</a:t>
            </a:r>
            <a:r>
              <a:rPr lang="en-US" altLang="ko-KR" dirty="0">
                <a:latin typeface="Calibri" pitchFamily="34" charset="0"/>
                <a:cs typeface="Calibri" pitchFamily="34" charset="0"/>
              </a:rPr>
              <a:t>(</a:t>
            </a:r>
            <a:r>
              <a:rPr lang="es-CL" dirty="0">
                <a:latin typeface="Calibri" pitchFamily="34" charset="0"/>
                <a:cs typeface="Calibri" pitchFamily="34" charset="0"/>
              </a:rPr>
              <a:t>Consonantes)</a:t>
            </a:r>
            <a:endParaRPr lang="en-US" dirty="0">
              <a:latin typeface="Calibri" pitchFamily="34" charset="0"/>
              <a:cs typeface="Calibri" pitchFamily="34" charset="0"/>
            </a:endParaRPr>
          </a:p>
        </p:txBody>
      </p:sp>
      <p:sp>
        <p:nvSpPr>
          <p:cNvPr id="2" name="Content Placeholder 1"/>
          <p:cNvSpPr>
            <a:spLocks noGrp="1"/>
          </p:cNvSpPr>
          <p:nvPr>
            <p:ph idx="1"/>
          </p:nvPr>
        </p:nvSpPr>
        <p:spPr/>
        <p:txBody>
          <a:bodyPr/>
          <a:lstStyle/>
          <a:p>
            <a:endParaRPr lang="en-US"/>
          </a:p>
        </p:txBody>
      </p:sp>
      <p:pic>
        <p:nvPicPr>
          <p:cNvPr id="2051" name="Picture 3" descr="C:\Users\ching\Desktop\Korean\단모음\자음 19개.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1683224"/>
            <a:ext cx="8042124" cy="42592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56524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212491" y="304800"/>
            <a:ext cx="7756263" cy="1054250"/>
          </a:xfrm>
        </p:spPr>
        <p:txBody>
          <a:bodyPr>
            <a:normAutofit fontScale="90000"/>
          </a:bodyPr>
          <a:lstStyle/>
          <a:p>
            <a:r>
              <a:rPr lang="es-CL" dirty="0" err="1">
                <a:latin typeface="Calibri" pitchFamily="34" charset="0"/>
                <a:cs typeface="Calibri" pitchFamily="34" charset="0"/>
              </a:rPr>
              <a:t>Hangul</a:t>
            </a:r>
            <a:r>
              <a:rPr lang="es-CL" dirty="0">
                <a:latin typeface="Calibri" pitchFamily="34" charset="0"/>
                <a:cs typeface="Calibri" pitchFamily="34" charset="0"/>
              </a:rPr>
              <a:t> Parte 1</a:t>
            </a:r>
            <a:br>
              <a:rPr lang="es-CL" dirty="0">
                <a:latin typeface="Calibri" pitchFamily="34" charset="0"/>
                <a:cs typeface="Calibri" pitchFamily="34" charset="0"/>
              </a:rPr>
            </a:br>
            <a:r>
              <a:rPr lang="es-CL" dirty="0">
                <a:latin typeface="Calibri" pitchFamily="34" charset="0"/>
                <a:cs typeface="Calibri" pitchFamily="34" charset="0"/>
              </a:rPr>
              <a:t>21 </a:t>
            </a:r>
            <a:r>
              <a:rPr lang="ko-KR" altLang="en-US" dirty="0">
                <a:latin typeface="Calibri" pitchFamily="34" charset="0"/>
                <a:cs typeface="Calibri" pitchFamily="34" charset="0"/>
              </a:rPr>
              <a:t>모음</a:t>
            </a:r>
            <a:r>
              <a:rPr lang="en-US" altLang="ko-KR" dirty="0">
                <a:latin typeface="Calibri" pitchFamily="34" charset="0"/>
                <a:cs typeface="Calibri" pitchFamily="34" charset="0"/>
              </a:rPr>
              <a:t>(</a:t>
            </a:r>
            <a:r>
              <a:rPr lang="es-CL" dirty="0">
                <a:latin typeface="Calibri" pitchFamily="34" charset="0"/>
                <a:cs typeface="Calibri" pitchFamily="34" charset="0"/>
              </a:rPr>
              <a:t>Vocales)</a:t>
            </a:r>
            <a:endParaRPr lang="en-US" dirty="0">
              <a:latin typeface="Calibri" pitchFamily="34" charset="0"/>
              <a:cs typeface="Calibri" pitchFamily="34" charset="0"/>
            </a:endParaRPr>
          </a:p>
        </p:txBody>
      </p:sp>
      <p:pic>
        <p:nvPicPr>
          <p:cNvPr id="1026" name="Picture 2" descr="D:\Korean Clases\단모음\총 한글모음.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09057" y="1737360"/>
            <a:ext cx="8112350" cy="4267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74491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s-CL" dirty="0">
                <a:latin typeface="Calibri" pitchFamily="34" charset="0"/>
                <a:cs typeface="Calibri" pitchFamily="34" charset="0"/>
              </a:rPr>
              <a:t>Formación de Sílaba</a:t>
            </a:r>
            <a:endParaRPr lang="en-US" dirty="0">
              <a:latin typeface="Calibri" pitchFamily="34" charset="0"/>
              <a:cs typeface="Calibri" pitchFamily="34" charset="0"/>
            </a:endParaRPr>
          </a:p>
        </p:txBody>
      </p:sp>
      <p:sp>
        <p:nvSpPr>
          <p:cNvPr id="2" name="Content Placeholder 1"/>
          <p:cNvSpPr>
            <a:spLocks noGrp="1"/>
          </p:cNvSpPr>
          <p:nvPr>
            <p:ph idx="1"/>
          </p:nvPr>
        </p:nvSpPr>
        <p:spPr/>
        <p:txBody>
          <a:bodyPr/>
          <a:lstStyle/>
          <a:p>
            <a:endParaRPr lang="en-US"/>
          </a:p>
        </p:txBody>
      </p:sp>
      <p:pic>
        <p:nvPicPr>
          <p:cNvPr id="3074" name="Picture 2" descr="C:\Users\ching\Desktop\Korean\단모음\한글 formacion de silaba.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2920" y="1752600"/>
            <a:ext cx="8091680" cy="4267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59210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s-CL" dirty="0">
                <a:latin typeface="Calibri" pitchFamily="34" charset="0"/>
                <a:cs typeface="Calibri" pitchFamily="34" charset="0"/>
              </a:rPr>
              <a:t>Formación de Sílaba</a:t>
            </a:r>
            <a:endParaRPr lang="en-US" dirty="0">
              <a:latin typeface="Calibri" pitchFamily="34" charset="0"/>
              <a:cs typeface="Calibri" pitchFamily="34" charset="0"/>
            </a:endParaRPr>
          </a:p>
        </p:txBody>
      </p:sp>
      <p:sp>
        <p:nvSpPr>
          <p:cNvPr id="2" name="Content Placeholder 1"/>
          <p:cNvSpPr>
            <a:spLocks noGrp="1"/>
          </p:cNvSpPr>
          <p:nvPr>
            <p:ph idx="1"/>
          </p:nvPr>
        </p:nvSpPr>
        <p:spPr/>
        <p:txBody>
          <a:bodyPr/>
          <a:lstStyle/>
          <a:p>
            <a:endParaRPr lang="en-US" dirty="0"/>
          </a:p>
        </p:txBody>
      </p:sp>
      <p:pic>
        <p:nvPicPr>
          <p:cNvPr id="4098" name="Picture 2" descr="C:\Users\ching\Desktop\Korean\단모음\쓰는 방향.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19119" y="1676400"/>
            <a:ext cx="7939282" cy="4267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93596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s-CL" dirty="0">
                <a:latin typeface="Calibri" pitchFamily="34" charset="0"/>
                <a:cs typeface="Calibri" pitchFamily="34" charset="0"/>
              </a:rPr>
              <a:t>Composición de vocales</a:t>
            </a:r>
            <a:endParaRPr lang="en-US" dirty="0">
              <a:latin typeface="Calibri" pitchFamily="34" charset="0"/>
              <a:cs typeface="Calibri" pitchFamily="34" charset="0"/>
            </a:endParaRPr>
          </a:p>
        </p:txBody>
      </p:sp>
      <p:sp>
        <p:nvSpPr>
          <p:cNvPr id="2" name="Content Placeholder 1"/>
          <p:cNvSpPr>
            <a:spLocks noGrp="1"/>
          </p:cNvSpPr>
          <p:nvPr>
            <p:ph idx="1"/>
          </p:nvPr>
        </p:nvSpPr>
        <p:spPr/>
        <p:txBody>
          <a:bodyPr/>
          <a:lstStyle/>
          <a:p>
            <a:endParaRPr lang="en-US" dirty="0"/>
          </a:p>
        </p:txBody>
      </p:sp>
      <p:pic>
        <p:nvPicPr>
          <p:cNvPr id="5122" name="Picture 2" descr="C:\Users\ching\Desktop\Korean\단모음\한글 모음 구성.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1" y="1752600"/>
            <a:ext cx="8019305" cy="42513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85482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s-CL" dirty="0">
                <a:latin typeface="Calibri" pitchFamily="34" charset="0"/>
                <a:cs typeface="Calibri" pitchFamily="34" charset="0"/>
              </a:rPr>
              <a:t>Composición de vocales</a:t>
            </a:r>
            <a:endParaRPr lang="en-US" dirty="0">
              <a:latin typeface="Calibri" pitchFamily="34" charset="0"/>
              <a:cs typeface="Calibri" pitchFamily="34" charset="0"/>
            </a:endParaRPr>
          </a:p>
        </p:txBody>
      </p:sp>
      <p:sp>
        <p:nvSpPr>
          <p:cNvPr id="2" name="Content Placeholder 1"/>
          <p:cNvSpPr>
            <a:spLocks noGrp="1"/>
          </p:cNvSpPr>
          <p:nvPr>
            <p:ph idx="1"/>
          </p:nvPr>
        </p:nvSpPr>
        <p:spPr/>
        <p:txBody>
          <a:bodyPr/>
          <a:lstStyle/>
          <a:p>
            <a:endParaRPr lang="en-US" dirty="0"/>
          </a:p>
        </p:txBody>
      </p:sp>
      <p:pic>
        <p:nvPicPr>
          <p:cNvPr id="6146" name="Picture 2" descr="C:\Users\ching\Desktop\Korean\단모음\한글 모음 구성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1729318"/>
            <a:ext cx="7772400" cy="41380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89334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s-CL" dirty="0" err="1">
                <a:latin typeface="Calibri" pitchFamily="34" charset="0"/>
                <a:cs typeface="Calibri" pitchFamily="34" charset="0"/>
              </a:rPr>
              <a:t>Composició</a:t>
            </a:r>
            <a:r>
              <a:rPr lang="es-CL" dirty="0">
                <a:latin typeface="Calibri" pitchFamily="34" charset="0"/>
                <a:cs typeface="Calibri" pitchFamily="34" charset="0"/>
              </a:rPr>
              <a:t> de vocales</a:t>
            </a:r>
            <a:endParaRPr lang="en-US" dirty="0">
              <a:latin typeface="Calibri" pitchFamily="34" charset="0"/>
              <a:cs typeface="Calibri" pitchFamily="34" charset="0"/>
            </a:endParaRPr>
          </a:p>
        </p:txBody>
      </p:sp>
      <p:sp>
        <p:nvSpPr>
          <p:cNvPr id="2" name="Content Placeholder 1"/>
          <p:cNvSpPr>
            <a:spLocks noGrp="1"/>
          </p:cNvSpPr>
          <p:nvPr>
            <p:ph idx="1"/>
          </p:nvPr>
        </p:nvSpPr>
        <p:spPr/>
        <p:txBody>
          <a:bodyPr/>
          <a:lstStyle/>
          <a:p>
            <a:endParaRPr lang="en-US" dirty="0"/>
          </a:p>
        </p:txBody>
      </p:sp>
      <p:pic>
        <p:nvPicPr>
          <p:cNvPr id="7170" name="Picture 2" descr="C:\Users\ching\Desktop\Korean\단모음\한글 모음 구성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1" y="1732128"/>
            <a:ext cx="7806245" cy="4114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70266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s-CL" dirty="0">
                <a:latin typeface="Calibri" pitchFamily="34" charset="0"/>
                <a:cs typeface="Calibri" pitchFamily="34" charset="0"/>
              </a:rPr>
              <a:t>Composición de Vocales</a:t>
            </a:r>
            <a:endParaRPr lang="en-US" dirty="0">
              <a:latin typeface="Calibri" pitchFamily="34" charset="0"/>
              <a:cs typeface="Calibri" pitchFamily="34" charset="0"/>
            </a:endParaRPr>
          </a:p>
        </p:txBody>
      </p:sp>
      <p:sp>
        <p:nvSpPr>
          <p:cNvPr id="2" name="Content Placeholder 1"/>
          <p:cNvSpPr>
            <a:spLocks noGrp="1"/>
          </p:cNvSpPr>
          <p:nvPr>
            <p:ph idx="1"/>
          </p:nvPr>
        </p:nvSpPr>
        <p:spPr/>
        <p:txBody>
          <a:bodyPr/>
          <a:lstStyle/>
          <a:p>
            <a:endParaRPr lang="en-US" dirty="0"/>
          </a:p>
        </p:txBody>
      </p:sp>
      <p:pic>
        <p:nvPicPr>
          <p:cNvPr id="8194" name="Picture 2" descr="C:\Users\ching\Desktop\Korean\단모음\한글 모음 구성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1752601"/>
            <a:ext cx="7848600" cy="40977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09484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s-CL" dirty="0">
                <a:latin typeface="Calibri" pitchFamily="34" charset="0"/>
                <a:cs typeface="Calibri" pitchFamily="34" charset="0"/>
              </a:rPr>
              <a:t>Tipo de Vocales</a:t>
            </a:r>
            <a:endParaRPr lang="en-US" dirty="0">
              <a:latin typeface="Calibri" pitchFamily="34" charset="0"/>
              <a:cs typeface="Calibri" pitchFamily="34" charset="0"/>
            </a:endParaRPr>
          </a:p>
        </p:txBody>
      </p:sp>
      <p:sp>
        <p:nvSpPr>
          <p:cNvPr id="2" name="Content Placeholder 1"/>
          <p:cNvSpPr>
            <a:spLocks noGrp="1"/>
          </p:cNvSpPr>
          <p:nvPr>
            <p:ph idx="1"/>
          </p:nvPr>
        </p:nvSpPr>
        <p:spPr/>
        <p:txBody>
          <a:bodyPr/>
          <a:lstStyle/>
          <a:p>
            <a:endParaRPr lang="en-US" dirty="0"/>
          </a:p>
        </p:txBody>
      </p:sp>
      <p:pic>
        <p:nvPicPr>
          <p:cNvPr id="9218" name="Picture 2" descr="C:\Users\ching\Desktop\Korean\단모음\한글 모음 구성 5 단모음 이중모음.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1" y="1676400"/>
            <a:ext cx="8027407" cy="4267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55280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s-CL" dirty="0">
                <a:latin typeface="Calibri" pitchFamily="34" charset="0"/>
                <a:cs typeface="Calibri" pitchFamily="34" charset="0"/>
              </a:rPr>
              <a:t>Vocales Simples</a:t>
            </a:r>
            <a:endParaRPr lang="en-US" dirty="0">
              <a:latin typeface="Calibri" pitchFamily="34" charset="0"/>
              <a:cs typeface="Calibri" pitchFamily="34" charset="0"/>
            </a:endParaRPr>
          </a:p>
        </p:txBody>
      </p:sp>
      <p:sp>
        <p:nvSpPr>
          <p:cNvPr id="2" name="Content Placeholder 1"/>
          <p:cNvSpPr>
            <a:spLocks noGrp="1"/>
          </p:cNvSpPr>
          <p:nvPr>
            <p:ph idx="1"/>
          </p:nvPr>
        </p:nvSpPr>
        <p:spPr/>
        <p:txBody>
          <a:bodyPr/>
          <a:lstStyle/>
          <a:p>
            <a:endParaRPr lang="en-US" dirty="0"/>
          </a:p>
        </p:txBody>
      </p:sp>
      <p:pic>
        <p:nvPicPr>
          <p:cNvPr id="10242" name="Picture 2" descr="C:\Users\ching\Desktop\Korean\단모음\단모음 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71706" y="1752600"/>
            <a:ext cx="7921950" cy="4191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44297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s-CL" dirty="0">
                <a:latin typeface="Calibri" pitchFamily="34" charset="0"/>
                <a:cs typeface="Calibri" pitchFamily="34" charset="0"/>
              </a:rPr>
              <a:t>Vocales Simples</a:t>
            </a:r>
            <a:endParaRPr lang="en-US" dirty="0">
              <a:latin typeface="Calibri" pitchFamily="34" charset="0"/>
              <a:cs typeface="Calibri" pitchFamily="34" charset="0"/>
            </a:endParaRPr>
          </a:p>
        </p:txBody>
      </p:sp>
      <p:sp>
        <p:nvSpPr>
          <p:cNvPr id="2" name="Content Placeholder 1"/>
          <p:cNvSpPr>
            <a:spLocks noGrp="1"/>
          </p:cNvSpPr>
          <p:nvPr>
            <p:ph idx="1"/>
          </p:nvPr>
        </p:nvSpPr>
        <p:spPr/>
        <p:txBody>
          <a:bodyPr/>
          <a:lstStyle/>
          <a:p>
            <a:endParaRPr lang="en-US" dirty="0"/>
          </a:p>
        </p:txBody>
      </p:sp>
      <p:pic>
        <p:nvPicPr>
          <p:cNvPr id="11266" name="Picture 2" descr="C:\Users\ching\Desktop\Korean\단모음\모음 ㅏ.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1" y="1752600"/>
            <a:ext cx="7951659" cy="4191000"/>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Arrow Connector 4"/>
          <p:cNvCxnSpPr/>
          <p:nvPr/>
        </p:nvCxnSpPr>
        <p:spPr>
          <a:xfrm>
            <a:off x="7162800" y="2971800"/>
            <a:ext cx="0" cy="1905000"/>
          </a:xfrm>
          <a:prstGeom prst="straightConnector1">
            <a:avLst/>
          </a:prstGeom>
          <a:ln w="381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6980366" y="2652216"/>
            <a:ext cx="341658" cy="369332"/>
          </a:xfrm>
          <a:prstGeom prst="rect">
            <a:avLst/>
          </a:prstGeom>
          <a:noFill/>
        </p:spPr>
        <p:txBody>
          <a:bodyPr wrap="square" lIns="91440" tIns="45720" rIns="91440" bIns="45720">
            <a:spAutoFit/>
          </a:bodyPr>
          <a:lstStyle/>
          <a:p>
            <a:pPr algn="ctr"/>
            <a:r>
              <a:rPr lang="en-US"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1</a:t>
            </a:r>
          </a:p>
        </p:txBody>
      </p:sp>
      <p:cxnSp>
        <p:nvCxnSpPr>
          <p:cNvPr id="13" name="Straight Arrow Connector 12"/>
          <p:cNvCxnSpPr/>
          <p:nvPr/>
        </p:nvCxnSpPr>
        <p:spPr>
          <a:xfrm>
            <a:off x="7924800" y="3657600"/>
            <a:ext cx="495300" cy="0"/>
          </a:xfrm>
          <a:prstGeom prst="straightConnector1">
            <a:avLst/>
          </a:prstGeom>
          <a:ln w="381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7923663" y="3288268"/>
            <a:ext cx="341658" cy="369332"/>
          </a:xfrm>
          <a:prstGeom prst="rect">
            <a:avLst/>
          </a:prstGeom>
          <a:noFill/>
        </p:spPr>
        <p:txBody>
          <a:bodyPr wrap="square" lIns="91440" tIns="45720" rIns="91440" bIns="45720">
            <a:spAutoFit/>
          </a:bodyPr>
          <a:lstStyle/>
          <a:p>
            <a:pPr algn="ctr"/>
            <a:r>
              <a:rPr lang="en-US"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2</a:t>
            </a:r>
          </a:p>
        </p:txBody>
      </p:sp>
      <p:sp>
        <p:nvSpPr>
          <p:cNvPr id="4" name="TextBox 3">
            <a:extLst>
              <a:ext uri="{FF2B5EF4-FFF2-40B4-BE49-F238E27FC236}">
                <a16:creationId xmlns:a16="http://schemas.microsoft.com/office/drawing/2014/main" id="{431F4406-1336-F096-B463-A3928B873052}"/>
              </a:ext>
            </a:extLst>
          </p:cNvPr>
          <p:cNvSpPr txBox="1"/>
          <p:nvPr/>
        </p:nvSpPr>
        <p:spPr>
          <a:xfrm>
            <a:off x="3574473" y="942109"/>
            <a:ext cx="317716" cy="369332"/>
          </a:xfrm>
          <a:prstGeom prst="rect">
            <a:avLst/>
          </a:prstGeom>
          <a:noFill/>
        </p:spPr>
        <p:txBody>
          <a:bodyPr wrap="none" rtlCol="0">
            <a:spAutoFit/>
          </a:bodyPr>
          <a:lstStyle/>
          <a:p>
            <a:r>
              <a:rPr lang="es-ES" dirty="0"/>
              <a:t>A</a:t>
            </a:r>
            <a:endParaRPr lang="es-CL" dirty="0"/>
          </a:p>
        </p:txBody>
      </p:sp>
      <p:sp>
        <p:nvSpPr>
          <p:cNvPr id="6" name="TextBox 5">
            <a:extLst>
              <a:ext uri="{FF2B5EF4-FFF2-40B4-BE49-F238E27FC236}">
                <a16:creationId xmlns:a16="http://schemas.microsoft.com/office/drawing/2014/main" id="{CCC551F2-760F-E5BA-708D-FB2A81294D15}"/>
              </a:ext>
            </a:extLst>
          </p:cNvPr>
          <p:cNvSpPr txBox="1"/>
          <p:nvPr/>
        </p:nvSpPr>
        <p:spPr>
          <a:xfrm>
            <a:off x="5569527" y="1006764"/>
            <a:ext cx="45719" cy="369332"/>
          </a:xfrm>
          <a:prstGeom prst="rect">
            <a:avLst/>
          </a:prstGeom>
          <a:noFill/>
        </p:spPr>
        <p:txBody>
          <a:bodyPr wrap="square" rtlCol="0">
            <a:spAutoFit/>
          </a:bodyPr>
          <a:lstStyle/>
          <a:p>
            <a:r>
              <a:rPr lang="es-CL" dirty="0"/>
              <a:t>A</a:t>
            </a:r>
          </a:p>
        </p:txBody>
      </p:sp>
    </p:spTree>
    <p:extLst>
      <p:ext uri="{BB962C8B-B14F-4D97-AF65-F5344CB8AC3E}">
        <p14:creationId xmlns:p14="http://schemas.microsoft.com/office/powerpoint/2010/main" val="25450071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descr="C:\Users\ching\Desktop\Korean\단모음\모음 ㅓ.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82942" y="1760914"/>
            <a:ext cx="7951659" cy="4182686"/>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s-CL" dirty="0">
                <a:latin typeface="Calibri" pitchFamily="34" charset="0"/>
                <a:cs typeface="Calibri" pitchFamily="34" charset="0"/>
              </a:rPr>
              <a:t>Vocales Simples</a:t>
            </a:r>
            <a:endParaRPr lang="en-US" dirty="0">
              <a:latin typeface="Calibri" pitchFamily="34" charset="0"/>
              <a:cs typeface="Calibri" pitchFamily="34" charset="0"/>
            </a:endParaRPr>
          </a:p>
        </p:txBody>
      </p:sp>
      <p:cxnSp>
        <p:nvCxnSpPr>
          <p:cNvPr id="5" name="Straight Arrow Connector 4"/>
          <p:cNvCxnSpPr/>
          <p:nvPr/>
        </p:nvCxnSpPr>
        <p:spPr>
          <a:xfrm>
            <a:off x="8365050" y="3021548"/>
            <a:ext cx="0" cy="1905000"/>
          </a:xfrm>
          <a:prstGeom prst="straightConnector1">
            <a:avLst/>
          </a:prstGeom>
          <a:ln w="381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6" name="Rectangle 5"/>
          <p:cNvSpPr/>
          <p:nvPr/>
        </p:nvSpPr>
        <p:spPr>
          <a:xfrm>
            <a:off x="7162800" y="3200400"/>
            <a:ext cx="341658" cy="369332"/>
          </a:xfrm>
          <a:prstGeom prst="rect">
            <a:avLst/>
          </a:prstGeom>
          <a:noFill/>
        </p:spPr>
        <p:txBody>
          <a:bodyPr wrap="square" lIns="91440" tIns="45720" rIns="91440" bIns="45720">
            <a:spAutoFit/>
          </a:bodyPr>
          <a:lstStyle/>
          <a:p>
            <a:pPr algn="ctr"/>
            <a:r>
              <a:rPr lang="en-US"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1</a:t>
            </a:r>
          </a:p>
        </p:txBody>
      </p:sp>
      <p:cxnSp>
        <p:nvCxnSpPr>
          <p:cNvPr id="7" name="Straight Arrow Connector 6"/>
          <p:cNvCxnSpPr/>
          <p:nvPr/>
        </p:nvCxnSpPr>
        <p:spPr>
          <a:xfrm>
            <a:off x="7086600" y="3657600"/>
            <a:ext cx="495300" cy="0"/>
          </a:xfrm>
          <a:prstGeom prst="straightConnector1">
            <a:avLst/>
          </a:prstGeom>
          <a:ln w="381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8194221" y="2664228"/>
            <a:ext cx="341658" cy="369332"/>
          </a:xfrm>
          <a:prstGeom prst="rect">
            <a:avLst/>
          </a:prstGeom>
          <a:noFill/>
        </p:spPr>
        <p:txBody>
          <a:bodyPr wrap="square" lIns="91440" tIns="45720" rIns="91440" bIns="45720">
            <a:spAutoFit/>
          </a:bodyPr>
          <a:lstStyle/>
          <a:p>
            <a:pPr algn="ctr"/>
            <a:r>
              <a:rPr lang="en-US"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2</a:t>
            </a:r>
          </a:p>
        </p:txBody>
      </p:sp>
      <p:sp>
        <p:nvSpPr>
          <p:cNvPr id="2" name="TextBox 1">
            <a:extLst>
              <a:ext uri="{FF2B5EF4-FFF2-40B4-BE49-F238E27FC236}">
                <a16:creationId xmlns:a16="http://schemas.microsoft.com/office/drawing/2014/main" id="{F43798C6-F149-F49E-9EF6-E71666918D8C}"/>
              </a:ext>
            </a:extLst>
          </p:cNvPr>
          <p:cNvSpPr txBox="1"/>
          <p:nvPr/>
        </p:nvSpPr>
        <p:spPr>
          <a:xfrm>
            <a:off x="5190836" y="988230"/>
            <a:ext cx="794327" cy="369332"/>
          </a:xfrm>
          <a:prstGeom prst="rect">
            <a:avLst/>
          </a:prstGeom>
          <a:noFill/>
        </p:spPr>
        <p:txBody>
          <a:bodyPr wrap="square" rtlCol="0">
            <a:spAutoFit/>
          </a:bodyPr>
          <a:lstStyle/>
          <a:p>
            <a:r>
              <a:rPr lang="es-ES" dirty="0"/>
              <a:t>EO</a:t>
            </a:r>
            <a:endParaRPr lang="es-CL" dirty="0"/>
          </a:p>
        </p:txBody>
      </p:sp>
    </p:spTree>
    <p:extLst>
      <p:ext uri="{BB962C8B-B14F-4D97-AF65-F5344CB8AC3E}">
        <p14:creationId xmlns:p14="http://schemas.microsoft.com/office/powerpoint/2010/main" val="39168675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descr="C:\Users\ching\Desktop\Korean\단모음\모음 ㅗ.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6110" y="1752600"/>
            <a:ext cx="7939148" cy="4189032"/>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s-CL" dirty="0">
                <a:latin typeface="Calibri" pitchFamily="34" charset="0"/>
                <a:cs typeface="Calibri" pitchFamily="34" charset="0"/>
              </a:rPr>
              <a:t>Vocales Simples</a:t>
            </a:r>
            <a:endParaRPr lang="en-US" dirty="0">
              <a:latin typeface="Calibri" pitchFamily="34" charset="0"/>
              <a:cs typeface="Calibri" pitchFamily="34" charset="0"/>
            </a:endParaRPr>
          </a:p>
        </p:txBody>
      </p:sp>
      <p:cxnSp>
        <p:nvCxnSpPr>
          <p:cNvPr id="4" name="Straight Arrow Connector 3"/>
          <p:cNvCxnSpPr/>
          <p:nvPr/>
        </p:nvCxnSpPr>
        <p:spPr>
          <a:xfrm>
            <a:off x="6553200" y="5029200"/>
            <a:ext cx="2438400" cy="0"/>
          </a:xfrm>
          <a:prstGeom prst="straightConnector1">
            <a:avLst/>
          </a:prstGeom>
          <a:ln w="381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7749540" y="3596640"/>
            <a:ext cx="341658" cy="369332"/>
          </a:xfrm>
          <a:prstGeom prst="rect">
            <a:avLst/>
          </a:prstGeom>
          <a:noFill/>
        </p:spPr>
        <p:txBody>
          <a:bodyPr wrap="square" lIns="91440" tIns="45720" rIns="91440" bIns="45720">
            <a:spAutoFit/>
          </a:bodyPr>
          <a:lstStyle/>
          <a:p>
            <a:pPr algn="ctr"/>
            <a:r>
              <a:rPr lang="en-US"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1</a:t>
            </a:r>
          </a:p>
        </p:txBody>
      </p:sp>
      <p:cxnSp>
        <p:nvCxnSpPr>
          <p:cNvPr id="6" name="Straight Arrow Connector 5"/>
          <p:cNvCxnSpPr/>
          <p:nvPr/>
        </p:nvCxnSpPr>
        <p:spPr>
          <a:xfrm>
            <a:off x="7924800" y="3962400"/>
            <a:ext cx="0" cy="609600"/>
          </a:xfrm>
          <a:prstGeom prst="straightConnector1">
            <a:avLst/>
          </a:prstGeom>
          <a:ln w="381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6821142" y="5105400"/>
            <a:ext cx="341658" cy="369332"/>
          </a:xfrm>
          <a:prstGeom prst="rect">
            <a:avLst/>
          </a:prstGeom>
          <a:noFill/>
        </p:spPr>
        <p:txBody>
          <a:bodyPr wrap="square" lIns="91440" tIns="45720" rIns="91440" bIns="45720">
            <a:spAutoFit/>
          </a:bodyPr>
          <a:lstStyle/>
          <a:p>
            <a:pPr algn="ctr"/>
            <a:r>
              <a:rPr lang="en-US"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2</a:t>
            </a:r>
          </a:p>
        </p:txBody>
      </p:sp>
      <p:sp>
        <p:nvSpPr>
          <p:cNvPr id="2" name="TextBox 1">
            <a:extLst>
              <a:ext uri="{FF2B5EF4-FFF2-40B4-BE49-F238E27FC236}">
                <a16:creationId xmlns:a16="http://schemas.microsoft.com/office/drawing/2014/main" id="{A7063DEE-63B6-F80E-7291-0CA163D92C1E}"/>
              </a:ext>
            </a:extLst>
          </p:cNvPr>
          <p:cNvSpPr txBox="1"/>
          <p:nvPr/>
        </p:nvSpPr>
        <p:spPr>
          <a:xfrm>
            <a:off x="6096000" y="1064851"/>
            <a:ext cx="1066800" cy="369332"/>
          </a:xfrm>
          <a:prstGeom prst="rect">
            <a:avLst/>
          </a:prstGeom>
          <a:noFill/>
        </p:spPr>
        <p:txBody>
          <a:bodyPr wrap="square" rtlCol="0">
            <a:spAutoFit/>
          </a:bodyPr>
          <a:lstStyle/>
          <a:p>
            <a:r>
              <a:rPr lang="es-ES" dirty="0"/>
              <a:t>OSO</a:t>
            </a:r>
            <a:endParaRPr lang="es-CL" dirty="0"/>
          </a:p>
        </p:txBody>
      </p:sp>
    </p:spTree>
    <p:extLst>
      <p:ext uri="{BB962C8B-B14F-4D97-AF65-F5344CB8AC3E}">
        <p14:creationId xmlns:p14="http://schemas.microsoft.com/office/powerpoint/2010/main" val="36225165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descr="C:\Users\ching\Desktop\Korean\단모음\모음 ㅜ.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6110" y="1752601"/>
            <a:ext cx="7939149" cy="4189033"/>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s-CL" dirty="0">
                <a:latin typeface="Calibri" pitchFamily="34" charset="0"/>
                <a:cs typeface="Calibri" pitchFamily="34" charset="0"/>
              </a:rPr>
              <a:t>Vocales Simples</a:t>
            </a:r>
            <a:endParaRPr lang="en-US" dirty="0">
              <a:latin typeface="Calibri" pitchFamily="34" charset="0"/>
              <a:cs typeface="Calibri" pitchFamily="34" charset="0"/>
            </a:endParaRPr>
          </a:p>
        </p:txBody>
      </p:sp>
      <p:cxnSp>
        <p:nvCxnSpPr>
          <p:cNvPr id="4" name="Straight Arrow Connector 3"/>
          <p:cNvCxnSpPr/>
          <p:nvPr/>
        </p:nvCxnSpPr>
        <p:spPr>
          <a:xfrm>
            <a:off x="6501912" y="3733800"/>
            <a:ext cx="2489688" cy="0"/>
          </a:xfrm>
          <a:prstGeom prst="straightConnector1">
            <a:avLst/>
          </a:prstGeom>
          <a:ln w="381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6501912" y="3372544"/>
            <a:ext cx="341658" cy="369332"/>
          </a:xfrm>
          <a:prstGeom prst="rect">
            <a:avLst/>
          </a:prstGeom>
          <a:noFill/>
        </p:spPr>
        <p:txBody>
          <a:bodyPr wrap="square" lIns="91440" tIns="45720" rIns="91440" bIns="45720">
            <a:spAutoFit/>
          </a:bodyPr>
          <a:lstStyle/>
          <a:p>
            <a:pPr algn="ctr"/>
            <a:r>
              <a:rPr lang="en-US"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1</a:t>
            </a:r>
          </a:p>
        </p:txBody>
      </p:sp>
      <p:cxnSp>
        <p:nvCxnSpPr>
          <p:cNvPr id="6" name="Straight Arrow Connector 5"/>
          <p:cNvCxnSpPr/>
          <p:nvPr/>
        </p:nvCxnSpPr>
        <p:spPr>
          <a:xfrm>
            <a:off x="7923663" y="4191000"/>
            <a:ext cx="0" cy="685800"/>
          </a:xfrm>
          <a:prstGeom prst="straightConnector1">
            <a:avLst/>
          </a:prstGeom>
          <a:ln w="381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7946523" y="4191000"/>
            <a:ext cx="341658" cy="369332"/>
          </a:xfrm>
          <a:prstGeom prst="rect">
            <a:avLst/>
          </a:prstGeom>
          <a:noFill/>
        </p:spPr>
        <p:txBody>
          <a:bodyPr wrap="square" lIns="91440" tIns="45720" rIns="91440" bIns="45720">
            <a:spAutoFit/>
          </a:bodyPr>
          <a:lstStyle/>
          <a:p>
            <a:pPr algn="ctr"/>
            <a:r>
              <a:rPr lang="en-US"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2</a:t>
            </a:r>
          </a:p>
        </p:txBody>
      </p:sp>
      <p:sp>
        <p:nvSpPr>
          <p:cNvPr id="2" name="TextBox 1">
            <a:extLst>
              <a:ext uri="{FF2B5EF4-FFF2-40B4-BE49-F238E27FC236}">
                <a16:creationId xmlns:a16="http://schemas.microsoft.com/office/drawing/2014/main" id="{C462ACF0-5B68-7075-C80D-327988FDC29B}"/>
              </a:ext>
            </a:extLst>
          </p:cNvPr>
          <p:cNvSpPr txBox="1"/>
          <p:nvPr/>
        </p:nvSpPr>
        <p:spPr>
          <a:xfrm>
            <a:off x="5689600" y="960582"/>
            <a:ext cx="406400" cy="369332"/>
          </a:xfrm>
          <a:prstGeom prst="rect">
            <a:avLst/>
          </a:prstGeom>
          <a:noFill/>
        </p:spPr>
        <p:txBody>
          <a:bodyPr wrap="square" rtlCol="0">
            <a:spAutoFit/>
          </a:bodyPr>
          <a:lstStyle/>
          <a:p>
            <a:r>
              <a:rPr lang="es-ES" dirty="0"/>
              <a:t>U</a:t>
            </a:r>
            <a:endParaRPr lang="es-CL" dirty="0"/>
          </a:p>
        </p:txBody>
      </p:sp>
    </p:spTree>
    <p:extLst>
      <p:ext uri="{BB962C8B-B14F-4D97-AF65-F5344CB8AC3E}">
        <p14:creationId xmlns:p14="http://schemas.microsoft.com/office/powerpoint/2010/main" val="36001374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s-CL" dirty="0">
                <a:latin typeface="Calibri" pitchFamily="34" charset="0"/>
                <a:cs typeface="Calibri" pitchFamily="34" charset="0"/>
              </a:rPr>
              <a:t>Vocales Simples</a:t>
            </a:r>
            <a:endParaRPr lang="en-US" dirty="0">
              <a:latin typeface="Calibri" pitchFamily="34" charset="0"/>
              <a:cs typeface="Calibri" pitchFamily="34" charset="0"/>
            </a:endParaRPr>
          </a:p>
        </p:txBody>
      </p:sp>
      <p:sp>
        <p:nvSpPr>
          <p:cNvPr id="2" name="Content Placeholder 1"/>
          <p:cNvSpPr>
            <a:spLocks noGrp="1"/>
          </p:cNvSpPr>
          <p:nvPr>
            <p:ph idx="1"/>
          </p:nvPr>
        </p:nvSpPr>
        <p:spPr/>
        <p:txBody>
          <a:bodyPr/>
          <a:lstStyle/>
          <a:p>
            <a:endParaRPr lang="en-US" dirty="0"/>
          </a:p>
        </p:txBody>
      </p:sp>
      <p:pic>
        <p:nvPicPr>
          <p:cNvPr id="15362" name="Picture 2" descr="C:\Users\ching\Desktop\Korean\단모음\모음 ㅐ.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5890" y="1752600"/>
            <a:ext cx="8023584" cy="4191000"/>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Arrow Connector 4"/>
          <p:cNvCxnSpPr/>
          <p:nvPr/>
        </p:nvCxnSpPr>
        <p:spPr>
          <a:xfrm>
            <a:off x="6934200" y="3048000"/>
            <a:ext cx="0" cy="1905000"/>
          </a:xfrm>
          <a:prstGeom prst="straightConnector1">
            <a:avLst/>
          </a:prstGeom>
          <a:ln w="381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6" name="Rectangle 5"/>
          <p:cNvSpPr/>
          <p:nvPr/>
        </p:nvSpPr>
        <p:spPr>
          <a:xfrm>
            <a:off x="6752562" y="2682240"/>
            <a:ext cx="341658" cy="369332"/>
          </a:xfrm>
          <a:prstGeom prst="rect">
            <a:avLst/>
          </a:prstGeom>
          <a:noFill/>
        </p:spPr>
        <p:txBody>
          <a:bodyPr wrap="square" lIns="91440" tIns="45720" rIns="91440" bIns="45720">
            <a:spAutoFit/>
          </a:bodyPr>
          <a:lstStyle/>
          <a:p>
            <a:pPr algn="ctr"/>
            <a:r>
              <a:rPr lang="en-US"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1</a:t>
            </a:r>
          </a:p>
        </p:txBody>
      </p:sp>
      <p:cxnSp>
        <p:nvCxnSpPr>
          <p:cNvPr id="7" name="Straight Arrow Connector 6"/>
          <p:cNvCxnSpPr/>
          <p:nvPr/>
        </p:nvCxnSpPr>
        <p:spPr>
          <a:xfrm>
            <a:off x="7468737" y="3722132"/>
            <a:ext cx="495300" cy="0"/>
          </a:xfrm>
          <a:prstGeom prst="straightConnector1">
            <a:avLst/>
          </a:prstGeom>
          <a:ln w="381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7467600" y="3352800"/>
            <a:ext cx="341658" cy="369332"/>
          </a:xfrm>
          <a:prstGeom prst="rect">
            <a:avLst/>
          </a:prstGeom>
          <a:noFill/>
        </p:spPr>
        <p:txBody>
          <a:bodyPr wrap="square" lIns="91440" tIns="45720" rIns="91440" bIns="45720">
            <a:spAutoFit/>
          </a:bodyPr>
          <a:lstStyle/>
          <a:p>
            <a:pPr algn="ctr"/>
            <a:r>
              <a:rPr lang="en-US"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2</a:t>
            </a:r>
          </a:p>
        </p:txBody>
      </p:sp>
      <p:cxnSp>
        <p:nvCxnSpPr>
          <p:cNvPr id="9" name="Straight Arrow Connector 8"/>
          <p:cNvCxnSpPr/>
          <p:nvPr/>
        </p:nvCxnSpPr>
        <p:spPr>
          <a:xfrm>
            <a:off x="8374380" y="3124200"/>
            <a:ext cx="0" cy="1905000"/>
          </a:xfrm>
          <a:prstGeom prst="straightConnector1">
            <a:avLst/>
          </a:prstGeom>
          <a:ln w="381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8192742" y="2758440"/>
            <a:ext cx="341658" cy="369332"/>
          </a:xfrm>
          <a:prstGeom prst="rect">
            <a:avLst/>
          </a:prstGeom>
          <a:noFill/>
        </p:spPr>
        <p:txBody>
          <a:bodyPr wrap="square" lIns="91440" tIns="45720" rIns="91440" bIns="45720">
            <a:spAutoFit/>
          </a:bodyPr>
          <a:lstStyle/>
          <a:p>
            <a:pPr algn="ctr"/>
            <a:r>
              <a:rPr lang="en-US"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3</a:t>
            </a:r>
          </a:p>
        </p:txBody>
      </p:sp>
      <p:sp>
        <p:nvSpPr>
          <p:cNvPr id="4" name="TextBox 3">
            <a:extLst>
              <a:ext uri="{FF2B5EF4-FFF2-40B4-BE49-F238E27FC236}">
                <a16:creationId xmlns:a16="http://schemas.microsoft.com/office/drawing/2014/main" id="{9C55C042-CF59-0202-2536-5A538FBF547B}"/>
              </a:ext>
            </a:extLst>
          </p:cNvPr>
          <p:cNvSpPr txBox="1"/>
          <p:nvPr/>
        </p:nvSpPr>
        <p:spPr>
          <a:xfrm>
            <a:off x="5200073" y="1145309"/>
            <a:ext cx="296876" cy="369332"/>
          </a:xfrm>
          <a:prstGeom prst="rect">
            <a:avLst/>
          </a:prstGeom>
          <a:noFill/>
        </p:spPr>
        <p:txBody>
          <a:bodyPr wrap="none" rtlCol="0">
            <a:spAutoFit/>
          </a:bodyPr>
          <a:lstStyle/>
          <a:p>
            <a:r>
              <a:rPr lang="es-ES" dirty="0"/>
              <a:t>E</a:t>
            </a:r>
            <a:endParaRPr lang="es-CL" dirty="0"/>
          </a:p>
        </p:txBody>
      </p:sp>
    </p:spTree>
    <p:extLst>
      <p:ext uri="{BB962C8B-B14F-4D97-AF65-F5344CB8AC3E}">
        <p14:creationId xmlns:p14="http://schemas.microsoft.com/office/powerpoint/2010/main" val="26589707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s-CL" dirty="0">
                <a:latin typeface="Calibri" pitchFamily="34" charset="0"/>
                <a:cs typeface="Calibri" pitchFamily="34" charset="0"/>
              </a:rPr>
              <a:t>Vocales Simples</a:t>
            </a:r>
            <a:endParaRPr lang="en-US" dirty="0">
              <a:latin typeface="Calibri" pitchFamily="34" charset="0"/>
              <a:cs typeface="Calibri" pitchFamily="34" charset="0"/>
            </a:endParaRPr>
          </a:p>
        </p:txBody>
      </p:sp>
      <p:pic>
        <p:nvPicPr>
          <p:cNvPr id="16386" name="Picture 2" descr="C:\Users\ching\Desktop\Korean\단모음\모음 ㅔ.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1676400"/>
            <a:ext cx="8117075" cy="4267200"/>
          </a:xfrm>
          <a:prstGeom prst="rect">
            <a:avLst/>
          </a:prstGeom>
          <a:noFill/>
          <a:extLst>
            <a:ext uri="{909E8E84-426E-40DD-AFC4-6F175D3DCCD1}">
              <a14:hiddenFill xmlns:a14="http://schemas.microsoft.com/office/drawing/2010/main">
                <a:solidFill>
                  <a:srgbClr val="FFFFFF"/>
                </a:solidFill>
              </a14:hiddenFill>
            </a:ext>
          </a:extLst>
        </p:spPr>
      </p:pic>
      <p:cxnSp>
        <p:nvCxnSpPr>
          <p:cNvPr id="4" name="Straight Arrow Connector 3"/>
          <p:cNvCxnSpPr/>
          <p:nvPr/>
        </p:nvCxnSpPr>
        <p:spPr>
          <a:xfrm>
            <a:off x="7696200" y="3048000"/>
            <a:ext cx="0" cy="1905000"/>
          </a:xfrm>
          <a:prstGeom prst="straightConnector1">
            <a:avLst/>
          </a:prstGeom>
          <a:ln w="381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6877671" y="3276600"/>
            <a:ext cx="341658" cy="369332"/>
          </a:xfrm>
          <a:prstGeom prst="rect">
            <a:avLst/>
          </a:prstGeom>
          <a:noFill/>
        </p:spPr>
        <p:txBody>
          <a:bodyPr wrap="square" lIns="91440" tIns="45720" rIns="91440" bIns="45720">
            <a:spAutoFit/>
          </a:bodyPr>
          <a:lstStyle/>
          <a:p>
            <a:pPr algn="ctr"/>
            <a:r>
              <a:rPr lang="en-US"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1</a:t>
            </a:r>
          </a:p>
        </p:txBody>
      </p:sp>
      <p:cxnSp>
        <p:nvCxnSpPr>
          <p:cNvPr id="6" name="Straight Arrow Connector 5"/>
          <p:cNvCxnSpPr/>
          <p:nvPr/>
        </p:nvCxnSpPr>
        <p:spPr>
          <a:xfrm>
            <a:off x="6846570" y="3702844"/>
            <a:ext cx="495300" cy="0"/>
          </a:xfrm>
          <a:prstGeom prst="straightConnector1">
            <a:avLst/>
          </a:prstGeom>
          <a:ln w="381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7525371" y="2743200"/>
            <a:ext cx="341658" cy="369332"/>
          </a:xfrm>
          <a:prstGeom prst="rect">
            <a:avLst/>
          </a:prstGeom>
          <a:noFill/>
        </p:spPr>
        <p:txBody>
          <a:bodyPr wrap="square" lIns="91440" tIns="45720" rIns="91440" bIns="45720">
            <a:spAutoFit/>
          </a:bodyPr>
          <a:lstStyle/>
          <a:p>
            <a:pPr algn="ctr"/>
            <a:r>
              <a:rPr lang="en-US"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2</a:t>
            </a:r>
          </a:p>
        </p:txBody>
      </p:sp>
      <p:cxnSp>
        <p:nvCxnSpPr>
          <p:cNvPr id="8" name="Straight Arrow Connector 7"/>
          <p:cNvCxnSpPr/>
          <p:nvPr/>
        </p:nvCxnSpPr>
        <p:spPr>
          <a:xfrm>
            <a:off x="8458200" y="3025140"/>
            <a:ext cx="0" cy="1905000"/>
          </a:xfrm>
          <a:prstGeom prst="straightConnector1">
            <a:avLst/>
          </a:prstGeom>
          <a:ln w="381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8268942" y="2712720"/>
            <a:ext cx="341658" cy="369332"/>
          </a:xfrm>
          <a:prstGeom prst="rect">
            <a:avLst/>
          </a:prstGeom>
          <a:noFill/>
        </p:spPr>
        <p:txBody>
          <a:bodyPr wrap="square" lIns="91440" tIns="45720" rIns="91440" bIns="45720">
            <a:spAutoFit/>
          </a:bodyPr>
          <a:lstStyle/>
          <a:p>
            <a:pPr algn="ctr"/>
            <a:r>
              <a:rPr lang="en-US"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3</a:t>
            </a:r>
          </a:p>
        </p:txBody>
      </p:sp>
      <p:sp>
        <p:nvSpPr>
          <p:cNvPr id="2" name="TextBox 1">
            <a:extLst>
              <a:ext uri="{FF2B5EF4-FFF2-40B4-BE49-F238E27FC236}">
                <a16:creationId xmlns:a16="http://schemas.microsoft.com/office/drawing/2014/main" id="{6DC736B3-19D4-24EC-0154-6B6EC01A3F32}"/>
              </a:ext>
            </a:extLst>
          </p:cNvPr>
          <p:cNvSpPr txBox="1"/>
          <p:nvPr/>
        </p:nvSpPr>
        <p:spPr>
          <a:xfrm>
            <a:off x="5190836" y="849745"/>
            <a:ext cx="296876" cy="369332"/>
          </a:xfrm>
          <a:prstGeom prst="rect">
            <a:avLst/>
          </a:prstGeom>
          <a:noFill/>
        </p:spPr>
        <p:txBody>
          <a:bodyPr wrap="none" rtlCol="0">
            <a:spAutoFit/>
          </a:bodyPr>
          <a:lstStyle/>
          <a:p>
            <a:r>
              <a:rPr lang="es-ES" dirty="0"/>
              <a:t>E</a:t>
            </a:r>
            <a:endParaRPr lang="es-CL" dirty="0"/>
          </a:p>
        </p:txBody>
      </p:sp>
    </p:spTree>
    <p:extLst>
      <p:ext uri="{BB962C8B-B14F-4D97-AF65-F5344CB8AC3E}">
        <p14:creationId xmlns:p14="http://schemas.microsoft.com/office/powerpoint/2010/main" val="20128720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descr="C:\Users\ching\Desktop\Korean\단모음\모음 ㅐ 와 ㅔ.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5749" y="1676400"/>
            <a:ext cx="8121329" cy="4267200"/>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s-CL" dirty="0">
                <a:latin typeface="Calibri" pitchFamily="34" charset="0"/>
                <a:cs typeface="Calibri" pitchFamily="34" charset="0"/>
              </a:rPr>
              <a:t>Vocales Simples</a:t>
            </a:r>
            <a:endParaRPr lang="en-US" dirty="0">
              <a:latin typeface="Calibri" pitchFamily="34" charset="0"/>
              <a:cs typeface="Calibri" pitchFamily="34" charset="0"/>
            </a:endParaRPr>
          </a:p>
        </p:txBody>
      </p:sp>
      <p:sp>
        <p:nvSpPr>
          <p:cNvPr id="2" name="TextBox 1"/>
          <p:cNvSpPr txBox="1"/>
          <p:nvPr/>
        </p:nvSpPr>
        <p:spPr>
          <a:xfrm>
            <a:off x="5172363" y="1861066"/>
            <a:ext cx="2971800" cy="369332"/>
          </a:xfrm>
          <a:prstGeom prst="rect">
            <a:avLst/>
          </a:prstGeom>
          <a:noFill/>
        </p:spPr>
        <p:txBody>
          <a:bodyPr wrap="square" rtlCol="0">
            <a:spAutoFit/>
          </a:bodyPr>
          <a:lstStyle/>
          <a:p>
            <a:r>
              <a:rPr lang="es-ES" dirty="0">
                <a:solidFill>
                  <a:schemeClr val="bg1"/>
                </a:solidFill>
              </a:rPr>
              <a:t>E </a:t>
            </a:r>
            <a:r>
              <a:rPr lang="es-CL" dirty="0">
                <a:solidFill>
                  <a:schemeClr val="bg1"/>
                </a:solidFill>
              </a:rPr>
              <a:t>= E</a:t>
            </a:r>
          </a:p>
        </p:txBody>
      </p:sp>
    </p:spTree>
    <p:extLst>
      <p:ext uri="{BB962C8B-B14F-4D97-AF65-F5344CB8AC3E}">
        <p14:creationId xmlns:p14="http://schemas.microsoft.com/office/powerpoint/2010/main" val="4734274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s-CL" dirty="0">
                <a:latin typeface="Calibri" pitchFamily="34" charset="0"/>
                <a:cs typeface="Calibri" pitchFamily="34" charset="0"/>
              </a:rPr>
              <a:t>Vocales Simples</a:t>
            </a:r>
            <a:endParaRPr lang="en-US" dirty="0">
              <a:latin typeface="Calibri" pitchFamily="34" charset="0"/>
              <a:cs typeface="Calibri" pitchFamily="34" charset="0"/>
            </a:endParaRPr>
          </a:p>
        </p:txBody>
      </p:sp>
      <p:pic>
        <p:nvPicPr>
          <p:cNvPr id="18434" name="Picture 2" descr="C:\Users\ching\Desktop\Korean\단모음\모음 ㅡ.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5747" y="1734641"/>
            <a:ext cx="8121329" cy="4285159"/>
          </a:xfrm>
          <a:prstGeom prst="rect">
            <a:avLst/>
          </a:prstGeom>
          <a:noFill/>
          <a:extLst>
            <a:ext uri="{909E8E84-426E-40DD-AFC4-6F175D3DCCD1}">
              <a14:hiddenFill xmlns:a14="http://schemas.microsoft.com/office/drawing/2010/main">
                <a:solidFill>
                  <a:srgbClr val="FFFFFF"/>
                </a:solidFill>
              </a14:hiddenFill>
            </a:ext>
          </a:extLst>
        </p:spPr>
      </p:pic>
      <p:cxnSp>
        <p:nvCxnSpPr>
          <p:cNvPr id="4" name="Straight Arrow Connector 3"/>
          <p:cNvCxnSpPr/>
          <p:nvPr/>
        </p:nvCxnSpPr>
        <p:spPr>
          <a:xfrm>
            <a:off x="6400800" y="3730228"/>
            <a:ext cx="2667000" cy="3572"/>
          </a:xfrm>
          <a:prstGeom prst="straightConnector1">
            <a:avLst/>
          </a:prstGeom>
          <a:ln w="381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6400800" y="3352800"/>
            <a:ext cx="341658" cy="369332"/>
          </a:xfrm>
          <a:prstGeom prst="rect">
            <a:avLst/>
          </a:prstGeom>
          <a:noFill/>
        </p:spPr>
        <p:txBody>
          <a:bodyPr wrap="square" lIns="91440" tIns="45720" rIns="91440" bIns="45720">
            <a:spAutoFit/>
          </a:bodyPr>
          <a:lstStyle/>
          <a:p>
            <a:pPr algn="ctr"/>
            <a:r>
              <a:rPr lang="en-US"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1</a:t>
            </a:r>
          </a:p>
        </p:txBody>
      </p:sp>
      <p:sp>
        <p:nvSpPr>
          <p:cNvPr id="2" name="TextBox 1">
            <a:extLst>
              <a:ext uri="{FF2B5EF4-FFF2-40B4-BE49-F238E27FC236}">
                <a16:creationId xmlns:a16="http://schemas.microsoft.com/office/drawing/2014/main" id="{7FBCA414-B21F-BF3F-561B-BDA789435735}"/>
              </a:ext>
            </a:extLst>
          </p:cNvPr>
          <p:cNvSpPr txBox="1"/>
          <p:nvPr/>
        </p:nvSpPr>
        <p:spPr>
          <a:xfrm>
            <a:off x="5584593" y="1158667"/>
            <a:ext cx="444352" cy="369332"/>
          </a:xfrm>
          <a:prstGeom prst="rect">
            <a:avLst/>
          </a:prstGeom>
          <a:noFill/>
        </p:spPr>
        <p:txBody>
          <a:bodyPr wrap="none" rtlCol="0">
            <a:spAutoFit/>
          </a:bodyPr>
          <a:lstStyle/>
          <a:p>
            <a:r>
              <a:rPr lang="es-CL" dirty="0"/>
              <a:t>EU</a:t>
            </a:r>
          </a:p>
        </p:txBody>
      </p:sp>
    </p:spTree>
    <p:extLst>
      <p:ext uri="{BB962C8B-B14F-4D97-AF65-F5344CB8AC3E}">
        <p14:creationId xmlns:p14="http://schemas.microsoft.com/office/powerpoint/2010/main" val="8567203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s-CL" dirty="0">
                <a:latin typeface="Calibri" pitchFamily="34" charset="0"/>
                <a:cs typeface="Calibri" pitchFamily="34" charset="0"/>
              </a:rPr>
              <a:t>Vocales Simples</a:t>
            </a:r>
            <a:endParaRPr lang="en-US" dirty="0">
              <a:latin typeface="Calibri" pitchFamily="34" charset="0"/>
              <a:cs typeface="Calibri" pitchFamily="34" charset="0"/>
            </a:endParaRPr>
          </a:p>
        </p:txBody>
      </p:sp>
      <p:sp>
        <p:nvSpPr>
          <p:cNvPr id="5" name="Rectangle 4"/>
          <p:cNvSpPr/>
          <p:nvPr/>
        </p:nvSpPr>
        <p:spPr>
          <a:xfrm>
            <a:off x="6400800" y="3352800"/>
            <a:ext cx="341658" cy="369332"/>
          </a:xfrm>
          <a:prstGeom prst="rect">
            <a:avLst/>
          </a:prstGeom>
          <a:noFill/>
        </p:spPr>
        <p:txBody>
          <a:bodyPr wrap="square" lIns="91440" tIns="45720" rIns="91440" bIns="45720">
            <a:spAutoFit/>
          </a:bodyPr>
          <a:lstStyle/>
          <a:p>
            <a:pPr algn="ctr"/>
            <a:r>
              <a:rPr lang="en-US"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1</a:t>
            </a:r>
          </a:p>
        </p:txBody>
      </p:sp>
      <p:pic>
        <p:nvPicPr>
          <p:cNvPr id="2050" name="Picture 2" descr="D:\Korean Clases\단모음\모음 ㅣ.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7021" y="1676400"/>
            <a:ext cx="7900720" cy="4191000"/>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Arrow Connector 6"/>
          <p:cNvCxnSpPr/>
          <p:nvPr/>
        </p:nvCxnSpPr>
        <p:spPr>
          <a:xfrm>
            <a:off x="8001000" y="2971800"/>
            <a:ext cx="0" cy="1752600"/>
          </a:xfrm>
          <a:prstGeom prst="straightConnector1">
            <a:avLst/>
          </a:prstGeom>
          <a:ln w="381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7830171" y="2590800"/>
            <a:ext cx="341658" cy="369332"/>
          </a:xfrm>
          <a:prstGeom prst="rect">
            <a:avLst/>
          </a:prstGeom>
          <a:noFill/>
        </p:spPr>
        <p:txBody>
          <a:bodyPr wrap="square" lIns="91440" tIns="45720" rIns="91440" bIns="45720">
            <a:spAutoFit/>
          </a:bodyPr>
          <a:lstStyle/>
          <a:p>
            <a:pPr algn="ctr"/>
            <a:r>
              <a:rPr lang="en-US"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1</a:t>
            </a:r>
          </a:p>
        </p:txBody>
      </p:sp>
      <p:sp>
        <p:nvSpPr>
          <p:cNvPr id="2" name="TextBox 1">
            <a:extLst>
              <a:ext uri="{FF2B5EF4-FFF2-40B4-BE49-F238E27FC236}">
                <a16:creationId xmlns:a16="http://schemas.microsoft.com/office/drawing/2014/main" id="{8F479C4C-F8E1-5604-4675-25150266572B}"/>
              </a:ext>
            </a:extLst>
          </p:cNvPr>
          <p:cNvSpPr txBox="1"/>
          <p:nvPr/>
        </p:nvSpPr>
        <p:spPr>
          <a:xfrm>
            <a:off x="5839815" y="1117477"/>
            <a:ext cx="237566" cy="369332"/>
          </a:xfrm>
          <a:prstGeom prst="rect">
            <a:avLst/>
          </a:prstGeom>
          <a:noFill/>
        </p:spPr>
        <p:txBody>
          <a:bodyPr wrap="none" rtlCol="0">
            <a:spAutoFit/>
          </a:bodyPr>
          <a:lstStyle/>
          <a:p>
            <a:r>
              <a:rPr lang="es-CL" dirty="0"/>
              <a:t>i</a:t>
            </a:r>
          </a:p>
        </p:txBody>
      </p:sp>
    </p:spTree>
    <p:extLst>
      <p:ext uri="{BB962C8B-B14F-4D97-AF65-F5344CB8AC3E}">
        <p14:creationId xmlns:p14="http://schemas.microsoft.com/office/powerpoint/2010/main" val="21808782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descr="C:\Users\ching\Desktop\Korean\단모음\단모음 합계.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1734641"/>
            <a:ext cx="8119054" cy="4274981"/>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s-CL" dirty="0">
                <a:latin typeface="Calibri" pitchFamily="34" charset="0"/>
                <a:cs typeface="Calibri" pitchFamily="34" charset="0"/>
              </a:rPr>
              <a:t>Vocales Simples</a:t>
            </a:r>
            <a:endParaRPr lang="en-US" dirty="0">
              <a:latin typeface="Calibri" pitchFamily="34" charset="0"/>
              <a:cs typeface="Calibri" pitchFamily="34" charset="0"/>
            </a:endParaRPr>
          </a:p>
        </p:txBody>
      </p:sp>
      <p:sp>
        <p:nvSpPr>
          <p:cNvPr id="2" name="TextBox 1"/>
          <p:cNvSpPr txBox="1"/>
          <p:nvPr/>
        </p:nvSpPr>
        <p:spPr>
          <a:xfrm>
            <a:off x="2209800" y="2590801"/>
            <a:ext cx="533400" cy="646331"/>
          </a:xfrm>
          <a:prstGeom prst="rect">
            <a:avLst/>
          </a:prstGeom>
          <a:noFill/>
        </p:spPr>
        <p:txBody>
          <a:bodyPr wrap="square" rtlCol="0">
            <a:spAutoFit/>
          </a:bodyPr>
          <a:lstStyle/>
          <a:p>
            <a:r>
              <a:rPr lang="es-CL" sz="3600" dirty="0">
                <a:solidFill>
                  <a:schemeClr val="bg1"/>
                </a:solidFill>
                <a:latin typeface="Calibri" pitchFamily="34" charset="0"/>
                <a:cs typeface="Calibri" pitchFamily="34" charset="0"/>
              </a:rPr>
              <a:t>a</a:t>
            </a:r>
          </a:p>
        </p:txBody>
      </p:sp>
      <p:sp>
        <p:nvSpPr>
          <p:cNvPr id="5" name="TextBox 4"/>
          <p:cNvSpPr txBox="1"/>
          <p:nvPr/>
        </p:nvSpPr>
        <p:spPr>
          <a:xfrm>
            <a:off x="3124200" y="2630270"/>
            <a:ext cx="880640" cy="646331"/>
          </a:xfrm>
          <a:prstGeom prst="rect">
            <a:avLst/>
          </a:prstGeom>
          <a:noFill/>
        </p:spPr>
        <p:txBody>
          <a:bodyPr wrap="square" rtlCol="0">
            <a:spAutoFit/>
          </a:bodyPr>
          <a:lstStyle/>
          <a:p>
            <a:r>
              <a:rPr lang="es-CL" sz="3600" dirty="0">
                <a:solidFill>
                  <a:schemeClr val="bg1"/>
                </a:solidFill>
                <a:latin typeface="Calibri" pitchFamily="34" charset="0"/>
                <a:cs typeface="Calibri" pitchFamily="34" charset="0"/>
              </a:rPr>
              <a:t>uh</a:t>
            </a:r>
          </a:p>
        </p:txBody>
      </p:sp>
      <p:sp>
        <p:nvSpPr>
          <p:cNvPr id="6" name="TextBox 5"/>
          <p:cNvSpPr txBox="1"/>
          <p:nvPr/>
        </p:nvSpPr>
        <p:spPr>
          <a:xfrm>
            <a:off x="4343400" y="2590800"/>
            <a:ext cx="880640" cy="646331"/>
          </a:xfrm>
          <a:prstGeom prst="rect">
            <a:avLst/>
          </a:prstGeom>
          <a:noFill/>
        </p:spPr>
        <p:txBody>
          <a:bodyPr wrap="square" rtlCol="0">
            <a:spAutoFit/>
          </a:bodyPr>
          <a:lstStyle/>
          <a:p>
            <a:r>
              <a:rPr lang="es-CL" sz="3600" dirty="0">
                <a:solidFill>
                  <a:schemeClr val="bg1"/>
                </a:solidFill>
                <a:latin typeface="Calibri" pitchFamily="34" charset="0"/>
                <a:cs typeface="Calibri" pitchFamily="34" charset="0"/>
              </a:rPr>
              <a:t>o</a:t>
            </a:r>
          </a:p>
        </p:txBody>
      </p:sp>
      <p:sp>
        <p:nvSpPr>
          <p:cNvPr id="7" name="TextBox 6"/>
          <p:cNvSpPr txBox="1"/>
          <p:nvPr/>
        </p:nvSpPr>
        <p:spPr>
          <a:xfrm>
            <a:off x="5232721" y="2590799"/>
            <a:ext cx="880640" cy="646331"/>
          </a:xfrm>
          <a:prstGeom prst="rect">
            <a:avLst/>
          </a:prstGeom>
          <a:noFill/>
        </p:spPr>
        <p:txBody>
          <a:bodyPr wrap="square" rtlCol="0">
            <a:spAutoFit/>
          </a:bodyPr>
          <a:lstStyle/>
          <a:p>
            <a:r>
              <a:rPr lang="es-CL" sz="3600" dirty="0">
                <a:solidFill>
                  <a:schemeClr val="bg1"/>
                </a:solidFill>
                <a:latin typeface="Calibri" pitchFamily="34" charset="0"/>
                <a:cs typeface="Calibri" pitchFamily="34" charset="0"/>
              </a:rPr>
              <a:t>u</a:t>
            </a:r>
          </a:p>
        </p:txBody>
      </p:sp>
      <p:sp>
        <p:nvSpPr>
          <p:cNvPr id="8" name="TextBox 7"/>
          <p:cNvSpPr txBox="1"/>
          <p:nvPr/>
        </p:nvSpPr>
        <p:spPr>
          <a:xfrm>
            <a:off x="6114845" y="2653417"/>
            <a:ext cx="880640" cy="646331"/>
          </a:xfrm>
          <a:prstGeom prst="rect">
            <a:avLst/>
          </a:prstGeom>
          <a:noFill/>
        </p:spPr>
        <p:txBody>
          <a:bodyPr wrap="square" rtlCol="0">
            <a:spAutoFit/>
          </a:bodyPr>
          <a:lstStyle/>
          <a:p>
            <a:r>
              <a:rPr lang="es-CL" sz="3600" dirty="0" err="1">
                <a:solidFill>
                  <a:schemeClr val="bg1"/>
                </a:solidFill>
                <a:latin typeface="Calibri" pitchFamily="34" charset="0"/>
                <a:cs typeface="Calibri" pitchFamily="34" charset="0"/>
              </a:rPr>
              <a:t>ae</a:t>
            </a:r>
            <a:endParaRPr lang="es-CL" sz="3600" dirty="0">
              <a:solidFill>
                <a:schemeClr val="bg1"/>
              </a:solidFill>
              <a:latin typeface="Calibri" pitchFamily="34" charset="0"/>
              <a:cs typeface="Calibri" pitchFamily="34" charset="0"/>
            </a:endParaRPr>
          </a:p>
        </p:txBody>
      </p:sp>
      <p:sp>
        <p:nvSpPr>
          <p:cNvPr id="9" name="TextBox 8"/>
          <p:cNvSpPr txBox="1"/>
          <p:nvPr/>
        </p:nvSpPr>
        <p:spPr>
          <a:xfrm>
            <a:off x="7157531" y="2653417"/>
            <a:ext cx="880640" cy="646331"/>
          </a:xfrm>
          <a:prstGeom prst="rect">
            <a:avLst/>
          </a:prstGeom>
          <a:noFill/>
        </p:spPr>
        <p:txBody>
          <a:bodyPr wrap="square" rtlCol="0">
            <a:spAutoFit/>
          </a:bodyPr>
          <a:lstStyle/>
          <a:p>
            <a:r>
              <a:rPr lang="es-CL" sz="3600" dirty="0" err="1">
                <a:solidFill>
                  <a:schemeClr val="bg1"/>
                </a:solidFill>
                <a:latin typeface="Calibri" pitchFamily="34" charset="0"/>
                <a:cs typeface="Calibri" pitchFamily="34" charset="0"/>
              </a:rPr>
              <a:t>ae</a:t>
            </a:r>
            <a:endParaRPr lang="es-CL" sz="3600" dirty="0">
              <a:solidFill>
                <a:schemeClr val="bg1"/>
              </a:solidFill>
              <a:latin typeface="Calibri" pitchFamily="34" charset="0"/>
              <a:cs typeface="Calibri" pitchFamily="34" charset="0"/>
            </a:endParaRPr>
          </a:p>
        </p:txBody>
      </p:sp>
      <p:sp>
        <p:nvSpPr>
          <p:cNvPr id="10" name="TextBox 9"/>
          <p:cNvSpPr txBox="1"/>
          <p:nvPr/>
        </p:nvSpPr>
        <p:spPr>
          <a:xfrm>
            <a:off x="8167422" y="2653416"/>
            <a:ext cx="880640" cy="646331"/>
          </a:xfrm>
          <a:prstGeom prst="rect">
            <a:avLst/>
          </a:prstGeom>
          <a:noFill/>
        </p:spPr>
        <p:txBody>
          <a:bodyPr wrap="square" rtlCol="0">
            <a:spAutoFit/>
          </a:bodyPr>
          <a:lstStyle/>
          <a:p>
            <a:r>
              <a:rPr lang="es-CL" sz="3600" u="sng" dirty="0" err="1">
                <a:solidFill>
                  <a:schemeClr val="bg1"/>
                </a:solidFill>
                <a:latin typeface="Calibri" pitchFamily="34" charset="0"/>
                <a:cs typeface="Calibri" pitchFamily="34" charset="0"/>
              </a:rPr>
              <a:t>eu</a:t>
            </a:r>
            <a:endParaRPr lang="es-CL" sz="3600" u="sng" dirty="0">
              <a:solidFill>
                <a:schemeClr val="bg1"/>
              </a:solidFill>
              <a:latin typeface="Calibri" pitchFamily="34" charset="0"/>
              <a:cs typeface="Calibri" pitchFamily="34" charset="0"/>
            </a:endParaRPr>
          </a:p>
        </p:txBody>
      </p:sp>
      <p:sp>
        <p:nvSpPr>
          <p:cNvPr id="11" name="TextBox 10"/>
          <p:cNvSpPr txBox="1"/>
          <p:nvPr/>
        </p:nvSpPr>
        <p:spPr>
          <a:xfrm>
            <a:off x="9293732" y="2673671"/>
            <a:ext cx="880640" cy="646331"/>
          </a:xfrm>
          <a:prstGeom prst="rect">
            <a:avLst/>
          </a:prstGeom>
          <a:noFill/>
        </p:spPr>
        <p:txBody>
          <a:bodyPr wrap="square" rtlCol="0">
            <a:spAutoFit/>
          </a:bodyPr>
          <a:lstStyle/>
          <a:p>
            <a:r>
              <a:rPr lang="es-CL" sz="3600" dirty="0">
                <a:solidFill>
                  <a:schemeClr val="bg1"/>
                </a:solidFill>
                <a:latin typeface="Calibri" pitchFamily="34" charset="0"/>
                <a:cs typeface="Calibri" pitchFamily="34" charset="0"/>
              </a:rPr>
              <a:t>i</a:t>
            </a:r>
          </a:p>
        </p:txBody>
      </p:sp>
    </p:spTree>
    <p:extLst>
      <p:ext uri="{BB962C8B-B14F-4D97-AF65-F5344CB8AC3E}">
        <p14:creationId xmlns:p14="http://schemas.microsoft.com/office/powerpoint/2010/main" val="418796322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descr="C:\Users\ching\Desktop\Korean\단모음\단모음 합계 2 .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1752601"/>
            <a:ext cx="8125876" cy="4249129"/>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s-CL" dirty="0">
                <a:latin typeface="Calibri" pitchFamily="34" charset="0"/>
                <a:cs typeface="Calibri" pitchFamily="34" charset="0"/>
              </a:rPr>
              <a:t>Vocales Simples</a:t>
            </a:r>
            <a:endParaRPr lang="en-US" dirty="0">
              <a:latin typeface="Calibri" pitchFamily="34" charset="0"/>
              <a:cs typeface="Calibri" pitchFamily="34" charset="0"/>
            </a:endParaRPr>
          </a:p>
        </p:txBody>
      </p:sp>
    </p:spTree>
    <p:extLst>
      <p:ext uri="{BB962C8B-B14F-4D97-AF65-F5344CB8AC3E}">
        <p14:creationId xmlns:p14="http://schemas.microsoft.com/office/powerpoint/2010/main" val="375861931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descr="C:\Users\ching\Desktop\Korean\이중모음 1\이중모음 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1750325"/>
            <a:ext cx="8130226" cy="4251404"/>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s-CL" dirty="0">
                <a:latin typeface="Calibri" pitchFamily="34" charset="0"/>
                <a:cs typeface="Calibri" pitchFamily="34" charset="0"/>
              </a:rPr>
              <a:t>Vocales </a:t>
            </a:r>
            <a:r>
              <a:rPr lang="en-US" dirty="0">
                <a:latin typeface="Calibri" pitchFamily="34" charset="0"/>
                <a:cs typeface="Calibri" pitchFamily="34" charset="0"/>
              </a:rPr>
              <a:t>Dobles Parte 1</a:t>
            </a:r>
          </a:p>
        </p:txBody>
      </p:sp>
    </p:spTree>
    <p:extLst>
      <p:ext uri="{BB962C8B-B14F-4D97-AF65-F5344CB8AC3E}">
        <p14:creationId xmlns:p14="http://schemas.microsoft.com/office/powerpoint/2010/main" val="426983004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descr="C:\Users\ching\Desktop\Korean\이중모음 1\이중 모음 l.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8024" y="1750326"/>
            <a:ext cx="8123402" cy="4225385"/>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s-CL" dirty="0">
                <a:latin typeface="Calibri" pitchFamily="34" charset="0"/>
                <a:cs typeface="Calibri" pitchFamily="34" charset="0"/>
              </a:rPr>
              <a:t>Vocales </a:t>
            </a:r>
            <a:r>
              <a:rPr lang="en-US" dirty="0">
                <a:latin typeface="Calibri" pitchFamily="34" charset="0"/>
                <a:cs typeface="Calibri" pitchFamily="34" charset="0"/>
              </a:rPr>
              <a:t>Dobles</a:t>
            </a:r>
          </a:p>
        </p:txBody>
      </p:sp>
      <p:sp>
        <p:nvSpPr>
          <p:cNvPr id="4" name="TextBox 3">
            <a:extLst>
              <a:ext uri="{FF2B5EF4-FFF2-40B4-BE49-F238E27FC236}">
                <a16:creationId xmlns:a16="http://schemas.microsoft.com/office/drawing/2014/main" id="{E6AE2F7B-D1B0-3D31-5E7E-EB815842A12A}"/>
              </a:ext>
            </a:extLst>
          </p:cNvPr>
          <p:cNvSpPr txBox="1"/>
          <p:nvPr/>
        </p:nvSpPr>
        <p:spPr>
          <a:xfrm>
            <a:off x="3177309" y="4115274"/>
            <a:ext cx="5804794" cy="461665"/>
          </a:xfrm>
          <a:prstGeom prst="rect">
            <a:avLst/>
          </a:prstGeom>
          <a:noFill/>
        </p:spPr>
        <p:txBody>
          <a:bodyPr wrap="none" rtlCol="0">
            <a:spAutoFit/>
          </a:bodyPr>
          <a:lstStyle/>
          <a:p>
            <a:r>
              <a:rPr lang="es-CL" sz="2400" dirty="0">
                <a:solidFill>
                  <a:schemeClr val="bg1"/>
                </a:solidFill>
              </a:rPr>
              <a:t>IA          IEO          IO           IU             IE             </a:t>
            </a:r>
            <a:r>
              <a:rPr lang="es-CL" sz="2400" dirty="0" err="1">
                <a:solidFill>
                  <a:schemeClr val="bg1"/>
                </a:solidFill>
              </a:rPr>
              <a:t>IE</a:t>
            </a:r>
            <a:endParaRPr lang="es-CL" sz="2400" dirty="0">
              <a:solidFill>
                <a:schemeClr val="bg1"/>
              </a:solidFill>
            </a:endParaRPr>
          </a:p>
        </p:txBody>
      </p:sp>
    </p:spTree>
    <p:extLst>
      <p:ext uri="{BB962C8B-B14F-4D97-AF65-F5344CB8AC3E}">
        <p14:creationId xmlns:p14="http://schemas.microsoft.com/office/powerpoint/2010/main" val="97328512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descr="C:\Users\ching\Desktop\Korean\이중모음 1\이중 모음 합체.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7594" y="1751026"/>
            <a:ext cx="8093832" cy="4252752"/>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a:latin typeface="Calibri" pitchFamily="34" charset="0"/>
                <a:cs typeface="Calibri" pitchFamily="34" charset="0"/>
              </a:rPr>
              <a:t>Combinación de Vocales</a:t>
            </a:r>
          </a:p>
        </p:txBody>
      </p:sp>
      <p:sp>
        <p:nvSpPr>
          <p:cNvPr id="2" name="TextBox 1">
            <a:extLst>
              <a:ext uri="{FF2B5EF4-FFF2-40B4-BE49-F238E27FC236}">
                <a16:creationId xmlns:a16="http://schemas.microsoft.com/office/drawing/2014/main" id="{890650B0-8E0C-66EA-A3F2-CA4474E8361A}"/>
              </a:ext>
            </a:extLst>
          </p:cNvPr>
          <p:cNvSpPr txBox="1"/>
          <p:nvPr/>
        </p:nvSpPr>
        <p:spPr>
          <a:xfrm>
            <a:off x="8100291" y="2096655"/>
            <a:ext cx="683491" cy="3693319"/>
          </a:xfrm>
          <a:prstGeom prst="rect">
            <a:avLst/>
          </a:prstGeom>
          <a:noFill/>
        </p:spPr>
        <p:txBody>
          <a:bodyPr wrap="square" rtlCol="0">
            <a:spAutoFit/>
          </a:bodyPr>
          <a:lstStyle/>
          <a:p>
            <a:r>
              <a:rPr lang="es-CL" dirty="0">
                <a:solidFill>
                  <a:schemeClr val="bg1"/>
                </a:solidFill>
              </a:rPr>
              <a:t>IA</a:t>
            </a:r>
          </a:p>
          <a:p>
            <a:endParaRPr lang="es-CL" dirty="0">
              <a:solidFill>
                <a:schemeClr val="bg1"/>
              </a:solidFill>
            </a:endParaRPr>
          </a:p>
          <a:p>
            <a:r>
              <a:rPr lang="es-CL" dirty="0">
                <a:solidFill>
                  <a:schemeClr val="bg1"/>
                </a:solidFill>
              </a:rPr>
              <a:t>IEO</a:t>
            </a:r>
          </a:p>
          <a:p>
            <a:endParaRPr lang="es-CL" dirty="0">
              <a:solidFill>
                <a:schemeClr val="bg1"/>
              </a:solidFill>
            </a:endParaRPr>
          </a:p>
          <a:p>
            <a:r>
              <a:rPr lang="es-CL" dirty="0">
                <a:solidFill>
                  <a:schemeClr val="bg1"/>
                </a:solidFill>
              </a:rPr>
              <a:t>IO</a:t>
            </a:r>
          </a:p>
          <a:p>
            <a:endParaRPr lang="es-CL" dirty="0">
              <a:solidFill>
                <a:schemeClr val="bg1"/>
              </a:solidFill>
            </a:endParaRPr>
          </a:p>
          <a:p>
            <a:endParaRPr lang="es-CL" dirty="0">
              <a:solidFill>
                <a:schemeClr val="bg1"/>
              </a:solidFill>
            </a:endParaRPr>
          </a:p>
          <a:p>
            <a:r>
              <a:rPr lang="es-CL" dirty="0">
                <a:solidFill>
                  <a:schemeClr val="bg1"/>
                </a:solidFill>
              </a:rPr>
              <a:t>IU</a:t>
            </a:r>
          </a:p>
          <a:p>
            <a:endParaRPr lang="es-CL" dirty="0">
              <a:solidFill>
                <a:schemeClr val="bg1"/>
              </a:solidFill>
            </a:endParaRPr>
          </a:p>
          <a:p>
            <a:r>
              <a:rPr lang="es-CL" dirty="0">
                <a:solidFill>
                  <a:schemeClr val="bg1"/>
                </a:solidFill>
              </a:rPr>
              <a:t>YIE</a:t>
            </a:r>
          </a:p>
          <a:p>
            <a:endParaRPr lang="es-CL" dirty="0">
              <a:solidFill>
                <a:schemeClr val="bg1"/>
              </a:solidFill>
            </a:endParaRPr>
          </a:p>
          <a:p>
            <a:endParaRPr lang="es-CL" dirty="0">
              <a:solidFill>
                <a:schemeClr val="bg1"/>
              </a:solidFill>
            </a:endParaRPr>
          </a:p>
          <a:p>
            <a:r>
              <a:rPr lang="es-CL" dirty="0">
                <a:solidFill>
                  <a:schemeClr val="bg1"/>
                </a:solidFill>
              </a:rPr>
              <a:t>YIE</a:t>
            </a:r>
          </a:p>
        </p:txBody>
      </p:sp>
    </p:spTree>
    <p:extLst>
      <p:ext uri="{BB962C8B-B14F-4D97-AF65-F5344CB8AC3E}">
        <p14:creationId xmlns:p14="http://schemas.microsoft.com/office/powerpoint/2010/main" val="199377677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ching\Desktop\Korean\이중모음 1\이중 모음 ㅑ.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36928" y="1748751"/>
            <a:ext cx="8074498" cy="4269892"/>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a:latin typeface="Calibri" pitchFamily="34" charset="0"/>
                <a:cs typeface="Calibri" pitchFamily="34" charset="0"/>
              </a:rPr>
              <a:t>Vocales Dobles</a:t>
            </a:r>
          </a:p>
        </p:txBody>
      </p:sp>
      <p:sp>
        <p:nvSpPr>
          <p:cNvPr id="2" name="TextBox 1">
            <a:extLst>
              <a:ext uri="{FF2B5EF4-FFF2-40B4-BE49-F238E27FC236}">
                <a16:creationId xmlns:a16="http://schemas.microsoft.com/office/drawing/2014/main" id="{9E42F8AE-B24E-32A1-6AB7-D1DD423C1D20}"/>
              </a:ext>
            </a:extLst>
          </p:cNvPr>
          <p:cNvSpPr txBox="1"/>
          <p:nvPr/>
        </p:nvSpPr>
        <p:spPr>
          <a:xfrm>
            <a:off x="4692073" y="1283855"/>
            <a:ext cx="375424" cy="369332"/>
          </a:xfrm>
          <a:prstGeom prst="rect">
            <a:avLst/>
          </a:prstGeom>
          <a:noFill/>
        </p:spPr>
        <p:txBody>
          <a:bodyPr wrap="none" rtlCol="0">
            <a:spAutoFit/>
          </a:bodyPr>
          <a:lstStyle/>
          <a:p>
            <a:r>
              <a:rPr lang="es-CL" dirty="0"/>
              <a:t>IA</a:t>
            </a:r>
          </a:p>
        </p:txBody>
      </p:sp>
    </p:spTree>
    <p:extLst>
      <p:ext uri="{BB962C8B-B14F-4D97-AF65-F5344CB8AC3E}">
        <p14:creationId xmlns:p14="http://schemas.microsoft.com/office/powerpoint/2010/main" val="98777769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ching\Desktop\Korean\이중모음 1\이중모음 ㅕ.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7594" y="1752600"/>
            <a:ext cx="8093832" cy="4252752"/>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a:latin typeface="Calibri" pitchFamily="34" charset="0"/>
                <a:cs typeface="Calibri" pitchFamily="34" charset="0"/>
              </a:rPr>
              <a:t>Vocales Dobles</a:t>
            </a:r>
          </a:p>
        </p:txBody>
      </p:sp>
      <p:sp>
        <p:nvSpPr>
          <p:cNvPr id="4" name="TextBox 3">
            <a:extLst>
              <a:ext uri="{FF2B5EF4-FFF2-40B4-BE49-F238E27FC236}">
                <a16:creationId xmlns:a16="http://schemas.microsoft.com/office/drawing/2014/main" id="{24C46782-B16E-B92C-A99B-77682C0B8FB3}"/>
              </a:ext>
            </a:extLst>
          </p:cNvPr>
          <p:cNvSpPr txBox="1"/>
          <p:nvPr/>
        </p:nvSpPr>
        <p:spPr>
          <a:xfrm>
            <a:off x="4692073" y="1283855"/>
            <a:ext cx="503279" cy="369332"/>
          </a:xfrm>
          <a:prstGeom prst="rect">
            <a:avLst/>
          </a:prstGeom>
          <a:noFill/>
        </p:spPr>
        <p:txBody>
          <a:bodyPr wrap="none" rtlCol="0">
            <a:spAutoFit/>
          </a:bodyPr>
          <a:lstStyle/>
          <a:p>
            <a:r>
              <a:rPr lang="es-CL" dirty="0"/>
              <a:t>IEO</a:t>
            </a:r>
          </a:p>
        </p:txBody>
      </p:sp>
    </p:spTree>
    <p:extLst>
      <p:ext uri="{BB962C8B-B14F-4D97-AF65-F5344CB8AC3E}">
        <p14:creationId xmlns:p14="http://schemas.microsoft.com/office/powerpoint/2010/main" val="1698787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Users\ching\Desktop\Korean\이중모음 1\이중모음 ㅛ.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7594" y="1752600"/>
            <a:ext cx="8093832" cy="4241332"/>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a:latin typeface="Calibri" pitchFamily="34" charset="0"/>
                <a:cs typeface="Calibri" pitchFamily="34" charset="0"/>
              </a:rPr>
              <a:t>Vocales Dobles</a:t>
            </a:r>
          </a:p>
        </p:txBody>
      </p:sp>
      <p:sp>
        <p:nvSpPr>
          <p:cNvPr id="2" name="TextBox 1">
            <a:extLst>
              <a:ext uri="{FF2B5EF4-FFF2-40B4-BE49-F238E27FC236}">
                <a16:creationId xmlns:a16="http://schemas.microsoft.com/office/drawing/2014/main" id="{D9C2AAF0-DF68-1691-1946-6F6E862944E7}"/>
              </a:ext>
            </a:extLst>
          </p:cNvPr>
          <p:cNvSpPr txBox="1"/>
          <p:nvPr/>
        </p:nvSpPr>
        <p:spPr>
          <a:xfrm>
            <a:off x="4525818" y="1006764"/>
            <a:ext cx="394660" cy="369332"/>
          </a:xfrm>
          <a:prstGeom prst="rect">
            <a:avLst/>
          </a:prstGeom>
          <a:noFill/>
        </p:spPr>
        <p:txBody>
          <a:bodyPr wrap="none" rtlCol="0">
            <a:spAutoFit/>
          </a:bodyPr>
          <a:lstStyle/>
          <a:p>
            <a:r>
              <a:rPr lang="es-CL" dirty="0"/>
              <a:t>IO</a:t>
            </a:r>
          </a:p>
        </p:txBody>
      </p:sp>
    </p:spTree>
    <p:extLst>
      <p:ext uri="{BB962C8B-B14F-4D97-AF65-F5344CB8AC3E}">
        <p14:creationId xmlns:p14="http://schemas.microsoft.com/office/powerpoint/2010/main" val="356526458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ching\Desktop\Korean\이중모음 1\이중 모음 ㅠ.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7594" y="1799231"/>
            <a:ext cx="8093832" cy="4227693"/>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a:latin typeface="Calibri" pitchFamily="34" charset="0"/>
                <a:cs typeface="Calibri" pitchFamily="34" charset="0"/>
              </a:rPr>
              <a:t>Vocales Dobles</a:t>
            </a:r>
          </a:p>
        </p:txBody>
      </p:sp>
      <p:sp>
        <p:nvSpPr>
          <p:cNvPr id="2" name="TextBox 1">
            <a:extLst>
              <a:ext uri="{FF2B5EF4-FFF2-40B4-BE49-F238E27FC236}">
                <a16:creationId xmlns:a16="http://schemas.microsoft.com/office/drawing/2014/main" id="{CEE2A607-F30D-0EFA-9041-B1BCE551CFBB}"/>
              </a:ext>
            </a:extLst>
          </p:cNvPr>
          <p:cNvSpPr txBox="1"/>
          <p:nvPr/>
        </p:nvSpPr>
        <p:spPr>
          <a:xfrm>
            <a:off x="4451927" y="1062182"/>
            <a:ext cx="389850" cy="369332"/>
          </a:xfrm>
          <a:prstGeom prst="rect">
            <a:avLst/>
          </a:prstGeom>
          <a:noFill/>
        </p:spPr>
        <p:txBody>
          <a:bodyPr wrap="none" rtlCol="0">
            <a:spAutoFit/>
          </a:bodyPr>
          <a:lstStyle/>
          <a:p>
            <a:r>
              <a:rPr lang="es-CL" dirty="0"/>
              <a:t>IU</a:t>
            </a:r>
          </a:p>
        </p:txBody>
      </p:sp>
    </p:spTree>
    <p:extLst>
      <p:ext uri="{BB962C8B-B14F-4D97-AF65-F5344CB8AC3E}">
        <p14:creationId xmlns:p14="http://schemas.microsoft.com/office/powerpoint/2010/main" val="397420049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C:\Users\ching\Desktop\Korean\이중모음 1\이중모음 ㅒ.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7594" y="1799230"/>
            <a:ext cx="8093832" cy="4263988"/>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a:latin typeface="Calibri" pitchFamily="34" charset="0"/>
                <a:cs typeface="Calibri" pitchFamily="34" charset="0"/>
              </a:rPr>
              <a:t>Vocales Dobles</a:t>
            </a:r>
          </a:p>
        </p:txBody>
      </p:sp>
      <p:sp>
        <p:nvSpPr>
          <p:cNvPr id="2" name="TextBox 1">
            <a:extLst>
              <a:ext uri="{FF2B5EF4-FFF2-40B4-BE49-F238E27FC236}">
                <a16:creationId xmlns:a16="http://schemas.microsoft.com/office/drawing/2014/main" id="{E8E3CE6B-2255-8BFC-D505-6C8C65179C58}"/>
              </a:ext>
            </a:extLst>
          </p:cNvPr>
          <p:cNvSpPr txBox="1"/>
          <p:nvPr/>
        </p:nvSpPr>
        <p:spPr>
          <a:xfrm>
            <a:off x="4488873" y="1062182"/>
            <a:ext cx="668773" cy="369332"/>
          </a:xfrm>
          <a:prstGeom prst="rect">
            <a:avLst/>
          </a:prstGeom>
          <a:noFill/>
        </p:spPr>
        <p:txBody>
          <a:bodyPr wrap="none" rtlCol="0">
            <a:spAutoFit/>
          </a:bodyPr>
          <a:lstStyle/>
          <a:p>
            <a:r>
              <a:rPr lang="es-CL" dirty="0"/>
              <a:t>IE/YE</a:t>
            </a:r>
          </a:p>
        </p:txBody>
      </p:sp>
    </p:spTree>
    <p:extLst>
      <p:ext uri="{BB962C8B-B14F-4D97-AF65-F5344CB8AC3E}">
        <p14:creationId xmlns:p14="http://schemas.microsoft.com/office/powerpoint/2010/main" val="283627364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C:\Users\ching\Desktop\Korean\이중모음 1\이중 모음 ㅖ.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1676400"/>
            <a:ext cx="8126109" cy="4267200"/>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a:latin typeface="Calibri" pitchFamily="34" charset="0"/>
                <a:cs typeface="Calibri" pitchFamily="34" charset="0"/>
              </a:rPr>
              <a:t>Vocales Dobles</a:t>
            </a:r>
          </a:p>
        </p:txBody>
      </p:sp>
      <p:sp>
        <p:nvSpPr>
          <p:cNvPr id="4" name="TextBox 3">
            <a:extLst>
              <a:ext uri="{FF2B5EF4-FFF2-40B4-BE49-F238E27FC236}">
                <a16:creationId xmlns:a16="http://schemas.microsoft.com/office/drawing/2014/main" id="{45E1CAC8-BCD5-A614-3BCB-5EADCAC4ED38}"/>
              </a:ext>
            </a:extLst>
          </p:cNvPr>
          <p:cNvSpPr txBox="1"/>
          <p:nvPr/>
        </p:nvSpPr>
        <p:spPr>
          <a:xfrm>
            <a:off x="4823259" y="1027784"/>
            <a:ext cx="668773" cy="369332"/>
          </a:xfrm>
          <a:prstGeom prst="rect">
            <a:avLst/>
          </a:prstGeom>
          <a:noFill/>
        </p:spPr>
        <p:txBody>
          <a:bodyPr wrap="none" rtlCol="0">
            <a:spAutoFit/>
          </a:bodyPr>
          <a:lstStyle/>
          <a:p>
            <a:r>
              <a:rPr lang="es-CL" dirty="0"/>
              <a:t>IE/YE</a:t>
            </a:r>
          </a:p>
        </p:txBody>
      </p:sp>
    </p:spTree>
    <p:extLst>
      <p:ext uri="{BB962C8B-B14F-4D97-AF65-F5344CB8AC3E}">
        <p14:creationId xmlns:p14="http://schemas.microsoft.com/office/powerpoint/2010/main" val="393242366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C:\Users\ching\Desktop\Korean\이중모음 1\이중 모음 ㅐ ㅖ 구별.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0770" y="1676400"/>
            <a:ext cx="8096539" cy="4246952"/>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a:latin typeface="Calibri" pitchFamily="34" charset="0"/>
                <a:cs typeface="Calibri" pitchFamily="34" charset="0"/>
              </a:rPr>
              <a:t>Vocales Dobles</a:t>
            </a:r>
          </a:p>
        </p:txBody>
      </p:sp>
    </p:spTree>
    <p:extLst>
      <p:ext uri="{BB962C8B-B14F-4D97-AF65-F5344CB8AC3E}">
        <p14:creationId xmlns:p14="http://schemas.microsoft.com/office/powerpoint/2010/main" val="185048375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C:\Users\ching\Desktop\Korean\이중모음 1\이중 모음 ㅣ 합계 ㅒㅖ차이.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0770" y="1676401"/>
            <a:ext cx="8096539" cy="4238061"/>
          </a:xfrm>
          <a:prstGeom prst="rect">
            <a:avLst/>
          </a:prstGeom>
          <a:noFill/>
          <a:extLst>
            <a:ext uri="{909E8E84-426E-40DD-AFC4-6F175D3DCCD1}">
              <a14:hiddenFill xmlns:a14="http://schemas.microsoft.com/office/drawing/2010/main">
                <a:solidFill>
                  <a:srgbClr val="FFFFFF"/>
                </a:solidFill>
              </a14:hiddenFill>
            </a:ext>
          </a:extLst>
        </p:spPr>
      </p:pic>
      <p:pic>
        <p:nvPicPr>
          <p:cNvPr id="7170" name="Picture 2" descr="C:\Users\ching\Desktop\Korean\이중모음 1\이중 모음 ㅐ ㅖ 구별.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0770" y="1676400"/>
            <a:ext cx="8096539" cy="4246952"/>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a:latin typeface="Calibri" pitchFamily="34" charset="0"/>
                <a:cs typeface="Calibri" pitchFamily="34" charset="0"/>
              </a:rPr>
              <a:t>Vocales Dobles</a:t>
            </a:r>
          </a:p>
        </p:txBody>
      </p:sp>
    </p:spTree>
    <p:extLst>
      <p:ext uri="{BB962C8B-B14F-4D97-AF65-F5344CB8AC3E}">
        <p14:creationId xmlns:p14="http://schemas.microsoft.com/office/powerpoint/2010/main" val="124112204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C:\Users\ching\Desktop\Korean\이중모음 2\이중 모음 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0769" y="1600200"/>
            <a:ext cx="8096539" cy="4251672"/>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a:latin typeface="Calibri" pitchFamily="34" charset="0"/>
                <a:cs typeface="Calibri" pitchFamily="34" charset="0"/>
              </a:rPr>
              <a:t>Vocales Dobles Parte 2</a:t>
            </a:r>
          </a:p>
        </p:txBody>
      </p:sp>
    </p:spTree>
    <p:extLst>
      <p:ext uri="{BB962C8B-B14F-4D97-AF65-F5344CB8AC3E}">
        <p14:creationId xmlns:p14="http://schemas.microsoft.com/office/powerpoint/2010/main" val="61451708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C:\Users\ching\Desktop\Korean\이중모음 2\이중 모음 2 모음.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0769" y="1686636"/>
            <a:ext cx="8096539" cy="4212789"/>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a:latin typeface="Calibri" pitchFamily="34" charset="0"/>
                <a:cs typeface="Calibri" pitchFamily="34" charset="0"/>
              </a:rPr>
              <a:t>Vocales Dobles Parte 2</a:t>
            </a:r>
          </a:p>
        </p:txBody>
      </p:sp>
      <p:sp>
        <p:nvSpPr>
          <p:cNvPr id="2" name="TextBox 1">
            <a:extLst>
              <a:ext uri="{FF2B5EF4-FFF2-40B4-BE49-F238E27FC236}">
                <a16:creationId xmlns:a16="http://schemas.microsoft.com/office/drawing/2014/main" id="{6FA1B1E9-9402-790A-1E99-FE16BAC5B8E2}"/>
              </a:ext>
            </a:extLst>
          </p:cNvPr>
          <p:cNvSpPr txBox="1"/>
          <p:nvPr/>
        </p:nvSpPr>
        <p:spPr>
          <a:xfrm>
            <a:off x="2817091" y="4498109"/>
            <a:ext cx="6371809" cy="369332"/>
          </a:xfrm>
          <a:prstGeom prst="rect">
            <a:avLst/>
          </a:prstGeom>
          <a:noFill/>
        </p:spPr>
        <p:txBody>
          <a:bodyPr wrap="none" rtlCol="0">
            <a:spAutoFit/>
          </a:bodyPr>
          <a:lstStyle/>
          <a:p>
            <a:r>
              <a:rPr lang="es-CL" dirty="0">
                <a:solidFill>
                  <a:schemeClr val="bg1"/>
                </a:solidFill>
              </a:rPr>
              <a:t>WOA        WOE                </a:t>
            </a:r>
            <a:r>
              <a:rPr lang="es-CL" dirty="0" err="1">
                <a:solidFill>
                  <a:schemeClr val="bg1"/>
                </a:solidFill>
              </a:rPr>
              <a:t>WOE</a:t>
            </a:r>
            <a:r>
              <a:rPr lang="es-CL" dirty="0">
                <a:solidFill>
                  <a:schemeClr val="bg1"/>
                </a:solidFill>
              </a:rPr>
              <a:t>         WUE      WUO            UI            EUI</a:t>
            </a:r>
          </a:p>
        </p:txBody>
      </p:sp>
    </p:spTree>
    <p:extLst>
      <p:ext uri="{BB962C8B-B14F-4D97-AF65-F5344CB8AC3E}">
        <p14:creationId xmlns:p14="http://schemas.microsoft.com/office/powerpoint/2010/main" val="80823351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C:\Users\ching\Desktop\Korean\이중모음 2\이중 모음 2 모음 + 모음.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7730" y="1384977"/>
            <a:ext cx="8096539" cy="4255942"/>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a:latin typeface="Calibri" pitchFamily="34" charset="0"/>
                <a:cs typeface="Calibri" pitchFamily="34" charset="0"/>
              </a:rPr>
              <a:t>Combinación de Vocales</a:t>
            </a:r>
          </a:p>
        </p:txBody>
      </p:sp>
      <p:sp>
        <p:nvSpPr>
          <p:cNvPr id="2" name="TextBox 1">
            <a:extLst>
              <a:ext uri="{FF2B5EF4-FFF2-40B4-BE49-F238E27FC236}">
                <a16:creationId xmlns:a16="http://schemas.microsoft.com/office/drawing/2014/main" id="{8ABEEE1A-DD27-4D83-109B-75CF46F43C1B}"/>
              </a:ext>
            </a:extLst>
          </p:cNvPr>
          <p:cNvSpPr txBox="1"/>
          <p:nvPr/>
        </p:nvSpPr>
        <p:spPr>
          <a:xfrm>
            <a:off x="7437749" y="1879804"/>
            <a:ext cx="1080552" cy="1477328"/>
          </a:xfrm>
          <a:prstGeom prst="rect">
            <a:avLst/>
          </a:prstGeom>
          <a:noFill/>
        </p:spPr>
        <p:txBody>
          <a:bodyPr wrap="none" rtlCol="0">
            <a:spAutoFit/>
          </a:bodyPr>
          <a:lstStyle/>
          <a:p>
            <a:r>
              <a:rPr lang="es-CL" dirty="0">
                <a:solidFill>
                  <a:schemeClr val="bg1"/>
                </a:solidFill>
              </a:rPr>
              <a:t>/OA / WA</a:t>
            </a:r>
          </a:p>
          <a:p>
            <a:r>
              <a:rPr lang="es-CL" dirty="0">
                <a:solidFill>
                  <a:schemeClr val="bg1"/>
                </a:solidFill>
              </a:rPr>
              <a:t>OE / WE</a:t>
            </a:r>
          </a:p>
          <a:p>
            <a:r>
              <a:rPr lang="es-CL" dirty="0">
                <a:solidFill>
                  <a:schemeClr val="bg1"/>
                </a:solidFill>
              </a:rPr>
              <a:t>WE</a:t>
            </a:r>
          </a:p>
          <a:p>
            <a:endParaRPr lang="es-CL" dirty="0">
              <a:solidFill>
                <a:schemeClr val="bg1"/>
              </a:solidFill>
            </a:endParaRPr>
          </a:p>
          <a:p>
            <a:endParaRPr lang="es-CL" dirty="0">
              <a:solidFill>
                <a:schemeClr val="bg1"/>
              </a:solidFill>
            </a:endParaRPr>
          </a:p>
        </p:txBody>
      </p:sp>
      <p:sp>
        <p:nvSpPr>
          <p:cNvPr id="4" name="TextBox 3">
            <a:extLst>
              <a:ext uri="{FF2B5EF4-FFF2-40B4-BE49-F238E27FC236}">
                <a16:creationId xmlns:a16="http://schemas.microsoft.com/office/drawing/2014/main" id="{D8BE9968-BA93-10C7-B382-16362647D8B8}"/>
              </a:ext>
            </a:extLst>
          </p:cNvPr>
          <p:cNvSpPr txBox="1"/>
          <p:nvPr/>
        </p:nvSpPr>
        <p:spPr>
          <a:xfrm>
            <a:off x="7437749" y="3429000"/>
            <a:ext cx="1349152" cy="2585323"/>
          </a:xfrm>
          <a:prstGeom prst="rect">
            <a:avLst/>
          </a:prstGeom>
          <a:noFill/>
        </p:spPr>
        <p:txBody>
          <a:bodyPr wrap="none" rtlCol="0">
            <a:spAutoFit/>
          </a:bodyPr>
          <a:lstStyle/>
          <a:p>
            <a:r>
              <a:rPr lang="es-CL" dirty="0">
                <a:solidFill>
                  <a:schemeClr val="bg1"/>
                </a:solidFill>
              </a:rPr>
              <a:t>/UE / WE</a:t>
            </a:r>
          </a:p>
          <a:p>
            <a:r>
              <a:rPr lang="es-CL" dirty="0">
                <a:solidFill>
                  <a:schemeClr val="bg1"/>
                </a:solidFill>
              </a:rPr>
              <a:t>/UOE / WOE</a:t>
            </a:r>
          </a:p>
          <a:p>
            <a:r>
              <a:rPr lang="es-CL" dirty="0">
                <a:solidFill>
                  <a:schemeClr val="bg1"/>
                </a:solidFill>
              </a:rPr>
              <a:t>/UI /WUI</a:t>
            </a:r>
          </a:p>
          <a:p>
            <a:endParaRPr lang="es-CL" dirty="0">
              <a:solidFill>
                <a:schemeClr val="bg1"/>
              </a:solidFill>
            </a:endParaRPr>
          </a:p>
          <a:p>
            <a:endParaRPr lang="es-CL" dirty="0">
              <a:solidFill>
                <a:schemeClr val="bg1"/>
              </a:solidFill>
            </a:endParaRPr>
          </a:p>
          <a:p>
            <a:r>
              <a:rPr lang="es-CL" dirty="0">
                <a:solidFill>
                  <a:schemeClr val="bg1"/>
                </a:solidFill>
              </a:rPr>
              <a:t>EUI / </a:t>
            </a:r>
          </a:p>
          <a:p>
            <a:r>
              <a:rPr lang="ko-KR" altLang="es-CL" dirty="0">
                <a:solidFill>
                  <a:schemeClr val="bg1"/>
                </a:solidFill>
              </a:rPr>
              <a:t>김재희</a:t>
            </a:r>
            <a:endParaRPr lang="es-CL" dirty="0">
              <a:solidFill>
                <a:schemeClr val="bg1"/>
              </a:solidFill>
            </a:endParaRPr>
          </a:p>
          <a:p>
            <a:endParaRPr lang="es-CL" dirty="0">
              <a:solidFill>
                <a:schemeClr val="bg1"/>
              </a:solidFill>
            </a:endParaRPr>
          </a:p>
          <a:p>
            <a:endParaRPr lang="es-CL" dirty="0">
              <a:solidFill>
                <a:schemeClr val="bg1"/>
              </a:solidFill>
            </a:endParaRPr>
          </a:p>
        </p:txBody>
      </p:sp>
    </p:spTree>
    <p:extLst>
      <p:ext uri="{BB962C8B-B14F-4D97-AF65-F5344CB8AC3E}">
        <p14:creationId xmlns:p14="http://schemas.microsoft.com/office/powerpoint/2010/main" val="251757127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descr="C:\Users\ching\Desktop\Korean\이중모음 2\이중 모음 ㅘ.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7593" y="1686634"/>
            <a:ext cx="8089715" cy="4266110"/>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a:latin typeface="Calibri" pitchFamily="34" charset="0"/>
                <a:cs typeface="Calibri" pitchFamily="34" charset="0"/>
              </a:rPr>
              <a:t>Vocales Dobles</a:t>
            </a:r>
          </a:p>
        </p:txBody>
      </p:sp>
      <p:sp>
        <p:nvSpPr>
          <p:cNvPr id="2" name="TextBox 1">
            <a:extLst>
              <a:ext uri="{FF2B5EF4-FFF2-40B4-BE49-F238E27FC236}">
                <a16:creationId xmlns:a16="http://schemas.microsoft.com/office/drawing/2014/main" id="{F1032A28-F247-9FDE-2D77-897D6C38386F}"/>
              </a:ext>
            </a:extLst>
          </p:cNvPr>
          <p:cNvSpPr txBox="1"/>
          <p:nvPr/>
        </p:nvSpPr>
        <p:spPr>
          <a:xfrm>
            <a:off x="4747491" y="905164"/>
            <a:ext cx="884986" cy="369332"/>
          </a:xfrm>
          <a:prstGeom prst="rect">
            <a:avLst/>
          </a:prstGeom>
          <a:noFill/>
        </p:spPr>
        <p:txBody>
          <a:bodyPr wrap="none" rtlCol="0">
            <a:spAutoFit/>
          </a:bodyPr>
          <a:lstStyle/>
          <a:p>
            <a:r>
              <a:rPr lang="es-CL" dirty="0"/>
              <a:t>OA/WA</a:t>
            </a:r>
          </a:p>
        </p:txBody>
      </p:sp>
    </p:spTree>
    <p:extLst>
      <p:ext uri="{BB962C8B-B14F-4D97-AF65-F5344CB8AC3E}">
        <p14:creationId xmlns:p14="http://schemas.microsoft.com/office/powerpoint/2010/main" val="375523357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descr="C:\Users\ching\Desktop\Korean\이중모음 2\이중 모음 ㅙ.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1905" y="1686634"/>
            <a:ext cx="8095402" cy="4242155"/>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a:latin typeface="Calibri" pitchFamily="34" charset="0"/>
                <a:cs typeface="Calibri" pitchFamily="34" charset="0"/>
              </a:rPr>
              <a:t>Vocales Dobles</a:t>
            </a:r>
          </a:p>
        </p:txBody>
      </p:sp>
      <p:sp>
        <p:nvSpPr>
          <p:cNvPr id="4" name="TextBox 3">
            <a:extLst>
              <a:ext uri="{FF2B5EF4-FFF2-40B4-BE49-F238E27FC236}">
                <a16:creationId xmlns:a16="http://schemas.microsoft.com/office/drawing/2014/main" id="{11A55AA7-0333-EE8C-75C3-AF0DA08540EF}"/>
              </a:ext>
            </a:extLst>
          </p:cNvPr>
          <p:cNvSpPr txBox="1"/>
          <p:nvPr/>
        </p:nvSpPr>
        <p:spPr>
          <a:xfrm>
            <a:off x="4747491" y="905164"/>
            <a:ext cx="856325" cy="369332"/>
          </a:xfrm>
          <a:prstGeom prst="rect">
            <a:avLst/>
          </a:prstGeom>
          <a:noFill/>
        </p:spPr>
        <p:txBody>
          <a:bodyPr wrap="none" rtlCol="0">
            <a:spAutoFit/>
          </a:bodyPr>
          <a:lstStyle/>
          <a:p>
            <a:r>
              <a:rPr lang="es-CL" dirty="0"/>
              <a:t>OE/WE</a:t>
            </a:r>
          </a:p>
        </p:txBody>
      </p:sp>
    </p:spTree>
    <p:extLst>
      <p:ext uri="{BB962C8B-B14F-4D97-AF65-F5344CB8AC3E}">
        <p14:creationId xmlns:p14="http://schemas.microsoft.com/office/powerpoint/2010/main" val="67859114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descr="C:\Users\ching\Desktop\Korean\이중모음 2\이중 모음 ㅚ.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39533" y="1686633"/>
            <a:ext cx="8067775" cy="4256902"/>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a:latin typeface="Calibri" pitchFamily="34" charset="0"/>
                <a:cs typeface="Calibri" pitchFamily="34" charset="0"/>
              </a:rPr>
              <a:t>Vocales Dobles</a:t>
            </a:r>
          </a:p>
        </p:txBody>
      </p:sp>
      <p:sp>
        <p:nvSpPr>
          <p:cNvPr id="4" name="TextBox 3">
            <a:extLst>
              <a:ext uri="{FF2B5EF4-FFF2-40B4-BE49-F238E27FC236}">
                <a16:creationId xmlns:a16="http://schemas.microsoft.com/office/drawing/2014/main" id="{EF8B3442-85CD-D2A1-AF7E-6DFC04B2E51C}"/>
              </a:ext>
            </a:extLst>
          </p:cNvPr>
          <p:cNvSpPr txBox="1"/>
          <p:nvPr/>
        </p:nvSpPr>
        <p:spPr>
          <a:xfrm>
            <a:off x="4747491" y="905164"/>
            <a:ext cx="856325" cy="369332"/>
          </a:xfrm>
          <a:prstGeom prst="rect">
            <a:avLst/>
          </a:prstGeom>
          <a:noFill/>
        </p:spPr>
        <p:txBody>
          <a:bodyPr wrap="none" rtlCol="0">
            <a:spAutoFit/>
          </a:bodyPr>
          <a:lstStyle/>
          <a:p>
            <a:r>
              <a:rPr lang="es-CL" dirty="0"/>
              <a:t>OE/WE</a:t>
            </a:r>
          </a:p>
        </p:txBody>
      </p:sp>
    </p:spTree>
    <p:extLst>
      <p:ext uri="{BB962C8B-B14F-4D97-AF65-F5344CB8AC3E}">
        <p14:creationId xmlns:p14="http://schemas.microsoft.com/office/powerpoint/2010/main" val="372164758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descr="C:\Users\ching\Desktop\Korean\이중모음 2\이중 모음 ㅞ.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3180" y="1686633"/>
            <a:ext cx="8054127" cy="4225203"/>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a:latin typeface="Calibri" pitchFamily="34" charset="0"/>
                <a:cs typeface="Calibri" pitchFamily="34" charset="0"/>
              </a:rPr>
              <a:t>Vocales Dobles</a:t>
            </a:r>
          </a:p>
        </p:txBody>
      </p:sp>
      <p:sp>
        <p:nvSpPr>
          <p:cNvPr id="4" name="TextBox 3">
            <a:extLst>
              <a:ext uri="{FF2B5EF4-FFF2-40B4-BE49-F238E27FC236}">
                <a16:creationId xmlns:a16="http://schemas.microsoft.com/office/drawing/2014/main" id="{D8CE1119-0CCB-5F15-9A3A-09416908E371}"/>
              </a:ext>
            </a:extLst>
          </p:cNvPr>
          <p:cNvSpPr txBox="1"/>
          <p:nvPr/>
        </p:nvSpPr>
        <p:spPr>
          <a:xfrm>
            <a:off x="4747491" y="905164"/>
            <a:ext cx="998991" cy="369332"/>
          </a:xfrm>
          <a:prstGeom prst="rect">
            <a:avLst/>
          </a:prstGeom>
          <a:noFill/>
        </p:spPr>
        <p:txBody>
          <a:bodyPr wrap="none" rtlCol="0">
            <a:spAutoFit/>
          </a:bodyPr>
          <a:lstStyle/>
          <a:p>
            <a:r>
              <a:rPr lang="es-CL" dirty="0"/>
              <a:t>UE/WUE</a:t>
            </a:r>
          </a:p>
        </p:txBody>
      </p:sp>
    </p:spTree>
    <p:extLst>
      <p:ext uri="{BB962C8B-B14F-4D97-AF65-F5344CB8AC3E}">
        <p14:creationId xmlns:p14="http://schemas.microsoft.com/office/powerpoint/2010/main" val="24117772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descr="C:\Users\ching\Desktop\Korean\이중모음 2\ㅙ ㅚ ㅞ.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3180" y="1686633"/>
            <a:ext cx="8080119" cy="4225203"/>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a:latin typeface="Calibri" pitchFamily="34" charset="0"/>
                <a:cs typeface="Calibri" pitchFamily="34" charset="0"/>
              </a:rPr>
              <a:t>Vocales Dobles</a:t>
            </a:r>
          </a:p>
        </p:txBody>
      </p:sp>
    </p:spTree>
    <p:extLst>
      <p:ext uri="{BB962C8B-B14F-4D97-AF65-F5344CB8AC3E}">
        <p14:creationId xmlns:p14="http://schemas.microsoft.com/office/powerpoint/2010/main" val="184946777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descr="C:\Users\ching\Desktop\Korean\이중모음 2\이중 모음 ㅝ.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82750" y="1699143"/>
            <a:ext cx="8050549" cy="4223327"/>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a:latin typeface="Calibri" pitchFamily="34" charset="0"/>
                <a:cs typeface="Calibri" pitchFamily="34" charset="0"/>
              </a:rPr>
              <a:t>Vocales Dobles</a:t>
            </a:r>
          </a:p>
        </p:txBody>
      </p:sp>
      <p:sp>
        <p:nvSpPr>
          <p:cNvPr id="2" name="TextBox 1">
            <a:extLst>
              <a:ext uri="{FF2B5EF4-FFF2-40B4-BE49-F238E27FC236}">
                <a16:creationId xmlns:a16="http://schemas.microsoft.com/office/drawing/2014/main" id="{0DB83144-502E-10B1-5802-D4BEC6AECDEA}"/>
              </a:ext>
            </a:extLst>
          </p:cNvPr>
          <p:cNvSpPr txBox="1"/>
          <p:nvPr/>
        </p:nvSpPr>
        <p:spPr>
          <a:xfrm>
            <a:off x="4572000" y="914400"/>
            <a:ext cx="1037785" cy="369332"/>
          </a:xfrm>
          <a:prstGeom prst="rect">
            <a:avLst/>
          </a:prstGeom>
          <a:noFill/>
        </p:spPr>
        <p:txBody>
          <a:bodyPr wrap="none" rtlCol="0">
            <a:spAutoFit/>
          </a:bodyPr>
          <a:lstStyle/>
          <a:p>
            <a:r>
              <a:rPr lang="es-CL" dirty="0"/>
              <a:t>UEO/WO</a:t>
            </a:r>
          </a:p>
        </p:txBody>
      </p:sp>
    </p:spTree>
    <p:extLst>
      <p:ext uri="{BB962C8B-B14F-4D97-AF65-F5344CB8AC3E}">
        <p14:creationId xmlns:p14="http://schemas.microsoft.com/office/powerpoint/2010/main" val="424948875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descr="C:\Users\ching\Desktop\Korean\이중모음 2\이중 모음 ㅟ.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84696" y="1699142"/>
            <a:ext cx="8048602" cy="4242577"/>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a:latin typeface="Calibri" pitchFamily="34" charset="0"/>
                <a:cs typeface="Calibri" pitchFamily="34" charset="0"/>
              </a:rPr>
              <a:t>Vocales Dobles</a:t>
            </a:r>
          </a:p>
        </p:txBody>
      </p:sp>
      <p:sp>
        <p:nvSpPr>
          <p:cNvPr id="2" name="TextBox 1">
            <a:extLst>
              <a:ext uri="{FF2B5EF4-FFF2-40B4-BE49-F238E27FC236}">
                <a16:creationId xmlns:a16="http://schemas.microsoft.com/office/drawing/2014/main" id="{E9BAFC95-65B4-47B5-34B2-ECE37E19B982}"/>
              </a:ext>
            </a:extLst>
          </p:cNvPr>
          <p:cNvSpPr txBox="1"/>
          <p:nvPr/>
        </p:nvSpPr>
        <p:spPr>
          <a:xfrm>
            <a:off x="4664364" y="1117600"/>
            <a:ext cx="768159" cy="369332"/>
          </a:xfrm>
          <a:prstGeom prst="rect">
            <a:avLst/>
          </a:prstGeom>
          <a:noFill/>
        </p:spPr>
        <p:txBody>
          <a:bodyPr wrap="none" rtlCol="0">
            <a:spAutoFit/>
          </a:bodyPr>
          <a:lstStyle/>
          <a:p>
            <a:r>
              <a:rPr lang="es-CL" dirty="0"/>
              <a:t>UI+WI</a:t>
            </a:r>
          </a:p>
        </p:txBody>
      </p:sp>
    </p:spTree>
    <p:extLst>
      <p:ext uri="{BB962C8B-B14F-4D97-AF65-F5344CB8AC3E}">
        <p14:creationId xmlns:p14="http://schemas.microsoft.com/office/powerpoint/2010/main" val="377789814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descr="C:\Users\ching\Desktop\Korean\이중모음 2\이중 모음 ㅢ.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1699140"/>
            <a:ext cx="8057514" cy="4242578"/>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a:latin typeface="Calibri" pitchFamily="34" charset="0"/>
                <a:cs typeface="Calibri" pitchFamily="34" charset="0"/>
              </a:rPr>
              <a:t>Vocales Dobles</a:t>
            </a:r>
          </a:p>
        </p:txBody>
      </p:sp>
      <p:sp>
        <p:nvSpPr>
          <p:cNvPr id="4" name="TextBox 3">
            <a:extLst>
              <a:ext uri="{FF2B5EF4-FFF2-40B4-BE49-F238E27FC236}">
                <a16:creationId xmlns:a16="http://schemas.microsoft.com/office/drawing/2014/main" id="{8C6EE339-2607-8E78-41FE-E0000DCEACF2}"/>
              </a:ext>
            </a:extLst>
          </p:cNvPr>
          <p:cNvSpPr txBox="1"/>
          <p:nvPr/>
        </p:nvSpPr>
        <p:spPr>
          <a:xfrm>
            <a:off x="4664364" y="1117600"/>
            <a:ext cx="502061" cy="369332"/>
          </a:xfrm>
          <a:prstGeom prst="rect">
            <a:avLst/>
          </a:prstGeom>
          <a:noFill/>
        </p:spPr>
        <p:txBody>
          <a:bodyPr wrap="none" rtlCol="0">
            <a:spAutoFit/>
          </a:bodyPr>
          <a:lstStyle/>
          <a:p>
            <a:r>
              <a:rPr lang="es-CL" dirty="0"/>
              <a:t>EUI</a:t>
            </a:r>
          </a:p>
        </p:txBody>
      </p:sp>
    </p:spTree>
    <p:extLst>
      <p:ext uri="{BB962C8B-B14F-4D97-AF65-F5344CB8AC3E}">
        <p14:creationId xmlns:p14="http://schemas.microsoft.com/office/powerpoint/2010/main" val="252900371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descr="C:\Users\ching\Desktop\Korean\이중모음 2\이중 모음 합계 같은 ㅙㅚㅞ.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5598" y="1702553"/>
            <a:ext cx="8039317" cy="4208525"/>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a:latin typeface="Calibri" pitchFamily="34" charset="0"/>
                <a:cs typeface="Calibri" pitchFamily="34" charset="0"/>
              </a:rPr>
              <a:t>Vocales Dobles</a:t>
            </a:r>
          </a:p>
        </p:txBody>
      </p:sp>
      <p:sp>
        <p:nvSpPr>
          <p:cNvPr id="2" name="TextBox 1">
            <a:extLst>
              <a:ext uri="{FF2B5EF4-FFF2-40B4-BE49-F238E27FC236}">
                <a16:creationId xmlns:a16="http://schemas.microsoft.com/office/drawing/2014/main" id="{8C4D7A95-A31C-16CB-5770-F557140A0E38}"/>
              </a:ext>
            </a:extLst>
          </p:cNvPr>
          <p:cNvSpPr txBox="1"/>
          <p:nvPr/>
        </p:nvSpPr>
        <p:spPr>
          <a:xfrm>
            <a:off x="2946400" y="4285734"/>
            <a:ext cx="6509987" cy="369332"/>
          </a:xfrm>
          <a:prstGeom prst="rect">
            <a:avLst/>
          </a:prstGeom>
          <a:noFill/>
        </p:spPr>
        <p:txBody>
          <a:bodyPr wrap="none" rtlCol="0">
            <a:spAutoFit/>
          </a:bodyPr>
          <a:lstStyle/>
          <a:p>
            <a:r>
              <a:rPr lang="es-CL" dirty="0">
                <a:solidFill>
                  <a:schemeClr val="bg1"/>
                </a:solidFill>
              </a:rPr>
              <a:t>WA            WE            </a:t>
            </a:r>
            <a:r>
              <a:rPr lang="es-CL" dirty="0" err="1">
                <a:solidFill>
                  <a:schemeClr val="bg1"/>
                </a:solidFill>
              </a:rPr>
              <a:t>WE</a:t>
            </a:r>
            <a:r>
              <a:rPr lang="es-CL" dirty="0">
                <a:solidFill>
                  <a:schemeClr val="bg1"/>
                </a:solidFill>
              </a:rPr>
              <a:t>              WUE            WO             WI             EUI</a:t>
            </a:r>
          </a:p>
        </p:txBody>
      </p:sp>
    </p:spTree>
    <p:extLst>
      <p:ext uri="{BB962C8B-B14F-4D97-AF65-F5344CB8AC3E}">
        <p14:creationId xmlns:p14="http://schemas.microsoft.com/office/powerpoint/2010/main" val="27223140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descr="C:\Users\ching\Desktop\Korean\이중모음 2\모음 정리 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9009" y="1708239"/>
            <a:ext cx="8035905" cy="4231201"/>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a:latin typeface="Calibri" pitchFamily="34" charset="0"/>
                <a:cs typeface="Calibri" pitchFamily="34" charset="0"/>
              </a:rPr>
              <a:t>Vocales de Hangul</a:t>
            </a:r>
          </a:p>
        </p:txBody>
      </p:sp>
      <p:sp>
        <p:nvSpPr>
          <p:cNvPr id="2" name="TextBox 1">
            <a:extLst>
              <a:ext uri="{FF2B5EF4-FFF2-40B4-BE49-F238E27FC236}">
                <a16:creationId xmlns:a16="http://schemas.microsoft.com/office/drawing/2014/main" id="{7AB4CAAF-48EA-EA82-1A07-AB38553F40DA}"/>
              </a:ext>
            </a:extLst>
          </p:cNvPr>
          <p:cNvSpPr txBox="1"/>
          <p:nvPr/>
        </p:nvSpPr>
        <p:spPr>
          <a:xfrm>
            <a:off x="6659418" y="2152134"/>
            <a:ext cx="959750" cy="3139321"/>
          </a:xfrm>
          <a:prstGeom prst="rect">
            <a:avLst/>
          </a:prstGeom>
          <a:noFill/>
        </p:spPr>
        <p:txBody>
          <a:bodyPr wrap="none" rtlCol="0">
            <a:spAutoFit/>
          </a:bodyPr>
          <a:lstStyle/>
          <a:p>
            <a:r>
              <a:rPr lang="es-CL" dirty="0">
                <a:solidFill>
                  <a:schemeClr val="bg1"/>
                </a:solidFill>
              </a:rPr>
              <a:t>A / IA</a:t>
            </a:r>
          </a:p>
          <a:p>
            <a:endParaRPr lang="es-CL" dirty="0">
              <a:solidFill>
                <a:schemeClr val="bg1"/>
              </a:solidFill>
            </a:endParaRPr>
          </a:p>
          <a:p>
            <a:r>
              <a:rPr lang="es-CL" dirty="0">
                <a:solidFill>
                  <a:schemeClr val="bg1"/>
                </a:solidFill>
              </a:rPr>
              <a:t>EO / IEO</a:t>
            </a:r>
          </a:p>
          <a:p>
            <a:endParaRPr lang="es-CL" dirty="0">
              <a:solidFill>
                <a:schemeClr val="bg1"/>
              </a:solidFill>
            </a:endParaRPr>
          </a:p>
          <a:p>
            <a:endParaRPr lang="es-CL" dirty="0">
              <a:solidFill>
                <a:schemeClr val="bg1"/>
              </a:solidFill>
            </a:endParaRPr>
          </a:p>
          <a:p>
            <a:r>
              <a:rPr lang="es-CL" dirty="0">
                <a:solidFill>
                  <a:schemeClr val="bg1"/>
                </a:solidFill>
              </a:rPr>
              <a:t>O  /  IO</a:t>
            </a:r>
          </a:p>
          <a:p>
            <a:endParaRPr lang="es-CL" dirty="0">
              <a:solidFill>
                <a:schemeClr val="bg1"/>
              </a:solidFill>
            </a:endParaRPr>
          </a:p>
          <a:p>
            <a:endParaRPr lang="es-CL" dirty="0">
              <a:solidFill>
                <a:schemeClr val="bg1"/>
              </a:solidFill>
            </a:endParaRPr>
          </a:p>
          <a:p>
            <a:r>
              <a:rPr lang="es-CL" dirty="0">
                <a:solidFill>
                  <a:schemeClr val="bg1"/>
                </a:solidFill>
              </a:rPr>
              <a:t>U  / IU </a:t>
            </a:r>
          </a:p>
          <a:p>
            <a:endParaRPr lang="es-CL" dirty="0">
              <a:solidFill>
                <a:schemeClr val="bg1"/>
              </a:solidFill>
            </a:endParaRPr>
          </a:p>
          <a:p>
            <a:r>
              <a:rPr lang="es-CL" dirty="0">
                <a:solidFill>
                  <a:schemeClr val="bg1"/>
                </a:solidFill>
              </a:rPr>
              <a:t>EU / I</a:t>
            </a:r>
          </a:p>
        </p:txBody>
      </p:sp>
    </p:spTree>
    <p:extLst>
      <p:ext uri="{BB962C8B-B14F-4D97-AF65-F5344CB8AC3E}">
        <p14:creationId xmlns:p14="http://schemas.microsoft.com/office/powerpoint/2010/main" val="210020392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descr="C:\Users\ching\Desktop\Korean\이중모음 2\모음 정리 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7205" y="1699139"/>
            <a:ext cx="8017708" cy="4187932"/>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a:latin typeface="Calibri" pitchFamily="34" charset="0"/>
                <a:cs typeface="Calibri" pitchFamily="34" charset="0"/>
              </a:rPr>
              <a:t>Vocales de Hangul</a:t>
            </a:r>
          </a:p>
        </p:txBody>
      </p:sp>
      <p:sp>
        <p:nvSpPr>
          <p:cNvPr id="4" name="TextBox 3">
            <a:extLst>
              <a:ext uri="{FF2B5EF4-FFF2-40B4-BE49-F238E27FC236}">
                <a16:creationId xmlns:a16="http://schemas.microsoft.com/office/drawing/2014/main" id="{3F20E809-EE3D-ACE8-008E-5589099CE5A6}"/>
              </a:ext>
            </a:extLst>
          </p:cNvPr>
          <p:cNvSpPr txBox="1"/>
          <p:nvPr/>
        </p:nvSpPr>
        <p:spPr>
          <a:xfrm>
            <a:off x="9014691" y="2152134"/>
            <a:ext cx="959750" cy="3139321"/>
          </a:xfrm>
          <a:prstGeom prst="rect">
            <a:avLst/>
          </a:prstGeom>
          <a:noFill/>
        </p:spPr>
        <p:txBody>
          <a:bodyPr wrap="none" rtlCol="0">
            <a:spAutoFit/>
          </a:bodyPr>
          <a:lstStyle/>
          <a:p>
            <a:r>
              <a:rPr lang="es-CL" dirty="0">
                <a:solidFill>
                  <a:schemeClr val="bg1"/>
                </a:solidFill>
              </a:rPr>
              <a:t>A / IA</a:t>
            </a:r>
          </a:p>
          <a:p>
            <a:endParaRPr lang="es-CL" dirty="0">
              <a:solidFill>
                <a:schemeClr val="bg1"/>
              </a:solidFill>
            </a:endParaRPr>
          </a:p>
          <a:p>
            <a:r>
              <a:rPr lang="es-CL" dirty="0">
                <a:solidFill>
                  <a:schemeClr val="bg1"/>
                </a:solidFill>
              </a:rPr>
              <a:t>EO / IEO</a:t>
            </a:r>
          </a:p>
          <a:p>
            <a:endParaRPr lang="es-CL" dirty="0">
              <a:solidFill>
                <a:schemeClr val="bg1"/>
              </a:solidFill>
            </a:endParaRPr>
          </a:p>
          <a:p>
            <a:endParaRPr lang="es-CL" dirty="0">
              <a:solidFill>
                <a:schemeClr val="bg1"/>
              </a:solidFill>
            </a:endParaRPr>
          </a:p>
          <a:p>
            <a:r>
              <a:rPr lang="es-CL" dirty="0">
                <a:solidFill>
                  <a:schemeClr val="bg1"/>
                </a:solidFill>
              </a:rPr>
              <a:t>O  /  IO</a:t>
            </a:r>
          </a:p>
          <a:p>
            <a:endParaRPr lang="es-CL" dirty="0">
              <a:solidFill>
                <a:schemeClr val="bg1"/>
              </a:solidFill>
            </a:endParaRPr>
          </a:p>
          <a:p>
            <a:endParaRPr lang="es-CL" dirty="0">
              <a:solidFill>
                <a:schemeClr val="bg1"/>
              </a:solidFill>
            </a:endParaRPr>
          </a:p>
          <a:p>
            <a:r>
              <a:rPr lang="es-CL" dirty="0">
                <a:solidFill>
                  <a:schemeClr val="bg1"/>
                </a:solidFill>
              </a:rPr>
              <a:t>U  / IU </a:t>
            </a:r>
          </a:p>
          <a:p>
            <a:endParaRPr lang="es-CL" dirty="0">
              <a:solidFill>
                <a:schemeClr val="bg1"/>
              </a:solidFill>
            </a:endParaRPr>
          </a:p>
          <a:p>
            <a:r>
              <a:rPr lang="es-CL" dirty="0">
                <a:solidFill>
                  <a:schemeClr val="bg1"/>
                </a:solidFill>
              </a:rPr>
              <a:t>EU / I</a:t>
            </a:r>
          </a:p>
        </p:txBody>
      </p:sp>
      <p:sp>
        <p:nvSpPr>
          <p:cNvPr id="2" name="TextBox 1">
            <a:extLst>
              <a:ext uri="{FF2B5EF4-FFF2-40B4-BE49-F238E27FC236}">
                <a16:creationId xmlns:a16="http://schemas.microsoft.com/office/drawing/2014/main" id="{559AEBCC-B440-B433-4E99-2ABDEACBA9FF}"/>
              </a:ext>
            </a:extLst>
          </p:cNvPr>
          <p:cNvSpPr txBox="1"/>
          <p:nvPr/>
        </p:nvSpPr>
        <p:spPr>
          <a:xfrm>
            <a:off x="7488737" y="489297"/>
            <a:ext cx="1098378" cy="1077218"/>
          </a:xfrm>
          <a:prstGeom prst="rect">
            <a:avLst/>
          </a:prstGeom>
          <a:noFill/>
        </p:spPr>
        <p:txBody>
          <a:bodyPr wrap="none" rtlCol="0">
            <a:spAutoFit/>
          </a:bodyPr>
          <a:lstStyle/>
          <a:p>
            <a:r>
              <a:rPr lang="ko-KR" altLang="es-CL" sz="3200" dirty="0"/>
              <a:t>ㅇ 아</a:t>
            </a:r>
            <a:endParaRPr lang="es-CL" altLang="ko-KR" sz="3200" dirty="0"/>
          </a:p>
          <a:p>
            <a:r>
              <a:rPr lang="ko-KR" altLang="es-CL" sz="3200" dirty="0"/>
              <a:t>ㅏ</a:t>
            </a:r>
            <a:endParaRPr lang="es-CL" sz="3200" dirty="0"/>
          </a:p>
        </p:txBody>
      </p:sp>
      <p:sp>
        <p:nvSpPr>
          <p:cNvPr id="5" name="TextBox 4">
            <a:extLst>
              <a:ext uri="{FF2B5EF4-FFF2-40B4-BE49-F238E27FC236}">
                <a16:creationId xmlns:a16="http://schemas.microsoft.com/office/drawing/2014/main" id="{A86D32C6-F3C6-E0B8-33C1-E88CB7B08573}"/>
              </a:ext>
            </a:extLst>
          </p:cNvPr>
          <p:cNvSpPr txBox="1"/>
          <p:nvPr/>
        </p:nvSpPr>
        <p:spPr>
          <a:xfrm>
            <a:off x="2484582" y="2438400"/>
            <a:ext cx="824265" cy="369332"/>
          </a:xfrm>
          <a:prstGeom prst="rect">
            <a:avLst/>
          </a:prstGeom>
          <a:noFill/>
        </p:spPr>
        <p:txBody>
          <a:bodyPr wrap="none" rtlCol="0">
            <a:spAutoFit/>
          </a:bodyPr>
          <a:lstStyle/>
          <a:p>
            <a:r>
              <a:rPr lang="es-CL" dirty="0">
                <a:solidFill>
                  <a:schemeClr val="bg1"/>
                </a:solidFill>
              </a:rPr>
              <a:t>MUDO</a:t>
            </a:r>
          </a:p>
        </p:txBody>
      </p:sp>
    </p:spTree>
    <p:extLst>
      <p:ext uri="{BB962C8B-B14F-4D97-AF65-F5344CB8AC3E}">
        <p14:creationId xmlns:p14="http://schemas.microsoft.com/office/powerpoint/2010/main" val="71849136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descr="C:\Users\ching\Desktop\Korean\이중모음 2\모음 정리 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7205" y="1699139"/>
            <a:ext cx="8017708" cy="4212754"/>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a:latin typeface="Calibri" pitchFamily="34" charset="0"/>
                <a:cs typeface="Calibri" pitchFamily="34" charset="0"/>
              </a:rPr>
              <a:t>Vocales de Hangul</a:t>
            </a:r>
          </a:p>
        </p:txBody>
      </p:sp>
    </p:spTree>
    <p:extLst>
      <p:ext uri="{BB962C8B-B14F-4D97-AF65-F5344CB8AC3E}">
        <p14:creationId xmlns:p14="http://schemas.microsoft.com/office/powerpoint/2010/main" val="383761851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descr="C:\Users\ching\Desktop\Korean\이중모음 2\마무리 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7205" y="1708239"/>
            <a:ext cx="8017708" cy="4197213"/>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a:latin typeface="Calibri" pitchFamily="34" charset="0"/>
                <a:cs typeface="Calibri" pitchFamily="34" charset="0"/>
              </a:rPr>
              <a:t>Vocales de Hangul</a:t>
            </a:r>
          </a:p>
        </p:txBody>
      </p:sp>
    </p:spTree>
    <p:extLst>
      <p:ext uri="{BB962C8B-B14F-4D97-AF65-F5344CB8AC3E}">
        <p14:creationId xmlns:p14="http://schemas.microsoft.com/office/powerpoint/2010/main" val="238978542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descr="C:\Users\ching\Desktop\Korean\이중모음 2\마무리 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7205" y="1708238"/>
            <a:ext cx="8017708" cy="4187932"/>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a:latin typeface="Calibri" pitchFamily="34" charset="0"/>
                <a:cs typeface="Calibri" pitchFamily="34" charset="0"/>
              </a:rPr>
              <a:t>Vocales de Hangul</a:t>
            </a:r>
          </a:p>
        </p:txBody>
      </p:sp>
    </p:spTree>
    <p:extLst>
      <p:ext uri="{BB962C8B-B14F-4D97-AF65-F5344CB8AC3E}">
        <p14:creationId xmlns:p14="http://schemas.microsoft.com/office/powerpoint/2010/main" val="6940470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descr="C:\Users\ching\Desktop\Korean\이중모음 2\마무리 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7205" y="1708238"/>
            <a:ext cx="8017708" cy="4187932"/>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a:latin typeface="Calibri" pitchFamily="34" charset="0"/>
                <a:cs typeface="Calibri" pitchFamily="34" charset="0"/>
              </a:rPr>
              <a:t>Vocales de Hangul</a:t>
            </a:r>
          </a:p>
        </p:txBody>
      </p:sp>
    </p:spTree>
    <p:extLst>
      <p:ext uri="{BB962C8B-B14F-4D97-AF65-F5344CB8AC3E}">
        <p14:creationId xmlns:p14="http://schemas.microsoft.com/office/powerpoint/2010/main" val="254102100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§1.8</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Las tres vocales primordiales</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Un punto, una raya horizontal, una raya vertical. Eso es todo lo que hace falta.</a:t>
            </a:r>
            <a:endParaRPr lang="en-US" sz="1400" dirty="0"/>
          </a:p>
        </p:txBody>
      </p:sp>
      <p:sp>
        <p:nvSpPr>
          <p:cNvPr id="5" name="Shape 3"/>
          <p:cNvSpPr/>
          <p:nvPr/>
        </p:nvSpPr>
        <p:spPr>
          <a:xfrm>
            <a:off x="540868" y="2468880"/>
            <a:ext cx="3520440" cy="3840480"/>
          </a:xfrm>
          <a:prstGeom prst="roundRect">
            <a:avLst>
              <a:gd name="adj" fmla="val 5195"/>
            </a:avLst>
          </a:prstGeom>
          <a:solidFill>
            <a:srgbClr val="FE6768"/>
          </a:solidFill>
          <a:ln w="12700">
            <a:solidFill>
              <a:srgbClr val="FE6768"/>
            </a:solidFill>
            <a:prstDash val="solid"/>
          </a:ln>
        </p:spPr>
      </p:sp>
      <p:sp>
        <p:nvSpPr>
          <p:cNvPr id="6" name="Text 4"/>
          <p:cNvSpPr/>
          <p:nvPr/>
        </p:nvSpPr>
        <p:spPr>
          <a:xfrm>
            <a:off x="540868" y="2697480"/>
            <a:ext cx="3520440" cy="1554480"/>
          </a:xfrm>
          <a:prstGeom prst="rect">
            <a:avLst/>
          </a:prstGeom>
          <a:noFill/>
          <a:ln/>
        </p:spPr>
        <p:txBody>
          <a:bodyPr wrap="square" lIns="0" tIns="0" rIns="0" bIns="0" rtlCol="0" anchor="ctr"/>
          <a:lstStyle/>
          <a:p>
            <a:pPr marL="0" indent="0" algn="ctr">
              <a:buNone/>
            </a:pPr>
            <a:r>
              <a:rPr lang="en-US" sz="11000" b="1" dirty="0">
                <a:solidFill>
                  <a:srgbClr val="F6F6F6"/>
                </a:solidFill>
                <a:latin typeface="Malgun Gothic" pitchFamily="34" charset="0"/>
                <a:ea typeface="Malgun Gothic" pitchFamily="34" charset="-122"/>
                <a:cs typeface="Malgun Gothic" pitchFamily="34" charset="-120"/>
              </a:rPr>
              <a:t>·</a:t>
            </a:r>
            <a:endParaRPr lang="en-US" sz="11000" dirty="0"/>
          </a:p>
        </p:txBody>
      </p:sp>
      <p:sp>
        <p:nvSpPr>
          <p:cNvPr id="7" name="Text 5"/>
          <p:cNvSpPr/>
          <p:nvPr/>
        </p:nvSpPr>
        <p:spPr>
          <a:xfrm>
            <a:off x="540868" y="4297680"/>
            <a:ext cx="3520440" cy="320040"/>
          </a:xfrm>
          <a:prstGeom prst="rect">
            <a:avLst/>
          </a:prstGeom>
          <a:noFill/>
          <a:ln/>
        </p:spPr>
        <p:txBody>
          <a:bodyPr wrap="square" lIns="0" tIns="0" rIns="0" bIns="0" rtlCol="0" anchor="ctr"/>
          <a:lstStyle/>
          <a:p>
            <a:pPr marL="0" indent="0" algn="ctr">
              <a:buNone/>
            </a:pPr>
            <a:r>
              <a:rPr lang="en-US" sz="1200" i="1" dirty="0">
                <a:solidFill>
                  <a:srgbClr val="FFE0E0"/>
                </a:solidFill>
                <a:latin typeface="Calibri" pitchFamily="34" charset="0"/>
                <a:ea typeface="Calibri" pitchFamily="34" charset="-122"/>
                <a:cs typeface="Calibri" pitchFamily="34" charset="-120"/>
              </a:rPr>
              <a:t>punto</a:t>
            </a:r>
            <a:endParaRPr lang="en-US" sz="1200" dirty="0"/>
          </a:p>
        </p:txBody>
      </p:sp>
      <p:sp>
        <p:nvSpPr>
          <p:cNvPr id="8" name="Text 6"/>
          <p:cNvSpPr/>
          <p:nvPr/>
        </p:nvSpPr>
        <p:spPr>
          <a:xfrm>
            <a:off x="540868" y="4754880"/>
            <a:ext cx="3520440" cy="365760"/>
          </a:xfrm>
          <a:prstGeom prst="rect">
            <a:avLst/>
          </a:prstGeom>
          <a:noFill/>
          <a:ln/>
        </p:spPr>
        <p:txBody>
          <a:bodyPr wrap="square" lIns="0" tIns="0" rIns="0" bIns="0" rtlCol="0" anchor="ctr"/>
          <a:lstStyle/>
          <a:p>
            <a:pPr marL="0" indent="0" algn="ctr">
              <a:buNone/>
            </a:pPr>
            <a:r>
              <a:rPr lang="en-US" sz="1400" b="1" kern="0" spc="400" dirty="0">
                <a:solidFill>
                  <a:srgbClr val="F6F6F6"/>
                </a:solidFill>
                <a:latin typeface="Calibri" pitchFamily="34" charset="0"/>
                <a:ea typeface="Calibri" pitchFamily="34" charset="-122"/>
                <a:cs typeface="Calibri" pitchFamily="34" charset="-120"/>
              </a:rPr>
              <a:t>하늘 · CIELO</a:t>
            </a:r>
            <a:endParaRPr lang="en-US" sz="1400" dirty="0"/>
          </a:p>
        </p:txBody>
      </p:sp>
      <p:sp>
        <p:nvSpPr>
          <p:cNvPr id="9" name="Text 7"/>
          <p:cNvSpPr/>
          <p:nvPr/>
        </p:nvSpPr>
        <p:spPr>
          <a:xfrm>
            <a:off x="540868" y="5166360"/>
            <a:ext cx="3520440" cy="320040"/>
          </a:xfrm>
          <a:prstGeom prst="rect">
            <a:avLst/>
          </a:prstGeom>
          <a:noFill/>
          <a:ln/>
        </p:spPr>
        <p:txBody>
          <a:bodyPr wrap="square" lIns="0" tIns="0" rIns="0" bIns="0" rtlCol="0" anchor="ctr"/>
          <a:lstStyle/>
          <a:p>
            <a:pPr marL="0" indent="0" algn="ctr">
              <a:buNone/>
            </a:pPr>
            <a:r>
              <a:rPr lang="en-US" sz="1100" b="1" kern="0" spc="600" dirty="0">
                <a:solidFill>
                  <a:srgbClr val="FFE0E0"/>
                </a:solidFill>
                <a:latin typeface="Calibri" pitchFamily="34" charset="0"/>
                <a:ea typeface="Calibri" pitchFamily="34" charset="-122"/>
                <a:cs typeface="Calibri" pitchFamily="34" charset="-120"/>
              </a:rPr>
              <a:t>DÍA</a:t>
            </a:r>
            <a:endParaRPr lang="en-US" sz="1100" dirty="0"/>
          </a:p>
        </p:txBody>
      </p:sp>
      <p:sp>
        <p:nvSpPr>
          <p:cNvPr id="10" name="Text 8"/>
          <p:cNvSpPr/>
          <p:nvPr/>
        </p:nvSpPr>
        <p:spPr>
          <a:xfrm>
            <a:off x="540868" y="5669280"/>
            <a:ext cx="3520440" cy="457200"/>
          </a:xfrm>
          <a:prstGeom prst="rect">
            <a:avLst/>
          </a:prstGeom>
          <a:noFill/>
          <a:ln/>
        </p:spPr>
        <p:txBody>
          <a:bodyPr wrap="square" lIns="0" tIns="0" rIns="0" bIns="0" rtlCol="0" anchor="ctr"/>
          <a:lstStyle/>
          <a:p>
            <a:pPr marL="0" indent="0" algn="ctr">
              <a:buNone/>
            </a:pPr>
            <a:r>
              <a:rPr lang="en-US" sz="2200" i="1" dirty="0">
                <a:solidFill>
                  <a:srgbClr val="F6F6F6"/>
                </a:solidFill>
                <a:latin typeface="Calibri" pitchFamily="34" charset="0"/>
                <a:ea typeface="Calibri" pitchFamily="34" charset="-122"/>
                <a:cs typeface="Calibri" pitchFamily="34" charset="-120"/>
              </a:rPr>
              <a:t>[a]</a:t>
            </a:r>
            <a:endParaRPr lang="en-US" sz="2200" dirty="0"/>
          </a:p>
        </p:txBody>
      </p:sp>
      <p:sp>
        <p:nvSpPr>
          <p:cNvPr id="11" name="Shape 9"/>
          <p:cNvSpPr/>
          <p:nvPr/>
        </p:nvSpPr>
        <p:spPr>
          <a:xfrm>
            <a:off x="4335628" y="2468880"/>
            <a:ext cx="3520440" cy="3840480"/>
          </a:xfrm>
          <a:prstGeom prst="roundRect">
            <a:avLst>
              <a:gd name="adj" fmla="val 5195"/>
            </a:avLst>
          </a:prstGeom>
          <a:solidFill>
            <a:srgbClr val="4036ED"/>
          </a:solidFill>
          <a:ln w="12700">
            <a:solidFill>
              <a:srgbClr val="4036ED"/>
            </a:solidFill>
            <a:prstDash val="solid"/>
          </a:ln>
        </p:spPr>
      </p:sp>
      <p:sp>
        <p:nvSpPr>
          <p:cNvPr id="12" name="Text 10"/>
          <p:cNvSpPr/>
          <p:nvPr/>
        </p:nvSpPr>
        <p:spPr>
          <a:xfrm>
            <a:off x="4335628" y="2697480"/>
            <a:ext cx="3520440" cy="1554480"/>
          </a:xfrm>
          <a:prstGeom prst="rect">
            <a:avLst/>
          </a:prstGeom>
          <a:noFill/>
          <a:ln/>
        </p:spPr>
        <p:txBody>
          <a:bodyPr wrap="square" lIns="0" tIns="0" rIns="0" bIns="0" rtlCol="0" anchor="ctr"/>
          <a:lstStyle/>
          <a:p>
            <a:pPr marL="0" indent="0" algn="ctr">
              <a:buNone/>
            </a:pPr>
            <a:r>
              <a:rPr lang="en-US" sz="11000" b="1" dirty="0">
                <a:solidFill>
                  <a:srgbClr val="F6F6F6"/>
                </a:solidFill>
                <a:latin typeface="Malgun Gothic" pitchFamily="34" charset="0"/>
                <a:ea typeface="Malgun Gothic" pitchFamily="34" charset="-122"/>
                <a:cs typeface="Malgun Gothic" pitchFamily="34" charset="-120"/>
              </a:rPr>
              <a:t>ㅡ</a:t>
            </a:r>
            <a:endParaRPr lang="en-US" sz="11000" dirty="0"/>
          </a:p>
        </p:txBody>
      </p:sp>
      <p:sp>
        <p:nvSpPr>
          <p:cNvPr id="13" name="Text 11"/>
          <p:cNvSpPr/>
          <p:nvPr/>
        </p:nvSpPr>
        <p:spPr>
          <a:xfrm>
            <a:off x="4335628" y="4297680"/>
            <a:ext cx="3520440" cy="320040"/>
          </a:xfrm>
          <a:prstGeom prst="rect">
            <a:avLst/>
          </a:prstGeom>
          <a:noFill/>
          <a:ln/>
        </p:spPr>
        <p:txBody>
          <a:bodyPr wrap="square" lIns="0" tIns="0" rIns="0" bIns="0" rtlCol="0" anchor="ctr"/>
          <a:lstStyle/>
          <a:p>
            <a:pPr marL="0" indent="0" algn="ctr">
              <a:buNone/>
            </a:pPr>
            <a:r>
              <a:rPr lang="en-US" sz="1200" i="1" dirty="0">
                <a:solidFill>
                  <a:srgbClr val="EDE8FF"/>
                </a:solidFill>
                <a:latin typeface="Calibri" pitchFamily="34" charset="0"/>
                <a:ea typeface="Calibri" pitchFamily="34" charset="-122"/>
                <a:cs typeface="Calibri" pitchFamily="34" charset="-120"/>
              </a:rPr>
              <a:t>línea horizontal</a:t>
            </a:r>
            <a:endParaRPr lang="en-US" sz="1200" dirty="0"/>
          </a:p>
        </p:txBody>
      </p:sp>
      <p:sp>
        <p:nvSpPr>
          <p:cNvPr id="14" name="Text 12"/>
          <p:cNvSpPr/>
          <p:nvPr/>
        </p:nvSpPr>
        <p:spPr>
          <a:xfrm>
            <a:off x="4335628" y="4754880"/>
            <a:ext cx="3520440" cy="365760"/>
          </a:xfrm>
          <a:prstGeom prst="rect">
            <a:avLst/>
          </a:prstGeom>
          <a:noFill/>
          <a:ln/>
        </p:spPr>
        <p:txBody>
          <a:bodyPr wrap="square" lIns="0" tIns="0" rIns="0" bIns="0" rtlCol="0" anchor="ctr"/>
          <a:lstStyle/>
          <a:p>
            <a:pPr marL="0" indent="0" algn="ctr">
              <a:buNone/>
            </a:pPr>
            <a:r>
              <a:rPr lang="en-US" sz="1400" b="1" kern="0" spc="400" dirty="0">
                <a:solidFill>
                  <a:srgbClr val="F6F6F6"/>
                </a:solidFill>
                <a:latin typeface="Calibri" pitchFamily="34" charset="0"/>
                <a:ea typeface="Calibri" pitchFamily="34" charset="-122"/>
                <a:cs typeface="Calibri" pitchFamily="34" charset="-120"/>
              </a:rPr>
              <a:t>땅 · TIERRA</a:t>
            </a:r>
            <a:endParaRPr lang="en-US" sz="1400" dirty="0"/>
          </a:p>
        </p:txBody>
      </p:sp>
      <p:sp>
        <p:nvSpPr>
          <p:cNvPr id="15" name="Text 13"/>
          <p:cNvSpPr/>
          <p:nvPr/>
        </p:nvSpPr>
        <p:spPr>
          <a:xfrm>
            <a:off x="4335628" y="5166360"/>
            <a:ext cx="3520440" cy="320040"/>
          </a:xfrm>
          <a:prstGeom prst="rect">
            <a:avLst/>
          </a:prstGeom>
          <a:noFill/>
          <a:ln/>
        </p:spPr>
        <p:txBody>
          <a:bodyPr wrap="square" lIns="0" tIns="0" rIns="0" bIns="0" rtlCol="0" anchor="ctr"/>
          <a:lstStyle/>
          <a:p>
            <a:pPr marL="0" indent="0" algn="ctr">
              <a:buNone/>
            </a:pPr>
            <a:r>
              <a:rPr lang="en-US" sz="1100" b="1" kern="0" spc="600" dirty="0">
                <a:solidFill>
                  <a:srgbClr val="EDE8FF"/>
                </a:solidFill>
                <a:latin typeface="Calibri" pitchFamily="34" charset="0"/>
                <a:ea typeface="Calibri" pitchFamily="34" charset="-122"/>
                <a:cs typeface="Calibri" pitchFamily="34" charset="-120"/>
              </a:rPr>
              <a:t>NOCHE</a:t>
            </a:r>
            <a:endParaRPr lang="en-US" sz="1100" dirty="0"/>
          </a:p>
        </p:txBody>
      </p:sp>
      <p:sp>
        <p:nvSpPr>
          <p:cNvPr id="16" name="Text 14"/>
          <p:cNvSpPr/>
          <p:nvPr/>
        </p:nvSpPr>
        <p:spPr>
          <a:xfrm>
            <a:off x="4335628" y="5669280"/>
            <a:ext cx="3520440" cy="457200"/>
          </a:xfrm>
          <a:prstGeom prst="rect">
            <a:avLst/>
          </a:prstGeom>
          <a:noFill/>
          <a:ln/>
        </p:spPr>
        <p:txBody>
          <a:bodyPr wrap="square" lIns="0" tIns="0" rIns="0" bIns="0" rtlCol="0" anchor="ctr"/>
          <a:lstStyle/>
          <a:p>
            <a:pPr marL="0" indent="0" algn="ctr">
              <a:buNone/>
            </a:pPr>
            <a:r>
              <a:rPr lang="en-US" sz="2200" i="1" dirty="0">
                <a:solidFill>
                  <a:srgbClr val="F6F6F6"/>
                </a:solidFill>
                <a:latin typeface="Calibri" pitchFamily="34" charset="0"/>
                <a:ea typeface="Calibri" pitchFamily="34" charset="-122"/>
                <a:cs typeface="Calibri" pitchFamily="34" charset="-120"/>
              </a:rPr>
              <a:t>[eu]</a:t>
            </a:r>
            <a:endParaRPr lang="en-US" sz="2200" dirty="0"/>
          </a:p>
        </p:txBody>
      </p:sp>
      <p:sp>
        <p:nvSpPr>
          <p:cNvPr id="17" name="Shape 15"/>
          <p:cNvSpPr/>
          <p:nvPr/>
        </p:nvSpPr>
        <p:spPr>
          <a:xfrm>
            <a:off x="8130388" y="2468880"/>
            <a:ext cx="3520440" cy="3840480"/>
          </a:xfrm>
          <a:prstGeom prst="roundRect">
            <a:avLst>
              <a:gd name="adj" fmla="val 5195"/>
            </a:avLst>
          </a:prstGeom>
          <a:solidFill>
            <a:srgbClr val="A79BFF"/>
          </a:solidFill>
          <a:ln w="12700">
            <a:solidFill>
              <a:srgbClr val="A79BFF"/>
            </a:solidFill>
            <a:prstDash val="solid"/>
          </a:ln>
        </p:spPr>
      </p:sp>
      <p:sp>
        <p:nvSpPr>
          <p:cNvPr id="18" name="Text 16"/>
          <p:cNvSpPr/>
          <p:nvPr/>
        </p:nvSpPr>
        <p:spPr>
          <a:xfrm>
            <a:off x="8130388" y="2697480"/>
            <a:ext cx="3520440" cy="1554480"/>
          </a:xfrm>
          <a:prstGeom prst="rect">
            <a:avLst/>
          </a:prstGeom>
          <a:noFill/>
          <a:ln/>
        </p:spPr>
        <p:txBody>
          <a:bodyPr wrap="square" lIns="0" tIns="0" rIns="0" bIns="0" rtlCol="0" anchor="ctr"/>
          <a:lstStyle/>
          <a:p>
            <a:pPr marL="0" indent="0" algn="ctr">
              <a:buNone/>
            </a:pPr>
            <a:r>
              <a:rPr lang="en-US" sz="11000" b="1" dirty="0">
                <a:solidFill>
                  <a:srgbClr val="F6F6F6"/>
                </a:solidFill>
                <a:latin typeface="Malgun Gothic" pitchFamily="34" charset="0"/>
                <a:ea typeface="Malgun Gothic" pitchFamily="34" charset="-122"/>
                <a:cs typeface="Malgun Gothic" pitchFamily="34" charset="-120"/>
              </a:rPr>
              <a:t>ㅣ</a:t>
            </a:r>
            <a:endParaRPr lang="en-US" sz="11000" dirty="0"/>
          </a:p>
        </p:txBody>
      </p:sp>
      <p:sp>
        <p:nvSpPr>
          <p:cNvPr id="19" name="Text 17"/>
          <p:cNvSpPr/>
          <p:nvPr/>
        </p:nvSpPr>
        <p:spPr>
          <a:xfrm>
            <a:off x="8130388" y="4297680"/>
            <a:ext cx="3520440" cy="320040"/>
          </a:xfrm>
          <a:prstGeom prst="rect">
            <a:avLst/>
          </a:prstGeom>
          <a:noFill/>
          <a:ln/>
        </p:spPr>
        <p:txBody>
          <a:bodyPr wrap="square" lIns="0" tIns="0" rIns="0" bIns="0" rtlCol="0" anchor="ctr"/>
          <a:lstStyle/>
          <a:p>
            <a:pPr marL="0" indent="0" algn="ctr">
              <a:buNone/>
            </a:pPr>
            <a:r>
              <a:rPr lang="en-US" sz="1200" i="1" dirty="0">
                <a:solidFill>
                  <a:srgbClr val="EDE8FF"/>
                </a:solidFill>
                <a:latin typeface="Calibri" pitchFamily="34" charset="0"/>
                <a:ea typeface="Calibri" pitchFamily="34" charset="-122"/>
                <a:cs typeface="Calibri" pitchFamily="34" charset="-120"/>
              </a:rPr>
              <a:t>línea vertical</a:t>
            </a:r>
            <a:endParaRPr lang="en-US" sz="1200" dirty="0"/>
          </a:p>
        </p:txBody>
      </p:sp>
      <p:sp>
        <p:nvSpPr>
          <p:cNvPr id="20" name="Text 18"/>
          <p:cNvSpPr/>
          <p:nvPr/>
        </p:nvSpPr>
        <p:spPr>
          <a:xfrm>
            <a:off x="8130388" y="4754880"/>
            <a:ext cx="3520440" cy="365760"/>
          </a:xfrm>
          <a:prstGeom prst="rect">
            <a:avLst/>
          </a:prstGeom>
          <a:noFill/>
          <a:ln/>
        </p:spPr>
        <p:txBody>
          <a:bodyPr wrap="square" lIns="0" tIns="0" rIns="0" bIns="0" rtlCol="0" anchor="ctr"/>
          <a:lstStyle/>
          <a:p>
            <a:pPr marL="0" indent="0" algn="ctr">
              <a:buNone/>
            </a:pPr>
            <a:r>
              <a:rPr lang="en-US" sz="1400" b="1" kern="0" spc="400" dirty="0">
                <a:solidFill>
                  <a:srgbClr val="F6F6F6"/>
                </a:solidFill>
                <a:latin typeface="Calibri" pitchFamily="34" charset="0"/>
                <a:ea typeface="Calibri" pitchFamily="34" charset="-122"/>
                <a:cs typeface="Calibri" pitchFamily="34" charset="-120"/>
              </a:rPr>
              <a:t>사람 · HUMANO</a:t>
            </a:r>
            <a:endParaRPr lang="en-US" sz="1400" dirty="0"/>
          </a:p>
        </p:txBody>
      </p:sp>
      <p:sp>
        <p:nvSpPr>
          <p:cNvPr id="21" name="Text 19"/>
          <p:cNvSpPr/>
          <p:nvPr/>
        </p:nvSpPr>
        <p:spPr>
          <a:xfrm>
            <a:off x="8130388" y="5166360"/>
            <a:ext cx="3520440" cy="320040"/>
          </a:xfrm>
          <a:prstGeom prst="rect">
            <a:avLst/>
          </a:prstGeom>
          <a:noFill/>
          <a:ln/>
        </p:spPr>
        <p:txBody>
          <a:bodyPr wrap="square" lIns="0" tIns="0" rIns="0" bIns="0" rtlCol="0" anchor="ctr"/>
          <a:lstStyle/>
          <a:p>
            <a:pPr marL="0" indent="0" algn="ctr">
              <a:buNone/>
            </a:pPr>
            <a:r>
              <a:rPr lang="en-US" sz="1100" b="1" kern="0" spc="600" dirty="0">
                <a:solidFill>
                  <a:srgbClr val="EDE8FF"/>
                </a:solidFill>
                <a:latin typeface="Calibri" pitchFamily="34" charset="0"/>
                <a:ea typeface="Calibri" pitchFamily="34" charset="-122"/>
                <a:cs typeface="Calibri" pitchFamily="34" charset="-120"/>
              </a:rPr>
              <a:t>EQUILIBRIO</a:t>
            </a:r>
            <a:endParaRPr lang="en-US" sz="1100" dirty="0"/>
          </a:p>
        </p:txBody>
      </p:sp>
      <p:sp>
        <p:nvSpPr>
          <p:cNvPr id="22" name="Text 20"/>
          <p:cNvSpPr/>
          <p:nvPr/>
        </p:nvSpPr>
        <p:spPr>
          <a:xfrm>
            <a:off x="8130388" y="5669280"/>
            <a:ext cx="3520440" cy="457200"/>
          </a:xfrm>
          <a:prstGeom prst="rect">
            <a:avLst/>
          </a:prstGeom>
          <a:noFill/>
          <a:ln/>
        </p:spPr>
        <p:txBody>
          <a:bodyPr wrap="square" lIns="0" tIns="0" rIns="0" bIns="0" rtlCol="0" anchor="ctr"/>
          <a:lstStyle/>
          <a:p>
            <a:pPr marL="0" indent="0" algn="ctr">
              <a:buNone/>
            </a:pPr>
            <a:r>
              <a:rPr lang="en-US" sz="2200" i="1" dirty="0">
                <a:solidFill>
                  <a:srgbClr val="F6F6F6"/>
                </a:solidFill>
                <a:latin typeface="Calibri" pitchFamily="34" charset="0"/>
                <a:ea typeface="Calibri" pitchFamily="34" charset="-122"/>
                <a:cs typeface="Calibri" pitchFamily="34" charset="-120"/>
              </a:rPr>
              <a:t>[i]</a:t>
            </a:r>
            <a:endParaRPr lang="en-US" sz="2200" dirty="0"/>
          </a:p>
        </p:txBody>
      </p:sp>
      <p:pic>
        <p:nvPicPr>
          <p:cNvPr id="23"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24" name="Text 21"/>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5" name="Text 22"/>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12</a:t>
            </a:r>
            <a:endParaRPr lang="en-US" sz="800" dirty="0"/>
          </a:p>
        </p:txBody>
      </p:sp>
    </p:spTree>
    <p:extLst>
      <p:ext uri="{BB962C8B-B14F-4D97-AF65-F5344CB8AC3E}">
        <p14:creationId xmlns:p14="http://schemas.microsoft.com/office/powerpoint/2010/main" val="260130763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13">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§1.9 · CIERRE DE LABIOS · 입술 오무림</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ㅗ y ㅜ — Cuando cielo y tierra se encuentran</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El punto (cielo) sobre la línea (tierra) → día.   El punto bajo la línea → noche.</a:t>
            </a:r>
            <a:endParaRPr lang="en-US" sz="1400" dirty="0"/>
          </a:p>
        </p:txBody>
      </p:sp>
      <p:sp>
        <p:nvSpPr>
          <p:cNvPr id="5" name="Shape 3"/>
          <p:cNvSpPr/>
          <p:nvPr/>
        </p:nvSpPr>
        <p:spPr>
          <a:xfrm>
            <a:off x="640080" y="2468880"/>
            <a:ext cx="5440680" cy="3840480"/>
          </a:xfrm>
          <a:prstGeom prst="roundRect">
            <a:avLst>
              <a:gd name="adj" fmla="val 5952"/>
            </a:avLst>
          </a:prstGeom>
          <a:solidFill>
            <a:srgbClr val="FE6768"/>
          </a:solidFill>
          <a:ln w="12700">
            <a:solidFill>
              <a:srgbClr val="FE6768"/>
            </a:solidFill>
            <a:prstDash val="solid"/>
          </a:ln>
        </p:spPr>
      </p:sp>
      <p:sp>
        <p:nvSpPr>
          <p:cNvPr id="6" name="Text 4"/>
          <p:cNvSpPr/>
          <p:nvPr/>
        </p:nvSpPr>
        <p:spPr>
          <a:xfrm>
            <a:off x="640080" y="2651760"/>
            <a:ext cx="5440680" cy="640080"/>
          </a:xfrm>
          <a:prstGeom prst="rect">
            <a:avLst/>
          </a:prstGeom>
          <a:noFill/>
          <a:ln/>
        </p:spPr>
        <p:txBody>
          <a:bodyPr wrap="square" lIns="0" tIns="0" rIns="0" bIns="0" rtlCol="0" anchor="ctr"/>
          <a:lstStyle/>
          <a:p>
            <a:pPr marL="0" indent="0" algn="ctr">
              <a:buNone/>
            </a:pPr>
            <a:r>
              <a:rPr lang="en-US" sz="2800" dirty="0">
                <a:solidFill>
                  <a:srgbClr val="F6F6F6"/>
                </a:solidFill>
                <a:latin typeface="Malgun Gothic" pitchFamily="34" charset="0"/>
                <a:ea typeface="Malgun Gothic" pitchFamily="34" charset="-122"/>
                <a:cs typeface="Malgun Gothic" pitchFamily="34" charset="-120"/>
              </a:rPr>
              <a:t>· + ㅡ → ㅗ</a:t>
            </a:r>
            <a:endParaRPr lang="en-US" sz="2800" dirty="0"/>
          </a:p>
        </p:txBody>
      </p:sp>
      <p:sp>
        <p:nvSpPr>
          <p:cNvPr id="7" name="Text 5"/>
          <p:cNvSpPr/>
          <p:nvPr/>
        </p:nvSpPr>
        <p:spPr>
          <a:xfrm>
            <a:off x="640080" y="3246120"/>
            <a:ext cx="5440680" cy="2103120"/>
          </a:xfrm>
          <a:prstGeom prst="rect">
            <a:avLst/>
          </a:prstGeom>
          <a:noFill/>
          <a:ln/>
        </p:spPr>
        <p:txBody>
          <a:bodyPr wrap="square" lIns="0" tIns="0" rIns="0" bIns="0" rtlCol="0" anchor="ctr"/>
          <a:lstStyle/>
          <a:p>
            <a:pPr marL="0" indent="0" algn="ctr">
              <a:buNone/>
            </a:pPr>
            <a:r>
              <a:rPr lang="en-US" sz="17000" b="1" dirty="0">
                <a:solidFill>
                  <a:srgbClr val="F6F6F6"/>
                </a:solidFill>
                <a:latin typeface="Malgun Gothic" pitchFamily="34" charset="0"/>
                <a:ea typeface="Malgun Gothic" pitchFamily="34" charset="-122"/>
                <a:cs typeface="Malgun Gothic" pitchFamily="34" charset="-120"/>
              </a:rPr>
              <a:t>ㅗ</a:t>
            </a:r>
            <a:endParaRPr lang="en-US" sz="17000" dirty="0"/>
          </a:p>
        </p:txBody>
      </p:sp>
      <p:pic>
        <p:nvPicPr>
          <p:cNvPr id="8" name="Image 0" descr="preencoded.png"/>
          <p:cNvPicPr>
            <a:picLocks noChangeAspect="1"/>
          </p:cNvPicPr>
          <p:nvPr/>
        </p:nvPicPr>
        <p:blipFill>
          <a:blip r:embed="rId3"/>
          <a:stretch>
            <a:fillRect/>
          </a:stretch>
        </p:blipFill>
        <p:spPr>
          <a:xfrm>
            <a:off x="914400" y="5486400"/>
            <a:ext cx="502920" cy="502920"/>
          </a:xfrm>
          <a:prstGeom prst="rect">
            <a:avLst/>
          </a:prstGeom>
        </p:spPr>
      </p:pic>
      <p:sp>
        <p:nvSpPr>
          <p:cNvPr id="9" name="Text 6"/>
          <p:cNvSpPr/>
          <p:nvPr/>
        </p:nvSpPr>
        <p:spPr>
          <a:xfrm>
            <a:off x="1508760" y="5532120"/>
            <a:ext cx="4297680" cy="411480"/>
          </a:xfrm>
          <a:prstGeom prst="rect">
            <a:avLst/>
          </a:prstGeom>
          <a:noFill/>
          <a:ln/>
        </p:spPr>
        <p:txBody>
          <a:bodyPr wrap="square" lIns="0" tIns="0" rIns="0" bIns="0" rtlCol="0" anchor="ctr"/>
          <a:lstStyle/>
          <a:p>
            <a:pPr marL="0" indent="0">
              <a:buNone/>
            </a:pPr>
            <a:r>
              <a:rPr lang="en-US" sz="1400" b="1" kern="0" spc="300" dirty="0">
                <a:solidFill>
                  <a:srgbClr val="F6F6F6"/>
                </a:solidFill>
                <a:latin typeface="Calibri" pitchFamily="34" charset="0"/>
                <a:ea typeface="Calibri" pitchFamily="34" charset="-122"/>
                <a:cs typeface="Calibri" pitchFamily="34" charset="-120"/>
              </a:rPr>
              <a:t>낮 · DÍA  ·  punto encima</a:t>
            </a:r>
            <a:endParaRPr lang="en-US" sz="1400" dirty="0"/>
          </a:p>
        </p:txBody>
      </p:sp>
      <p:sp>
        <p:nvSpPr>
          <p:cNvPr id="10" name="Shape 7"/>
          <p:cNvSpPr/>
          <p:nvPr/>
        </p:nvSpPr>
        <p:spPr>
          <a:xfrm>
            <a:off x="6126480" y="2468880"/>
            <a:ext cx="5440680" cy="3840480"/>
          </a:xfrm>
          <a:prstGeom prst="roundRect">
            <a:avLst>
              <a:gd name="adj" fmla="val 5952"/>
            </a:avLst>
          </a:prstGeom>
          <a:solidFill>
            <a:srgbClr val="4036ED"/>
          </a:solidFill>
          <a:ln w="12700">
            <a:solidFill>
              <a:srgbClr val="4036ED"/>
            </a:solidFill>
            <a:prstDash val="solid"/>
          </a:ln>
        </p:spPr>
      </p:sp>
      <p:sp>
        <p:nvSpPr>
          <p:cNvPr id="11" name="Text 8"/>
          <p:cNvSpPr/>
          <p:nvPr/>
        </p:nvSpPr>
        <p:spPr>
          <a:xfrm>
            <a:off x="6126480" y="2651760"/>
            <a:ext cx="5440680" cy="640080"/>
          </a:xfrm>
          <a:prstGeom prst="rect">
            <a:avLst/>
          </a:prstGeom>
          <a:noFill/>
          <a:ln/>
        </p:spPr>
        <p:txBody>
          <a:bodyPr wrap="square" lIns="0" tIns="0" rIns="0" bIns="0" rtlCol="0" anchor="ctr"/>
          <a:lstStyle/>
          <a:p>
            <a:pPr marL="0" indent="0" algn="ctr">
              <a:buNone/>
            </a:pPr>
            <a:r>
              <a:rPr lang="en-US" sz="2800" dirty="0">
                <a:solidFill>
                  <a:srgbClr val="F6F6F6"/>
                </a:solidFill>
                <a:latin typeface="Malgun Gothic" pitchFamily="34" charset="0"/>
                <a:ea typeface="Malgun Gothic" pitchFamily="34" charset="-122"/>
                <a:cs typeface="Malgun Gothic" pitchFamily="34" charset="-120"/>
              </a:rPr>
              <a:t>ㅡ + · → ㅜ</a:t>
            </a:r>
            <a:endParaRPr lang="en-US" sz="2800" dirty="0"/>
          </a:p>
        </p:txBody>
      </p:sp>
      <p:sp>
        <p:nvSpPr>
          <p:cNvPr id="12" name="Text 9"/>
          <p:cNvSpPr/>
          <p:nvPr/>
        </p:nvSpPr>
        <p:spPr>
          <a:xfrm>
            <a:off x="6126480" y="3246120"/>
            <a:ext cx="5440680" cy="2103120"/>
          </a:xfrm>
          <a:prstGeom prst="rect">
            <a:avLst/>
          </a:prstGeom>
          <a:noFill/>
          <a:ln/>
        </p:spPr>
        <p:txBody>
          <a:bodyPr wrap="square" lIns="0" tIns="0" rIns="0" bIns="0" rtlCol="0" anchor="ctr"/>
          <a:lstStyle/>
          <a:p>
            <a:pPr marL="0" indent="0" algn="ctr">
              <a:buNone/>
            </a:pPr>
            <a:r>
              <a:rPr lang="en-US" sz="17000" b="1" dirty="0">
                <a:solidFill>
                  <a:srgbClr val="F6F6F6"/>
                </a:solidFill>
                <a:latin typeface="Malgun Gothic" pitchFamily="34" charset="0"/>
                <a:ea typeface="Malgun Gothic" pitchFamily="34" charset="-122"/>
                <a:cs typeface="Malgun Gothic" pitchFamily="34" charset="-120"/>
              </a:rPr>
              <a:t>ㅜ</a:t>
            </a:r>
            <a:endParaRPr lang="en-US" sz="17000" dirty="0"/>
          </a:p>
        </p:txBody>
      </p:sp>
      <p:pic>
        <p:nvPicPr>
          <p:cNvPr id="13" name="Image 1" descr="preencoded.png"/>
          <p:cNvPicPr>
            <a:picLocks noChangeAspect="1"/>
          </p:cNvPicPr>
          <p:nvPr/>
        </p:nvPicPr>
        <p:blipFill>
          <a:blip r:embed="rId4"/>
          <a:stretch>
            <a:fillRect/>
          </a:stretch>
        </p:blipFill>
        <p:spPr>
          <a:xfrm>
            <a:off x="6400800" y="5486400"/>
            <a:ext cx="502920" cy="502920"/>
          </a:xfrm>
          <a:prstGeom prst="rect">
            <a:avLst/>
          </a:prstGeom>
        </p:spPr>
      </p:pic>
      <p:sp>
        <p:nvSpPr>
          <p:cNvPr id="14" name="Text 10"/>
          <p:cNvSpPr/>
          <p:nvPr/>
        </p:nvSpPr>
        <p:spPr>
          <a:xfrm>
            <a:off x="6995160" y="5532120"/>
            <a:ext cx="4297680" cy="411480"/>
          </a:xfrm>
          <a:prstGeom prst="rect">
            <a:avLst/>
          </a:prstGeom>
          <a:noFill/>
          <a:ln/>
        </p:spPr>
        <p:txBody>
          <a:bodyPr wrap="square" lIns="0" tIns="0" rIns="0" bIns="0" rtlCol="0" anchor="ctr"/>
          <a:lstStyle/>
          <a:p>
            <a:pPr marL="0" indent="0">
              <a:buNone/>
            </a:pPr>
            <a:r>
              <a:rPr lang="en-US" sz="1400" b="1" kern="0" spc="300" dirty="0">
                <a:solidFill>
                  <a:srgbClr val="F6F6F6"/>
                </a:solidFill>
                <a:latin typeface="Calibri" pitchFamily="34" charset="0"/>
                <a:ea typeface="Calibri" pitchFamily="34" charset="-122"/>
                <a:cs typeface="Calibri" pitchFamily="34" charset="-120"/>
              </a:rPr>
              <a:t>밤 · NOCHE  ·  punto debajo</a:t>
            </a:r>
            <a:endParaRPr lang="en-US" sz="1400" dirty="0"/>
          </a:p>
        </p:txBody>
      </p:sp>
      <p:pic>
        <p:nvPicPr>
          <p:cNvPr id="15" name="Image 2" descr="preencoded.png"/>
          <p:cNvPicPr>
            <a:picLocks noChangeAspect="1"/>
          </p:cNvPicPr>
          <p:nvPr/>
        </p:nvPicPr>
        <p:blipFill>
          <a:blip r:embed="rId5"/>
          <a:stretch>
            <a:fillRect/>
          </a:stretch>
        </p:blipFill>
        <p:spPr>
          <a:xfrm>
            <a:off x="11597335" y="182880"/>
            <a:ext cx="292608" cy="292608"/>
          </a:xfrm>
          <a:prstGeom prst="rect">
            <a:avLst/>
          </a:prstGeom>
        </p:spPr>
      </p:pic>
      <p:sp>
        <p:nvSpPr>
          <p:cNvPr id="16" name="Text 11"/>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17" name="Text 12"/>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13</a:t>
            </a:r>
            <a:endParaRPr lang="en-US" sz="8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14">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§1.9 · VOCAL</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 · ㅗ</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sonido similar a [o] de "oso"</a:t>
            </a:r>
            <a:endParaRPr lang="en-US" sz="1400" dirty="0"/>
          </a:p>
        </p:txBody>
      </p:sp>
      <p:pic>
        <p:nvPicPr>
          <p:cNvPr id="5" name="Image 0" descr="preencoded.png"/>
          <p:cNvPicPr>
            <a:picLocks noChangeAspect="1"/>
          </p:cNvPicPr>
          <p:nvPr/>
        </p:nvPicPr>
        <p:blipFill>
          <a:blip r:embed="rId3"/>
          <a:stretch>
            <a:fillRect/>
          </a:stretch>
        </p:blipFill>
        <p:spPr>
          <a:xfrm>
            <a:off x="11231575" y="822960"/>
            <a:ext cx="502920" cy="502920"/>
          </a:xfrm>
          <a:prstGeom prst="rect">
            <a:avLst/>
          </a:prstGeom>
        </p:spPr>
      </p:pic>
      <p:sp>
        <p:nvSpPr>
          <p:cNvPr id="6" name="Text 3"/>
          <p:cNvSpPr/>
          <p:nvPr/>
        </p:nvSpPr>
        <p:spPr>
          <a:xfrm>
            <a:off x="9768535" y="886968"/>
            <a:ext cx="141732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낮 · DÍA</a:t>
            </a:r>
            <a:endParaRPr lang="en-US" sz="1100" dirty="0"/>
          </a:p>
        </p:txBody>
      </p:sp>
      <p:sp>
        <p:nvSpPr>
          <p:cNvPr id="7" name="Shape 4"/>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5"/>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ㅗ</a:t>
            </a:r>
            <a:endParaRPr lang="en-US" sz="24000" dirty="0"/>
          </a:p>
        </p:txBody>
      </p:sp>
      <p:sp>
        <p:nvSpPr>
          <p:cNvPr id="9" name="Shape 6"/>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7"/>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8"/>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"o"</a:t>
            </a:r>
            <a:endParaRPr lang="en-US" sz="3800" dirty="0"/>
          </a:p>
        </p:txBody>
      </p:sp>
      <p:sp>
        <p:nvSpPr>
          <p:cNvPr id="12" name="Shape 9"/>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0"/>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1" descr="preencoded.png"/>
          <p:cNvPicPr>
            <a:picLocks noChangeAspect="1"/>
          </p:cNvPicPr>
          <p:nvPr/>
        </p:nvPicPr>
        <p:blipFill>
          <a:blip r:embed="rId4"/>
          <a:stretch>
            <a:fillRect/>
          </a:stretch>
        </p:blipFill>
        <p:spPr>
          <a:xfrm>
            <a:off x="6606540" y="4251960"/>
            <a:ext cx="1600200" cy="1600200"/>
          </a:xfrm>
          <a:prstGeom prst="rect">
            <a:avLst/>
          </a:prstGeom>
        </p:spPr>
      </p:pic>
      <p:sp>
        <p:nvSpPr>
          <p:cNvPr id="15" name="Text 11"/>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2 trazos</a:t>
            </a:r>
            <a:endParaRPr lang="en-US" sz="1200" dirty="0"/>
          </a:p>
        </p:txBody>
      </p:sp>
      <p:sp>
        <p:nvSpPr>
          <p:cNvPr id="16" name="Shape 12"/>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3"/>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4"/>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오빠</a:t>
            </a:r>
            <a:r>
              <a:rPr lang="en-US" sz="1300" i="1" dirty="0">
                <a:solidFill>
                  <a:srgbClr val="4A4A55"/>
                </a:solidFill>
              </a:rPr>
              <a:t>   hermano mayor</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코</a:t>
            </a:r>
            <a:r>
              <a:rPr lang="en-US" sz="1300" i="1" dirty="0">
                <a:solidFill>
                  <a:srgbClr val="4A4A55"/>
                </a:solidFill>
              </a:rPr>
              <a:t>   nariz</a:t>
            </a:r>
            <a:endParaRPr lang="en-US" sz="2200" dirty="0"/>
          </a:p>
        </p:txBody>
      </p:sp>
      <p:pic>
        <p:nvPicPr>
          <p:cNvPr id="19" name="Image 2" descr="preencoded.png"/>
          <p:cNvPicPr>
            <a:picLocks noChangeAspect="1"/>
          </p:cNvPicPr>
          <p:nvPr/>
        </p:nvPicPr>
        <p:blipFill>
          <a:blip r:embed="rId5"/>
          <a:stretch>
            <a:fillRect/>
          </a:stretch>
        </p:blipFill>
        <p:spPr>
          <a:xfrm>
            <a:off x="11597335" y="182880"/>
            <a:ext cx="292608" cy="292608"/>
          </a:xfrm>
          <a:prstGeom prst="rect">
            <a:avLst/>
          </a:prstGeom>
        </p:spPr>
      </p:pic>
      <p:sp>
        <p:nvSpPr>
          <p:cNvPr id="20" name="Text 1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14</a:t>
            </a:r>
            <a:endParaRPr lang="en-US" sz="8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15">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§1.9 · VOCAL</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 · ㅜ</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sonido similar a [u] de "uno"</a:t>
            </a:r>
            <a:endParaRPr lang="en-US" sz="1400" dirty="0"/>
          </a:p>
        </p:txBody>
      </p:sp>
      <p:pic>
        <p:nvPicPr>
          <p:cNvPr id="5" name="Image 0" descr="preencoded.png"/>
          <p:cNvPicPr>
            <a:picLocks noChangeAspect="1"/>
          </p:cNvPicPr>
          <p:nvPr/>
        </p:nvPicPr>
        <p:blipFill>
          <a:blip r:embed="rId3"/>
          <a:stretch>
            <a:fillRect/>
          </a:stretch>
        </p:blipFill>
        <p:spPr>
          <a:xfrm>
            <a:off x="11231575" y="822960"/>
            <a:ext cx="502920" cy="502920"/>
          </a:xfrm>
          <a:prstGeom prst="rect">
            <a:avLst/>
          </a:prstGeom>
        </p:spPr>
      </p:pic>
      <p:sp>
        <p:nvSpPr>
          <p:cNvPr id="6" name="Text 3"/>
          <p:cNvSpPr/>
          <p:nvPr/>
        </p:nvSpPr>
        <p:spPr>
          <a:xfrm>
            <a:off x="9768535" y="886968"/>
            <a:ext cx="1417320" cy="365760"/>
          </a:xfrm>
          <a:prstGeom prst="rect">
            <a:avLst/>
          </a:prstGeom>
          <a:noFill/>
          <a:ln/>
        </p:spPr>
        <p:txBody>
          <a:bodyPr wrap="square" lIns="0" tIns="0" rIns="0" bIns="0" rtlCol="0" anchor="ctr"/>
          <a:lstStyle/>
          <a:p>
            <a:pPr marL="0" indent="0" algn="r">
              <a:buNone/>
            </a:pPr>
            <a:r>
              <a:rPr lang="en-US" sz="1100" b="1" kern="0" spc="300" dirty="0">
                <a:solidFill>
                  <a:srgbClr val="4036ED"/>
                </a:solidFill>
                <a:latin typeface="Calibri" pitchFamily="34" charset="0"/>
                <a:ea typeface="Calibri" pitchFamily="34" charset="-122"/>
                <a:cs typeface="Calibri" pitchFamily="34" charset="-120"/>
              </a:rPr>
              <a:t>밤 · NOCHE</a:t>
            </a:r>
            <a:endParaRPr lang="en-US" sz="1100" dirty="0"/>
          </a:p>
        </p:txBody>
      </p:sp>
      <p:sp>
        <p:nvSpPr>
          <p:cNvPr id="7" name="Shape 4"/>
          <p:cNvSpPr/>
          <p:nvPr/>
        </p:nvSpPr>
        <p:spPr>
          <a:xfrm>
            <a:off x="640080" y="2606040"/>
            <a:ext cx="5120640" cy="3657600"/>
          </a:xfrm>
          <a:prstGeom prst="roundRect">
            <a:avLst>
              <a:gd name="adj" fmla="val 7500"/>
            </a:avLst>
          </a:prstGeom>
          <a:solidFill>
            <a:srgbClr val="4036ED"/>
          </a:solidFill>
          <a:ln w="12700">
            <a:solidFill>
              <a:srgbClr val="4036ED"/>
            </a:solidFill>
            <a:prstDash val="solid"/>
          </a:ln>
        </p:spPr>
      </p:sp>
      <p:sp>
        <p:nvSpPr>
          <p:cNvPr id="8" name="Text 5"/>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ㅜ</a:t>
            </a:r>
            <a:endParaRPr lang="en-US" sz="24000" dirty="0"/>
          </a:p>
        </p:txBody>
      </p:sp>
      <p:sp>
        <p:nvSpPr>
          <p:cNvPr id="9" name="Shape 6"/>
          <p:cNvSpPr/>
          <p:nvPr/>
        </p:nvSpPr>
        <p:spPr>
          <a:xfrm>
            <a:off x="6126480" y="2606040"/>
            <a:ext cx="5486400" cy="1097280"/>
          </a:xfrm>
          <a:prstGeom prst="roundRect">
            <a:avLst>
              <a:gd name="adj" fmla="val 12500"/>
            </a:avLst>
          </a:prstGeom>
          <a:solidFill>
            <a:srgbClr val="EDE8FF"/>
          </a:solidFill>
          <a:ln w="19050">
            <a:solidFill>
              <a:srgbClr val="4036ED"/>
            </a:solidFill>
            <a:prstDash val="solid"/>
          </a:ln>
        </p:spPr>
      </p:sp>
      <p:sp>
        <p:nvSpPr>
          <p:cNvPr id="10" name="Text 7"/>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4036ED"/>
                </a:solidFill>
                <a:latin typeface="Calibri" pitchFamily="34" charset="0"/>
                <a:ea typeface="Calibri" pitchFamily="34" charset="-122"/>
                <a:cs typeface="Calibri" pitchFamily="34" charset="-120"/>
              </a:rPr>
              <a:t>PRONUNCIACIÓN</a:t>
            </a:r>
            <a:endParaRPr lang="en-US" sz="900" dirty="0"/>
          </a:p>
        </p:txBody>
      </p:sp>
      <p:sp>
        <p:nvSpPr>
          <p:cNvPr id="11" name="Text 8"/>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"u"</a:t>
            </a:r>
            <a:endParaRPr lang="en-US" sz="3800" dirty="0"/>
          </a:p>
        </p:txBody>
      </p:sp>
      <p:sp>
        <p:nvSpPr>
          <p:cNvPr id="12" name="Shape 9"/>
          <p:cNvSpPr/>
          <p:nvPr/>
        </p:nvSpPr>
        <p:spPr>
          <a:xfrm>
            <a:off x="6126480" y="3840480"/>
            <a:ext cx="2560320" cy="2423160"/>
          </a:xfrm>
          <a:prstGeom prst="roundRect">
            <a:avLst>
              <a:gd name="adj" fmla="val 5660"/>
            </a:avLst>
          </a:prstGeom>
          <a:solidFill>
            <a:srgbClr val="F6F6F6"/>
          </a:solidFill>
          <a:ln w="19050">
            <a:solidFill>
              <a:srgbClr val="4036ED"/>
            </a:solidFill>
            <a:prstDash val="solid"/>
          </a:ln>
        </p:spPr>
      </p:sp>
      <p:sp>
        <p:nvSpPr>
          <p:cNvPr id="13" name="Text 10"/>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4036ED"/>
                </a:solidFill>
                <a:latin typeface="Calibri" pitchFamily="34" charset="0"/>
                <a:ea typeface="Calibri" pitchFamily="34" charset="-122"/>
                <a:cs typeface="Calibri" pitchFamily="34" charset="-120"/>
              </a:rPr>
              <a:t>ORDEN DE TRAZO</a:t>
            </a:r>
            <a:endParaRPr lang="en-US" sz="900" dirty="0"/>
          </a:p>
        </p:txBody>
      </p:sp>
      <p:pic>
        <p:nvPicPr>
          <p:cNvPr id="14" name="Image 1" descr="preencoded.png"/>
          <p:cNvPicPr>
            <a:picLocks noChangeAspect="1"/>
          </p:cNvPicPr>
          <p:nvPr/>
        </p:nvPicPr>
        <p:blipFill>
          <a:blip r:embed="rId4"/>
          <a:stretch>
            <a:fillRect/>
          </a:stretch>
        </p:blipFill>
        <p:spPr>
          <a:xfrm>
            <a:off x="6606540" y="4251960"/>
            <a:ext cx="1600200" cy="1600200"/>
          </a:xfrm>
          <a:prstGeom prst="rect">
            <a:avLst/>
          </a:prstGeom>
        </p:spPr>
      </p:pic>
      <p:sp>
        <p:nvSpPr>
          <p:cNvPr id="15" name="Text 11"/>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2 trazos</a:t>
            </a:r>
            <a:endParaRPr lang="en-US" sz="1200" dirty="0"/>
          </a:p>
        </p:txBody>
      </p:sp>
      <p:sp>
        <p:nvSpPr>
          <p:cNvPr id="16" name="Shape 12"/>
          <p:cNvSpPr/>
          <p:nvPr/>
        </p:nvSpPr>
        <p:spPr>
          <a:xfrm>
            <a:off x="8869680" y="3840480"/>
            <a:ext cx="2743200" cy="2423160"/>
          </a:xfrm>
          <a:prstGeom prst="roundRect">
            <a:avLst>
              <a:gd name="adj" fmla="val 5660"/>
            </a:avLst>
          </a:prstGeom>
          <a:solidFill>
            <a:srgbClr val="EDE8FF"/>
          </a:solidFill>
          <a:ln w="19050">
            <a:solidFill>
              <a:srgbClr val="4036ED"/>
            </a:solidFill>
            <a:prstDash val="solid"/>
          </a:ln>
        </p:spPr>
      </p:sp>
      <p:sp>
        <p:nvSpPr>
          <p:cNvPr id="17" name="Text 13"/>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4036ED"/>
                </a:solidFill>
                <a:latin typeface="Calibri" pitchFamily="34" charset="0"/>
                <a:ea typeface="Calibri" pitchFamily="34" charset="-122"/>
                <a:cs typeface="Calibri" pitchFamily="34" charset="-120"/>
              </a:rPr>
              <a:t>EJEMPLOS</a:t>
            </a:r>
            <a:endParaRPr lang="en-US" sz="900" dirty="0"/>
          </a:p>
        </p:txBody>
      </p:sp>
      <p:sp>
        <p:nvSpPr>
          <p:cNvPr id="18" name="Text 14"/>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우유</a:t>
            </a:r>
            <a:r>
              <a:rPr lang="en-US" sz="1300" i="1" dirty="0">
                <a:solidFill>
                  <a:srgbClr val="4A4A55"/>
                </a:solidFill>
              </a:rPr>
              <a:t>   leche</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구두</a:t>
            </a:r>
            <a:r>
              <a:rPr lang="en-US" sz="1300" i="1" dirty="0">
                <a:solidFill>
                  <a:srgbClr val="4A4A55"/>
                </a:solidFill>
              </a:rPr>
              <a:t>   zapatos</a:t>
            </a:r>
            <a:endParaRPr lang="en-US" sz="2200" dirty="0"/>
          </a:p>
        </p:txBody>
      </p:sp>
      <p:pic>
        <p:nvPicPr>
          <p:cNvPr id="19" name="Image 2" descr="preencoded.png"/>
          <p:cNvPicPr>
            <a:picLocks noChangeAspect="1"/>
          </p:cNvPicPr>
          <p:nvPr/>
        </p:nvPicPr>
        <p:blipFill>
          <a:blip r:embed="rId5"/>
          <a:stretch>
            <a:fillRect/>
          </a:stretch>
        </p:blipFill>
        <p:spPr>
          <a:xfrm>
            <a:off x="11597335" y="182880"/>
            <a:ext cx="292608" cy="292608"/>
          </a:xfrm>
          <a:prstGeom prst="rect">
            <a:avLst/>
          </a:prstGeom>
        </p:spPr>
      </p:pic>
      <p:sp>
        <p:nvSpPr>
          <p:cNvPr id="20" name="Text 1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15</a:t>
            </a:r>
            <a:endParaRPr lang="en-US" sz="8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16">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§1.10 · APERTURA DE LABIOS · 입술 벌림</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ㅏ y ㅓ — Cuando el humano se suma</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El punto (cielo/tierra) al lado del humano ㅣ — afuera = día, adentro = noche.</a:t>
            </a:r>
            <a:endParaRPr lang="en-US" sz="1400" dirty="0"/>
          </a:p>
        </p:txBody>
      </p:sp>
      <p:sp>
        <p:nvSpPr>
          <p:cNvPr id="5" name="Shape 3"/>
          <p:cNvSpPr/>
          <p:nvPr/>
        </p:nvSpPr>
        <p:spPr>
          <a:xfrm>
            <a:off x="640080" y="2468880"/>
            <a:ext cx="5440680" cy="3840480"/>
          </a:xfrm>
          <a:prstGeom prst="roundRect">
            <a:avLst>
              <a:gd name="adj" fmla="val 5952"/>
            </a:avLst>
          </a:prstGeom>
          <a:solidFill>
            <a:srgbClr val="FE6768"/>
          </a:solidFill>
          <a:ln w="12700">
            <a:solidFill>
              <a:srgbClr val="FE6768"/>
            </a:solidFill>
            <a:prstDash val="solid"/>
          </a:ln>
        </p:spPr>
      </p:sp>
      <p:sp>
        <p:nvSpPr>
          <p:cNvPr id="6" name="Text 4"/>
          <p:cNvSpPr/>
          <p:nvPr/>
        </p:nvSpPr>
        <p:spPr>
          <a:xfrm>
            <a:off x="640080" y="2651760"/>
            <a:ext cx="5440680" cy="640080"/>
          </a:xfrm>
          <a:prstGeom prst="rect">
            <a:avLst/>
          </a:prstGeom>
          <a:noFill/>
          <a:ln/>
        </p:spPr>
        <p:txBody>
          <a:bodyPr wrap="square" lIns="0" tIns="0" rIns="0" bIns="0" rtlCol="0" anchor="ctr"/>
          <a:lstStyle/>
          <a:p>
            <a:pPr marL="0" indent="0" algn="ctr">
              <a:buNone/>
            </a:pPr>
            <a:r>
              <a:rPr lang="en-US" sz="2800" dirty="0">
                <a:solidFill>
                  <a:srgbClr val="F6F6F6"/>
                </a:solidFill>
                <a:latin typeface="Malgun Gothic" pitchFamily="34" charset="0"/>
                <a:ea typeface="Malgun Gothic" pitchFamily="34" charset="-122"/>
                <a:cs typeface="Malgun Gothic" pitchFamily="34" charset="-120"/>
              </a:rPr>
              <a:t>ㅣ + · → ㅏ</a:t>
            </a:r>
            <a:endParaRPr lang="en-US" sz="2800" dirty="0"/>
          </a:p>
        </p:txBody>
      </p:sp>
      <p:sp>
        <p:nvSpPr>
          <p:cNvPr id="7" name="Text 5"/>
          <p:cNvSpPr/>
          <p:nvPr/>
        </p:nvSpPr>
        <p:spPr>
          <a:xfrm>
            <a:off x="640080" y="3246120"/>
            <a:ext cx="5440680" cy="2103120"/>
          </a:xfrm>
          <a:prstGeom prst="rect">
            <a:avLst/>
          </a:prstGeom>
          <a:noFill/>
          <a:ln/>
        </p:spPr>
        <p:txBody>
          <a:bodyPr wrap="square" lIns="0" tIns="0" rIns="0" bIns="0" rtlCol="0" anchor="ctr"/>
          <a:lstStyle/>
          <a:p>
            <a:pPr marL="0" indent="0" algn="ctr">
              <a:buNone/>
            </a:pPr>
            <a:r>
              <a:rPr lang="en-US" sz="17000" b="1" dirty="0">
                <a:solidFill>
                  <a:srgbClr val="F6F6F6"/>
                </a:solidFill>
                <a:latin typeface="Malgun Gothic" pitchFamily="34" charset="0"/>
                <a:ea typeface="Malgun Gothic" pitchFamily="34" charset="-122"/>
                <a:cs typeface="Malgun Gothic" pitchFamily="34" charset="-120"/>
              </a:rPr>
              <a:t>ㅏ</a:t>
            </a:r>
            <a:endParaRPr lang="en-US" sz="17000" dirty="0"/>
          </a:p>
        </p:txBody>
      </p:sp>
      <p:pic>
        <p:nvPicPr>
          <p:cNvPr id="8" name="Image 0" descr="preencoded.png"/>
          <p:cNvPicPr>
            <a:picLocks noChangeAspect="1"/>
          </p:cNvPicPr>
          <p:nvPr/>
        </p:nvPicPr>
        <p:blipFill>
          <a:blip r:embed="rId3"/>
          <a:stretch>
            <a:fillRect/>
          </a:stretch>
        </p:blipFill>
        <p:spPr>
          <a:xfrm>
            <a:off x="914400" y="5486400"/>
            <a:ext cx="502920" cy="502920"/>
          </a:xfrm>
          <a:prstGeom prst="rect">
            <a:avLst/>
          </a:prstGeom>
        </p:spPr>
      </p:pic>
      <p:sp>
        <p:nvSpPr>
          <p:cNvPr id="9" name="Text 6"/>
          <p:cNvSpPr/>
          <p:nvPr/>
        </p:nvSpPr>
        <p:spPr>
          <a:xfrm>
            <a:off x="1508760" y="5532120"/>
            <a:ext cx="4297680" cy="411480"/>
          </a:xfrm>
          <a:prstGeom prst="rect">
            <a:avLst/>
          </a:prstGeom>
          <a:noFill/>
          <a:ln/>
        </p:spPr>
        <p:txBody>
          <a:bodyPr wrap="square" lIns="0" tIns="0" rIns="0" bIns="0" rtlCol="0" anchor="ctr"/>
          <a:lstStyle/>
          <a:p>
            <a:pPr marL="0" indent="0">
              <a:buNone/>
            </a:pPr>
            <a:r>
              <a:rPr lang="en-US" sz="1400" b="1" kern="0" spc="300" dirty="0">
                <a:solidFill>
                  <a:srgbClr val="F6F6F6"/>
                </a:solidFill>
                <a:latin typeface="Calibri" pitchFamily="34" charset="0"/>
                <a:ea typeface="Calibri" pitchFamily="34" charset="-122"/>
                <a:cs typeface="Calibri" pitchFamily="34" charset="-120"/>
              </a:rPr>
              <a:t>낮 · DÍA  ·  punto afuera</a:t>
            </a:r>
            <a:endParaRPr lang="en-US" sz="1400" dirty="0"/>
          </a:p>
        </p:txBody>
      </p:sp>
      <p:sp>
        <p:nvSpPr>
          <p:cNvPr id="10" name="Shape 7"/>
          <p:cNvSpPr/>
          <p:nvPr/>
        </p:nvSpPr>
        <p:spPr>
          <a:xfrm>
            <a:off x="6126480" y="2468880"/>
            <a:ext cx="5440680" cy="3840480"/>
          </a:xfrm>
          <a:prstGeom prst="roundRect">
            <a:avLst>
              <a:gd name="adj" fmla="val 5952"/>
            </a:avLst>
          </a:prstGeom>
          <a:solidFill>
            <a:srgbClr val="4036ED"/>
          </a:solidFill>
          <a:ln w="12700">
            <a:solidFill>
              <a:srgbClr val="4036ED"/>
            </a:solidFill>
            <a:prstDash val="solid"/>
          </a:ln>
        </p:spPr>
      </p:sp>
      <p:sp>
        <p:nvSpPr>
          <p:cNvPr id="11" name="Text 8"/>
          <p:cNvSpPr/>
          <p:nvPr/>
        </p:nvSpPr>
        <p:spPr>
          <a:xfrm>
            <a:off x="6126480" y="2651760"/>
            <a:ext cx="5440680" cy="640080"/>
          </a:xfrm>
          <a:prstGeom prst="rect">
            <a:avLst/>
          </a:prstGeom>
          <a:noFill/>
          <a:ln/>
        </p:spPr>
        <p:txBody>
          <a:bodyPr wrap="square" lIns="0" tIns="0" rIns="0" bIns="0" rtlCol="0" anchor="ctr"/>
          <a:lstStyle/>
          <a:p>
            <a:pPr marL="0" indent="0" algn="ctr">
              <a:buNone/>
            </a:pPr>
            <a:r>
              <a:rPr lang="en-US" sz="2800" dirty="0">
                <a:solidFill>
                  <a:srgbClr val="F6F6F6"/>
                </a:solidFill>
                <a:latin typeface="Malgun Gothic" pitchFamily="34" charset="0"/>
                <a:ea typeface="Malgun Gothic" pitchFamily="34" charset="-122"/>
                <a:cs typeface="Malgun Gothic" pitchFamily="34" charset="-120"/>
              </a:rPr>
              <a:t>· + ㅣ → ㅓ</a:t>
            </a:r>
            <a:endParaRPr lang="en-US" sz="2800" dirty="0"/>
          </a:p>
        </p:txBody>
      </p:sp>
      <p:sp>
        <p:nvSpPr>
          <p:cNvPr id="12" name="Text 9"/>
          <p:cNvSpPr/>
          <p:nvPr/>
        </p:nvSpPr>
        <p:spPr>
          <a:xfrm>
            <a:off x="6126480" y="3246120"/>
            <a:ext cx="5440680" cy="2103120"/>
          </a:xfrm>
          <a:prstGeom prst="rect">
            <a:avLst/>
          </a:prstGeom>
          <a:noFill/>
          <a:ln/>
        </p:spPr>
        <p:txBody>
          <a:bodyPr wrap="square" lIns="0" tIns="0" rIns="0" bIns="0" rtlCol="0" anchor="ctr"/>
          <a:lstStyle/>
          <a:p>
            <a:pPr marL="0" indent="0" algn="ctr">
              <a:buNone/>
            </a:pPr>
            <a:r>
              <a:rPr lang="en-US" sz="17000" b="1" dirty="0">
                <a:solidFill>
                  <a:srgbClr val="F6F6F6"/>
                </a:solidFill>
                <a:latin typeface="Malgun Gothic" pitchFamily="34" charset="0"/>
                <a:ea typeface="Malgun Gothic" pitchFamily="34" charset="-122"/>
                <a:cs typeface="Malgun Gothic" pitchFamily="34" charset="-120"/>
              </a:rPr>
              <a:t>ㅓ</a:t>
            </a:r>
            <a:endParaRPr lang="en-US" sz="17000" dirty="0"/>
          </a:p>
        </p:txBody>
      </p:sp>
      <p:pic>
        <p:nvPicPr>
          <p:cNvPr id="13" name="Image 1" descr="preencoded.png"/>
          <p:cNvPicPr>
            <a:picLocks noChangeAspect="1"/>
          </p:cNvPicPr>
          <p:nvPr/>
        </p:nvPicPr>
        <p:blipFill>
          <a:blip r:embed="rId4"/>
          <a:stretch>
            <a:fillRect/>
          </a:stretch>
        </p:blipFill>
        <p:spPr>
          <a:xfrm>
            <a:off x="6400800" y="5486400"/>
            <a:ext cx="502920" cy="502920"/>
          </a:xfrm>
          <a:prstGeom prst="rect">
            <a:avLst/>
          </a:prstGeom>
        </p:spPr>
      </p:pic>
      <p:sp>
        <p:nvSpPr>
          <p:cNvPr id="14" name="Text 10"/>
          <p:cNvSpPr/>
          <p:nvPr/>
        </p:nvSpPr>
        <p:spPr>
          <a:xfrm>
            <a:off x="6995160" y="5532120"/>
            <a:ext cx="4297680" cy="411480"/>
          </a:xfrm>
          <a:prstGeom prst="rect">
            <a:avLst/>
          </a:prstGeom>
          <a:noFill/>
          <a:ln/>
        </p:spPr>
        <p:txBody>
          <a:bodyPr wrap="square" lIns="0" tIns="0" rIns="0" bIns="0" rtlCol="0" anchor="ctr"/>
          <a:lstStyle/>
          <a:p>
            <a:pPr marL="0" indent="0">
              <a:buNone/>
            </a:pPr>
            <a:r>
              <a:rPr lang="en-US" sz="1400" b="1" kern="0" spc="300" dirty="0">
                <a:solidFill>
                  <a:srgbClr val="F6F6F6"/>
                </a:solidFill>
                <a:latin typeface="Calibri" pitchFamily="34" charset="0"/>
                <a:ea typeface="Calibri" pitchFamily="34" charset="-122"/>
                <a:cs typeface="Calibri" pitchFamily="34" charset="-120"/>
              </a:rPr>
              <a:t>밤 · NOCHE  ·  punto adentro</a:t>
            </a:r>
            <a:endParaRPr lang="en-US" sz="1400" dirty="0"/>
          </a:p>
        </p:txBody>
      </p:sp>
      <p:pic>
        <p:nvPicPr>
          <p:cNvPr id="15" name="Image 2" descr="preencoded.png"/>
          <p:cNvPicPr>
            <a:picLocks noChangeAspect="1"/>
          </p:cNvPicPr>
          <p:nvPr/>
        </p:nvPicPr>
        <p:blipFill>
          <a:blip r:embed="rId5"/>
          <a:stretch>
            <a:fillRect/>
          </a:stretch>
        </p:blipFill>
        <p:spPr>
          <a:xfrm>
            <a:off x="11597335" y="182880"/>
            <a:ext cx="292608" cy="292608"/>
          </a:xfrm>
          <a:prstGeom prst="rect">
            <a:avLst/>
          </a:prstGeom>
        </p:spPr>
      </p:pic>
      <p:sp>
        <p:nvSpPr>
          <p:cNvPr id="16" name="Text 11"/>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17" name="Text 12"/>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16</a:t>
            </a:r>
            <a:endParaRPr lang="en-US" sz="8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17">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§1.10 · VOCAL</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 · ㅏ</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sonido similar a [a] de "casa"</a:t>
            </a:r>
            <a:endParaRPr lang="en-US" sz="1400" dirty="0"/>
          </a:p>
        </p:txBody>
      </p:sp>
      <p:pic>
        <p:nvPicPr>
          <p:cNvPr id="5" name="Image 0" descr="preencoded.png"/>
          <p:cNvPicPr>
            <a:picLocks noChangeAspect="1"/>
          </p:cNvPicPr>
          <p:nvPr/>
        </p:nvPicPr>
        <p:blipFill>
          <a:blip r:embed="rId3"/>
          <a:stretch>
            <a:fillRect/>
          </a:stretch>
        </p:blipFill>
        <p:spPr>
          <a:xfrm>
            <a:off x="11231575" y="822960"/>
            <a:ext cx="502920" cy="502920"/>
          </a:xfrm>
          <a:prstGeom prst="rect">
            <a:avLst/>
          </a:prstGeom>
        </p:spPr>
      </p:pic>
      <p:sp>
        <p:nvSpPr>
          <p:cNvPr id="6" name="Text 3"/>
          <p:cNvSpPr/>
          <p:nvPr/>
        </p:nvSpPr>
        <p:spPr>
          <a:xfrm>
            <a:off x="9768535" y="886968"/>
            <a:ext cx="141732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낮 · DÍA</a:t>
            </a:r>
            <a:endParaRPr lang="en-US" sz="1100" dirty="0"/>
          </a:p>
        </p:txBody>
      </p:sp>
      <p:sp>
        <p:nvSpPr>
          <p:cNvPr id="7" name="Shape 4"/>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5"/>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ㅏ</a:t>
            </a:r>
            <a:endParaRPr lang="en-US" sz="24000" dirty="0"/>
          </a:p>
        </p:txBody>
      </p:sp>
      <p:sp>
        <p:nvSpPr>
          <p:cNvPr id="9" name="Shape 6"/>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7"/>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8"/>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"a"</a:t>
            </a:r>
            <a:endParaRPr lang="en-US" sz="3800" dirty="0"/>
          </a:p>
        </p:txBody>
      </p:sp>
      <p:sp>
        <p:nvSpPr>
          <p:cNvPr id="12" name="Shape 9"/>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0"/>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1" descr="preencoded.png"/>
          <p:cNvPicPr>
            <a:picLocks noChangeAspect="1"/>
          </p:cNvPicPr>
          <p:nvPr/>
        </p:nvPicPr>
        <p:blipFill>
          <a:blip r:embed="rId4"/>
          <a:stretch>
            <a:fillRect/>
          </a:stretch>
        </p:blipFill>
        <p:spPr>
          <a:xfrm>
            <a:off x="6606540" y="4251960"/>
            <a:ext cx="1600200" cy="1600200"/>
          </a:xfrm>
          <a:prstGeom prst="rect">
            <a:avLst/>
          </a:prstGeom>
        </p:spPr>
      </p:pic>
      <p:sp>
        <p:nvSpPr>
          <p:cNvPr id="15" name="Text 11"/>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2 trazos</a:t>
            </a:r>
            <a:endParaRPr lang="en-US" sz="1200" dirty="0"/>
          </a:p>
        </p:txBody>
      </p:sp>
      <p:sp>
        <p:nvSpPr>
          <p:cNvPr id="16" name="Shape 12"/>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3"/>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4"/>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아빠</a:t>
            </a:r>
            <a:r>
              <a:rPr lang="en-US" sz="1300" i="1" dirty="0">
                <a:solidFill>
                  <a:srgbClr val="4A4A55"/>
                </a:solidFill>
              </a:rPr>
              <a:t>   papá</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말</a:t>
            </a:r>
            <a:r>
              <a:rPr lang="en-US" sz="1300" i="1" dirty="0">
                <a:solidFill>
                  <a:srgbClr val="4A4A55"/>
                </a:solidFill>
              </a:rPr>
              <a:t>   caballo</a:t>
            </a:r>
            <a:endParaRPr lang="en-US" sz="2200" dirty="0"/>
          </a:p>
        </p:txBody>
      </p:sp>
      <p:pic>
        <p:nvPicPr>
          <p:cNvPr id="19" name="Image 2" descr="preencoded.png"/>
          <p:cNvPicPr>
            <a:picLocks noChangeAspect="1"/>
          </p:cNvPicPr>
          <p:nvPr/>
        </p:nvPicPr>
        <p:blipFill>
          <a:blip r:embed="rId5"/>
          <a:stretch>
            <a:fillRect/>
          </a:stretch>
        </p:blipFill>
        <p:spPr>
          <a:xfrm>
            <a:off x="11597335" y="182880"/>
            <a:ext cx="292608" cy="292608"/>
          </a:xfrm>
          <a:prstGeom prst="rect">
            <a:avLst/>
          </a:prstGeom>
        </p:spPr>
      </p:pic>
      <p:sp>
        <p:nvSpPr>
          <p:cNvPr id="20" name="Text 1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17</a:t>
            </a:r>
            <a:endParaRPr lang="en-US" sz="8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18">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§1.10 · VOCAL</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 · ㅓ</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algo entre [e] y [o] sin redondear los labios</a:t>
            </a:r>
            <a:endParaRPr lang="en-US" sz="1400" dirty="0"/>
          </a:p>
        </p:txBody>
      </p:sp>
      <p:pic>
        <p:nvPicPr>
          <p:cNvPr id="5" name="Image 0" descr="preencoded.png"/>
          <p:cNvPicPr>
            <a:picLocks noChangeAspect="1"/>
          </p:cNvPicPr>
          <p:nvPr/>
        </p:nvPicPr>
        <p:blipFill>
          <a:blip r:embed="rId3"/>
          <a:stretch>
            <a:fillRect/>
          </a:stretch>
        </p:blipFill>
        <p:spPr>
          <a:xfrm>
            <a:off x="11231575" y="822960"/>
            <a:ext cx="502920" cy="502920"/>
          </a:xfrm>
          <a:prstGeom prst="rect">
            <a:avLst/>
          </a:prstGeom>
        </p:spPr>
      </p:pic>
      <p:sp>
        <p:nvSpPr>
          <p:cNvPr id="6" name="Text 3"/>
          <p:cNvSpPr/>
          <p:nvPr/>
        </p:nvSpPr>
        <p:spPr>
          <a:xfrm>
            <a:off x="9768535" y="886968"/>
            <a:ext cx="1417320" cy="365760"/>
          </a:xfrm>
          <a:prstGeom prst="rect">
            <a:avLst/>
          </a:prstGeom>
          <a:noFill/>
          <a:ln/>
        </p:spPr>
        <p:txBody>
          <a:bodyPr wrap="square" lIns="0" tIns="0" rIns="0" bIns="0" rtlCol="0" anchor="ctr"/>
          <a:lstStyle/>
          <a:p>
            <a:pPr marL="0" indent="0" algn="r">
              <a:buNone/>
            </a:pPr>
            <a:r>
              <a:rPr lang="en-US" sz="1100" b="1" kern="0" spc="300" dirty="0">
                <a:solidFill>
                  <a:srgbClr val="4036ED"/>
                </a:solidFill>
                <a:latin typeface="Calibri" pitchFamily="34" charset="0"/>
                <a:ea typeface="Calibri" pitchFamily="34" charset="-122"/>
                <a:cs typeface="Calibri" pitchFamily="34" charset="-120"/>
              </a:rPr>
              <a:t>밤 · NOCHE</a:t>
            </a:r>
            <a:endParaRPr lang="en-US" sz="1100" dirty="0"/>
          </a:p>
        </p:txBody>
      </p:sp>
      <p:sp>
        <p:nvSpPr>
          <p:cNvPr id="7" name="Shape 4"/>
          <p:cNvSpPr/>
          <p:nvPr/>
        </p:nvSpPr>
        <p:spPr>
          <a:xfrm>
            <a:off x="640080" y="2606040"/>
            <a:ext cx="5120640" cy="3657600"/>
          </a:xfrm>
          <a:prstGeom prst="roundRect">
            <a:avLst>
              <a:gd name="adj" fmla="val 7500"/>
            </a:avLst>
          </a:prstGeom>
          <a:solidFill>
            <a:srgbClr val="4036ED"/>
          </a:solidFill>
          <a:ln w="12700">
            <a:solidFill>
              <a:srgbClr val="4036ED"/>
            </a:solidFill>
            <a:prstDash val="solid"/>
          </a:ln>
        </p:spPr>
      </p:sp>
      <p:sp>
        <p:nvSpPr>
          <p:cNvPr id="8" name="Text 5"/>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ㅓ</a:t>
            </a:r>
            <a:endParaRPr lang="en-US" sz="24000" dirty="0"/>
          </a:p>
        </p:txBody>
      </p:sp>
      <p:sp>
        <p:nvSpPr>
          <p:cNvPr id="9" name="Shape 6"/>
          <p:cNvSpPr/>
          <p:nvPr/>
        </p:nvSpPr>
        <p:spPr>
          <a:xfrm>
            <a:off x="6126480" y="2606040"/>
            <a:ext cx="5486400" cy="1097280"/>
          </a:xfrm>
          <a:prstGeom prst="roundRect">
            <a:avLst>
              <a:gd name="adj" fmla="val 12500"/>
            </a:avLst>
          </a:prstGeom>
          <a:solidFill>
            <a:srgbClr val="EDE8FF"/>
          </a:solidFill>
          <a:ln w="19050">
            <a:solidFill>
              <a:srgbClr val="4036ED"/>
            </a:solidFill>
            <a:prstDash val="solid"/>
          </a:ln>
        </p:spPr>
      </p:sp>
      <p:sp>
        <p:nvSpPr>
          <p:cNvPr id="10" name="Text 7"/>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4036ED"/>
                </a:solidFill>
                <a:latin typeface="Calibri" pitchFamily="34" charset="0"/>
                <a:ea typeface="Calibri" pitchFamily="34" charset="-122"/>
                <a:cs typeface="Calibri" pitchFamily="34" charset="-120"/>
              </a:rPr>
              <a:t>PRONUNCIACIÓN</a:t>
            </a:r>
            <a:endParaRPr lang="en-US" sz="900" dirty="0"/>
          </a:p>
        </p:txBody>
      </p:sp>
      <p:sp>
        <p:nvSpPr>
          <p:cNvPr id="11" name="Text 8"/>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"eo"</a:t>
            </a:r>
            <a:endParaRPr lang="en-US" sz="3800" dirty="0"/>
          </a:p>
        </p:txBody>
      </p:sp>
      <p:sp>
        <p:nvSpPr>
          <p:cNvPr id="12" name="Shape 9"/>
          <p:cNvSpPr/>
          <p:nvPr/>
        </p:nvSpPr>
        <p:spPr>
          <a:xfrm>
            <a:off x="6126480" y="3840480"/>
            <a:ext cx="2560320" cy="2423160"/>
          </a:xfrm>
          <a:prstGeom prst="roundRect">
            <a:avLst>
              <a:gd name="adj" fmla="val 5660"/>
            </a:avLst>
          </a:prstGeom>
          <a:solidFill>
            <a:srgbClr val="F6F6F6"/>
          </a:solidFill>
          <a:ln w="19050">
            <a:solidFill>
              <a:srgbClr val="4036ED"/>
            </a:solidFill>
            <a:prstDash val="solid"/>
          </a:ln>
        </p:spPr>
      </p:sp>
      <p:sp>
        <p:nvSpPr>
          <p:cNvPr id="13" name="Text 10"/>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4036ED"/>
                </a:solidFill>
                <a:latin typeface="Calibri" pitchFamily="34" charset="0"/>
                <a:ea typeface="Calibri" pitchFamily="34" charset="-122"/>
                <a:cs typeface="Calibri" pitchFamily="34" charset="-120"/>
              </a:rPr>
              <a:t>ORDEN DE TRAZO</a:t>
            </a:r>
            <a:endParaRPr lang="en-US" sz="900" dirty="0"/>
          </a:p>
        </p:txBody>
      </p:sp>
      <p:pic>
        <p:nvPicPr>
          <p:cNvPr id="14" name="Image 1" descr="preencoded.png"/>
          <p:cNvPicPr>
            <a:picLocks noChangeAspect="1"/>
          </p:cNvPicPr>
          <p:nvPr/>
        </p:nvPicPr>
        <p:blipFill>
          <a:blip r:embed="rId4"/>
          <a:stretch>
            <a:fillRect/>
          </a:stretch>
        </p:blipFill>
        <p:spPr>
          <a:xfrm>
            <a:off x="6606540" y="4251960"/>
            <a:ext cx="1600200" cy="1600200"/>
          </a:xfrm>
          <a:prstGeom prst="rect">
            <a:avLst/>
          </a:prstGeom>
        </p:spPr>
      </p:pic>
      <p:sp>
        <p:nvSpPr>
          <p:cNvPr id="15" name="Text 11"/>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2 trazos</a:t>
            </a:r>
            <a:endParaRPr lang="en-US" sz="1200" dirty="0"/>
          </a:p>
        </p:txBody>
      </p:sp>
      <p:sp>
        <p:nvSpPr>
          <p:cNvPr id="16" name="Shape 12"/>
          <p:cNvSpPr/>
          <p:nvPr/>
        </p:nvSpPr>
        <p:spPr>
          <a:xfrm>
            <a:off x="8869680" y="3840480"/>
            <a:ext cx="2743200" cy="2423160"/>
          </a:xfrm>
          <a:prstGeom prst="roundRect">
            <a:avLst>
              <a:gd name="adj" fmla="val 5660"/>
            </a:avLst>
          </a:prstGeom>
          <a:solidFill>
            <a:srgbClr val="EDE8FF"/>
          </a:solidFill>
          <a:ln w="19050">
            <a:solidFill>
              <a:srgbClr val="4036ED"/>
            </a:solidFill>
            <a:prstDash val="solid"/>
          </a:ln>
        </p:spPr>
      </p:sp>
      <p:sp>
        <p:nvSpPr>
          <p:cNvPr id="17" name="Text 13"/>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4036ED"/>
                </a:solidFill>
                <a:latin typeface="Calibri" pitchFamily="34" charset="0"/>
                <a:ea typeface="Calibri" pitchFamily="34" charset="-122"/>
                <a:cs typeface="Calibri" pitchFamily="34" charset="-120"/>
              </a:rPr>
              <a:t>EJEMPLOS</a:t>
            </a:r>
            <a:endParaRPr lang="en-US" sz="900" dirty="0"/>
          </a:p>
        </p:txBody>
      </p:sp>
      <p:sp>
        <p:nvSpPr>
          <p:cNvPr id="18" name="Text 14"/>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어머니</a:t>
            </a:r>
            <a:r>
              <a:rPr lang="en-US" sz="1300" i="1" dirty="0">
                <a:solidFill>
                  <a:srgbClr val="4A4A55"/>
                </a:solidFill>
              </a:rPr>
              <a:t>   madre</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서울</a:t>
            </a:r>
            <a:r>
              <a:rPr lang="en-US" sz="1300" i="1" dirty="0">
                <a:solidFill>
                  <a:srgbClr val="4A4A55"/>
                </a:solidFill>
              </a:rPr>
              <a:t>   Seúl</a:t>
            </a:r>
            <a:endParaRPr lang="en-US" sz="2200" dirty="0"/>
          </a:p>
        </p:txBody>
      </p:sp>
      <p:pic>
        <p:nvPicPr>
          <p:cNvPr id="19" name="Image 2" descr="preencoded.png"/>
          <p:cNvPicPr>
            <a:picLocks noChangeAspect="1"/>
          </p:cNvPicPr>
          <p:nvPr/>
        </p:nvPicPr>
        <p:blipFill>
          <a:blip r:embed="rId5"/>
          <a:stretch>
            <a:fillRect/>
          </a:stretch>
        </p:blipFill>
        <p:spPr>
          <a:xfrm>
            <a:off x="11597335" y="182880"/>
            <a:ext cx="292608" cy="292608"/>
          </a:xfrm>
          <a:prstGeom prst="rect">
            <a:avLst/>
          </a:prstGeom>
        </p:spPr>
      </p:pic>
      <p:sp>
        <p:nvSpPr>
          <p:cNvPr id="20" name="Text 1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18</a:t>
            </a:r>
            <a:endParaRPr lang="en-US" sz="800" dirty="0"/>
          </a:p>
        </p:txBody>
      </p:sp>
      <p:sp>
        <p:nvSpPr>
          <p:cNvPr id="22" name="TextBox 21">
            <a:extLst>
              <a:ext uri="{FF2B5EF4-FFF2-40B4-BE49-F238E27FC236}">
                <a16:creationId xmlns:a16="http://schemas.microsoft.com/office/drawing/2014/main" id="{8D6ED9C0-AF61-548B-3443-A0D67DC3A131}"/>
              </a:ext>
            </a:extLst>
          </p:cNvPr>
          <p:cNvSpPr txBox="1"/>
          <p:nvPr/>
        </p:nvSpPr>
        <p:spPr>
          <a:xfrm>
            <a:off x="9091209" y="1664916"/>
            <a:ext cx="1527982" cy="646331"/>
          </a:xfrm>
          <a:prstGeom prst="rect">
            <a:avLst/>
          </a:prstGeom>
          <a:noFill/>
        </p:spPr>
        <p:txBody>
          <a:bodyPr wrap="none" rtlCol="0">
            <a:spAutoFit/>
          </a:bodyPr>
          <a:lstStyle/>
          <a:p>
            <a:r>
              <a:rPr lang="ko-KR" altLang="es-CL" dirty="0"/>
              <a:t>엄마 </a:t>
            </a:r>
            <a:r>
              <a:rPr lang="es-CL" altLang="ko-KR" dirty="0"/>
              <a:t>= MAMA</a:t>
            </a:r>
          </a:p>
          <a:p>
            <a:r>
              <a:rPr lang="ko-KR" altLang="es-CL" dirty="0"/>
              <a:t>어 </a:t>
            </a:r>
            <a:r>
              <a:rPr lang="es-CL" altLang="ko-KR" dirty="0"/>
              <a:t>=  SI </a:t>
            </a:r>
            <a:endParaRPr lang="es-CL"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19">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§1.11</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Las 7 vocales fundamentales</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Apertura básica · Redondeo de labios · Apertura de labios.</a:t>
            </a:r>
            <a:endParaRPr lang="en-US" sz="1400" dirty="0"/>
          </a:p>
        </p:txBody>
      </p:sp>
      <p:sp>
        <p:nvSpPr>
          <p:cNvPr id="5" name="Text 3"/>
          <p:cNvSpPr/>
          <p:nvPr/>
        </p:nvSpPr>
        <p:spPr>
          <a:xfrm>
            <a:off x="3581248" y="2606040"/>
            <a:ext cx="2743200" cy="411480"/>
          </a:xfrm>
          <a:prstGeom prst="rect">
            <a:avLst/>
          </a:prstGeom>
          <a:noFill/>
          <a:ln/>
        </p:spPr>
        <p:txBody>
          <a:bodyPr wrap="square" lIns="0" tIns="0" rIns="0" bIns="0" rtlCol="0" anchor="ctr"/>
          <a:lstStyle/>
          <a:p>
            <a:pPr marL="0" indent="0" algn="ctr">
              <a:buNone/>
            </a:pPr>
            <a:r>
              <a:rPr lang="en-US" sz="1100" b="1" kern="0" spc="400" dirty="0">
                <a:solidFill>
                  <a:srgbClr val="FE6768"/>
                </a:solidFill>
                <a:latin typeface="Calibri" pitchFamily="34" charset="0"/>
                <a:ea typeface="Calibri" pitchFamily="34" charset="-122"/>
                <a:cs typeface="Calibri" pitchFamily="34" charset="-120"/>
              </a:rPr>
              <a:t>DÍA · 낮</a:t>
            </a:r>
            <a:endParaRPr lang="en-US" sz="1100" dirty="0"/>
          </a:p>
        </p:txBody>
      </p:sp>
      <p:sp>
        <p:nvSpPr>
          <p:cNvPr id="6" name="Text 4"/>
          <p:cNvSpPr/>
          <p:nvPr/>
        </p:nvSpPr>
        <p:spPr>
          <a:xfrm>
            <a:off x="6324448" y="2606040"/>
            <a:ext cx="2743200" cy="411480"/>
          </a:xfrm>
          <a:prstGeom prst="rect">
            <a:avLst/>
          </a:prstGeom>
          <a:noFill/>
          <a:ln/>
        </p:spPr>
        <p:txBody>
          <a:bodyPr wrap="square" lIns="0" tIns="0" rIns="0" bIns="0" rtlCol="0" anchor="ctr"/>
          <a:lstStyle/>
          <a:p>
            <a:pPr marL="0" indent="0" algn="ctr">
              <a:buNone/>
            </a:pPr>
            <a:r>
              <a:rPr lang="en-US" sz="1100" b="1" kern="0" spc="400" dirty="0">
                <a:solidFill>
                  <a:srgbClr val="4036ED"/>
                </a:solidFill>
                <a:latin typeface="Calibri" pitchFamily="34" charset="0"/>
                <a:ea typeface="Calibri" pitchFamily="34" charset="-122"/>
                <a:cs typeface="Calibri" pitchFamily="34" charset="-120"/>
              </a:rPr>
              <a:t>NOCHE · 밤</a:t>
            </a:r>
            <a:endParaRPr lang="en-US" sz="1100" dirty="0"/>
          </a:p>
        </p:txBody>
      </p:sp>
      <p:sp>
        <p:nvSpPr>
          <p:cNvPr id="7" name="Text 5"/>
          <p:cNvSpPr/>
          <p:nvPr/>
        </p:nvSpPr>
        <p:spPr>
          <a:xfrm>
            <a:off x="380848" y="3108960"/>
            <a:ext cx="3200400" cy="1005840"/>
          </a:xfrm>
          <a:prstGeom prst="rect">
            <a:avLst/>
          </a:prstGeom>
          <a:noFill/>
          <a:ln/>
        </p:spPr>
        <p:txBody>
          <a:bodyPr wrap="square" lIns="0" tIns="0" rIns="0" bIns="0" rtlCol="0" anchor="ctr"/>
          <a:lstStyle/>
          <a:p>
            <a:pPr marL="0" indent="0">
              <a:buNone/>
            </a:pPr>
            <a:r>
              <a:rPr lang="en-US" sz="1300" i="1" dirty="0">
                <a:solidFill>
                  <a:srgbClr val="4A4A55"/>
                </a:solidFill>
                <a:latin typeface="Calibri" pitchFamily="34" charset="0"/>
                <a:ea typeface="Calibri" pitchFamily="34" charset="-122"/>
                <a:cs typeface="Calibri" pitchFamily="34" charset="-120"/>
              </a:rPr>
              <a:t>Apertura básica</a:t>
            </a:r>
            <a:endParaRPr lang="en-US" sz="1300" dirty="0"/>
          </a:p>
        </p:txBody>
      </p:sp>
      <p:sp>
        <p:nvSpPr>
          <p:cNvPr id="8" name="Shape 6"/>
          <p:cNvSpPr/>
          <p:nvPr/>
        </p:nvSpPr>
        <p:spPr>
          <a:xfrm>
            <a:off x="3581248" y="3108960"/>
            <a:ext cx="2651760" cy="1005840"/>
          </a:xfrm>
          <a:prstGeom prst="roundRect">
            <a:avLst>
              <a:gd name="adj" fmla="val 9091"/>
            </a:avLst>
          </a:prstGeom>
          <a:solidFill>
            <a:srgbClr val="FFE0E0"/>
          </a:solidFill>
          <a:ln w="12700">
            <a:solidFill>
              <a:srgbClr val="FE6768"/>
            </a:solidFill>
            <a:prstDash val="solid"/>
          </a:ln>
        </p:spPr>
      </p:sp>
      <p:sp>
        <p:nvSpPr>
          <p:cNvPr id="9" name="Text 7"/>
          <p:cNvSpPr/>
          <p:nvPr/>
        </p:nvSpPr>
        <p:spPr>
          <a:xfrm>
            <a:off x="3581248" y="3108960"/>
            <a:ext cx="2651760" cy="1005840"/>
          </a:xfrm>
          <a:prstGeom prst="rect">
            <a:avLst/>
          </a:prstGeom>
          <a:noFill/>
          <a:ln/>
        </p:spPr>
        <p:txBody>
          <a:bodyPr wrap="square" lIns="0" tIns="0" rIns="0" bIns="0" rtlCol="0" anchor="ctr"/>
          <a:lstStyle/>
          <a:p>
            <a:pPr marL="0" indent="0" algn="ctr">
              <a:buNone/>
            </a:pPr>
            <a:r>
              <a:rPr lang="en-US" sz="4400" b="1" dirty="0">
                <a:solidFill>
                  <a:srgbClr val="FE6768"/>
                </a:solidFill>
                <a:latin typeface="Malgun Gothic" pitchFamily="34" charset="0"/>
                <a:ea typeface="Malgun Gothic" pitchFamily="34" charset="-122"/>
                <a:cs typeface="Malgun Gothic" pitchFamily="34" charset="-120"/>
              </a:rPr>
              <a:t>·</a:t>
            </a:r>
            <a:endParaRPr lang="en-US" sz="4400" dirty="0"/>
          </a:p>
        </p:txBody>
      </p:sp>
      <p:sp>
        <p:nvSpPr>
          <p:cNvPr id="10" name="Shape 8"/>
          <p:cNvSpPr/>
          <p:nvPr/>
        </p:nvSpPr>
        <p:spPr>
          <a:xfrm>
            <a:off x="6324448" y="3108960"/>
            <a:ext cx="2651760" cy="1005840"/>
          </a:xfrm>
          <a:prstGeom prst="roundRect">
            <a:avLst>
              <a:gd name="adj" fmla="val 9091"/>
            </a:avLst>
          </a:prstGeom>
          <a:solidFill>
            <a:srgbClr val="EDE8FF"/>
          </a:solidFill>
          <a:ln w="12700">
            <a:solidFill>
              <a:srgbClr val="4036ED"/>
            </a:solidFill>
            <a:prstDash val="solid"/>
          </a:ln>
        </p:spPr>
      </p:sp>
      <p:sp>
        <p:nvSpPr>
          <p:cNvPr id="11" name="Text 9"/>
          <p:cNvSpPr/>
          <p:nvPr/>
        </p:nvSpPr>
        <p:spPr>
          <a:xfrm>
            <a:off x="6324448" y="3108960"/>
            <a:ext cx="2651760" cy="1005840"/>
          </a:xfrm>
          <a:prstGeom prst="rect">
            <a:avLst/>
          </a:prstGeom>
          <a:noFill/>
          <a:ln/>
        </p:spPr>
        <p:txBody>
          <a:bodyPr wrap="square" lIns="0" tIns="0" rIns="0" bIns="0" rtlCol="0" anchor="ctr"/>
          <a:lstStyle/>
          <a:p>
            <a:pPr marL="0" indent="0" algn="ctr">
              <a:buNone/>
            </a:pPr>
            <a:r>
              <a:rPr lang="en-US" sz="4400" b="1" dirty="0">
                <a:solidFill>
                  <a:srgbClr val="4036ED"/>
                </a:solidFill>
                <a:latin typeface="Malgun Gothic" pitchFamily="34" charset="0"/>
                <a:ea typeface="Malgun Gothic" pitchFamily="34" charset="-122"/>
                <a:cs typeface="Malgun Gothic" pitchFamily="34" charset="-120"/>
              </a:rPr>
              <a:t>ㅡ</a:t>
            </a:r>
            <a:endParaRPr lang="en-US" sz="4400" dirty="0"/>
          </a:p>
        </p:txBody>
      </p:sp>
      <p:sp>
        <p:nvSpPr>
          <p:cNvPr id="12" name="Shape 10"/>
          <p:cNvSpPr/>
          <p:nvPr/>
        </p:nvSpPr>
        <p:spPr>
          <a:xfrm>
            <a:off x="9067648" y="3108960"/>
            <a:ext cx="2651760" cy="3200400"/>
          </a:xfrm>
          <a:prstGeom prst="roundRect">
            <a:avLst>
              <a:gd name="adj" fmla="val 3448"/>
            </a:avLst>
          </a:prstGeom>
          <a:solidFill>
            <a:srgbClr val="EDE8FF"/>
          </a:solidFill>
          <a:ln w="12700">
            <a:solidFill>
              <a:srgbClr val="A79BFF"/>
            </a:solidFill>
            <a:prstDash val="solid"/>
          </a:ln>
        </p:spPr>
      </p:sp>
      <p:sp>
        <p:nvSpPr>
          <p:cNvPr id="13" name="Text 11"/>
          <p:cNvSpPr/>
          <p:nvPr/>
        </p:nvSpPr>
        <p:spPr>
          <a:xfrm>
            <a:off x="9067648" y="3383280"/>
            <a:ext cx="2651760" cy="1554480"/>
          </a:xfrm>
          <a:prstGeom prst="rect">
            <a:avLst/>
          </a:prstGeom>
          <a:noFill/>
          <a:ln/>
        </p:spPr>
        <p:txBody>
          <a:bodyPr wrap="square" lIns="0" tIns="0" rIns="0" bIns="0" rtlCol="0" anchor="ctr"/>
          <a:lstStyle/>
          <a:p>
            <a:pPr marL="0" indent="0" algn="ctr">
              <a:buNone/>
            </a:pPr>
            <a:r>
              <a:rPr lang="en-US" sz="9000" b="1" dirty="0">
                <a:solidFill>
                  <a:srgbClr val="A79BFF"/>
                </a:solidFill>
                <a:latin typeface="Malgun Gothic" pitchFamily="34" charset="0"/>
                <a:ea typeface="Malgun Gothic" pitchFamily="34" charset="-122"/>
                <a:cs typeface="Malgun Gothic" pitchFamily="34" charset="-120"/>
              </a:rPr>
              <a:t>ㅣ</a:t>
            </a:r>
            <a:endParaRPr lang="en-US" sz="9000" dirty="0"/>
          </a:p>
        </p:txBody>
      </p:sp>
      <p:sp>
        <p:nvSpPr>
          <p:cNvPr id="14" name="Text 12"/>
          <p:cNvSpPr/>
          <p:nvPr/>
        </p:nvSpPr>
        <p:spPr>
          <a:xfrm>
            <a:off x="9067648" y="5852160"/>
            <a:ext cx="2651760" cy="365760"/>
          </a:xfrm>
          <a:prstGeom prst="rect">
            <a:avLst/>
          </a:prstGeom>
          <a:noFill/>
          <a:ln/>
        </p:spPr>
        <p:txBody>
          <a:bodyPr wrap="square" lIns="0" tIns="0" rIns="0" bIns="0" rtlCol="0" anchor="ctr"/>
          <a:lstStyle/>
          <a:p>
            <a:pPr marL="0" indent="0" algn="ctr">
              <a:buNone/>
            </a:pPr>
            <a:r>
              <a:rPr lang="en-US" sz="1100" b="1" kern="0" spc="600" dirty="0">
                <a:solidFill>
                  <a:srgbClr val="A79BFF"/>
                </a:solidFill>
                <a:latin typeface="Calibri" pitchFamily="34" charset="0"/>
                <a:ea typeface="Calibri" pitchFamily="34" charset="-122"/>
                <a:cs typeface="Calibri" pitchFamily="34" charset="-120"/>
              </a:rPr>
              <a:t>EQUILIBRIO</a:t>
            </a:r>
            <a:endParaRPr lang="en-US" sz="1100" dirty="0"/>
          </a:p>
        </p:txBody>
      </p:sp>
      <p:sp>
        <p:nvSpPr>
          <p:cNvPr id="15" name="Text 13"/>
          <p:cNvSpPr/>
          <p:nvPr/>
        </p:nvSpPr>
        <p:spPr>
          <a:xfrm>
            <a:off x="380848" y="4206240"/>
            <a:ext cx="3200400" cy="1005840"/>
          </a:xfrm>
          <a:prstGeom prst="rect">
            <a:avLst/>
          </a:prstGeom>
          <a:noFill/>
          <a:ln/>
        </p:spPr>
        <p:txBody>
          <a:bodyPr wrap="square" lIns="0" tIns="0" rIns="0" bIns="0" rtlCol="0" anchor="ctr"/>
          <a:lstStyle/>
          <a:p>
            <a:pPr marL="0" indent="0">
              <a:buNone/>
            </a:pPr>
            <a:r>
              <a:rPr lang="en-US" sz="1300" i="1" dirty="0">
                <a:solidFill>
                  <a:srgbClr val="4A4A55"/>
                </a:solidFill>
                <a:latin typeface="Calibri" pitchFamily="34" charset="0"/>
                <a:ea typeface="Calibri" pitchFamily="34" charset="-122"/>
                <a:cs typeface="Calibri" pitchFamily="34" charset="-120"/>
              </a:rPr>
              <a:t>Redondeo · 오무림</a:t>
            </a:r>
            <a:endParaRPr lang="en-US" sz="1300" dirty="0"/>
          </a:p>
        </p:txBody>
      </p:sp>
      <p:sp>
        <p:nvSpPr>
          <p:cNvPr id="16" name="Shape 14"/>
          <p:cNvSpPr/>
          <p:nvPr/>
        </p:nvSpPr>
        <p:spPr>
          <a:xfrm>
            <a:off x="3581248" y="4206240"/>
            <a:ext cx="2651760" cy="1005840"/>
          </a:xfrm>
          <a:prstGeom prst="roundRect">
            <a:avLst>
              <a:gd name="adj" fmla="val 9091"/>
            </a:avLst>
          </a:prstGeom>
          <a:solidFill>
            <a:srgbClr val="FFE0E0"/>
          </a:solidFill>
          <a:ln w="12700">
            <a:solidFill>
              <a:srgbClr val="FE6768"/>
            </a:solidFill>
            <a:prstDash val="solid"/>
          </a:ln>
        </p:spPr>
      </p:sp>
      <p:sp>
        <p:nvSpPr>
          <p:cNvPr id="17" name="Text 15"/>
          <p:cNvSpPr/>
          <p:nvPr/>
        </p:nvSpPr>
        <p:spPr>
          <a:xfrm>
            <a:off x="3581248" y="4206240"/>
            <a:ext cx="2651760" cy="1005840"/>
          </a:xfrm>
          <a:prstGeom prst="rect">
            <a:avLst/>
          </a:prstGeom>
          <a:noFill/>
          <a:ln/>
        </p:spPr>
        <p:txBody>
          <a:bodyPr wrap="square" lIns="0" tIns="0" rIns="0" bIns="0" rtlCol="0" anchor="ctr"/>
          <a:lstStyle/>
          <a:p>
            <a:pPr marL="0" indent="0" algn="ctr">
              <a:buNone/>
            </a:pPr>
            <a:r>
              <a:rPr lang="en-US" sz="4400" b="1" dirty="0">
                <a:solidFill>
                  <a:srgbClr val="FE6768"/>
                </a:solidFill>
                <a:latin typeface="Malgun Gothic" pitchFamily="34" charset="0"/>
                <a:ea typeface="Malgun Gothic" pitchFamily="34" charset="-122"/>
                <a:cs typeface="Malgun Gothic" pitchFamily="34" charset="-120"/>
              </a:rPr>
              <a:t>ㅗ</a:t>
            </a:r>
            <a:endParaRPr lang="en-US" sz="4400" dirty="0"/>
          </a:p>
        </p:txBody>
      </p:sp>
      <p:sp>
        <p:nvSpPr>
          <p:cNvPr id="18" name="Shape 16"/>
          <p:cNvSpPr/>
          <p:nvPr/>
        </p:nvSpPr>
        <p:spPr>
          <a:xfrm>
            <a:off x="6324448" y="4206240"/>
            <a:ext cx="2651760" cy="1005840"/>
          </a:xfrm>
          <a:prstGeom prst="roundRect">
            <a:avLst>
              <a:gd name="adj" fmla="val 9091"/>
            </a:avLst>
          </a:prstGeom>
          <a:solidFill>
            <a:srgbClr val="EDE8FF"/>
          </a:solidFill>
          <a:ln w="12700">
            <a:solidFill>
              <a:srgbClr val="4036ED"/>
            </a:solidFill>
            <a:prstDash val="solid"/>
          </a:ln>
        </p:spPr>
      </p:sp>
      <p:sp>
        <p:nvSpPr>
          <p:cNvPr id="19" name="Text 17"/>
          <p:cNvSpPr/>
          <p:nvPr/>
        </p:nvSpPr>
        <p:spPr>
          <a:xfrm>
            <a:off x="6324448" y="4206240"/>
            <a:ext cx="2651760" cy="1005840"/>
          </a:xfrm>
          <a:prstGeom prst="rect">
            <a:avLst/>
          </a:prstGeom>
          <a:noFill/>
          <a:ln/>
        </p:spPr>
        <p:txBody>
          <a:bodyPr wrap="square" lIns="0" tIns="0" rIns="0" bIns="0" rtlCol="0" anchor="ctr"/>
          <a:lstStyle/>
          <a:p>
            <a:pPr marL="0" indent="0" algn="ctr">
              <a:buNone/>
            </a:pPr>
            <a:r>
              <a:rPr lang="en-US" sz="4400" b="1" dirty="0">
                <a:solidFill>
                  <a:srgbClr val="4036ED"/>
                </a:solidFill>
                <a:latin typeface="Malgun Gothic" pitchFamily="34" charset="0"/>
                <a:ea typeface="Malgun Gothic" pitchFamily="34" charset="-122"/>
                <a:cs typeface="Malgun Gothic" pitchFamily="34" charset="-120"/>
              </a:rPr>
              <a:t>ㅜ</a:t>
            </a:r>
            <a:endParaRPr lang="en-US" sz="4400" dirty="0"/>
          </a:p>
        </p:txBody>
      </p:sp>
      <p:sp>
        <p:nvSpPr>
          <p:cNvPr id="20" name="Text 18"/>
          <p:cNvSpPr/>
          <p:nvPr/>
        </p:nvSpPr>
        <p:spPr>
          <a:xfrm>
            <a:off x="380848" y="5303520"/>
            <a:ext cx="3200400" cy="1005840"/>
          </a:xfrm>
          <a:prstGeom prst="rect">
            <a:avLst/>
          </a:prstGeom>
          <a:noFill/>
          <a:ln/>
        </p:spPr>
        <p:txBody>
          <a:bodyPr wrap="square" lIns="0" tIns="0" rIns="0" bIns="0" rtlCol="0" anchor="ctr"/>
          <a:lstStyle/>
          <a:p>
            <a:pPr marL="0" indent="0">
              <a:buNone/>
            </a:pPr>
            <a:r>
              <a:rPr lang="en-US" sz="1300" i="1" dirty="0">
                <a:solidFill>
                  <a:srgbClr val="4A4A55"/>
                </a:solidFill>
                <a:latin typeface="Calibri" pitchFamily="34" charset="0"/>
                <a:ea typeface="Calibri" pitchFamily="34" charset="-122"/>
                <a:cs typeface="Calibri" pitchFamily="34" charset="-120"/>
              </a:rPr>
              <a:t>Apertura · 벌림</a:t>
            </a:r>
            <a:endParaRPr lang="en-US" sz="1300" dirty="0"/>
          </a:p>
        </p:txBody>
      </p:sp>
      <p:sp>
        <p:nvSpPr>
          <p:cNvPr id="21" name="Shape 19"/>
          <p:cNvSpPr/>
          <p:nvPr/>
        </p:nvSpPr>
        <p:spPr>
          <a:xfrm>
            <a:off x="3581248" y="5303520"/>
            <a:ext cx="2651760" cy="1005840"/>
          </a:xfrm>
          <a:prstGeom prst="roundRect">
            <a:avLst>
              <a:gd name="adj" fmla="val 9091"/>
            </a:avLst>
          </a:prstGeom>
          <a:solidFill>
            <a:srgbClr val="FFE0E0"/>
          </a:solidFill>
          <a:ln w="12700">
            <a:solidFill>
              <a:srgbClr val="FE6768"/>
            </a:solidFill>
            <a:prstDash val="solid"/>
          </a:ln>
        </p:spPr>
      </p:sp>
      <p:sp>
        <p:nvSpPr>
          <p:cNvPr id="22" name="Text 20"/>
          <p:cNvSpPr/>
          <p:nvPr/>
        </p:nvSpPr>
        <p:spPr>
          <a:xfrm>
            <a:off x="3581248" y="5303520"/>
            <a:ext cx="2651760" cy="1005840"/>
          </a:xfrm>
          <a:prstGeom prst="rect">
            <a:avLst/>
          </a:prstGeom>
          <a:noFill/>
          <a:ln/>
        </p:spPr>
        <p:txBody>
          <a:bodyPr wrap="square" lIns="0" tIns="0" rIns="0" bIns="0" rtlCol="0" anchor="ctr"/>
          <a:lstStyle/>
          <a:p>
            <a:pPr marL="0" indent="0" algn="ctr">
              <a:buNone/>
            </a:pPr>
            <a:r>
              <a:rPr lang="en-US" sz="4400" b="1" dirty="0">
                <a:solidFill>
                  <a:srgbClr val="FE6768"/>
                </a:solidFill>
                <a:latin typeface="Malgun Gothic" pitchFamily="34" charset="0"/>
                <a:ea typeface="Malgun Gothic" pitchFamily="34" charset="-122"/>
                <a:cs typeface="Malgun Gothic" pitchFamily="34" charset="-120"/>
              </a:rPr>
              <a:t>ㅏ</a:t>
            </a:r>
            <a:endParaRPr lang="en-US" sz="4400" dirty="0"/>
          </a:p>
        </p:txBody>
      </p:sp>
      <p:sp>
        <p:nvSpPr>
          <p:cNvPr id="23" name="Shape 21"/>
          <p:cNvSpPr/>
          <p:nvPr/>
        </p:nvSpPr>
        <p:spPr>
          <a:xfrm>
            <a:off x="6324448" y="5303520"/>
            <a:ext cx="2651760" cy="1005840"/>
          </a:xfrm>
          <a:prstGeom prst="roundRect">
            <a:avLst>
              <a:gd name="adj" fmla="val 9091"/>
            </a:avLst>
          </a:prstGeom>
          <a:solidFill>
            <a:srgbClr val="EDE8FF"/>
          </a:solidFill>
          <a:ln w="12700">
            <a:solidFill>
              <a:srgbClr val="4036ED"/>
            </a:solidFill>
            <a:prstDash val="solid"/>
          </a:ln>
        </p:spPr>
      </p:sp>
      <p:sp>
        <p:nvSpPr>
          <p:cNvPr id="24" name="Text 22"/>
          <p:cNvSpPr/>
          <p:nvPr/>
        </p:nvSpPr>
        <p:spPr>
          <a:xfrm>
            <a:off x="6324448" y="5303520"/>
            <a:ext cx="2651760" cy="1005840"/>
          </a:xfrm>
          <a:prstGeom prst="rect">
            <a:avLst/>
          </a:prstGeom>
          <a:noFill/>
          <a:ln/>
        </p:spPr>
        <p:txBody>
          <a:bodyPr wrap="square" lIns="0" tIns="0" rIns="0" bIns="0" rtlCol="0" anchor="ctr"/>
          <a:lstStyle/>
          <a:p>
            <a:pPr marL="0" indent="0" algn="ctr">
              <a:buNone/>
            </a:pPr>
            <a:r>
              <a:rPr lang="en-US" sz="4400" b="1" dirty="0">
                <a:solidFill>
                  <a:srgbClr val="4036ED"/>
                </a:solidFill>
                <a:latin typeface="Malgun Gothic" pitchFamily="34" charset="0"/>
                <a:ea typeface="Malgun Gothic" pitchFamily="34" charset="-122"/>
                <a:cs typeface="Malgun Gothic" pitchFamily="34" charset="-120"/>
              </a:rPr>
              <a:t>ㅓ</a:t>
            </a:r>
            <a:endParaRPr lang="en-US" sz="4400" dirty="0"/>
          </a:p>
        </p:txBody>
      </p:sp>
      <p:pic>
        <p:nvPicPr>
          <p:cNvPr id="25"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26" name="Text 23"/>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7" name="Text 24"/>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19</a:t>
            </a:r>
            <a:endParaRPr lang="en-US" sz="8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20">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§1.12</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Vocales con sonido humano inicial</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Cuando el humano (ㅣ) toma la palabra primero — antes de cada vocal añadimos un breve [i].</a:t>
            </a:r>
            <a:endParaRPr lang="en-US" sz="1400" dirty="0"/>
          </a:p>
        </p:txBody>
      </p:sp>
      <p:sp>
        <p:nvSpPr>
          <p:cNvPr id="5" name="Shape 3"/>
          <p:cNvSpPr/>
          <p:nvPr/>
        </p:nvSpPr>
        <p:spPr>
          <a:xfrm>
            <a:off x="540868" y="2697480"/>
            <a:ext cx="2606040" cy="3383280"/>
          </a:xfrm>
          <a:prstGeom prst="roundRect">
            <a:avLst>
              <a:gd name="adj" fmla="val 6316"/>
            </a:avLst>
          </a:prstGeom>
          <a:solidFill>
            <a:srgbClr val="FFE0E0"/>
          </a:solidFill>
          <a:ln w="19050">
            <a:solidFill>
              <a:srgbClr val="FE6768"/>
            </a:solidFill>
            <a:prstDash val="solid"/>
          </a:ln>
        </p:spPr>
      </p:sp>
      <p:sp>
        <p:nvSpPr>
          <p:cNvPr id="6" name="Text 4"/>
          <p:cNvSpPr/>
          <p:nvPr/>
        </p:nvSpPr>
        <p:spPr>
          <a:xfrm>
            <a:off x="540868" y="2880360"/>
            <a:ext cx="2606040" cy="457200"/>
          </a:xfrm>
          <a:prstGeom prst="rect">
            <a:avLst/>
          </a:prstGeom>
          <a:noFill/>
          <a:ln/>
        </p:spPr>
        <p:txBody>
          <a:bodyPr wrap="square" lIns="0" tIns="0" rIns="0" bIns="0" rtlCol="0" anchor="ctr"/>
          <a:lstStyle/>
          <a:p>
            <a:pPr marL="0" indent="0" algn="ctr">
              <a:buNone/>
            </a:pPr>
            <a:r>
              <a:rPr lang="en-US" sz="2200" dirty="0">
                <a:solidFill>
                  <a:srgbClr val="FE6768"/>
                </a:solidFill>
                <a:latin typeface="Malgun Gothic" pitchFamily="34" charset="0"/>
                <a:ea typeface="Malgun Gothic" pitchFamily="34" charset="-122"/>
                <a:cs typeface="Malgun Gothic" pitchFamily="34" charset="-120"/>
              </a:rPr>
              <a:t>ㅣ + ㅗ</a:t>
            </a:r>
            <a:endParaRPr lang="en-US" sz="2200" dirty="0"/>
          </a:p>
        </p:txBody>
      </p:sp>
      <p:sp>
        <p:nvSpPr>
          <p:cNvPr id="7" name="Text 5"/>
          <p:cNvSpPr/>
          <p:nvPr/>
        </p:nvSpPr>
        <p:spPr>
          <a:xfrm>
            <a:off x="540868" y="3383280"/>
            <a:ext cx="2606040" cy="365760"/>
          </a:xfrm>
          <a:prstGeom prst="rect">
            <a:avLst/>
          </a:prstGeom>
          <a:noFill/>
          <a:ln/>
        </p:spPr>
        <p:txBody>
          <a:bodyPr wrap="square" lIns="0" tIns="0" rIns="0" bIns="0" rtlCol="0" anchor="ctr"/>
          <a:lstStyle/>
          <a:p>
            <a:pPr marL="0" indent="0" algn="ctr">
              <a:buNone/>
            </a:pPr>
            <a:r>
              <a:rPr lang="en-US" sz="2200" b="1" dirty="0">
                <a:solidFill>
                  <a:srgbClr val="FE6768"/>
                </a:solidFill>
              </a:rPr>
              <a:t>=</a:t>
            </a:r>
            <a:endParaRPr lang="en-US" sz="2200" dirty="0"/>
          </a:p>
        </p:txBody>
      </p:sp>
      <p:sp>
        <p:nvSpPr>
          <p:cNvPr id="8" name="Text 6"/>
          <p:cNvSpPr/>
          <p:nvPr/>
        </p:nvSpPr>
        <p:spPr>
          <a:xfrm>
            <a:off x="540868" y="3703320"/>
            <a:ext cx="2606040" cy="1554480"/>
          </a:xfrm>
          <a:prstGeom prst="rect">
            <a:avLst/>
          </a:prstGeom>
          <a:noFill/>
          <a:ln/>
        </p:spPr>
        <p:txBody>
          <a:bodyPr wrap="square" lIns="0" tIns="0" rIns="0" bIns="0" rtlCol="0" anchor="ctr"/>
          <a:lstStyle/>
          <a:p>
            <a:pPr marL="0" indent="0" algn="ctr">
              <a:buNone/>
            </a:pPr>
            <a:r>
              <a:rPr lang="en-US" sz="10000" b="1" dirty="0">
                <a:solidFill>
                  <a:srgbClr val="FE6768"/>
                </a:solidFill>
                <a:latin typeface="Malgun Gothic" pitchFamily="34" charset="0"/>
                <a:ea typeface="Malgun Gothic" pitchFamily="34" charset="-122"/>
                <a:cs typeface="Malgun Gothic" pitchFamily="34" charset="-120"/>
              </a:rPr>
              <a:t>ㅛ</a:t>
            </a:r>
            <a:endParaRPr lang="en-US" sz="10000" dirty="0"/>
          </a:p>
        </p:txBody>
      </p:sp>
      <p:sp>
        <p:nvSpPr>
          <p:cNvPr id="9" name="Text 7"/>
          <p:cNvSpPr/>
          <p:nvPr/>
        </p:nvSpPr>
        <p:spPr>
          <a:xfrm>
            <a:off x="540868" y="5303520"/>
            <a:ext cx="2606040" cy="457200"/>
          </a:xfrm>
          <a:prstGeom prst="rect">
            <a:avLst/>
          </a:prstGeom>
          <a:noFill/>
          <a:ln/>
        </p:spPr>
        <p:txBody>
          <a:bodyPr wrap="square" lIns="0" tIns="0" rIns="0" bIns="0" rtlCol="0" anchor="ctr"/>
          <a:lstStyle/>
          <a:p>
            <a:pPr marL="0" indent="0" algn="ctr">
              <a:buNone/>
            </a:pPr>
            <a:r>
              <a:rPr lang="en-US" sz="2200" b="1" i="1" dirty="0">
                <a:solidFill>
                  <a:srgbClr val="1E1E2A"/>
                </a:solidFill>
                <a:latin typeface="Calibri" pitchFamily="34" charset="0"/>
                <a:ea typeface="Calibri" pitchFamily="34" charset="-122"/>
                <a:cs typeface="Calibri" pitchFamily="34" charset="-120"/>
              </a:rPr>
              <a:t>yo</a:t>
            </a:r>
            <a:endParaRPr lang="en-US" sz="2200" dirty="0"/>
          </a:p>
        </p:txBody>
      </p:sp>
      <p:sp>
        <p:nvSpPr>
          <p:cNvPr id="10" name="Text 8"/>
          <p:cNvSpPr/>
          <p:nvPr/>
        </p:nvSpPr>
        <p:spPr>
          <a:xfrm>
            <a:off x="540868" y="5760720"/>
            <a:ext cx="2606040" cy="274320"/>
          </a:xfrm>
          <a:prstGeom prst="rect">
            <a:avLst/>
          </a:prstGeom>
          <a:noFill/>
          <a:ln/>
        </p:spPr>
        <p:txBody>
          <a:bodyPr wrap="square" lIns="0" tIns="0" rIns="0" bIns="0" rtlCol="0" anchor="ctr"/>
          <a:lstStyle/>
          <a:p>
            <a:pPr marL="0" indent="0" algn="ctr">
              <a:buNone/>
            </a:pPr>
            <a:r>
              <a:rPr lang="en-US" sz="900" b="1" kern="0" spc="400" dirty="0">
                <a:solidFill>
                  <a:srgbClr val="FE6768"/>
                </a:solidFill>
                <a:latin typeface="Calibri" pitchFamily="34" charset="0"/>
                <a:ea typeface="Calibri" pitchFamily="34" charset="-122"/>
                <a:cs typeface="Calibri" pitchFamily="34" charset="-120"/>
              </a:rPr>
              <a:t>낮 · DÍA</a:t>
            </a:r>
            <a:endParaRPr lang="en-US" sz="900" dirty="0"/>
          </a:p>
        </p:txBody>
      </p:sp>
      <p:sp>
        <p:nvSpPr>
          <p:cNvPr id="11" name="Shape 9"/>
          <p:cNvSpPr/>
          <p:nvPr/>
        </p:nvSpPr>
        <p:spPr>
          <a:xfrm>
            <a:off x="3375508" y="2697480"/>
            <a:ext cx="2606040" cy="3383280"/>
          </a:xfrm>
          <a:prstGeom prst="roundRect">
            <a:avLst>
              <a:gd name="adj" fmla="val 6316"/>
            </a:avLst>
          </a:prstGeom>
          <a:solidFill>
            <a:srgbClr val="EDE8FF"/>
          </a:solidFill>
          <a:ln w="19050">
            <a:solidFill>
              <a:srgbClr val="4036ED"/>
            </a:solidFill>
            <a:prstDash val="solid"/>
          </a:ln>
        </p:spPr>
      </p:sp>
      <p:sp>
        <p:nvSpPr>
          <p:cNvPr id="12" name="Text 10"/>
          <p:cNvSpPr/>
          <p:nvPr/>
        </p:nvSpPr>
        <p:spPr>
          <a:xfrm>
            <a:off x="3375508" y="2880360"/>
            <a:ext cx="2606040" cy="457200"/>
          </a:xfrm>
          <a:prstGeom prst="rect">
            <a:avLst/>
          </a:prstGeom>
          <a:noFill/>
          <a:ln/>
        </p:spPr>
        <p:txBody>
          <a:bodyPr wrap="square" lIns="0" tIns="0" rIns="0" bIns="0" rtlCol="0" anchor="ctr"/>
          <a:lstStyle/>
          <a:p>
            <a:pPr marL="0" indent="0" algn="ctr">
              <a:buNone/>
            </a:pPr>
            <a:r>
              <a:rPr lang="en-US" sz="2200" dirty="0">
                <a:solidFill>
                  <a:srgbClr val="4036ED"/>
                </a:solidFill>
                <a:latin typeface="Malgun Gothic" pitchFamily="34" charset="0"/>
                <a:ea typeface="Malgun Gothic" pitchFamily="34" charset="-122"/>
                <a:cs typeface="Malgun Gothic" pitchFamily="34" charset="-120"/>
              </a:rPr>
              <a:t>ㅣ + ㅜ</a:t>
            </a:r>
            <a:endParaRPr lang="en-US" sz="2200" dirty="0"/>
          </a:p>
        </p:txBody>
      </p:sp>
      <p:sp>
        <p:nvSpPr>
          <p:cNvPr id="13" name="Text 11"/>
          <p:cNvSpPr/>
          <p:nvPr/>
        </p:nvSpPr>
        <p:spPr>
          <a:xfrm>
            <a:off x="3375508" y="3383280"/>
            <a:ext cx="2606040" cy="365760"/>
          </a:xfrm>
          <a:prstGeom prst="rect">
            <a:avLst/>
          </a:prstGeom>
          <a:noFill/>
          <a:ln/>
        </p:spPr>
        <p:txBody>
          <a:bodyPr wrap="square" lIns="0" tIns="0" rIns="0" bIns="0" rtlCol="0" anchor="ctr"/>
          <a:lstStyle/>
          <a:p>
            <a:pPr marL="0" indent="0" algn="ctr">
              <a:buNone/>
            </a:pPr>
            <a:r>
              <a:rPr lang="en-US" sz="2200" b="1" dirty="0">
                <a:solidFill>
                  <a:srgbClr val="4036ED"/>
                </a:solidFill>
              </a:rPr>
              <a:t>=</a:t>
            </a:r>
            <a:endParaRPr lang="en-US" sz="2200" dirty="0"/>
          </a:p>
        </p:txBody>
      </p:sp>
      <p:sp>
        <p:nvSpPr>
          <p:cNvPr id="14" name="Text 12"/>
          <p:cNvSpPr/>
          <p:nvPr/>
        </p:nvSpPr>
        <p:spPr>
          <a:xfrm>
            <a:off x="3375508" y="3703320"/>
            <a:ext cx="2606040" cy="1554480"/>
          </a:xfrm>
          <a:prstGeom prst="rect">
            <a:avLst/>
          </a:prstGeom>
          <a:noFill/>
          <a:ln/>
        </p:spPr>
        <p:txBody>
          <a:bodyPr wrap="square" lIns="0" tIns="0" rIns="0" bIns="0" rtlCol="0" anchor="ctr"/>
          <a:lstStyle/>
          <a:p>
            <a:pPr marL="0" indent="0" algn="ctr">
              <a:buNone/>
            </a:pPr>
            <a:r>
              <a:rPr lang="en-US" sz="10000" b="1" dirty="0">
                <a:solidFill>
                  <a:srgbClr val="4036ED"/>
                </a:solidFill>
                <a:latin typeface="Malgun Gothic" pitchFamily="34" charset="0"/>
                <a:ea typeface="Malgun Gothic" pitchFamily="34" charset="-122"/>
                <a:cs typeface="Malgun Gothic" pitchFamily="34" charset="-120"/>
              </a:rPr>
              <a:t>ㅠ</a:t>
            </a:r>
            <a:endParaRPr lang="en-US" sz="10000" dirty="0"/>
          </a:p>
        </p:txBody>
      </p:sp>
      <p:sp>
        <p:nvSpPr>
          <p:cNvPr id="15" name="Text 13"/>
          <p:cNvSpPr/>
          <p:nvPr/>
        </p:nvSpPr>
        <p:spPr>
          <a:xfrm>
            <a:off x="3375508" y="5303520"/>
            <a:ext cx="2606040" cy="457200"/>
          </a:xfrm>
          <a:prstGeom prst="rect">
            <a:avLst/>
          </a:prstGeom>
          <a:noFill/>
          <a:ln/>
        </p:spPr>
        <p:txBody>
          <a:bodyPr wrap="square" lIns="0" tIns="0" rIns="0" bIns="0" rtlCol="0" anchor="ctr"/>
          <a:lstStyle/>
          <a:p>
            <a:pPr marL="0" indent="0" algn="ctr">
              <a:buNone/>
            </a:pPr>
            <a:r>
              <a:rPr lang="en-US" sz="2200" b="1" i="1" dirty="0">
                <a:solidFill>
                  <a:srgbClr val="1E1E2A"/>
                </a:solidFill>
                <a:latin typeface="Calibri" pitchFamily="34" charset="0"/>
                <a:ea typeface="Calibri" pitchFamily="34" charset="-122"/>
                <a:cs typeface="Calibri" pitchFamily="34" charset="-120"/>
              </a:rPr>
              <a:t>yu</a:t>
            </a:r>
            <a:endParaRPr lang="en-US" sz="2200" dirty="0"/>
          </a:p>
        </p:txBody>
      </p:sp>
      <p:sp>
        <p:nvSpPr>
          <p:cNvPr id="16" name="Text 14"/>
          <p:cNvSpPr/>
          <p:nvPr/>
        </p:nvSpPr>
        <p:spPr>
          <a:xfrm>
            <a:off x="3375508" y="5760720"/>
            <a:ext cx="2606040" cy="274320"/>
          </a:xfrm>
          <a:prstGeom prst="rect">
            <a:avLst/>
          </a:prstGeom>
          <a:noFill/>
          <a:ln/>
        </p:spPr>
        <p:txBody>
          <a:bodyPr wrap="square" lIns="0" tIns="0" rIns="0" bIns="0" rtlCol="0" anchor="ctr"/>
          <a:lstStyle/>
          <a:p>
            <a:pPr marL="0" indent="0" algn="ctr">
              <a:buNone/>
            </a:pPr>
            <a:r>
              <a:rPr lang="en-US" sz="900" b="1" kern="0" spc="400" dirty="0">
                <a:solidFill>
                  <a:srgbClr val="4036ED"/>
                </a:solidFill>
                <a:latin typeface="Calibri" pitchFamily="34" charset="0"/>
                <a:ea typeface="Calibri" pitchFamily="34" charset="-122"/>
                <a:cs typeface="Calibri" pitchFamily="34" charset="-120"/>
              </a:rPr>
              <a:t>밤 · NOCHE</a:t>
            </a:r>
            <a:endParaRPr lang="en-US" sz="900" dirty="0"/>
          </a:p>
        </p:txBody>
      </p:sp>
      <p:sp>
        <p:nvSpPr>
          <p:cNvPr id="17" name="Shape 15"/>
          <p:cNvSpPr/>
          <p:nvPr/>
        </p:nvSpPr>
        <p:spPr>
          <a:xfrm>
            <a:off x="6210148" y="2697480"/>
            <a:ext cx="2606040" cy="3383280"/>
          </a:xfrm>
          <a:prstGeom prst="roundRect">
            <a:avLst>
              <a:gd name="adj" fmla="val 6316"/>
            </a:avLst>
          </a:prstGeom>
          <a:solidFill>
            <a:srgbClr val="FFE0E0"/>
          </a:solidFill>
          <a:ln w="19050">
            <a:solidFill>
              <a:srgbClr val="FE6768"/>
            </a:solidFill>
            <a:prstDash val="solid"/>
          </a:ln>
        </p:spPr>
      </p:sp>
      <p:sp>
        <p:nvSpPr>
          <p:cNvPr id="18" name="Text 16"/>
          <p:cNvSpPr/>
          <p:nvPr/>
        </p:nvSpPr>
        <p:spPr>
          <a:xfrm>
            <a:off x="6210148" y="2880360"/>
            <a:ext cx="2606040" cy="457200"/>
          </a:xfrm>
          <a:prstGeom prst="rect">
            <a:avLst/>
          </a:prstGeom>
          <a:noFill/>
          <a:ln/>
        </p:spPr>
        <p:txBody>
          <a:bodyPr wrap="square" lIns="0" tIns="0" rIns="0" bIns="0" rtlCol="0" anchor="ctr"/>
          <a:lstStyle/>
          <a:p>
            <a:pPr marL="0" indent="0" algn="ctr">
              <a:buNone/>
            </a:pPr>
            <a:r>
              <a:rPr lang="en-US" sz="2200" dirty="0">
                <a:solidFill>
                  <a:srgbClr val="FE6768"/>
                </a:solidFill>
                <a:latin typeface="Malgun Gothic" pitchFamily="34" charset="0"/>
                <a:ea typeface="Malgun Gothic" pitchFamily="34" charset="-122"/>
                <a:cs typeface="Malgun Gothic" pitchFamily="34" charset="-120"/>
              </a:rPr>
              <a:t>ㅣ + ㅏ</a:t>
            </a:r>
            <a:endParaRPr lang="en-US" sz="2200" dirty="0"/>
          </a:p>
        </p:txBody>
      </p:sp>
      <p:sp>
        <p:nvSpPr>
          <p:cNvPr id="19" name="Text 17"/>
          <p:cNvSpPr/>
          <p:nvPr/>
        </p:nvSpPr>
        <p:spPr>
          <a:xfrm>
            <a:off x="6210148" y="3383280"/>
            <a:ext cx="2606040" cy="365760"/>
          </a:xfrm>
          <a:prstGeom prst="rect">
            <a:avLst/>
          </a:prstGeom>
          <a:noFill/>
          <a:ln/>
        </p:spPr>
        <p:txBody>
          <a:bodyPr wrap="square" lIns="0" tIns="0" rIns="0" bIns="0" rtlCol="0" anchor="ctr"/>
          <a:lstStyle/>
          <a:p>
            <a:pPr marL="0" indent="0" algn="ctr">
              <a:buNone/>
            </a:pPr>
            <a:r>
              <a:rPr lang="en-US" sz="2200" b="1" dirty="0">
                <a:solidFill>
                  <a:srgbClr val="FE6768"/>
                </a:solidFill>
              </a:rPr>
              <a:t>=</a:t>
            </a:r>
            <a:endParaRPr lang="en-US" sz="2200" dirty="0"/>
          </a:p>
        </p:txBody>
      </p:sp>
      <p:sp>
        <p:nvSpPr>
          <p:cNvPr id="20" name="Text 18"/>
          <p:cNvSpPr/>
          <p:nvPr/>
        </p:nvSpPr>
        <p:spPr>
          <a:xfrm>
            <a:off x="6210148" y="3703320"/>
            <a:ext cx="2606040" cy="1554480"/>
          </a:xfrm>
          <a:prstGeom prst="rect">
            <a:avLst/>
          </a:prstGeom>
          <a:noFill/>
          <a:ln/>
        </p:spPr>
        <p:txBody>
          <a:bodyPr wrap="square" lIns="0" tIns="0" rIns="0" bIns="0" rtlCol="0" anchor="ctr"/>
          <a:lstStyle/>
          <a:p>
            <a:pPr marL="0" indent="0" algn="ctr">
              <a:buNone/>
            </a:pPr>
            <a:r>
              <a:rPr lang="en-US" sz="10000" b="1" dirty="0">
                <a:solidFill>
                  <a:srgbClr val="FE6768"/>
                </a:solidFill>
                <a:latin typeface="Malgun Gothic" pitchFamily="34" charset="0"/>
                <a:ea typeface="Malgun Gothic" pitchFamily="34" charset="-122"/>
                <a:cs typeface="Malgun Gothic" pitchFamily="34" charset="-120"/>
              </a:rPr>
              <a:t>ㅑ</a:t>
            </a:r>
            <a:endParaRPr lang="en-US" sz="10000" dirty="0"/>
          </a:p>
        </p:txBody>
      </p:sp>
      <p:sp>
        <p:nvSpPr>
          <p:cNvPr id="21" name="Text 19"/>
          <p:cNvSpPr/>
          <p:nvPr/>
        </p:nvSpPr>
        <p:spPr>
          <a:xfrm>
            <a:off x="6210148" y="5303520"/>
            <a:ext cx="2606040" cy="457200"/>
          </a:xfrm>
          <a:prstGeom prst="rect">
            <a:avLst/>
          </a:prstGeom>
          <a:noFill/>
          <a:ln/>
        </p:spPr>
        <p:txBody>
          <a:bodyPr wrap="square" lIns="0" tIns="0" rIns="0" bIns="0" rtlCol="0" anchor="ctr"/>
          <a:lstStyle/>
          <a:p>
            <a:pPr marL="0" indent="0" algn="ctr">
              <a:buNone/>
            </a:pPr>
            <a:r>
              <a:rPr lang="en-US" sz="2200" b="1" i="1" dirty="0">
                <a:solidFill>
                  <a:srgbClr val="1E1E2A"/>
                </a:solidFill>
                <a:latin typeface="Calibri" pitchFamily="34" charset="0"/>
                <a:ea typeface="Calibri" pitchFamily="34" charset="-122"/>
                <a:cs typeface="Calibri" pitchFamily="34" charset="-120"/>
              </a:rPr>
              <a:t>ya</a:t>
            </a:r>
            <a:endParaRPr lang="en-US" sz="2200" dirty="0"/>
          </a:p>
        </p:txBody>
      </p:sp>
      <p:sp>
        <p:nvSpPr>
          <p:cNvPr id="22" name="Text 20"/>
          <p:cNvSpPr/>
          <p:nvPr/>
        </p:nvSpPr>
        <p:spPr>
          <a:xfrm>
            <a:off x="6210148" y="5760720"/>
            <a:ext cx="2606040" cy="274320"/>
          </a:xfrm>
          <a:prstGeom prst="rect">
            <a:avLst/>
          </a:prstGeom>
          <a:noFill/>
          <a:ln/>
        </p:spPr>
        <p:txBody>
          <a:bodyPr wrap="square" lIns="0" tIns="0" rIns="0" bIns="0" rtlCol="0" anchor="ctr"/>
          <a:lstStyle/>
          <a:p>
            <a:pPr marL="0" indent="0" algn="ctr">
              <a:buNone/>
            </a:pPr>
            <a:r>
              <a:rPr lang="en-US" sz="900" b="1" kern="0" spc="400" dirty="0">
                <a:solidFill>
                  <a:srgbClr val="FE6768"/>
                </a:solidFill>
                <a:latin typeface="Calibri" pitchFamily="34" charset="0"/>
                <a:ea typeface="Calibri" pitchFamily="34" charset="-122"/>
                <a:cs typeface="Calibri" pitchFamily="34" charset="-120"/>
              </a:rPr>
              <a:t>낮 · DÍA</a:t>
            </a:r>
            <a:endParaRPr lang="en-US" sz="900" dirty="0"/>
          </a:p>
        </p:txBody>
      </p:sp>
      <p:sp>
        <p:nvSpPr>
          <p:cNvPr id="23" name="Shape 21"/>
          <p:cNvSpPr/>
          <p:nvPr/>
        </p:nvSpPr>
        <p:spPr>
          <a:xfrm>
            <a:off x="9044788" y="2697480"/>
            <a:ext cx="2606040" cy="3383280"/>
          </a:xfrm>
          <a:prstGeom prst="roundRect">
            <a:avLst>
              <a:gd name="adj" fmla="val 6316"/>
            </a:avLst>
          </a:prstGeom>
          <a:solidFill>
            <a:srgbClr val="EDE8FF"/>
          </a:solidFill>
          <a:ln w="19050">
            <a:solidFill>
              <a:srgbClr val="4036ED"/>
            </a:solidFill>
            <a:prstDash val="solid"/>
          </a:ln>
        </p:spPr>
      </p:sp>
      <p:sp>
        <p:nvSpPr>
          <p:cNvPr id="24" name="Text 22"/>
          <p:cNvSpPr/>
          <p:nvPr/>
        </p:nvSpPr>
        <p:spPr>
          <a:xfrm>
            <a:off x="9044788" y="2880360"/>
            <a:ext cx="2606040" cy="457200"/>
          </a:xfrm>
          <a:prstGeom prst="rect">
            <a:avLst/>
          </a:prstGeom>
          <a:noFill/>
          <a:ln/>
        </p:spPr>
        <p:txBody>
          <a:bodyPr wrap="square" lIns="0" tIns="0" rIns="0" bIns="0" rtlCol="0" anchor="ctr"/>
          <a:lstStyle/>
          <a:p>
            <a:pPr marL="0" indent="0" algn="ctr">
              <a:buNone/>
            </a:pPr>
            <a:r>
              <a:rPr lang="en-US" sz="2200" dirty="0">
                <a:solidFill>
                  <a:srgbClr val="4036ED"/>
                </a:solidFill>
                <a:latin typeface="Malgun Gothic" pitchFamily="34" charset="0"/>
                <a:ea typeface="Malgun Gothic" pitchFamily="34" charset="-122"/>
                <a:cs typeface="Malgun Gothic" pitchFamily="34" charset="-120"/>
              </a:rPr>
              <a:t>ㅣ + ㅓ</a:t>
            </a:r>
            <a:endParaRPr lang="en-US" sz="2200" dirty="0"/>
          </a:p>
        </p:txBody>
      </p:sp>
      <p:sp>
        <p:nvSpPr>
          <p:cNvPr id="25" name="Text 23"/>
          <p:cNvSpPr/>
          <p:nvPr/>
        </p:nvSpPr>
        <p:spPr>
          <a:xfrm>
            <a:off x="9044788" y="3383280"/>
            <a:ext cx="2606040" cy="365760"/>
          </a:xfrm>
          <a:prstGeom prst="rect">
            <a:avLst/>
          </a:prstGeom>
          <a:noFill/>
          <a:ln/>
        </p:spPr>
        <p:txBody>
          <a:bodyPr wrap="square" lIns="0" tIns="0" rIns="0" bIns="0" rtlCol="0" anchor="ctr"/>
          <a:lstStyle/>
          <a:p>
            <a:pPr marL="0" indent="0" algn="ctr">
              <a:buNone/>
            </a:pPr>
            <a:r>
              <a:rPr lang="en-US" sz="2200" b="1" dirty="0">
                <a:solidFill>
                  <a:srgbClr val="4036ED"/>
                </a:solidFill>
              </a:rPr>
              <a:t>=</a:t>
            </a:r>
            <a:endParaRPr lang="en-US" sz="2200" dirty="0"/>
          </a:p>
        </p:txBody>
      </p:sp>
      <p:sp>
        <p:nvSpPr>
          <p:cNvPr id="26" name="Text 24"/>
          <p:cNvSpPr/>
          <p:nvPr/>
        </p:nvSpPr>
        <p:spPr>
          <a:xfrm>
            <a:off x="9044788" y="3703320"/>
            <a:ext cx="2606040" cy="1554480"/>
          </a:xfrm>
          <a:prstGeom prst="rect">
            <a:avLst/>
          </a:prstGeom>
          <a:noFill/>
          <a:ln/>
        </p:spPr>
        <p:txBody>
          <a:bodyPr wrap="square" lIns="0" tIns="0" rIns="0" bIns="0" rtlCol="0" anchor="ctr"/>
          <a:lstStyle/>
          <a:p>
            <a:pPr marL="0" indent="0" algn="ctr">
              <a:buNone/>
            </a:pPr>
            <a:r>
              <a:rPr lang="en-US" sz="10000" b="1" dirty="0">
                <a:solidFill>
                  <a:srgbClr val="4036ED"/>
                </a:solidFill>
                <a:latin typeface="Malgun Gothic" pitchFamily="34" charset="0"/>
                <a:ea typeface="Malgun Gothic" pitchFamily="34" charset="-122"/>
                <a:cs typeface="Malgun Gothic" pitchFamily="34" charset="-120"/>
              </a:rPr>
              <a:t>ㅕ</a:t>
            </a:r>
            <a:endParaRPr lang="en-US" sz="10000" dirty="0"/>
          </a:p>
        </p:txBody>
      </p:sp>
      <p:sp>
        <p:nvSpPr>
          <p:cNvPr id="27" name="Text 25"/>
          <p:cNvSpPr/>
          <p:nvPr/>
        </p:nvSpPr>
        <p:spPr>
          <a:xfrm>
            <a:off x="9044788" y="5303520"/>
            <a:ext cx="2606040" cy="457200"/>
          </a:xfrm>
          <a:prstGeom prst="rect">
            <a:avLst/>
          </a:prstGeom>
          <a:noFill/>
          <a:ln/>
        </p:spPr>
        <p:txBody>
          <a:bodyPr wrap="square" lIns="0" tIns="0" rIns="0" bIns="0" rtlCol="0" anchor="ctr"/>
          <a:lstStyle/>
          <a:p>
            <a:pPr marL="0" indent="0" algn="ctr">
              <a:buNone/>
            </a:pPr>
            <a:r>
              <a:rPr lang="en-US" sz="2200" b="1" i="1" dirty="0">
                <a:solidFill>
                  <a:srgbClr val="1E1E2A"/>
                </a:solidFill>
                <a:latin typeface="Calibri" pitchFamily="34" charset="0"/>
                <a:ea typeface="Calibri" pitchFamily="34" charset="-122"/>
                <a:cs typeface="Calibri" pitchFamily="34" charset="-120"/>
              </a:rPr>
              <a:t>yeo</a:t>
            </a:r>
            <a:endParaRPr lang="en-US" sz="2200" dirty="0"/>
          </a:p>
        </p:txBody>
      </p:sp>
      <p:sp>
        <p:nvSpPr>
          <p:cNvPr id="28" name="Text 26"/>
          <p:cNvSpPr/>
          <p:nvPr/>
        </p:nvSpPr>
        <p:spPr>
          <a:xfrm>
            <a:off x="9044788" y="5760720"/>
            <a:ext cx="2606040" cy="274320"/>
          </a:xfrm>
          <a:prstGeom prst="rect">
            <a:avLst/>
          </a:prstGeom>
          <a:noFill/>
          <a:ln/>
        </p:spPr>
        <p:txBody>
          <a:bodyPr wrap="square" lIns="0" tIns="0" rIns="0" bIns="0" rtlCol="0" anchor="ctr"/>
          <a:lstStyle/>
          <a:p>
            <a:pPr marL="0" indent="0" algn="ctr">
              <a:buNone/>
            </a:pPr>
            <a:r>
              <a:rPr lang="en-US" sz="900" b="1" kern="0" spc="400" dirty="0">
                <a:solidFill>
                  <a:srgbClr val="4036ED"/>
                </a:solidFill>
                <a:latin typeface="Calibri" pitchFamily="34" charset="0"/>
                <a:ea typeface="Calibri" pitchFamily="34" charset="-122"/>
                <a:cs typeface="Calibri" pitchFamily="34" charset="-120"/>
              </a:rPr>
              <a:t>밤 · NOCHE</a:t>
            </a:r>
            <a:endParaRPr lang="en-US" sz="900" dirty="0"/>
          </a:p>
        </p:txBody>
      </p:sp>
      <p:pic>
        <p:nvPicPr>
          <p:cNvPr id="29"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30" name="Text 27"/>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1" name="Text 28"/>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20</a:t>
            </a:r>
            <a:endParaRPr lang="en-US" sz="8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21">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§1.12 · VOCAL</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 · ㅛ</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sonido similar a [yo] de "yodo"</a:t>
            </a:r>
            <a:endParaRPr lang="en-US" sz="1400" dirty="0"/>
          </a:p>
        </p:txBody>
      </p:sp>
      <p:pic>
        <p:nvPicPr>
          <p:cNvPr id="5" name="Image 0" descr="preencoded.png"/>
          <p:cNvPicPr>
            <a:picLocks noChangeAspect="1"/>
          </p:cNvPicPr>
          <p:nvPr/>
        </p:nvPicPr>
        <p:blipFill>
          <a:blip r:embed="rId3"/>
          <a:stretch>
            <a:fillRect/>
          </a:stretch>
        </p:blipFill>
        <p:spPr>
          <a:xfrm>
            <a:off x="11231575" y="822960"/>
            <a:ext cx="502920" cy="502920"/>
          </a:xfrm>
          <a:prstGeom prst="rect">
            <a:avLst/>
          </a:prstGeom>
        </p:spPr>
      </p:pic>
      <p:sp>
        <p:nvSpPr>
          <p:cNvPr id="6" name="Text 3"/>
          <p:cNvSpPr/>
          <p:nvPr/>
        </p:nvSpPr>
        <p:spPr>
          <a:xfrm>
            <a:off x="9768535" y="886968"/>
            <a:ext cx="141732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낮 · DÍA</a:t>
            </a:r>
            <a:endParaRPr lang="en-US" sz="1100" dirty="0"/>
          </a:p>
        </p:txBody>
      </p:sp>
      <p:sp>
        <p:nvSpPr>
          <p:cNvPr id="7" name="Shape 4"/>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5"/>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ㅛ</a:t>
            </a:r>
            <a:endParaRPr lang="en-US" sz="24000" dirty="0"/>
          </a:p>
        </p:txBody>
      </p:sp>
      <p:sp>
        <p:nvSpPr>
          <p:cNvPr id="9" name="Shape 6"/>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7"/>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8"/>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"yo"</a:t>
            </a:r>
            <a:endParaRPr lang="en-US" sz="3800" dirty="0"/>
          </a:p>
        </p:txBody>
      </p:sp>
      <p:sp>
        <p:nvSpPr>
          <p:cNvPr id="12" name="Shape 9"/>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0"/>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1" descr="preencoded.png"/>
          <p:cNvPicPr>
            <a:picLocks noChangeAspect="1"/>
          </p:cNvPicPr>
          <p:nvPr/>
        </p:nvPicPr>
        <p:blipFill>
          <a:blip r:embed="rId4"/>
          <a:stretch>
            <a:fillRect/>
          </a:stretch>
        </p:blipFill>
        <p:spPr>
          <a:xfrm>
            <a:off x="6606540" y="4251960"/>
            <a:ext cx="1600200" cy="1600200"/>
          </a:xfrm>
          <a:prstGeom prst="rect">
            <a:avLst/>
          </a:prstGeom>
        </p:spPr>
      </p:pic>
      <p:sp>
        <p:nvSpPr>
          <p:cNvPr id="15" name="Text 11"/>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3 trazos</a:t>
            </a:r>
            <a:endParaRPr lang="en-US" sz="1200" dirty="0"/>
          </a:p>
        </p:txBody>
      </p:sp>
      <p:sp>
        <p:nvSpPr>
          <p:cNvPr id="16" name="Shape 12"/>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3"/>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4"/>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err="1">
                <a:solidFill>
                  <a:srgbClr val="1E1E2A"/>
                </a:solidFill>
                <a:latin typeface="Malgun Gothic" pitchFamily="34" charset="0"/>
                <a:ea typeface="Malgun Gothic" pitchFamily="34" charset="-122"/>
                <a:cs typeface="Malgun Gothic" pitchFamily="34" charset="-120"/>
              </a:rPr>
              <a:t>요리</a:t>
            </a:r>
            <a:r>
              <a:rPr lang="en-US" sz="1300" i="1" dirty="0">
                <a:solidFill>
                  <a:srgbClr val="4A4A55"/>
                </a:solidFill>
              </a:rPr>
              <a:t>   [YORI] </a:t>
            </a:r>
            <a:r>
              <a:rPr lang="en-US" sz="1300" i="1" dirty="0" err="1">
                <a:solidFill>
                  <a:srgbClr val="4A4A55"/>
                </a:solidFill>
              </a:rPr>
              <a:t>cocina</a:t>
            </a:r>
            <a:endParaRPr lang="en-US" sz="2200" dirty="0"/>
          </a:p>
          <a:p>
            <a:pPr marL="0" indent="0">
              <a:spcAft>
                <a:spcPts val="800"/>
              </a:spcAft>
              <a:buNone/>
            </a:pPr>
            <a:r>
              <a:rPr lang="en-US" sz="2200" b="1" dirty="0" err="1">
                <a:solidFill>
                  <a:srgbClr val="1E1E2A"/>
                </a:solidFill>
                <a:latin typeface="Malgun Gothic" pitchFamily="34" charset="0"/>
                <a:ea typeface="Malgun Gothic" pitchFamily="34" charset="-122"/>
                <a:cs typeface="Malgun Gothic" pitchFamily="34" charset="-120"/>
              </a:rPr>
              <a:t>교실</a:t>
            </a:r>
            <a:r>
              <a:rPr lang="en-US" sz="1300" i="1" dirty="0">
                <a:solidFill>
                  <a:srgbClr val="4A4A55"/>
                </a:solidFill>
              </a:rPr>
              <a:t>   [GYOSIL] aula</a:t>
            </a:r>
            <a:endParaRPr lang="en-US" sz="2200" dirty="0"/>
          </a:p>
        </p:txBody>
      </p:sp>
      <p:pic>
        <p:nvPicPr>
          <p:cNvPr id="19" name="Image 2" descr="preencoded.png"/>
          <p:cNvPicPr>
            <a:picLocks noChangeAspect="1"/>
          </p:cNvPicPr>
          <p:nvPr/>
        </p:nvPicPr>
        <p:blipFill>
          <a:blip r:embed="rId5"/>
          <a:stretch>
            <a:fillRect/>
          </a:stretch>
        </p:blipFill>
        <p:spPr>
          <a:xfrm>
            <a:off x="11597335" y="182880"/>
            <a:ext cx="292608" cy="292608"/>
          </a:xfrm>
          <a:prstGeom prst="rect">
            <a:avLst/>
          </a:prstGeom>
        </p:spPr>
      </p:pic>
      <p:sp>
        <p:nvSpPr>
          <p:cNvPr id="20" name="Text 1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21</a:t>
            </a:r>
            <a:endParaRPr lang="en-US" sz="8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22">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§1.12 · VOCAL</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 · ㅠ</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sonido similar a [yu] de "yuca"</a:t>
            </a:r>
            <a:endParaRPr lang="en-US" sz="1400" dirty="0"/>
          </a:p>
        </p:txBody>
      </p:sp>
      <p:pic>
        <p:nvPicPr>
          <p:cNvPr id="5" name="Image 0" descr="preencoded.png"/>
          <p:cNvPicPr>
            <a:picLocks noChangeAspect="1"/>
          </p:cNvPicPr>
          <p:nvPr/>
        </p:nvPicPr>
        <p:blipFill>
          <a:blip r:embed="rId3"/>
          <a:stretch>
            <a:fillRect/>
          </a:stretch>
        </p:blipFill>
        <p:spPr>
          <a:xfrm>
            <a:off x="11231575" y="822960"/>
            <a:ext cx="502920" cy="502920"/>
          </a:xfrm>
          <a:prstGeom prst="rect">
            <a:avLst/>
          </a:prstGeom>
        </p:spPr>
      </p:pic>
      <p:sp>
        <p:nvSpPr>
          <p:cNvPr id="6" name="Text 3"/>
          <p:cNvSpPr/>
          <p:nvPr/>
        </p:nvSpPr>
        <p:spPr>
          <a:xfrm>
            <a:off x="9768535" y="886968"/>
            <a:ext cx="1417320" cy="365760"/>
          </a:xfrm>
          <a:prstGeom prst="rect">
            <a:avLst/>
          </a:prstGeom>
          <a:noFill/>
          <a:ln/>
        </p:spPr>
        <p:txBody>
          <a:bodyPr wrap="square" lIns="0" tIns="0" rIns="0" bIns="0" rtlCol="0" anchor="ctr"/>
          <a:lstStyle/>
          <a:p>
            <a:pPr marL="0" indent="0" algn="r">
              <a:buNone/>
            </a:pPr>
            <a:r>
              <a:rPr lang="en-US" sz="1100" b="1" kern="0" spc="300" dirty="0">
                <a:solidFill>
                  <a:srgbClr val="4036ED"/>
                </a:solidFill>
                <a:latin typeface="Calibri" pitchFamily="34" charset="0"/>
                <a:ea typeface="Calibri" pitchFamily="34" charset="-122"/>
                <a:cs typeface="Calibri" pitchFamily="34" charset="-120"/>
              </a:rPr>
              <a:t>밤 · NOCHE</a:t>
            </a:r>
            <a:endParaRPr lang="en-US" sz="1100" dirty="0"/>
          </a:p>
        </p:txBody>
      </p:sp>
      <p:sp>
        <p:nvSpPr>
          <p:cNvPr id="7" name="Shape 4"/>
          <p:cNvSpPr/>
          <p:nvPr/>
        </p:nvSpPr>
        <p:spPr>
          <a:xfrm>
            <a:off x="640080" y="2606040"/>
            <a:ext cx="5120640" cy="3657600"/>
          </a:xfrm>
          <a:prstGeom prst="roundRect">
            <a:avLst>
              <a:gd name="adj" fmla="val 7500"/>
            </a:avLst>
          </a:prstGeom>
          <a:solidFill>
            <a:srgbClr val="4036ED"/>
          </a:solidFill>
          <a:ln w="12700">
            <a:solidFill>
              <a:srgbClr val="4036ED"/>
            </a:solidFill>
            <a:prstDash val="solid"/>
          </a:ln>
        </p:spPr>
      </p:sp>
      <p:sp>
        <p:nvSpPr>
          <p:cNvPr id="8" name="Text 5"/>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ㅠ</a:t>
            </a:r>
            <a:endParaRPr lang="en-US" sz="24000" dirty="0"/>
          </a:p>
        </p:txBody>
      </p:sp>
      <p:sp>
        <p:nvSpPr>
          <p:cNvPr id="9" name="Shape 6"/>
          <p:cNvSpPr/>
          <p:nvPr/>
        </p:nvSpPr>
        <p:spPr>
          <a:xfrm>
            <a:off x="6126480" y="2606040"/>
            <a:ext cx="5486400" cy="1097280"/>
          </a:xfrm>
          <a:prstGeom prst="roundRect">
            <a:avLst>
              <a:gd name="adj" fmla="val 12500"/>
            </a:avLst>
          </a:prstGeom>
          <a:solidFill>
            <a:srgbClr val="EDE8FF"/>
          </a:solidFill>
          <a:ln w="19050">
            <a:solidFill>
              <a:srgbClr val="4036ED"/>
            </a:solidFill>
            <a:prstDash val="solid"/>
          </a:ln>
        </p:spPr>
      </p:sp>
      <p:sp>
        <p:nvSpPr>
          <p:cNvPr id="10" name="Text 7"/>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4036ED"/>
                </a:solidFill>
                <a:latin typeface="Calibri" pitchFamily="34" charset="0"/>
                <a:ea typeface="Calibri" pitchFamily="34" charset="-122"/>
                <a:cs typeface="Calibri" pitchFamily="34" charset="-120"/>
              </a:rPr>
              <a:t>PRONUNCIACIÓN</a:t>
            </a:r>
            <a:endParaRPr lang="en-US" sz="900" dirty="0"/>
          </a:p>
        </p:txBody>
      </p:sp>
      <p:sp>
        <p:nvSpPr>
          <p:cNvPr id="11" name="Text 8"/>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"yu"</a:t>
            </a:r>
            <a:endParaRPr lang="en-US" sz="3800" dirty="0"/>
          </a:p>
        </p:txBody>
      </p:sp>
      <p:sp>
        <p:nvSpPr>
          <p:cNvPr id="12" name="Shape 9"/>
          <p:cNvSpPr/>
          <p:nvPr/>
        </p:nvSpPr>
        <p:spPr>
          <a:xfrm>
            <a:off x="6126480" y="3840480"/>
            <a:ext cx="2560320" cy="2423160"/>
          </a:xfrm>
          <a:prstGeom prst="roundRect">
            <a:avLst>
              <a:gd name="adj" fmla="val 5660"/>
            </a:avLst>
          </a:prstGeom>
          <a:solidFill>
            <a:srgbClr val="F6F6F6"/>
          </a:solidFill>
          <a:ln w="19050">
            <a:solidFill>
              <a:srgbClr val="4036ED"/>
            </a:solidFill>
            <a:prstDash val="solid"/>
          </a:ln>
        </p:spPr>
      </p:sp>
      <p:sp>
        <p:nvSpPr>
          <p:cNvPr id="13" name="Text 10"/>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4036ED"/>
                </a:solidFill>
                <a:latin typeface="Calibri" pitchFamily="34" charset="0"/>
                <a:ea typeface="Calibri" pitchFamily="34" charset="-122"/>
                <a:cs typeface="Calibri" pitchFamily="34" charset="-120"/>
              </a:rPr>
              <a:t>ORDEN DE TRAZO</a:t>
            </a:r>
            <a:endParaRPr lang="en-US" sz="900" dirty="0"/>
          </a:p>
        </p:txBody>
      </p:sp>
      <p:pic>
        <p:nvPicPr>
          <p:cNvPr id="14" name="Image 1" descr="preencoded.png"/>
          <p:cNvPicPr>
            <a:picLocks noChangeAspect="1"/>
          </p:cNvPicPr>
          <p:nvPr/>
        </p:nvPicPr>
        <p:blipFill>
          <a:blip r:embed="rId4"/>
          <a:stretch>
            <a:fillRect/>
          </a:stretch>
        </p:blipFill>
        <p:spPr>
          <a:xfrm>
            <a:off x="6606540" y="4251960"/>
            <a:ext cx="1600200" cy="1600200"/>
          </a:xfrm>
          <a:prstGeom prst="rect">
            <a:avLst/>
          </a:prstGeom>
        </p:spPr>
      </p:pic>
      <p:sp>
        <p:nvSpPr>
          <p:cNvPr id="15" name="Text 11"/>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3 trazos</a:t>
            </a:r>
            <a:endParaRPr lang="en-US" sz="1200" dirty="0"/>
          </a:p>
        </p:txBody>
      </p:sp>
      <p:sp>
        <p:nvSpPr>
          <p:cNvPr id="16" name="Shape 12"/>
          <p:cNvSpPr/>
          <p:nvPr/>
        </p:nvSpPr>
        <p:spPr>
          <a:xfrm>
            <a:off x="8869680" y="3840480"/>
            <a:ext cx="2743200" cy="2423160"/>
          </a:xfrm>
          <a:prstGeom prst="roundRect">
            <a:avLst>
              <a:gd name="adj" fmla="val 5660"/>
            </a:avLst>
          </a:prstGeom>
          <a:solidFill>
            <a:srgbClr val="EDE8FF"/>
          </a:solidFill>
          <a:ln w="19050">
            <a:solidFill>
              <a:srgbClr val="4036ED"/>
            </a:solidFill>
            <a:prstDash val="solid"/>
          </a:ln>
        </p:spPr>
      </p:sp>
      <p:sp>
        <p:nvSpPr>
          <p:cNvPr id="17" name="Text 13"/>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4036ED"/>
                </a:solidFill>
                <a:latin typeface="Calibri" pitchFamily="34" charset="0"/>
                <a:ea typeface="Calibri" pitchFamily="34" charset="-122"/>
                <a:cs typeface="Calibri" pitchFamily="34" charset="-120"/>
              </a:rPr>
              <a:t>EJEMPLOS</a:t>
            </a:r>
            <a:endParaRPr lang="en-US" sz="900" dirty="0"/>
          </a:p>
        </p:txBody>
      </p:sp>
      <p:sp>
        <p:nvSpPr>
          <p:cNvPr id="18" name="Text 14"/>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우유</a:t>
            </a:r>
            <a:r>
              <a:rPr lang="en-US" sz="1300" i="1" dirty="0">
                <a:solidFill>
                  <a:srgbClr val="4A4A55"/>
                </a:solidFill>
              </a:rPr>
              <a:t>   leche</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유리</a:t>
            </a:r>
            <a:r>
              <a:rPr lang="en-US" sz="1300" i="1" dirty="0">
                <a:solidFill>
                  <a:srgbClr val="4A4A55"/>
                </a:solidFill>
              </a:rPr>
              <a:t>   vidrio</a:t>
            </a:r>
            <a:endParaRPr lang="en-US" sz="2200" dirty="0"/>
          </a:p>
        </p:txBody>
      </p:sp>
      <p:pic>
        <p:nvPicPr>
          <p:cNvPr id="19" name="Image 2" descr="preencoded.png"/>
          <p:cNvPicPr>
            <a:picLocks noChangeAspect="1"/>
          </p:cNvPicPr>
          <p:nvPr/>
        </p:nvPicPr>
        <p:blipFill>
          <a:blip r:embed="rId5"/>
          <a:stretch>
            <a:fillRect/>
          </a:stretch>
        </p:blipFill>
        <p:spPr>
          <a:xfrm>
            <a:off x="11597335" y="182880"/>
            <a:ext cx="292608" cy="292608"/>
          </a:xfrm>
          <a:prstGeom prst="rect">
            <a:avLst/>
          </a:prstGeom>
        </p:spPr>
      </p:pic>
      <p:sp>
        <p:nvSpPr>
          <p:cNvPr id="20" name="Text 1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22</a:t>
            </a:r>
            <a:endParaRPr lang="en-US" sz="8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23">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§1.12 · VOCAL</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 · ㅑ</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sonido similar a [ya] de "ya"</a:t>
            </a:r>
            <a:endParaRPr lang="en-US" sz="1400" dirty="0"/>
          </a:p>
        </p:txBody>
      </p:sp>
      <p:pic>
        <p:nvPicPr>
          <p:cNvPr id="5" name="Image 0" descr="preencoded.png"/>
          <p:cNvPicPr>
            <a:picLocks noChangeAspect="1"/>
          </p:cNvPicPr>
          <p:nvPr/>
        </p:nvPicPr>
        <p:blipFill>
          <a:blip r:embed="rId3"/>
          <a:stretch>
            <a:fillRect/>
          </a:stretch>
        </p:blipFill>
        <p:spPr>
          <a:xfrm>
            <a:off x="11231575" y="822960"/>
            <a:ext cx="502920" cy="502920"/>
          </a:xfrm>
          <a:prstGeom prst="rect">
            <a:avLst/>
          </a:prstGeom>
        </p:spPr>
      </p:pic>
      <p:sp>
        <p:nvSpPr>
          <p:cNvPr id="6" name="Text 3"/>
          <p:cNvSpPr/>
          <p:nvPr/>
        </p:nvSpPr>
        <p:spPr>
          <a:xfrm>
            <a:off x="9768535" y="886968"/>
            <a:ext cx="141732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낮 · DÍA</a:t>
            </a:r>
            <a:endParaRPr lang="en-US" sz="1100" dirty="0"/>
          </a:p>
        </p:txBody>
      </p:sp>
      <p:sp>
        <p:nvSpPr>
          <p:cNvPr id="7" name="Shape 4"/>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5"/>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ㅑ</a:t>
            </a:r>
            <a:endParaRPr lang="en-US" sz="24000" dirty="0"/>
          </a:p>
        </p:txBody>
      </p:sp>
      <p:sp>
        <p:nvSpPr>
          <p:cNvPr id="9" name="Shape 6"/>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7"/>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8"/>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a:t>
            </a:r>
            <a:r>
              <a:rPr lang="en-US" sz="3800" b="1" i="1" dirty="0" err="1">
                <a:solidFill>
                  <a:srgbClr val="1E1E2A"/>
                </a:solidFill>
                <a:latin typeface="Calibri" pitchFamily="34" charset="0"/>
                <a:ea typeface="Calibri" pitchFamily="34" charset="-122"/>
                <a:cs typeface="Calibri" pitchFamily="34" charset="-120"/>
              </a:rPr>
              <a:t>ya</a:t>
            </a:r>
            <a:r>
              <a:rPr lang="en-US" sz="3800" b="1" i="1" dirty="0">
                <a:solidFill>
                  <a:srgbClr val="1E1E2A"/>
                </a:solidFill>
                <a:latin typeface="Calibri" pitchFamily="34" charset="0"/>
                <a:ea typeface="Calibri" pitchFamily="34" charset="-122"/>
                <a:cs typeface="Calibri" pitchFamily="34" charset="-120"/>
              </a:rPr>
              <a:t>“ </a:t>
            </a:r>
            <a:r>
              <a:rPr lang="es-CL" sz="3800" b="1" i="1" dirty="0">
                <a:solidFill>
                  <a:srgbClr val="1E1E2A"/>
                </a:solidFill>
                <a:latin typeface="Calibri" pitchFamily="34" charset="0"/>
                <a:ea typeface="Calibri" pitchFamily="34" charset="-122"/>
                <a:cs typeface="Calibri" pitchFamily="34" charset="-120"/>
              </a:rPr>
              <a:t>IA</a:t>
            </a:r>
            <a:endParaRPr lang="en-US" sz="3800" dirty="0"/>
          </a:p>
        </p:txBody>
      </p:sp>
      <p:sp>
        <p:nvSpPr>
          <p:cNvPr id="12" name="Shape 9"/>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0"/>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1" descr="preencoded.png"/>
          <p:cNvPicPr>
            <a:picLocks noChangeAspect="1"/>
          </p:cNvPicPr>
          <p:nvPr/>
        </p:nvPicPr>
        <p:blipFill>
          <a:blip r:embed="rId4"/>
          <a:stretch>
            <a:fillRect/>
          </a:stretch>
        </p:blipFill>
        <p:spPr>
          <a:xfrm>
            <a:off x="6606540" y="4251960"/>
            <a:ext cx="1600200" cy="1600200"/>
          </a:xfrm>
          <a:prstGeom prst="rect">
            <a:avLst/>
          </a:prstGeom>
        </p:spPr>
      </p:pic>
      <p:sp>
        <p:nvSpPr>
          <p:cNvPr id="15" name="Text 11"/>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3 trazos</a:t>
            </a:r>
            <a:endParaRPr lang="en-US" sz="1200" dirty="0"/>
          </a:p>
        </p:txBody>
      </p:sp>
      <p:sp>
        <p:nvSpPr>
          <p:cNvPr id="16" name="Shape 12"/>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3"/>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4"/>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야구</a:t>
            </a:r>
            <a:r>
              <a:rPr lang="en-US" sz="1300" i="1" dirty="0">
                <a:solidFill>
                  <a:srgbClr val="4A4A55"/>
                </a:solidFill>
              </a:rPr>
              <a:t>   béisbol</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이야기</a:t>
            </a:r>
            <a:r>
              <a:rPr lang="en-US" sz="1300" i="1" dirty="0">
                <a:solidFill>
                  <a:srgbClr val="4A4A55"/>
                </a:solidFill>
              </a:rPr>
              <a:t>   historia</a:t>
            </a:r>
            <a:endParaRPr lang="en-US" sz="2200" dirty="0"/>
          </a:p>
        </p:txBody>
      </p:sp>
      <p:pic>
        <p:nvPicPr>
          <p:cNvPr id="19" name="Image 2" descr="preencoded.png"/>
          <p:cNvPicPr>
            <a:picLocks noChangeAspect="1"/>
          </p:cNvPicPr>
          <p:nvPr/>
        </p:nvPicPr>
        <p:blipFill>
          <a:blip r:embed="rId5"/>
          <a:stretch>
            <a:fillRect/>
          </a:stretch>
        </p:blipFill>
        <p:spPr>
          <a:xfrm>
            <a:off x="11597335" y="182880"/>
            <a:ext cx="292608" cy="292608"/>
          </a:xfrm>
          <a:prstGeom prst="rect">
            <a:avLst/>
          </a:prstGeom>
        </p:spPr>
      </p:pic>
      <p:sp>
        <p:nvSpPr>
          <p:cNvPr id="20" name="Text 1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23</a:t>
            </a:r>
            <a:endParaRPr lang="en-US" sz="8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24">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§1.12 · VOCAL</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 · ㅕ</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piensa en una "y" seguida de ㅓ</a:t>
            </a:r>
            <a:endParaRPr lang="en-US" sz="1400" dirty="0"/>
          </a:p>
        </p:txBody>
      </p:sp>
      <p:pic>
        <p:nvPicPr>
          <p:cNvPr id="5" name="Image 0" descr="preencoded.png"/>
          <p:cNvPicPr>
            <a:picLocks noChangeAspect="1"/>
          </p:cNvPicPr>
          <p:nvPr/>
        </p:nvPicPr>
        <p:blipFill>
          <a:blip r:embed="rId3"/>
          <a:stretch>
            <a:fillRect/>
          </a:stretch>
        </p:blipFill>
        <p:spPr>
          <a:xfrm>
            <a:off x="11231575" y="822960"/>
            <a:ext cx="502920" cy="502920"/>
          </a:xfrm>
          <a:prstGeom prst="rect">
            <a:avLst/>
          </a:prstGeom>
        </p:spPr>
      </p:pic>
      <p:sp>
        <p:nvSpPr>
          <p:cNvPr id="6" name="Text 3"/>
          <p:cNvSpPr/>
          <p:nvPr/>
        </p:nvSpPr>
        <p:spPr>
          <a:xfrm>
            <a:off x="9768535" y="886968"/>
            <a:ext cx="1417320" cy="365760"/>
          </a:xfrm>
          <a:prstGeom prst="rect">
            <a:avLst/>
          </a:prstGeom>
          <a:noFill/>
          <a:ln/>
        </p:spPr>
        <p:txBody>
          <a:bodyPr wrap="square" lIns="0" tIns="0" rIns="0" bIns="0" rtlCol="0" anchor="ctr"/>
          <a:lstStyle/>
          <a:p>
            <a:pPr marL="0" indent="0" algn="r">
              <a:buNone/>
            </a:pPr>
            <a:r>
              <a:rPr lang="en-US" sz="1100" b="1" kern="0" spc="300" dirty="0">
                <a:solidFill>
                  <a:srgbClr val="4036ED"/>
                </a:solidFill>
                <a:latin typeface="Calibri" pitchFamily="34" charset="0"/>
                <a:ea typeface="Calibri" pitchFamily="34" charset="-122"/>
                <a:cs typeface="Calibri" pitchFamily="34" charset="-120"/>
              </a:rPr>
              <a:t>밤 · NOCHE</a:t>
            </a:r>
            <a:endParaRPr lang="en-US" sz="1100" dirty="0"/>
          </a:p>
        </p:txBody>
      </p:sp>
      <p:sp>
        <p:nvSpPr>
          <p:cNvPr id="7" name="Shape 4"/>
          <p:cNvSpPr/>
          <p:nvPr/>
        </p:nvSpPr>
        <p:spPr>
          <a:xfrm>
            <a:off x="640080" y="2606040"/>
            <a:ext cx="5120640" cy="3657600"/>
          </a:xfrm>
          <a:prstGeom prst="roundRect">
            <a:avLst>
              <a:gd name="adj" fmla="val 7500"/>
            </a:avLst>
          </a:prstGeom>
          <a:solidFill>
            <a:srgbClr val="4036ED"/>
          </a:solidFill>
          <a:ln w="12700">
            <a:solidFill>
              <a:srgbClr val="4036ED"/>
            </a:solidFill>
            <a:prstDash val="solid"/>
          </a:ln>
        </p:spPr>
      </p:sp>
      <p:sp>
        <p:nvSpPr>
          <p:cNvPr id="8" name="Text 5"/>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ㅕ</a:t>
            </a:r>
            <a:endParaRPr lang="en-US" sz="24000" dirty="0"/>
          </a:p>
        </p:txBody>
      </p:sp>
      <p:sp>
        <p:nvSpPr>
          <p:cNvPr id="9" name="Shape 6"/>
          <p:cNvSpPr/>
          <p:nvPr/>
        </p:nvSpPr>
        <p:spPr>
          <a:xfrm>
            <a:off x="6126480" y="2606040"/>
            <a:ext cx="5486400" cy="1097280"/>
          </a:xfrm>
          <a:prstGeom prst="roundRect">
            <a:avLst>
              <a:gd name="adj" fmla="val 12500"/>
            </a:avLst>
          </a:prstGeom>
          <a:solidFill>
            <a:srgbClr val="EDE8FF"/>
          </a:solidFill>
          <a:ln w="19050">
            <a:solidFill>
              <a:srgbClr val="4036ED"/>
            </a:solidFill>
            <a:prstDash val="solid"/>
          </a:ln>
        </p:spPr>
      </p:sp>
      <p:sp>
        <p:nvSpPr>
          <p:cNvPr id="10" name="Text 7"/>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4036ED"/>
                </a:solidFill>
                <a:latin typeface="Calibri" pitchFamily="34" charset="0"/>
                <a:ea typeface="Calibri" pitchFamily="34" charset="-122"/>
                <a:cs typeface="Calibri" pitchFamily="34" charset="-120"/>
              </a:rPr>
              <a:t>PRONUNCIACIÓN</a:t>
            </a:r>
            <a:endParaRPr lang="en-US" sz="900" dirty="0"/>
          </a:p>
        </p:txBody>
      </p:sp>
      <p:sp>
        <p:nvSpPr>
          <p:cNvPr id="11" name="Text 8"/>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"yeo"</a:t>
            </a:r>
            <a:endParaRPr lang="en-US" sz="3800" dirty="0"/>
          </a:p>
        </p:txBody>
      </p:sp>
      <p:sp>
        <p:nvSpPr>
          <p:cNvPr id="12" name="Shape 9"/>
          <p:cNvSpPr/>
          <p:nvPr/>
        </p:nvSpPr>
        <p:spPr>
          <a:xfrm>
            <a:off x="6126480" y="3840480"/>
            <a:ext cx="2560320" cy="2423160"/>
          </a:xfrm>
          <a:prstGeom prst="roundRect">
            <a:avLst>
              <a:gd name="adj" fmla="val 5660"/>
            </a:avLst>
          </a:prstGeom>
          <a:solidFill>
            <a:srgbClr val="F6F6F6"/>
          </a:solidFill>
          <a:ln w="19050">
            <a:solidFill>
              <a:srgbClr val="4036ED"/>
            </a:solidFill>
            <a:prstDash val="solid"/>
          </a:ln>
        </p:spPr>
      </p:sp>
      <p:sp>
        <p:nvSpPr>
          <p:cNvPr id="13" name="Text 10"/>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4036ED"/>
                </a:solidFill>
                <a:latin typeface="Calibri" pitchFamily="34" charset="0"/>
                <a:ea typeface="Calibri" pitchFamily="34" charset="-122"/>
                <a:cs typeface="Calibri" pitchFamily="34" charset="-120"/>
              </a:rPr>
              <a:t>ORDEN DE TRAZO</a:t>
            </a:r>
            <a:endParaRPr lang="en-US" sz="900" dirty="0"/>
          </a:p>
        </p:txBody>
      </p:sp>
      <p:pic>
        <p:nvPicPr>
          <p:cNvPr id="14" name="Image 1" descr="preencoded.png"/>
          <p:cNvPicPr>
            <a:picLocks noChangeAspect="1"/>
          </p:cNvPicPr>
          <p:nvPr/>
        </p:nvPicPr>
        <p:blipFill>
          <a:blip r:embed="rId4"/>
          <a:stretch>
            <a:fillRect/>
          </a:stretch>
        </p:blipFill>
        <p:spPr>
          <a:xfrm>
            <a:off x="6606540" y="4251960"/>
            <a:ext cx="1600200" cy="1600200"/>
          </a:xfrm>
          <a:prstGeom prst="rect">
            <a:avLst/>
          </a:prstGeom>
        </p:spPr>
      </p:pic>
      <p:sp>
        <p:nvSpPr>
          <p:cNvPr id="15" name="Text 11"/>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3 trazos</a:t>
            </a:r>
            <a:endParaRPr lang="en-US" sz="1200" dirty="0"/>
          </a:p>
        </p:txBody>
      </p:sp>
      <p:sp>
        <p:nvSpPr>
          <p:cNvPr id="16" name="Shape 12"/>
          <p:cNvSpPr/>
          <p:nvPr/>
        </p:nvSpPr>
        <p:spPr>
          <a:xfrm>
            <a:off x="8869680" y="3840480"/>
            <a:ext cx="2743200" cy="2423160"/>
          </a:xfrm>
          <a:prstGeom prst="roundRect">
            <a:avLst>
              <a:gd name="adj" fmla="val 5660"/>
            </a:avLst>
          </a:prstGeom>
          <a:solidFill>
            <a:srgbClr val="EDE8FF"/>
          </a:solidFill>
          <a:ln w="19050">
            <a:solidFill>
              <a:srgbClr val="4036ED"/>
            </a:solidFill>
            <a:prstDash val="solid"/>
          </a:ln>
        </p:spPr>
      </p:sp>
      <p:sp>
        <p:nvSpPr>
          <p:cNvPr id="17" name="Text 13"/>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4036ED"/>
                </a:solidFill>
                <a:latin typeface="Calibri" pitchFamily="34" charset="0"/>
                <a:ea typeface="Calibri" pitchFamily="34" charset="-122"/>
                <a:cs typeface="Calibri" pitchFamily="34" charset="-120"/>
              </a:rPr>
              <a:t>EJEMPLOS</a:t>
            </a:r>
            <a:endParaRPr lang="en-US" sz="900" dirty="0"/>
          </a:p>
        </p:txBody>
      </p:sp>
      <p:sp>
        <p:nvSpPr>
          <p:cNvPr id="18" name="Text 14"/>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여자</a:t>
            </a:r>
            <a:r>
              <a:rPr lang="en-US" sz="1300" i="1" dirty="0">
                <a:solidFill>
                  <a:srgbClr val="4A4A55"/>
                </a:solidFill>
              </a:rPr>
              <a:t>   mujer</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겨울</a:t>
            </a:r>
            <a:r>
              <a:rPr lang="en-US" sz="1300" i="1" dirty="0">
                <a:solidFill>
                  <a:srgbClr val="4A4A55"/>
                </a:solidFill>
              </a:rPr>
              <a:t>   invierno</a:t>
            </a:r>
            <a:endParaRPr lang="en-US" sz="2200" dirty="0"/>
          </a:p>
        </p:txBody>
      </p:sp>
      <p:pic>
        <p:nvPicPr>
          <p:cNvPr id="19" name="Image 2" descr="preencoded.png"/>
          <p:cNvPicPr>
            <a:picLocks noChangeAspect="1"/>
          </p:cNvPicPr>
          <p:nvPr/>
        </p:nvPicPr>
        <p:blipFill>
          <a:blip r:embed="rId5"/>
          <a:stretch>
            <a:fillRect/>
          </a:stretch>
        </p:blipFill>
        <p:spPr>
          <a:xfrm>
            <a:off x="11597335" y="182880"/>
            <a:ext cx="292608" cy="292608"/>
          </a:xfrm>
          <a:prstGeom prst="rect">
            <a:avLst/>
          </a:prstGeom>
        </p:spPr>
      </p:pic>
      <p:sp>
        <p:nvSpPr>
          <p:cNvPr id="20" name="Text 1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24</a:t>
            </a:r>
            <a:endParaRPr lang="en-US" sz="8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25">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§1.13</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Las 11 vocales fundamentales</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Cinco vocales día (낮)  ·  cinco vocales noche (밤)  ·  una vocal de equilibrio.</a:t>
            </a:r>
            <a:endParaRPr lang="en-US" sz="1400" dirty="0"/>
          </a:p>
        </p:txBody>
      </p:sp>
      <p:sp>
        <p:nvSpPr>
          <p:cNvPr id="5" name="Shape 3"/>
          <p:cNvSpPr/>
          <p:nvPr/>
        </p:nvSpPr>
        <p:spPr>
          <a:xfrm>
            <a:off x="640080" y="2468880"/>
            <a:ext cx="4572000" cy="3840480"/>
          </a:xfrm>
          <a:prstGeom prst="roundRect">
            <a:avLst>
              <a:gd name="adj" fmla="val 4762"/>
            </a:avLst>
          </a:prstGeom>
          <a:solidFill>
            <a:srgbClr val="FE6768"/>
          </a:solidFill>
          <a:ln w="12700">
            <a:solidFill>
              <a:srgbClr val="FE6768"/>
            </a:solidFill>
            <a:prstDash val="solid"/>
          </a:ln>
        </p:spPr>
      </p:sp>
      <p:pic>
        <p:nvPicPr>
          <p:cNvPr id="6" name="Image 0" descr="preencoded.png"/>
          <p:cNvPicPr>
            <a:picLocks noChangeAspect="1"/>
          </p:cNvPicPr>
          <p:nvPr/>
        </p:nvPicPr>
        <p:blipFill>
          <a:blip r:embed="rId3"/>
          <a:stretch>
            <a:fillRect/>
          </a:stretch>
        </p:blipFill>
        <p:spPr>
          <a:xfrm>
            <a:off x="914400" y="2606040"/>
            <a:ext cx="502920" cy="502920"/>
          </a:xfrm>
          <a:prstGeom prst="rect">
            <a:avLst/>
          </a:prstGeom>
        </p:spPr>
      </p:pic>
      <p:sp>
        <p:nvSpPr>
          <p:cNvPr id="7" name="Text 4"/>
          <p:cNvSpPr/>
          <p:nvPr/>
        </p:nvSpPr>
        <p:spPr>
          <a:xfrm>
            <a:off x="1508760" y="2651760"/>
            <a:ext cx="3657600" cy="411480"/>
          </a:xfrm>
          <a:prstGeom prst="rect">
            <a:avLst/>
          </a:prstGeom>
          <a:noFill/>
          <a:ln/>
        </p:spPr>
        <p:txBody>
          <a:bodyPr wrap="square" lIns="0" tIns="0" rIns="0" bIns="0" rtlCol="0" anchor="ctr"/>
          <a:lstStyle/>
          <a:p>
            <a:pPr marL="0" indent="0">
              <a:buNone/>
            </a:pPr>
            <a:r>
              <a:rPr lang="en-US" sz="1800" b="1" kern="0" spc="500" dirty="0">
                <a:solidFill>
                  <a:srgbClr val="F6F6F6"/>
                </a:solidFill>
                <a:latin typeface="Calibri" pitchFamily="34" charset="0"/>
                <a:ea typeface="Calibri" pitchFamily="34" charset="-122"/>
                <a:cs typeface="Calibri" pitchFamily="34" charset="-120"/>
              </a:rPr>
              <a:t>낮 · DÍA</a:t>
            </a:r>
            <a:endParaRPr lang="en-US" sz="1800" dirty="0"/>
          </a:p>
        </p:txBody>
      </p:sp>
      <p:sp>
        <p:nvSpPr>
          <p:cNvPr id="8" name="Text 5"/>
          <p:cNvSpPr/>
          <p:nvPr/>
        </p:nvSpPr>
        <p:spPr>
          <a:xfrm>
            <a:off x="822960"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a:t>
            </a:r>
            <a:endParaRPr lang="en-US" sz="6400" dirty="0"/>
          </a:p>
        </p:txBody>
      </p:sp>
      <p:sp>
        <p:nvSpPr>
          <p:cNvPr id="9" name="Text 6"/>
          <p:cNvSpPr/>
          <p:nvPr/>
        </p:nvSpPr>
        <p:spPr>
          <a:xfrm>
            <a:off x="1664208"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ㅗ</a:t>
            </a:r>
            <a:endParaRPr lang="en-US" sz="6400" dirty="0"/>
          </a:p>
        </p:txBody>
      </p:sp>
      <p:sp>
        <p:nvSpPr>
          <p:cNvPr id="10" name="Text 7"/>
          <p:cNvSpPr/>
          <p:nvPr/>
        </p:nvSpPr>
        <p:spPr>
          <a:xfrm>
            <a:off x="2505456"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ㅏ</a:t>
            </a:r>
            <a:endParaRPr lang="en-US" sz="6400" dirty="0"/>
          </a:p>
        </p:txBody>
      </p:sp>
      <p:sp>
        <p:nvSpPr>
          <p:cNvPr id="11" name="Text 8"/>
          <p:cNvSpPr/>
          <p:nvPr/>
        </p:nvSpPr>
        <p:spPr>
          <a:xfrm>
            <a:off x="3346704"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ㅛ</a:t>
            </a:r>
            <a:endParaRPr lang="en-US" sz="6400" dirty="0"/>
          </a:p>
        </p:txBody>
      </p:sp>
      <p:sp>
        <p:nvSpPr>
          <p:cNvPr id="12" name="Text 9"/>
          <p:cNvSpPr/>
          <p:nvPr/>
        </p:nvSpPr>
        <p:spPr>
          <a:xfrm>
            <a:off x="4187952"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ㅑ</a:t>
            </a:r>
            <a:endParaRPr lang="en-US" sz="6400" dirty="0"/>
          </a:p>
        </p:txBody>
      </p:sp>
      <p:sp>
        <p:nvSpPr>
          <p:cNvPr id="13" name="Text 10"/>
          <p:cNvSpPr/>
          <p:nvPr/>
        </p:nvSpPr>
        <p:spPr>
          <a:xfrm>
            <a:off x="640080" y="5029200"/>
            <a:ext cx="4572000" cy="365760"/>
          </a:xfrm>
          <a:prstGeom prst="rect">
            <a:avLst/>
          </a:prstGeom>
          <a:noFill/>
          <a:ln/>
        </p:spPr>
        <p:txBody>
          <a:bodyPr wrap="square" lIns="0" tIns="0" rIns="0" bIns="0" rtlCol="0" anchor="ctr"/>
          <a:lstStyle/>
          <a:p>
            <a:pPr marL="0" indent="0" algn="ctr">
              <a:buNone/>
            </a:pPr>
            <a:r>
              <a:rPr lang="en-US" sz="1200" i="1" dirty="0">
                <a:solidFill>
                  <a:srgbClr val="FFC8C8"/>
                </a:solidFill>
                <a:latin typeface="Calibri" pitchFamily="34" charset="0"/>
                <a:ea typeface="Calibri" pitchFamily="34" charset="-122"/>
                <a:cs typeface="Calibri" pitchFamily="34" charset="-120"/>
              </a:rPr>
              <a:t>Lengua hacia adentro</a:t>
            </a:r>
            <a:endParaRPr lang="en-US" sz="1200" dirty="0"/>
          </a:p>
        </p:txBody>
      </p:sp>
      <p:sp>
        <p:nvSpPr>
          <p:cNvPr id="14" name="Text 11"/>
          <p:cNvSpPr/>
          <p:nvPr/>
        </p:nvSpPr>
        <p:spPr>
          <a:xfrm>
            <a:off x="640080" y="5394960"/>
            <a:ext cx="4572000" cy="365760"/>
          </a:xfrm>
          <a:prstGeom prst="rect">
            <a:avLst/>
          </a:prstGeom>
          <a:noFill/>
          <a:ln/>
        </p:spPr>
        <p:txBody>
          <a:bodyPr wrap="square" lIns="0" tIns="0" rIns="0" bIns="0" rtlCol="0" anchor="ctr"/>
          <a:lstStyle/>
          <a:p>
            <a:pPr marL="0" indent="0" algn="ctr">
              <a:buNone/>
            </a:pPr>
            <a:r>
              <a:rPr lang="en-US" sz="1100" i="1" dirty="0">
                <a:solidFill>
                  <a:srgbClr val="FFC8C8"/>
                </a:solidFill>
                <a:latin typeface="Calibri" pitchFamily="34" charset="0"/>
                <a:ea typeface="Calibri" pitchFamily="34" charset="-122"/>
                <a:cs typeface="Calibri" pitchFamily="34" charset="-120"/>
              </a:rPr>
              <a:t>punto (·) brillante</a:t>
            </a:r>
            <a:endParaRPr lang="en-US" sz="1100" dirty="0"/>
          </a:p>
        </p:txBody>
      </p:sp>
      <p:sp>
        <p:nvSpPr>
          <p:cNvPr id="15" name="Shape 12"/>
          <p:cNvSpPr/>
          <p:nvPr/>
        </p:nvSpPr>
        <p:spPr>
          <a:xfrm>
            <a:off x="6995160" y="2468880"/>
            <a:ext cx="4572000" cy="3840480"/>
          </a:xfrm>
          <a:prstGeom prst="roundRect">
            <a:avLst>
              <a:gd name="adj" fmla="val 4762"/>
            </a:avLst>
          </a:prstGeom>
          <a:solidFill>
            <a:srgbClr val="4036ED"/>
          </a:solidFill>
          <a:ln w="12700">
            <a:solidFill>
              <a:srgbClr val="4036ED"/>
            </a:solidFill>
            <a:prstDash val="solid"/>
          </a:ln>
        </p:spPr>
      </p:sp>
      <p:pic>
        <p:nvPicPr>
          <p:cNvPr id="16" name="Image 1" descr="preencoded.png"/>
          <p:cNvPicPr>
            <a:picLocks noChangeAspect="1"/>
          </p:cNvPicPr>
          <p:nvPr/>
        </p:nvPicPr>
        <p:blipFill>
          <a:blip r:embed="rId4"/>
          <a:stretch>
            <a:fillRect/>
          </a:stretch>
        </p:blipFill>
        <p:spPr>
          <a:xfrm>
            <a:off x="7269480" y="2606040"/>
            <a:ext cx="502920" cy="502920"/>
          </a:xfrm>
          <a:prstGeom prst="rect">
            <a:avLst/>
          </a:prstGeom>
        </p:spPr>
      </p:pic>
      <p:sp>
        <p:nvSpPr>
          <p:cNvPr id="17" name="Text 13"/>
          <p:cNvSpPr/>
          <p:nvPr/>
        </p:nvSpPr>
        <p:spPr>
          <a:xfrm>
            <a:off x="7863840" y="2651760"/>
            <a:ext cx="3657600" cy="411480"/>
          </a:xfrm>
          <a:prstGeom prst="rect">
            <a:avLst/>
          </a:prstGeom>
          <a:noFill/>
          <a:ln/>
        </p:spPr>
        <p:txBody>
          <a:bodyPr wrap="square" lIns="0" tIns="0" rIns="0" bIns="0" rtlCol="0" anchor="ctr"/>
          <a:lstStyle/>
          <a:p>
            <a:pPr marL="0" indent="0">
              <a:buNone/>
            </a:pPr>
            <a:r>
              <a:rPr lang="en-US" sz="1800" b="1" kern="0" spc="500" dirty="0">
                <a:solidFill>
                  <a:srgbClr val="F6F6F6"/>
                </a:solidFill>
                <a:latin typeface="Calibri" pitchFamily="34" charset="0"/>
                <a:ea typeface="Calibri" pitchFamily="34" charset="-122"/>
                <a:cs typeface="Calibri" pitchFamily="34" charset="-120"/>
              </a:rPr>
              <a:t>밤 · NOCHE</a:t>
            </a:r>
            <a:endParaRPr lang="en-US" sz="1800" dirty="0"/>
          </a:p>
        </p:txBody>
      </p:sp>
      <p:sp>
        <p:nvSpPr>
          <p:cNvPr id="18" name="Text 14"/>
          <p:cNvSpPr/>
          <p:nvPr/>
        </p:nvSpPr>
        <p:spPr>
          <a:xfrm>
            <a:off x="7178040"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ㅡ</a:t>
            </a:r>
            <a:endParaRPr lang="en-US" sz="6400" dirty="0"/>
          </a:p>
        </p:txBody>
      </p:sp>
      <p:sp>
        <p:nvSpPr>
          <p:cNvPr id="19" name="Text 15"/>
          <p:cNvSpPr/>
          <p:nvPr/>
        </p:nvSpPr>
        <p:spPr>
          <a:xfrm>
            <a:off x="8019288"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ㅜ</a:t>
            </a:r>
            <a:endParaRPr lang="en-US" sz="6400" dirty="0"/>
          </a:p>
        </p:txBody>
      </p:sp>
      <p:sp>
        <p:nvSpPr>
          <p:cNvPr id="20" name="Text 16"/>
          <p:cNvSpPr/>
          <p:nvPr/>
        </p:nvSpPr>
        <p:spPr>
          <a:xfrm>
            <a:off x="8860536"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ㅓ</a:t>
            </a:r>
            <a:endParaRPr lang="en-US" sz="6400" dirty="0"/>
          </a:p>
        </p:txBody>
      </p:sp>
      <p:sp>
        <p:nvSpPr>
          <p:cNvPr id="21" name="Text 17"/>
          <p:cNvSpPr/>
          <p:nvPr/>
        </p:nvSpPr>
        <p:spPr>
          <a:xfrm>
            <a:off x="9701784"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ㅠ</a:t>
            </a:r>
            <a:endParaRPr lang="en-US" sz="6400" dirty="0"/>
          </a:p>
        </p:txBody>
      </p:sp>
      <p:sp>
        <p:nvSpPr>
          <p:cNvPr id="22" name="Text 18"/>
          <p:cNvSpPr/>
          <p:nvPr/>
        </p:nvSpPr>
        <p:spPr>
          <a:xfrm>
            <a:off x="10543032"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ㅕ</a:t>
            </a:r>
            <a:endParaRPr lang="en-US" sz="6400" dirty="0"/>
          </a:p>
        </p:txBody>
      </p:sp>
      <p:sp>
        <p:nvSpPr>
          <p:cNvPr id="23" name="Text 19"/>
          <p:cNvSpPr/>
          <p:nvPr/>
        </p:nvSpPr>
        <p:spPr>
          <a:xfrm>
            <a:off x="6995160" y="5029200"/>
            <a:ext cx="4572000" cy="365760"/>
          </a:xfrm>
          <a:prstGeom prst="rect">
            <a:avLst/>
          </a:prstGeom>
          <a:noFill/>
          <a:ln/>
        </p:spPr>
        <p:txBody>
          <a:bodyPr wrap="square" lIns="0" tIns="0" rIns="0" bIns="0" rtlCol="0" anchor="ctr"/>
          <a:lstStyle/>
          <a:p>
            <a:pPr marL="0" indent="0" algn="ctr">
              <a:buNone/>
            </a:pPr>
            <a:r>
              <a:rPr lang="en-US" sz="1200" i="1" dirty="0">
                <a:solidFill>
                  <a:srgbClr val="A79BFF"/>
                </a:solidFill>
                <a:latin typeface="Calibri" pitchFamily="34" charset="0"/>
                <a:ea typeface="Calibri" pitchFamily="34" charset="-122"/>
                <a:cs typeface="Calibri" pitchFamily="34" charset="-120"/>
              </a:rPr>
              <a:t>Lengua en posición central</a:t>
            </a:r>
            <a:endParaRPr lang="en-US" sz="1200" dirty="0"/>
          </a:p>
        </p:txBody>
      </p:sp>
      <p:sp>
        <p:nvSpPr>
          <p:cNvPr id="24" name="Text 20"/>
          <p:cNvSpPr/>
          <p:nvPr/>
        </p:nvSpPr>
        <p:spPr>
          <a:xfrm>
            <a:off x="6995160" y="5394960"/>
            <a:ext cx="4572000" cy="365760"/>
          </a:xfrm>
          <a:prstGeom prst="rect">
            <a:avLst/>
          </a:prstGeom>
          <a:noFill/>
          <a:ln/>
        </p:spPr>
        <p:txBody>
          <a:bodyPr wrap="square" lIns="0" tIns="0" rIns="0" bIns="0" rtlCol="0" anchor="ctr"/>
          <a:lstStyle/>
          <a:p>
            <a:pPr marL="0" indent="0" algn="ctr">
              <a:buNone/>
            </a:pPr>
            <a:r>
              <a:rPr lang="en-US" sz="1100" i="1" dirty="0">
                <a:solidFill>
                  <a:srgbClr val="A79BFF"/>
                </a:solidFill>
                <a:latin typeface="Calibri" pitchFamily="34" charset="0"/>
                <a:ea typeface="Calibri" pitchFamily="34" charset="-122"/>
                <a:cs typeface="Calibri" pitchFamily="34" charset="-120"/>
              </a:rPr>
              <a:t>línea (ㅡ) profunda</a:t>
            </a:r>
            <a:endParaRPr lang="en-US" sz="1100" dirty="0"/>
          </a:p>
        </p:txBody>
      </p:sp>
      <p:sp>
        <p:nvSpPr>
          <p:cNvPr id="25" name="Shape 21"/>
          <p:cNvSpPr/>
          <p:nvPr/>
        </p:nvSpPr>
        <p:spPr>
          <a:xfrm>
            <a:off x="5349240" y="2468880"/>
            <a:ext cx="1508760" cy="3840480"/>
          </a:xfrm>
          <a:prstGeom prst="roundRect">
            <a:avLst>
              <a:gd name="adj" fmla="val 12121"/>
            </a:avLst>
          </a:prstGeom>
          <a:solidFill>
            <a:srgbClr val="A79BFF"/>
          </a:solidFill>
          <a:ln w="12700">
            <a:solidFill>
              <a:srgbClr val="A79BFF"/>
            </a:solidFill>
            <a:prstDash val="solid"/>
          </a:ln>
        </p:spPr>
      </p:sp>
      <p:pic>
        <p:nvPicPr>
          <p:cNvPr id="26" name="Image 2" descr="preencoded.png"/>
          <p:cNvPicPr>
            <a:picLocks noChangeAspect="1"/>
          </p:cNvPicPr>
          <p:nvPr/>
        </p:nvPicPr>
        <p:blipFill>
          <a:blip r:embed="rId5"/>
          <a:stretch>
            <a:fillRect/>
          </a:stretch>
        </p:blipFill>
        <p:spPr>
          <a:xfrm>
            <a:off x="5806440" y="2651760"/>
            <a:ext cx="594360" cy="594360"/>
          </a:xfrm>
          <a:prstGeom prst="rect">
            <a:avLst/>
          </a:prstGeom>
        </p:spPr>
      </p:pic>
      <p:sp>
        <p:nvSpPr>
          <p:cNvPr id="27" name="Text 22"/>
          <p:cNvSpPr/>
          <p:nvPr/>
        </p:nvSpPr>
        <p:spPr>
          <a:xfrm>
            <a:off x="5349240" y="3291840"/>
            <a:ext cx="1508760" cy="2194560"/>
          </a:xfrm>
          <a:prstGeom prst="rect">
            <a:avLst/>
          </a:prstGeom>
          <a:noFill/>
          <a:ln/>
        </p:spPr>
        <p:txBody>
          <a:bodyPr wrap="square" lIns="0" tIns="0" rIns="0" bIns="0" rtlCol="0" anchor="ctr"/>
          <a:lstStyle/>
          <a:p>
            <a:pPr marL="0" indent="0" algn="ctr">
              <a:buNone/>
            </a:pPr>
            <a:r>
              <a:rPr lang="en-US" sz="13000" b="1" dirty="0">
                <a:solidFill>
                  <a:srgbClr val="F6F6F6"/>
                </a:solidFill>
                <a:latin typeface="Malgun Gothic" pitchFamily="34" charset="0"/>
                <a:ea typeface="Malgun Gothic" pitchFamily="34" charset="-122"/>
                <a:cs typeface="Malgun Gothic" pitchFamily="34" charset="-120"/>
              </a:rPr>
              <a:t>ㅣ</a:t>
            </a:r>
            <a:endParaRPr lang="en-US" sz="13000" dirty="0"/>
          </a:p>
        </p:txBody>
      </p:sp>
      <p:sp>
        <p:nvSpPr>
          <p:cNvPr id="28" name="Text 23"/>
          <p:cNvSpPr/>
          <p:nvPr/>
        </p:nvSpPr>
        <p:spPr>
          <a:xfrm>
            <a:off x="5349240" y="5532120"/>
            <a:ext cx="1508760" cy="320040"/>
          </a:xfrm>
          <a:prstGeom prst="rect">
            <a:avLst/>
          </a:prstGeom>
          <a:noFill/>
          <a:ln/>
        </p:spPr>
        <p:txBody>
          <a:bodyPr wrap="square" lIns="0" tIns="0" rIns="0" bIns="0" rtlCol="0" anchor="ctr"/>
          <a:lstStyle/>
          <a:p>
            <a:pPr marL="0" indent="0" algn="ctr">
              <a:buNone/>
            </a:pPr>
            <a:r>
              <a:rPr lang="en-US" sz="900" b="1" kern="0" spc="300" dirty="0">
                <a:solidFill>
                  <a:srgbClr val="F6F6F6"/>
                </a:solidFill>
                <a:latin typeface="Calibri" pitchFamily="34" charset="0"/>
                <a:ea typeface="Calibri" pitchFamily="34" charset="-122"/>
                <a:cs typeface="Calibri" pitchFamily="34" charset="-120"/>
              </a:rPr>
              <a:t>EQUILIBRIO</a:t>
            </a:r>
            <a:endParaRPr lang="en-US" sz="900" dirty="0"/>
          </a:p>
        </p:txBody>
      </p:sp>
      <p:sp>
        <p:nvSpPr>
          <p:cNvPr id="29" name="Text 24"/>
          <p:cNvSpPr/>
          <p:nvPr/>
        </p:nvSpPr>
        <p:spPr>
          <a:xfrm>
            <a:off x="5349240" y="5852160"/>
            <a:ext cx="1508760" cy="274320"/>
          </a:xfrm>
          <a:prstGeom prst="rect">
            <a:avLst/>
          </a:prstGeom>
          <a:noFill/>
          <a:ln/>
        </p:spPr>
        <p:txBody>
          <a:bodyPr wrap="square" lIns="0" tIns="0" rIns="0" bIns="0" rtlCol="0" anchor="ctr"/>
          <a:lstStyle/>
          <a:p>
            <a:pPr marL="0" indent="0" algn="ctr">
              <a:buNone/>
            </a:pPr>
            <a:r>
              <a:rPr lang="en-US" sz="900" i="1" dirty="0">
                <a:solidFill>
                  <a:srgbClr val="F6F6F6"/>
                </a:solidFill>
                <a:latin typeface="Calibri" pitchFamily="34" charset="0"/>
                <a:ea typeface="Calibri" pitchFamily="34" charset="-122"/>
                <a:cs typeface="Calibri" pitchFamily="34" charset="-120"/>
              </a:rPr>
              <a:t>humano · 사람</a:t>
            </a:r>
            <a:endParaRPr lang="en-US" sz="900" dirty="0"/>
          </a:p>
        </p:txBody>
      </p:sp>
      <p:pic>
        <p:nvPicPr>
          <p:cNvPr id="30" name="Image 3" descr="preencoded.png"/>
          <p:cNvPicPr>
            <a:picLocks noChangeAspect="1"/>
          </p:cNvPicPr>
          <p:nvPr/>
        </p:nvPicPr>
        <p:blipFill>
          <a:blip r:embed="rId6"/>
          <a:stretch>
            <a:fillRect/>
          </a:stretch>
        </p:blipFill>
        <p:spPr>
          <a:xfrm>
            <a:off x="11597335" y="182880"/>
            <a:ext cx="292608" cy="292608"/>
          </a:xfrm>
          <a:prstGeom prst="rect">
            <a:avLst/>
          </a:prstGeom>
        </p:spPr>
      </p:pic>
      <p:sp>
        <p:nvSpPr>
          <p:cNvPr id="31" name="Text 2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2" name="Text 2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25</a:t>
            </a:r>
            <a:endParaRPr lang="en-US" sz="8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26">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§1.14</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Vocales combinadas con ㅣ</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La vocal humana ㅣ se suma al final — diez nuevas formas que nacen del equilibrio.</a:t>
            </a:r>
            <a:endParaRPr lang="en-US" sz="1400" dirty="0"/>
          </a:p>
        </p:txBody>
      </p:sp>
      <p:sp>
        <p:nvSpPr>
          <p:cNvPr id="5" name="Shape 3"/>
          <p:cNvSpPr/>
          <p:nvPr/>
        </p:nvSpPr>
        <p:spPr>
          <a:xfrm>
            <a:off x="454000" y="2468880"/>
            <a:ext cx="2697480" cy="1691640"/>
          </a:xfrm>
          <a:prstGeom prst="roundRect">
            <a:avLst>
              <a:gd name="adj" fmla="val 8108"/>
            </a:avLst>
          </a:prstGeom>
          <a:solidFill>
            <a:srgbClr val="EDE8FF"/>
          </a:solidFill>
          <a:ln w="19050">
            <a:solidFill>
              <a:srgbClr val="4036ED"/>
            </a:solidFill>
            <a:prstDash val="solid"/>
          </a:ln>
        </p:spPr>
      </p:sp>
      <p:sp>
        <p:nvSpPr>
          <p:cNvPr id="6" name="Text 4"/>
          <p:cNvSpPr/>
          <p:nvPr/>
        </p:nvSpPr>
        <p:spPr>
          <a:xfrm>
            <a:off x="545440" y="2468880"/>
            <a:ext cx="640080" cy="1691640"/>
          </a:xfrm>
          <a:prstGeom prst="rect">
            <a:avLst/>
          </a:prstGeom>
          <a:noFill/>
          <a:ln/>
        </p:spPr>
        <p:txBody>
          <a:bodyPr wrap="square" lIns="0" tIns="0" rIns="0" bIns="0" rtlCol="0" anchor="ctr"/>
          <a:lstStyle/>
          <a:p>
            <a:pPr marL="0" indent="0" algn="ctr">
              <a:buNone/>
            </a:pPr>
            <a:r>
              <a:rPr lang="en-US" sz="3800" b="1" dirty="0">
                <a:solidFill>
                  <a:srgbClr val="4036ED"/>
                </a:solidFill>
                <a:latin typeface="Malgun Gothic" pitchFamily="34" charset="0"/>
                <a:ea typeface="Malgun Gothic" pitchFamily="34" charset="-122"/>
                <a:cs typeface="Malgun Gothic" pitchFamily="34" charset="-120"/>
              </a:rPr>
              <a:t>ㅡ</a:t>
            </a:r>
            <a:endParaRPr lang="en-US" sz="3800" dirty="0"/>
          </a:p>
        </p:txBody>
      </p:sp>
      <p:sp>
        <p:nvSpPr>
          <p:cNvPr id="7" name="Text 5"/>
          <p:cNvSpPr/>
          <p:nvPr/>
        </p:nvSpPr>
        <p:spPr>
          <a:xfrm>
            <a:off x="1139800" y="2468880"/>
            <a:ext cx="365760" cy="1691640"/>
          </a:xfrm>
          <a:prstGeom prst="rect">
            <a:avLst/>
          </a:prstGeom>
          <a:noFill/>
          <a:ln/>
        </p:spPr>
        <p:txBody>
          <a:bodyPr wrap="square" lIns="0" tIns="0" rIns="0" bIns="0" rtlCol="0" anchor="ctr"/>
          <a:lstStyle/>
          <a:p>
            <a:pPr marL="0" indent="0" algn="ctr">
              <a:buNone/>
            </a:pPr>
            <a:r>
              <a:rPr lang="en-US" sz="2200" b="1" dirty="0">
                <a:solidFill>
                  <a:srgbClr val="4036ED"/>
                </a:solidFill>
              </a:rPr>
              <a:t>+</a:t>
            </a:r>
            <a:endParaRPr lang="en-US" sz="2200" dirty="0"/>
          </a:p>
        </p:txBody>
      </p:sp>
      <p:sp>
        <p:nvSpPr>
          <p:cNvPr id="8" name="Text 6"/>
          <p:cNvSpPr/>
          <p:nvPr/>
        </p:nvSpPr>
        <p:spPr>
          <a:xfrm>
            <a:off x="1459840" y="2468880"/>
            <a:ext cx="548640" cy="1691640"/>
          </a:xfrm>
          <a:prstGeom prst="rect">
            <a:avLst/>
          </a:prstGeom>
          <a:noFill/>
          <a:ln/>
        </p:spPr>
        <p:txBody>
          <a:bodyPr wrap="square" lIns="0" tIns="0" rIns="0" bIns="0" rtlCol="0" anchor="ctr"/>
          <a:lstStyle/>
          <a:p>
            <a:pPr marL="0" indent="0" algn="ctr">
              <a:buNone/>
            </a:pPr>
            <a:r>
              <a:rPr lang="en-US" sz="3800" b="1" dirty="0">
                <a:solidFill>
                  <a:srgbClr val="A79BFF"/>
                </a:solidFill>
                <a:latin typeface="Malgun Gothic" pitchFamily="34" charset="0"/>
                <a:ea typeface="Malgun Gothic" pitchFamily="34" charset="-122"/>
                <a:cs typeface="Malgun Gothic" pitchFamily="34" charset="-120"/>
              </a:rPr>
              <a:t>ㅣ</a:t>
            </a:r>
            <a:endParaRPr lang="en-US" sz="3800" dirty="0"/>
          </a:p>
        </p:txBody>
      </p:sp>
      <p:sp>
        <p:nvSpPr>
          <p:cNvPr id="9" name="Text 7"/>
          <p:cNvSpPr/>
          <p:nvPr/>
        </p:nvSpPr>
        <p:spPr>
          <a:xfrm>
            <a:off x="1962760" y="2468880"/>
            <a:ext cx="365760" cy="1691640"/>
          </a:xfrm>
          <a:prstGeom prst="rect">
            <a:avLst/>
          </a:prstGeom>
          <a:noFill/>
          <a:ln/>
        </p:spPr>
        <p:txBody>
          <a:bodyPr wrap="square" lIns="0" tIns="0" rIns="0" bIns="0" rtlCol="0" anchor="ctr"/>
          <a:lstStyle/>
          <a:p>
            <a:pPr marL="0" indent="0" algn="ctr">
              <a:buNone/>
            </a:pPr>
            <a:r>
              <a:rPr lang="en-US" sz="2200" dirty="0">
                <a:solidFill>
                  <a:srgbClr val="4A4A55"/>
                </a:solidFill>
              </a:rPr>
              <a:t>→</a:t>
            </a:r>
            <a:endParaRPr lang="en-US" sz="2200" dirty="0"/>
          </a:p>
        </p:txBody>
      </p:sp>
      <p:sp>
        <p:nvSpPr>
          <p:cNvPr id="10" name="Text 8"/>
          <p:cNvSpPr/>
          <p:nvPr/>
        </p:nvSpPr>
        <p:spPr>
          <a:xfrm>
            <a:off x="2237080" y="2514600"/>
            <a:ext cx="868680" cy="132588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ㅢ</a:t>
            </a:r>
            <a:endParaRPr lang="en-US" sz="5000" dirty="0"/>
          </a:p>
        </p:txBody>
      </p:sp>
      <p:sp>
        <p:nvSpPr>
          <p:cNvPr id="11" name="Text 9"/>
          <p:cNvSpPr/>
          <p:nvPr/>
        </p:nvSpPr>
        <p:spPr>
          <a:xfrm>
            <a:off x="2237080" y="3749040"/>
            <a:ext cx="868680" cy="36576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eui</a:t>
            </a:r>
            <a:endParaRPr lang="en-US" sz="1200" dirty="0"/>
          </a:p>
        </p:txBody>
      </p:sp>
      <p:sp>
        <p:nvSpPr>
          <p:cNvPr id="12" name="Shape 10"/>
          <p:cNvSpPr/>
          <p:nvPr/>
        </p:nvSpPr>
        <p:spPr>
          <a:xfrm>
            <a:off x="3316072" y="2468880"/>
            <a:ext cx="2697480" cy="1691640"/>
          </a:xfrm>
          <a:prstGeom prst="roundRect">
            <a:avLst>
              <a:gd name="adj" fmla="val 8108"/>
            </a:avLst>
          </a:prstGeom>
          <a:solidFill>
            <a:srgbClr val="FFE0E0"/>
          </a:solidFill>
          <a:ln w="19050">
            <a:solidFill>
              <a:srgbClr val="FE6768"/>
            </a:solidFill>
            <a:prstDash val="solid"/>
          </a:ln>
        </p:spPr>
      </p:sp>
      <p:sp>
        <p:nvSpPr>
          <p:cNvPr id="13" name="Text 11"/>
          <p:cNvSpPr/>
          <p:nvPr/>
        </p:nvSpPr>
        <p:spPr>
          <a:xfrm>
            <a:off x="3407512" y="2468880"/>
            <a:ext cx="640080" cy="1691640"/>
          </a:xfrm>
          <a:prstGeom prst="rect">
            <a:avLst/>
          </a:prstGeom>
          <a:noFill/>
          <a:ln/>
        </p:spPr>
        <p:txBody>
          <a:bodyPr wrap="square" lIns="0" tIns="0" rIns="0" bIns="0" rtlCol="0" anchor="ctr"/>
          <a:lstStyle/>
          <a:p>
            <a:pPr marL="0" indent="0" algn="ctr">
              <a:buNone/>
            </a:pPr>
            <a:r>
              <a:rPr lang="en-US" sz="3800" b="1" dirty="0">
                <a:solidFill>
                  <a:srgbClr val="FE6768"/>
                </a:solidFill>
                <a:latin typeface="Malgun Gothic" pitchFamily="34" charset="0"/>
                <a:ea typeface="Malgun Gothic" pitchFamily="34" charset="-122"/>
                <a:cs typeface="Malgun Gothic" pitchFamily="34" charset="-120"/>
              </a:rPr>
              <a:t>ㅗ</a:t>
            </a:r>
            <a:endParaRPr lang="en-US" sz="3800" dirty="0"/>
          </a:p>
        </p:txBody>
      </p:sp>
      <p:sp>
        <p:nvSpPr>
          <p:cNvPr id="14" name="Text 12"/>
          <p:cNvSpPr/>
          <p:nvPr/>
        </p:nvSpPr>
        <p:spPr>
          <a:xfrm>
            <a:off x="4001872" y="2468880"/>
            <a:ext cx="365760" cy="1691640"/>
          </a:xfrm>
          <a:prstGeom prst="rect">
            <a:avLst/>
          </a:prstGeom>
          <a:noFill/>
          <a:ln/>
        </p:spPr>
        <p:txBody>
          <a:bodyPr wrap="square" lIns="0" tIns="0" rIns="0" bIns="0" rtlCol="0" anchor="ctr"/>
          <a:lstStyle/>
          <a:p>
            <a:pPr marL="0" indent="0" algn="ctr">
              <a:buNone/>
            </a:pPr>
            <a:r>
              <a:rPr lang="en-US" sz="2200" b="1" dirty="0">
                <a:solidFill>
                  <a:srgbClr val="FE6768"/>
                </a:solidFill>
              </a:rPr>
              <a:t>+</a:t>
            </a:r>
            <a:endParaRPr lang="en-US" sz="2200" dirty="0"/>
          </a:p>
        </p:txBody>
      </p:sp>
      <p:sp>
        <p:nvSpPr>
          <p:cNvPr id="15" name="Text 13"/>
          <p:cNvSpPr/>
          <p:nvPr/>
        </p:nvSpPr>
        <p:spPr>
          <a:xfrm>
            <a:off x="4321912" y="2468880"/>
            <a:ext cx="548640" cy="1691640"/>
          </a:xfrm>
          <a:prstGeom prst="rect">
            <a:avLst/>
          </a:prstGeom>
          <a:noFill/>
          <a:ln/>
        </p:spPr>
        <p:txBody>
          <a:bodyPr wrap="square" lIns="0" tIns="0" rIns="0" bIns="0" rtlCol="0" anchor="ctr"/>
          <a:lstStyle/>
          <a:p>
            <a:pPr marL="0" indent="0" algn="ctr">
              <a:buNone/>
            </a:pPr>
            <a:r>
              <a:rPr lang="en-US" sz="3800" b="1" dirty="0">
                <a:solidFill>
                  <a:srgbClr val="A79BFF"/>
                </a:solidFill>
                <a:latin typeface="Malgun Gothic" pitchFamily="34" charset="0"/>
                <a:ea typeface="Malgun Gothic" pitchFamily="34" charset="-122"/>
                <a:cs typeface="Malgun Gothic" pitchFamily="34" charset="-120"/>
              </a:rPr>
              <a:t>ㅣ</a:t>
            </a:r>
            <a:endParaRPr lang="en-US" sz="3800" dirty="0"/>
          </a:p>
        </p:txBody>
      </p:sp>
      <p:sp>
        <p:nvSpPr>
          <p:cNvPr id="16" name="Text 14"/>
          <p:cNvSpPr/>
          <p:nvPr/>
        </p:nvSpPr>
        <p:spPr>
          <a:xfrm>
            <a:off x="4824832" y="2468880"/>
            <a:ext cx="365760" cy="1691640"/>
          </a:xfrm>
          <a:prstGeom prst="rect">
            <a:avLst/>
          </a:prstGeom>
          <a:noFill/>
          <a:ln/>
        </p:spPr>
        <p:txBody>
          <a:bodyPr wrap="square" lIns="0" tIns="0" rIns="0" bIns="0" rtlCol="0" anchor="ctr"/>
          <a:lstStyle/>
          <a:p>
            <a:pPr marL="0" indent="0" algn="ctr">
              <a:buNone/>
            </a:pPr>
            <a:r>
              <a:rPr lang="en-US" sz="2200" dirty="0">
                <a:solidFill>
                  <a:srgbClr val="4A4A55"/>
                </a:solidFill>
              </a:rPr>
              <a:t>→</a:t>
            </a:r>
            <a:endParaRPr lang="en-US" sz="2200" dirty="0"/>
          </a:p>
        </p:txBody>
      </p:sp>
      <p:sp>
        <p:nvSpPr>
          <p:cNvPr id="17" name="Text 15"/>
          <p:cNvSpPr/>
          <p:nvPr/>
        </p:nvSpPr>
        <p:spPr>
          <a:xfrm>
            <a:off x="5099152" y="2514600"/>
            <a:ext cx="868680" cy="132588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ㅚ</a:t>
            </a:r>
            <a:endParaRPr lang="en-US" sz="5000" dirty="0"/>
          </a:p>
        </p:txBody>
      </p:sp>
      <p:sp>
        <p:nvSpPr>
          <p:cNvPr id="18" name="Text 16"/>
          <p:cNvSpPr/>
          <p:nvPr/>
        </p:nvSpPr>
        <p:spPr>
          <a:xfrm>
            <a:off x="5099152" y="3749040"/>
            <a:ext cx="868680" cy="36576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oe</a:t>
            </a:r>
            <a:endParaRPr lang="en-US" sz="1200" dirty="0"/>
          </a:p>
        </p:txBody>
      </p:sp>
      <p:sp>
        <p:nvSpPr>
          <p:cNvPr id="19" name="Shape 17"/>
          <p:cNvSpPr/>
          <p:nvPr/>
        </p:nvSpPr>
        <p:spPr>
          <a:xfrm>
            <a:off x="6178144" y="2468880"/>
            <a:ext cx="2697480" cy="1691640"/>
          </a:xfrm>
          <a:prstGeom prst="roundRect">
            <a:avLst>
              <a:gd name="adj" fmla="val 8108"/>
            </a:avLst>
          </a:prstGeom>
          <a:solidFill>
            <a:srgbClr val="EDE8FF"/>
          </a:solidFill>
          <a:ln w="19050">
            <a:solidFill>
              <a:srgbClr val="4036ED"/>
            </a:solidFill>
            <a:prstDash val="solid"/>
          </a:ln>
        </p:spPr>
      </p:sp>
      <p:sp>
        <p:nvSpPr>
          <p:cNvPr id="20" name="Text 18"/>
          <p:cNvSpPr/>
          <p:nvPr/>
        </p:nvSpPr>
        <p:spPr>
          <a:xfrm>
            <a:off x="6269584" y="2468880"/>
            <a:ext cx="640080" cy="1691640"/>
          </a:xfrm>
          <a:prstGeom prst="rect">
            <a:avLst/>
          </a:prstGeom>
          <a:noFill/>
          <a:ln/>
        </p:spPr>
        <p:txBody>
          <a:bodyPr wrap="square" lIns="0" tIns="0" rIns="0" bIns="0" rtlCol="0" anchor="ctr"/>
          <a:lstStyle/>
          <a:p>
            <a:pPr marL="0" indent="0" algn="ctr">
              <a:buNone/>
            </a:pPr>
            <a:r>
              <a:rPr lang="en-US" sz="3800" b="1" dirty="0">
                <a:solidFill>
                  <a:srgbClr val="4036ED"/>
                </a:solidFill>
                <a:latin typeface="Malgun Gothic" pitchFamily="34" charset="0"/>
                <a:ea typeface="Malgun Gothic" pitchFamily="34" charset="-122"/>
                <a:cs typeface="Malgun Gothic" pitchFamily="34" charset="-120"/>
              </a:rPr>
              <a:t>ㅜ</a:t>
            </a:r>
            <a:endParaRPr lang="en-US" sz="3800" dirty="0"/>
          </a:p>
        </p:txBody>
      </p:sp>
      <p:sp>
        <p:nvSpPr>
          <p:cNvPr id="21" name="Text 19"/>
          <p:cNvSpPr/>
          <p:nvPr/>
        </p:nvSpPr>
        <p:spPr>
          <a:xfrm>
            <a:off x="6863944" y="2468880"/>
            <a:ext cx="365760" cy="1691640"/>
          </a:xfrm>
          <a:prstGeom prst="rect">
            <a:avLst/>
          </a:prstGeom>
          <a:noFill/>
          <a:ln/>
        </p:spPr>
        <p:txBody>
          <a:bodyPr wrap="square" lIns="0" tIns="0" rIns="0" bIns="0" rtlCol="0" anchor="ctr"/>
          <a:lstStyle/>
          <a:p>
            <a:pPr marL="0" indent="0" algn="ctr">
              <a:buNone/>
            </a:pPr>
            <a:r>
              <a:rPr lang="en-US" sz="2200" b="1" dirty="0">
                <a:solidFill>
                  <a:srgbClr val="4036ED"/>
                </a:solidFill>
              </a:rPr>
              <a:t>+</a:t>
            </a:r>
            <a:endParaRPr lang="en-US" sz="2200" dirty="0"/>
          </a:p>
        </p:txBody>
      </p:sp>
      <p:sp>
        <p:nvSpPr>
          <p:cNvPr id="22" name="Text 20"/>
          <p:cNvSpPr/>
          <p:nvPr/>
        </p:nvSpPr>
        <p:spPr>
          <a:xfrm>
            <a:off x="7183984" y="2468880"/>
            <a:ext cx="548640" cy="1691640"/>
          </a:xfrm>
          <a:prstGeom prst="rect">
            <a:avLst/>
          </a:prstGeom>
          <a:noFill/>
          <a:ln/>
        </p:spPr>
        <p:txBody>
          <a:bodyPr wrap="square" lIns="0" tIns="0" rIns="0" bIns="0" rtlCol="0" anchor="ctr"/>
          <a:lstStyle/>
          <a:p>
            <a:pPr marL="0" indent="0" algn="ctr">
              <a:buNone/>
            </a:pPr>
            <a:r>
              <a:rPr lang="en-US" sz="3800" b="1" dirty="0">
                <a:solidFill>
                  <a:srgbClr val="A79BFF"/>
                </a:solidFill>
                <a:latin typeface="Malgun Gothic" pitchFamily="34" charset="0"/>
                <a:ea typeface="Malgun Gothic" pitchFamily="34" charset="-122"/>
                <a:cs typeface="Malgun Gothic" pitchFamily="34" charset="-120"/>
              </a:rPr>
              <a:t>ㅣ</a:t>
            </a:r>
            <a:endParaRPr lang="en-US" sz="3800" dirty="0"/>
          </a:p>
        </p:txBody>
      </p:sp>
      <p:sp>
        <p:nvSpPr>
          <p:cNvPr id="23" name="Text 21"/>
          <p:cNvSpPr/>
          <p:nvPr/>
        </p:nvSpPr>
        <p:spPr>
          <a:xfrm>
            <a:off x="7686904" y="2468880"/>
            <a:ext cx="365760" cy="1691640"/>
          </a:xfrm>
          <a:prstGeom prst="rect">
            <a:avLst/>
          </a:prstGeom>
          <a:noFill/>
          <a:ln/>
        </p:spPr>
        <p:txBody>
          <a:bodyPr wrap="square" lIns="0" tIns="0" rIns="0" bIns="0" rtlCol="0" anchor="ctr"/>
          <a:lstStyle/>
          <a:p>
            <a:pPr marL="0" indent="0" algn="ctr">
              <a:buNone/>
            </a:pPr>
            <a:r>
              <a:rPr lang="en-US" sz="2200" dirty="0">
                <a:solidFill>
                  <a:srgbClr val="4A4A55"/>
                </a:solidFill>
              </a:rPr>
              <a:t>→</a:t>
            </a:r>
            <a:endParaRPr lang="en-US" sz="2200" dirty="0"/>
          </a:p>
        </p:txBody>
      </p:sp>
      <p:sp>
        <p:nvSpPr>
          <p:cNvPr id="24" name="Text 22"/>
          <p:cNvSpPr/>
          <p:nvPr/>
        </p:nvSpPr>
        <p:spPr>
          <a:xfrm>
            <a:off x="7961224" y="2514600"/>
            <a:ext cx="868680" cy="132588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ㅟ</a:t>
            </a:r>
            <a:endParaRPr lang="en-US" sz="5000" dirty="0"/>
          </a:p>
        </p:txBody>
      </p:sp>
      <p:sp>
        <p:nvSpPr>
          <p:cNvPr id="25" name="Text 23"/>
          <p:cNvSpPr/>
          <p:nvPr/>
        </p:nvSpPr>
        <p:spPr>
          <a:xfrm>
            <a:off x="7961224" y="3749040"/>
            <a:ext cx="868680" cy="36576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wi</a:t>
            </a:r>
            <a:endParaRPr lang="en-US" sz="1200" dirty="0"/>
          </a:p>
        </p:txBody>
      </p:sp>
      <p:sp>
        <p:nvSpPr>
          <p:cNvPr id="26" name="Shape 24"/>
          <p:cNvSpPr/>
          <p:nvPr/>
        </p:nvSpPr>
        <p:spPr>
          <a:xfrm>
            <a:off x="9040216" y="2468880"/>
            <a:ext cx="2697480" cy="1691640"/>
          </a:xfrm>
          <a:prstGeom prst="roundRect">
            <a:avLst>
              <a:gd name="adj" fmla="val 8108"/>
            </a:avLst>
          </a:prstGeom>
          <a:solidFill>
            <a:srgbClr val="FFE0E0"/>
          </a:solidFill>
          <a:ln w="19050">
            <a:solidFill>
              <a:srgbClr val="FE6768"/>
            </a:solidFill>
            <a:prstDash val="solid"/>
          </a:ln>
        </p:spPr>
      </p:sp>
      <p:sp>
        <p:nvSpPr>
          <p:cNvPr id="27" name="Text 25"/>
          <p:cNvSpPr/>
          <p:nvPr/>
        </p:nvSpPr>
        <p:spPr>
          <a:xfrm>
            <a:off x="9131656" y="2468880"/>
            <a:ext cx="640080" cy="1691640"/>
          </a:xfrm>
          <a:prstGeom prst="rect">
            <a:avLst/>
          </a:prstGeom>
          <a:noFill/>
          <a:ln/>
        </p:spPr>
        <p:txBody>
          <a:bodyPr wrap="square" lIns="0" tIns="0" rIns="0" bIns="0" rtlCol="0" anchor="ctr"/>
          <a:lstStyle/>
          <a:p>
            <a:pPr marL="0" indent="0" algn="ctr">
              <a:buNone/>
            </a:pPr>
            <a:r>
              <a:rPr lang="en-US" sz="3800" b="1" dirty="0">
                <a:solidFill>
                  <a:srgbClr val="FE6768"/>
                </a:solidFill>
                <a:latin typeface="Malgun Gothic" pitchFamily="34" charset="0"/>
                <a:ea typeface="Malgun Gothic" pitchFamily="34" charset="-122"/>
                <a:cs typeface="Malgun Gothic" pitchFamily="34" charset="-120"/>
              </a:rPr>
              <a:t>ㅏ</a:t>
            </a:r>
            <a:endParaRPr lang="en-US" sz="3800" dirty="0"/>
          </a:p>
        </p:txBody>
      </p:sp>
      <p:sp>
        <p:nvSpPr>
          <p:cNvPr id="28" name="Text 26"/>
          <p:cNvSpPr/>
          <p:nvPr/>
        </p:nvSpPr>
        <p:spPr>
          <a:xfrm>
            <a:off x="9726016" y="2468880"/>
            <a:ext cx="365760" cy="1691640"/>
          </a:xfrm>
          <a:prstGeom prst="rect">
            <a:avLst/>
          </a:prstGeom>
          <a:noFill/>
          <a:ln/>
        </p:spPr>
        <p:txBody>
          <a:bodyPr wrap="square" lIns="0" tIns="0" rIns="0" bIns="0" rtlCol="0" anchor="ctr"/>
          <a:lstStyle/>
          <a:p>
            <a:pPr marL="0" indent="0" algn="ctr">
              <a:buNone/>
            </a:pPr>
            <a:r>
              <a:rPr lang="en-US" sz="2200" b="1" dirty="0">
                <a:solidFill>
                  <a:srgbClr val="FE6768"/>
                </a:solidFill>
              </a:rPr>
              <a:t>+</a:t>
            </a:r>
            <a:endParaRPr lang="en-US" sz="2200" dirty="0"/>
          </a:p>
        </p:txBody>
      </p:sp>
      <p:sp>
        <p:nvSpPr>
          <p:cNvPr id="29" name="Text 27"/>
          <p:cNvSpPr/>
          <p:nvPr/>
        </p:nvSpPr>
        <p:spPr>
          <a:xfrm>
            <a:off x="10046056" y="2468880"/>
            <a:ext cx="548640" cy="1691640"/>
          </a:xfrm>
          <a:prstGeom prst="rect">
            <a:avLst/>
          </a:prstGeom>
          <a:noFill/>
          <a:ln/>
        </p:spPr>
        <p:txBody>
          <a:bodyPr wrap="square" lIns="0" tIns="0" rIns="0" bIns="0" rtlCol="0" anchor="ctr"/>
          <a:lstStyle/>
          <a:p>
            <a:pPr marL="0" indent="0" algn="ctr">
              <a:buNone/>
            </a:pPr>
            <a:r>
              <a:rPr lang="en-US" sz="3800" b="1" dirty="0">
                <a:solidFill>
                  <a:srgbClr val="A79BFF"/>
                </a:solidFill>
                <a:latin typeface="Malgun Gothic" pitchFamily="34" charset="0"/>
                <a:ea typeface="Malgun Gothic" pitchFamily="34" charset="-122"/>
                <a:cs typeface="Malgun Gothic" pitchFamily="34" charset="-120"/>
              </a:rPr>
              <a:t>ㅣ</a:t>
            </a:r>
            <a:endParaRPr lang="en-US" sz="3800" dirty="0"/>
          </a:p>
        </p:txBody>
      </p:sp>
      <p:sp>
        <p:nvSpPr>
          <p:cNvPr id="30" name="Text 28"/>
          <p:cNvSpPr/>
          <p:nvPr/>
        </p:nvSpPr>
        <p:spPr>
          <a:xfrm>
            <a:off x="10548976" y="2468880"/>
            <a:ext cx="365760" cy="1691640"/>
          </a:xfrm>
          <a:prstGeom prst="rect">
            <a:avLst/>
          </a:prstGeom>
          <a:noFill/>
          <a:ln/>
        </p:spPr>
        <p:txBody>
          <a:bodyPr wrap="square" lIns="0" tIns="0" rIns="0" bIns="0" rtlCol="0" anchor="ctr"/>
          <a:lstStyle/>
          <a:p>
            <a:pPr marL="0" indent="0" algn="ctr">
              <a:buNone/>
            </a:pPr>
            <a:r>
              <a:rPr lang="en-US" sz="2200" dirty="0">
                <a:solidFill>
                  <a:srgbClr val="4A4A55"/>
                </a:solidFill>
              </a:rPr>
              <a:t>→</a:t>
            </a:r>
            <a:endParaRPr lang="en-US" sz="2200" dirty="0"/>
          </a:p>
        </p:txBody>
      </p:sp>
      <p:sp>
        <p:nvSpPr>
          <p:cNvPr id="31" name="Text 29"/>
          <p:cNvSpPr/>
          <p:nvPr/>
        </p:nvSpPr>
        <p:spPr>
          <a:xfrm>
            <a:off x="10823296" y="2514600"/>
            <a:ext cx="868680" cy="132588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ㅐ</a:t>
            </a:r>
            <a:endParaRPr lang="en-US" sz="5000" dirty="0"/>
          </a:p>
        </p:txBody>
      </p:sp>
      <p:sp>
        <p:nvSpPr>
          <p:cNvPr id="32" name="Text 30"/>
          <p:cNvSpPr/>
          <p:nvPr/>
        </p:nvSpPr>
        <p:spPr>
          <a:xfrm>
            <a:off x="10823296" y="3749040"/>
            <a:ext cx="868680" cy="36576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ae</a:t>
            </a:r>
            <a:endParaRPr lang="en-US" sz="1200" dirty="0"/>
          </a:p>
        </p:txBody>
      </p:sp>
      <p:sp>
        <p:nvSpPr>
          <p:cNvPr id="33" name="Shape 31"/>
          <p:cNvSpPr/>
          <p:nvPr/>
        </p:nvSpPr>
        <p:spPr>
          <a:xfrm>
            <a:off x="454000" y="4361688"/>
            <a:ext cx="2697480" cy="1691640"/>
          </a:xfrm>
          <a:prstGeom prst="roundRect">
            <a:avLst>
              <a:gd name="adj" fmla="val 8108"/>
            </a:avLst>
          </a:prstGeom>
          <a:solidFill>
            <a:srgbClr val="EDE8FF"/>
          </a:solidFill>
          <a:ln w="19050">
            <a:solidFill>
              <a:srgbClr val="4036ED"/>
            </a:solidFill>
            <a:prstDash val="solid"/>
          </a:ln>
        </p:spPr>
      </p:sp>
      <p:sp>
        <p:nvSpPr>
          <p:cNvPr id="34" name="Text 32"/>
          <p:cNvSpPr/>
          <p:nvPr/>
        </p:nvSpPr>
        <p:spPr>
          <a:xfrm>
            <a:off x="545440" y="4361688"/>
            <a:ext cx="640080" cy="1691640"/>
          </a:xfrm>
          <a:prstGeom prst="rect">
            <a:avLst/>
          </a:prstGeom>
          <a:noFill/>
          <a:ln/>
        </p:spPr>
        <p:txBody>
          <a:bodyPr wrap="square" lIns="0" tIns="0" rIns="0" bIns="0" rtlCol="0" anchor="ctr"/>
          <a:lstStyle/>
          <a:p>
            <a:pPr marL="0" indent="0" algn="ctr">
              <a:buNone/>
            </a:pPr>
            <a:r>
              <a:rPr lang="en-US" sz="3800" b="1" dirty="0">
                <a:solidFill>
                  <a:srgbClr val="4036ED"/>
                </a:solidFill>
                <a:latin typeface="Malgun Gothic" pitchFamily="34" charset="0"/>
                <a:ea typeface="Malgun Gothic" pitchFamily="34" charset="-122"/>
                <a:cs typeface="Malgun Gothic" pitchFamily="34" charset="-120"/>
              </a:rPr>
              <a:t>ㅓ</a:t>
            </a:r>
            <a:endParaRPr lang="en-US" sz="3800" dirty="0"/>
          </a:p>
        </p:txBody>
      </p:sp>
      <p:sp>
        <p:nvSpPr>
          <p:cNvPr id="35" name="Text 33"/>
          <p:cNvSpPr/>
          <p:nvPr/>
        </p:nvSpPr>
        <p:spPr>
          <a:xfrm>
            <a:off x="1139800" y="4361688"/>
            <a:ext cx="365760" cy="1691640"/>
          </a:xfrm>
          <a:prstGeom prst="rect">
            <a:avLst/>
          </a:prstGeom>
          <a:noFill/>
          <a:ln/>
        </p:spPr>
        <p:txBody>
          <a:bodyPr wrap="square" lIns="0" tIns="0" rIns="0" bIns="0" rtlCol="0" anchor="ctr"/>
          <a:lstStyle/>
          <a:p>
            <a:pPr marL="0" indent="0" algn="ctr">
              <a:buNone/>
            </a:pPr>
            <a:r>
              <a:rPr lang="en-US" sz="2200" b="1" dirty="0">
                <a:solidFill>
                  <a:srgbClr val="4036ED"/>
                </a:solidFill>
              </a:rPr>
              <a:t>+</a:t>
            </a:r>
            <a:endParaRPr lang="en-US" sz="2200" dirty="0"/>
          </a:p>
        </p:txBody>
      </p:sp>
      <p:sp>
        <p:nvSpPr>
          <p:cNvPr id="36" name="Text 34"/>
          <p:cNvSpPr/>
          <p:nvPr/>
        </p:nvSpPr>
        <p:spPr>
          <a:xfrm>
            <a:off x="1459840" y="4361688"/>
            <a:ext cx="548640" cy="1691640"/>
          </a:xfrm>
          <a:prstGeom prst="rect">
            <a:avLst/>
          </a:prstGeom>
          <a:noFill/>
          <a:ln/>
        </p:spPr>
        <p:txBody>
          <a:bodyPr wrap="square" lIns="0" tIns="0" rIns="0" bIns="0" rtlCol="0" anchor="ctr"/>
          <a:lstStyle/>
          <a:p>
            <a:pPr marL="0" indent="0" algn="ctr">
              <a:buNone/>
            </a:pPr>
            <a:r>
              <a:rPr lang="en-US" sz="3800" b="1" dirty="0">
                <a:solidFill>
                  <a:srgbClr val="A79BFF"/>
                </a:solidFill>
                <a:latin typeface="Malgun Gothic" pitchFamily="34" charset="0"/>
                <a:ea typeface="Malgun Gothic" pitchFamily="34" charset="-122"/>
                <a:cs typeface="Malgun Gothic" pitchFamily="34" charset="-120"/>
              </a:rPr>
              <a:t>ㅣ</a:t>
            </a:r>
            <a:endParaRPr lang="en-US" sz="3800" dirty="0"/>
          </a:p>
        </p:txBody>
      </p:sp>
      <p:sp>
        <p:nvSpPr>
          <p:cNvPr id="37" name="Text 35"/>
          <p:cNvSpPr/>
          <p:nvPr/>
        </p:nvSpPr>
        <p:spPr>
          <a:xfrm>
            <a:off x="1962760" y="4361688"/>
            <a:ext cx="365760" cy="1691640"/>
          </a:xfrm>
          <a:prstGeom prst="rect">
            <a:avLst/>
          </a:prstGeom>
          <a:noFill/>
          <a:ln/>
        </p:spPr>
        <p:txBody>
          <a:bodyPr wrap="square" lIns="0" tIns="0" rIns="0" bIns="0" rtlCol="0" anchor="ctr"/>
          <a:lstStyle/>
          <a:p>
            <a:pPr marL="0" indent="0" algn="ctr">
              <a:buNone/>
            </a:pPr>
            <a:r>
              <a:rPr lang="en-US" sz="2200" dirty="0">
                <a:solidFill>
                  <a:srgbClr val="4A4A55"/>
                </a:solidFill>
              </a:rPr>
              <a:t>→</a:t>
            </a:r>
            <a:endParaRPr lang="en-US" sz="2200" dirty="0"/>
          </a:p>
        </p:txBody>
      </p:sp>
      <p:sp>
        <p:nvSpPr>
          <p:cNvPr id="38" name="Text 36"/>
          <p:cNvSpPr/>
          <p:nvPr/>
        </p:nvSpPr>
        <p:spPr>
          <a:xfrm>
            <a:off x="2237080" y="4407408"/>
            <a:ext cx="868680" cy="132588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ㅔ</a:t>
            </a:r>
            <a:endParaRPr lang="en-US" sz="5000" dirty="0"/>
          </a:p>
        </p:txBody>
      </p:sp>
      <p:sp>
        <p:nvSpPr>
          <p:cNvPr id="39" name="Text 37"/>
          <p:cNvSpPr/>
          <p:nvPr/>
        </p:nvSpPr>
        <p:spPr>
          <a:xfrm>
            <a:off x="2237080" y="5641848"/>
            <a:ext cx="868680" cy="36576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cs typeface="Calibri" pitchFamily="34" charset="-120"/>
              </a:rPr>
              <a:t>E</a:t>
            </a:r>
            <a:endParaRPr lang="en-US" sz="1200" dirty="0"/>
          </a:p>
        </p:txBody>
      </p:sp>
      <p:sp>
        <p:nvSpPr>
          <p:cNvPr id="40" name="Shape 38"/>
          <p:cNvSpPr/>
          <p:nvPr/>
        </p:nvSpPr>
        <p:spPr>
          <a:xfrm>
            <a:off x="3316072" y="4361688"/>
            <a:ext cx="2697480" cy="1691640"/>
          </a:xfrm>
          <a:prstGeom prst="roundRect">
            <a:avLst>
              <a:gd name="adj" fmla="val 8108"/>
            </a:avLst>
          </a:prstGeom>
          <a:solidFill>
            <a:srgbClr val="FFE0E0"/>
          </a:solidFill>
          <a:ln w="19050">
            <a:solidFill>
              <a:srgbClr val="FE6768"/>
            </a:solidFill>
            <a:prstDash val="solid"/>
          </a:ln>
        </p:spPr>
      </p:sp>
      <p:sp>
        <p:nvSpPr>
          <p:cNvPr id="41" name="Text 39"/>
          <p:cNvSpPr/>
          <p:nvPr/>
        </p:nvSpPr>
        <p:spPr>
          <a:xfrm>
            <a:off x="3407512" y="4361688"/>
            <a:ext cx="640080" cy="1691640"/>
          </a:xfrm>
          <a:prstGeom prst="rect">
            <a:avLst/>
          </a:prstGeom>
          <a:noFill/>
          <a:ln/>
        </p:spPr>
        <p:txBody>
          <a:bodyPr wrap="square" lIns="0" tIns="0" rIns="0" bIns="0" rtlCol="0" anchor="ctr"/>
          <a:lstStyle/>
          <a:p>
            <a:pPr marL="0" indent="0" algn="ctr">
              <a:buNone/>
            </a:pPr>
            <a:r>
              <a:rPr lang="en-US" sz="3800" b="1" dirty="0">
                <a:solidFill>
                  <a:srgbClr val="FE6768"/>
                </a:solidFill>
                <a:latin typeface="Malgun Gothic" pitchFamily="34" charset="0"/>
                <a:ea typeface="Malgun Gothic" pitchFamily="34" charset="-122"/>
                <a:cs typeface="Malgun Gothic" pitchFamily="34" charset="-120"/>
              </a:rPr>
              <a:t>ㅑ</a:t>
            </a:r>
            <a:endParaRPr lang="en-US" sz="3800" dirty="0"/>
          </a:p>
        </p:txBody>
      </p:sp>
      <p:sp>
        <p:nvSpPr>
          <p:cNvPr id="42" name="Text 40"/>
          <p:cNvSpPr/>
          <p:nvPr/>
        </p:nvSpPr>
        <p:spPr>
          <a:xfrm>
            <a:off x="4001872" y="4361688"/>
            <a:ext cx="365760" cy="1691640"/>
          </a:xfrm>
          <a:prstGeom prst="rect">
            <a:avLst/>
          </a:prstGeom>
          <a:noFill/>
          <a:ln/>
        </p:spPr>
        <p:txBody>
          <a:bodyPr wrap="square" lIns="0" tIns="0" rIns="0" bIns="0" rtlCol="0" anchor="ctr"/>
          <a:lstStyle/>
          <a:p>
            <a:pPr marL="0" indent="0" algn="ctr">
              <a:buNone/>
            </a:pPr>
            <a:r>
              <a:rPr lang="en-US" sz="2200" b="1" dirty="0">
                <a:solidFill>
                  <a:srgbClr val="FE6768"/>
                </a:solidFill>
              </a:rPr>
              <a:t>+</a:t>
            </a:r>
            <a:endParaRPr lang="en-US" sz="2200" dirty="0"/>
          </a:p>
        </p:txBody>
      </p:sp>
      <p:sp>
        <p:nvSpPr>
          <p:cNvPr id="43" name="Text 41"/>
          <p:cNvSpPr/>
          <p:nvPr/>
        </p:nvSpPr>
        <p:spPr>
          <a:xfrm>
            <a:off x="4321912" y="4361688"/>
            <a:ext cx="548640" cy="1691640"/>
          </a:xfrm>
          <a:prstGeom prst="rect">
            <a:avLst/>
          </a:prstGeom>
          <a:noFill/>
          <a:ln/>
        </p:spPr>
        <p:txBody>
          <a:bodyPr wrap="square" lIns="0" tIns="0" rIns="0" bIns="0" rtlCol="0" anchor="ctr"/>
          <a:lstStyle/>
          <a:p>
            <a:pPr marL="0" indent="0" algn="ctr">
              <a:buNone/>
            </a:pPr>
            <a:r>
              <a:rPr lang="en-US" sz="3800" b="1" dirty="0">
                <a:solidFill>
                  <a:srgbClr val="A79BFF"/>
                </a:solidFill>
                <a:latin typeface="Malgun Gothic" pitchFamily="34" charset="0"/>
                <a:ea typeface="Malgun Gothic" pitchFamily="34" charset="-122"/>
                <a:cs typeface="Malgun Gothic" pitchFamily="34" charset="-120"/>
              </a:rPr>
              <a:t>ㅣ</a:t>
            </a:r>
            <a:endParaRPr lang="en-US" sz="3800" dirty="0"/>
          </a:p>
        </p:txBody>
      </p:sp>
      <p:sp>
        <p:nvSpPr>
          <p:cNvPr id="44" name="Text 42"/>
          <p:cNvSpPr/>
          <p:nvPr/>
        </p:nvSpPr>
        <p:spPr>
          <a:xfrm>
            <a:off x="4824832" y="4361688"/>
            <a:ext cx="365760" cy="1691640"/>
          </a:xfrm>
          <a:prstGeom prst="rect">
            <a:avLst/>
          </a:prstGeom>
          <a:noFill/>
          <a:ln/>
        </p:spPr>
        <p:txBody>
          <a:bodyPr wrap="square" lIns="0" tIns="0" rIns="0" bIns="0" rtlCol="0" anchor="ctr"/>
          <a:lstStyle/>
          <a:p>
            <a:pPr marL="0" indent="0" algn="ctr">
              <a:buNone/>
            </a:pPr>
            <a:r>
              <a:rPr lang="en-US" sz="2200" dirty="0">
                <a:solidFill>
                  <a:srgbClr val="4A4A55"/>
                </a:solidFill>
              </a:rPr>
              <a:t>→</a:t>
            </a:r>
            <a:endParaRPr lang="en-US" sz="2200" dirty="0"/>
          </a:p>
        </p:txBody>
      </p:sp>
      <p:sp>
        <p:nvSpPr>
          <p:cNvPr id="45" name="Text 43"/>
          <p:cNvSpPr/>
          <p:nvPr/>
        </p:nvSpPr>
        <p:spPr>
          <a:xfrm>
            <a:off x="5099152" y="4407408"/>
            <a:ext cx="868680" cy="132588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ㅒ</a:t>
            </a:r>
            <a:endParaRPr lang="en-US" sz="5000" dirty="0"/>
          </a:p>
        </p:txBody>
      </p:sp>
      <p:sp>
        <p:nvSpPr>
          <p:cNvPr id="46" name="Text 44"/>
          <p:cNvSpPr/>
          <p:nvPr/>
        </p:nvSpPr>
        <p:spPr>
          <a:xfrm>
            <a:off x="5099152" y="5641848"/>
            <a:ext cx="868680" cy="36576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yae</a:t>
            </a:r>
            <a:endParaRPr lang="en-US" sz="1200" dirty="0"/>
          </a:p>
        </p:txBody>
      </p:sp>
      <p:sp>
        <p:nvSpPr>
          <p:cNvPr id="47" name="Shape 45"/>
          <p:cNvSpPr/>
          <p:nvPr/>
        </p:nvSpPr>
        <p:spPr>
          <a:xfrm>
            <a:off x="6178144" y="4361688"/>
            <a:ext cx="2697480" cy="1691640"/>
          </a:xfrm>
          <a:prstGeom prst="roundRect">
            <a:avLst>
              <a:gd name="adj" fmla="val 8108"/>
            </a:avLst>
          </a:prstGeom>
          <a:solidFill>
            <a:srgbClr val="EDE8FF"/>
          </a:solidFill>
          <a:ln w="19050">
            <a:solidFill>
              <a:srgbClr val="4036ED"/>
            </a:solidFill>
            <a:prstDash val="solid"/>
          </a:ln>
        </p:spPr>
      </p:sp>
      <p:sp>
        <p:nvSpPr>
          <p:cNvPr id="48" name="Text 46"/>
          <p:cNvSpPr/>
          <p:nvPr/>
        </p:nvSpPr>
        <p:spPr>
          <a:xfrm>
            <a:off x="6269584" y="4361688"/>
            <a:ext cx="640080" cy="1691640"/>
          </a:xfrm>
          <a:prstGeom prst="rect">
            <a:avLst/>
          </a:prstGeom>
          <a:noFill/>
          <a:ln/>
        </p:spPr>
        <p:txBody>
          <a:bodyPr wrap="square" lIns="0" tIns="0" rIns="0" bIns="0" rtlCol="0" anchor="ctr"/>
          <a:lstStyle/>
          <a:p>
            <a:pPr marL="0" indent="0" algn="ctr">
              <a:buNone/>
            </a:pPr>
            <a:r>
              <a:rPr lang="en-US" sz="3800" b="1" dirty="0">
                <a:solidFill>
                  <a:srgbClr val="4036ED"/>
                </a:solidFill>
                <a:latin typeface="Malgun Gothic" pitchFamily="34" charset="0"/>
                <a:ea typeface="Malgun Gothic" pitchFamily="34" charset="-122"/>
                <a:cs typeface="Malgun Gothic" pitchFamily="34" charset="-120"/>
              </a:rPr>
              <a:t>ㅕ</a:t>
            </a:r>
            <a:endParaRPr lang="en-US" sz="3800" dirty="0"/>
          </a:p>
        </p:txBody>
      </p:sp>
      <p:sp>
        <p:nvSpPr>
          <p:cNvPr id="49" name="Text 47"/>
          <p:cNvSpPr/>
          <p:nvPr/>
        </p:nvSpPr>
        <p:spPr>
          <a:xfrm>
            <a:off x="6863944" y="4361688"/>
            <a:ext cx="365760" cy="1691640"/>
          </a:xfrm>
          <a:prstGeom prst="rect">
            <a:avLst/>
          </a:prstGeom>
          <a:noFill/>
          <a:ln/>
        </p:spPr>
        <p:txBody>
          <a:bodyPr wrap="square" lIns="0" tIns="0" rIns="0" bIns="0" rtlCol="0" anchor="ctr"/>
          <a:lstStyle/>
          <a:p>
            <a:pPr marL="0" indent="0" algn="ctr">
              <a:buNone/>
            </a:pPr>
            <a:r>
              <a:rPr lang="en-US" sz="2200" b="1" dirty="0">
                <a:solidFill>
                  <a:srgbClr val="4036ED"/>
                </a:solidFill>
              </a:rPr>
              <a:t>+</a:t>
            </a:r>
            <a:endParaRPr lang="en-US" sz="2200" dirty="0"/>
          </a:p>
        </p:txBody>
      </p:sp>
      <p:sp>
        <p:nvSpPr>
          <p:cNvPr id="50" name="Text 48"/>
          <p:cNvSpPr/>
          <p:nvPr/>
        </p:nvSpPr>
        <p:spPr>
          <a:xfrm>
            <a:off x="7183984" y="4361688"/>
            <a:ext cx="548640" cy="1691640"/>
          </a:xfrm>
          <a:prstGeom prst="rect">
            <a:avLst/>
          </a:prstGeom>
          <a:noFill/>
          <a:ln/>
        </p:spPr>
        <p:txBody>
          <a:bodyPr wrap="square" lIns="0" tIns="0" rIns="0" bIns="0" rtlCol="0" anchor="ctr"/>
          <a:lstStyle/>
          <a:p>
            <a:pPr marL="0" indent="0" algn="ctr">
              <a:buNone/>
            </a:pPr>
            <a:r>
              <a:rPr lang="en-US" sz="3800" b="1" dirty="0">
                <a:solidFill>
                  <a:srgbClr val="A79BFF"/>
                </a:solidFill>
                <a:latin typeface="Malgun Gothic" pitchFamily="34" charset="0"/>
                <a:ea typeface="Malgun Gothic" pitchFamily="34" charset="-122"/>
                <a:cs typeface="Malgun Gothic" pitchFamily="34" charset="-120"/>
              </a:rPr>
              <a:t>ㅣ</a:t>
            </a:r>
            <a:endParaRPr lang="en-US" sz="3800" dirty="0"/>
          </a:p>
        </p:txBody>
      </p:sp>
      <p:sp>
        <p:nvSpPr>
          <p:cNvPr id="51" name="Text 49"/>
          <p:cNvSpPr/>
          <p:nvPr/>
        </p:nvSpPr>
        <p:spPr>
          <a:xfrm>
            <a:off x="7686904" y="4361688"/>
            <a:ext cx="365760" cy="1691640"/>
          </a:xfrm>
          <a:prstGeom prst="rect">
            <a:avLst/>
          </a:prstGeom>
          <a:noFill/>
          <a:ln/>
        </p:spPr>
        <p:txBody>
          <a:bodyPr wrap="square" lIns="0" tIns="0" rIns="0" bIns="0" rtlCol="0" anchor="ctr"/>
          <a:lstStyle/>
          <a:p>
            <a:pPr marL="0" indent="0" algn="ctr">
              <a:buNone/>
            </a:pPr>
            <a:r>
              <a:rPr lang="en-US" sz="2200" dirty="0">
                <a:solidFill>
                  <a:srgbClr val="4A4A55"/>
                </a:solidFill>
              </a:rPr>
              <a:t>→</a:t>
            </a:r>
            <a:endParaRPr lang="en-US" sz="2200" dirty="0"/>
          </a:p>
        </p:txBody>
      </p:sp>
      <p:sp>
        <p:nvSpPr>
          <p:cNvPr id="52" name="Text 50"/>
          <p:cNvSpPr/>
          <p:nvPr/>
        </p:nvSpPr>
        <p:spPr>
          <a:xfrm>
            <a:off x="7961224" y="4407408"/>
            <a:ext cx="868680" cy="132588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ㅖ</a:t>
            </a:r>
            <a:endParaRPr lang="en-US" sz="5000" dirty="0"/>
          </a:p>
        </p:txBody>
      </p:sp>
      <p:sp>
        <p:nvSpPr>
          <p:cNvPr id="53" name="Text 51"/>
          <p:cNvSpPr/>
          <p:nvPr/>
        </p:nvSpPr>
        <p:spPr>
          <a:xfrm>
            <a:off x="7961224" y="5641848"/>
            <a:ext cx="868680" cy="36576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ye</a:t>
            </a:r>
            <a:endParaRPr lang="en-US" sz="1200" dirty="0"/>
          </a:p>
        </p:txBody>
      </p:sp>
      <p:pic>
        <p:nvPicPr>
          <p:cNvPr id="54"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55" name="Text 52"/>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56" name="Text 53"/>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26</a:t>
            </a:r>
            <a:endParaRPr lang="en-US" sz="8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27">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§1.15</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Vocales compuestas avanzadas</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Las cuatro últimas — combinando vocales compuestas entre sí.</a:t>
            </a:r>
            <a:endParaRPr lang="en-US" sz="1400" dirty="0"/>
          </a:p>
        </p:txBody>
      </p:sp>
      <p:sp>
        <p:nvSpPr>
          <p:cNvPr id="5" name="Shape 3"/>
          <p:cNvSpPr/>
          <p:nvPr/>
        </p:nvSpPr>
        <p:spPr>
          <a:xfrm>
            <a:off x="540868" y="2606040"/>
            <a:ext cx="2606040" cy="3520440"/>
          </a:xfrm>
          <a:prstGeom prst="roundRect">
            <a:avLst>
              <a:gd name="adj" fmla="val 6316"/>
            </a:avLst>
          </a:prstGeom>
          <a:solidFill>
            <a:srgbClr val="FE6768"/>
          </a:solidFill>
          <a:ln w="12700">
            <a:solidFill>
              <a:srgbClr val="FE6768"/>
            </a:solidFill>
            <a:prstDash val="solid"/>
          </a:ln>
        </p:spPr>
      </p:sp>
      <p:sp>
        <p:nvSpPr>
          <p:cNvPr id="6" name="Text 4"/>
          <p:cNvSpPr/>
          <p:nvPr/>
        </p:nvSpPr>
        <p:spPr>
          <a:xfrm>
            <a:off x="540868" y="2788920"/>
            <a:ext cx="2606040" cy="502920"/>
          </a:xfrm>
          <a:prstGeom prst="rect">
            <a:avLst/>
          </a:prstGeom>
          <a:noFill/>
          <a:ln/>
        </p:spPr>
        <p:txBody>
          <a:bodyPr wrap="square" lIns="0" tIns="0" rIns="0" bIns="0" rtlCol="0" anchor="ctr"/>
          <a:lstStyle/>
          <a:p>
            <a:pPr marL="0" indent="0" algn="ctr">
              <a:buNone/>
            </a:pPr>
            <a:r>
              <a:rPr lang="en-US" sz="1800" dirty="0">
                <a:solidFill>
                  <a:srgbClr val="F6F6F6"/>
                </a:solidFill>
                <a:latin typeface="Malgun Gothic" pitchFamily="34" charset="0"/>
                <a:ea typeface="Malgun Gothic" pitchFamily="34" charset="-122"/>
                <a:cs typeface="Malgun Gothic" pitchFamily="34" charset="-120"/>
              </a:rPr>
              <a:t>ㅗ + ㅏ → ㅘ</a:t>
            </a:r>
            <a:endParaRPr lang="en-US" sz="1800" dirty="0"/>
          </a:p>
        </p:txBody>
      </p:sp>
      <p:sp>
        <p:nvSpPr>
          <p:cNvPr id="7" name="Text 5"/>
          <p:cNvSpPr/>
          <p:nvPr/>
        </p:nvSpPr>
        <p:spPr>
          <a:xfrm>
            <a:off x="540868" y="3291840"/>
            <a:ext cx="2606040" cy="1783080"/>
          </a:xfrm>
          <a:prstGeom prst="rect">
            <a:avLst/>
          </a:prstGeom>
          <a:noFill/>
          <a:ln/>
        </p:spPr>
        <p:txBody>
          <a:bodyPr wrap="square" lIns="0" tIns="0" rIns="0" bIns="0" rtlCol="0" anchor="ctr"/>
          <a:lstStyle/>
          <a:p>
            <a:pPr marL="0" indent="0" algn="ctr">
              <a:buNone/>
            </a:pPr>
            <a:r>
              <a:rPr lang="en-US" sz="11000" b="1" dirty="0">
                <a:solidFill>
                  <a:srgbClr val="F6F6F6"/>
                </a:solidFill>
                <a:latin typeface="Malgun Gothic" pitchFamily="34" charset="0"/>
                <a:ea typeface="Malgun Gothic" pitchFamily="34" charset="-122"/>
                <a:cs typeface="Malgun Gothic" pitchFamily="34" charset="-120"/>
              </a:rPr>
              <a:t>ㅘ</a:t>
            </a:r>
            <a:endParaRPr lang="en-US" sz="11000" dirty="0"/>
          </a:p>
        </p:txBody>
      </p:sp>
      <p:sp>
        <p:nvSpPr>
          <p:cNvPr id="8" name="Text 6"/>
          <p:cNvSpPr/>
          <p:nvPr/>
        </p:nvSpPr>
        <p:spPr>
          <a:xfrm>
            <a:off x="540868" y="5212080"/>
            <a:ext cx="2606040" cy="411480"/>
          </a:xfrm>
          <a:prstGeom prst="rect">
            <a:avLst/>
          </a:prstGeom>
          <a:noFill/>
          <a:ln/>
        </p:spPr>
        <p:txBody>
          <a:bodyPr wrap="square" lIns="0" tIns="0" rIns="0" bIns="0" rtlCol="0" anchor="ctr"/>
          <a:lstStyle/>
          <a:p>
            <a:pPr marL="0" indent="0" algn="ctr">
              <a:buNone/>
            </a:pPr>
            <a:r>
              <a:rPr lang="en-US" sz="2200" b="1" i="1" dirty="0">
                <a:solidFill>
                  <a:srgbClr val="FFE0E0"/>
                </a:solidFill>
                <a:latin typeface="Calibri" pitchFamily="34" charset="0"/>
                <a:ea typeface="Calibri" pitchFamily="34" charset="-122"/>
                <a:cs typeface="Calibri" pitchFamily="34" charset="-120"/>
              </a:rPr>
              <a:t>wa</a:t>
            </a:r>
            <a:endParaRPr lang="en-US" sz="2200" dirty="0"/>
          </a:p>
        </p:txBody>
      </p:sp>
      <p:sp>
        <p:nvSpPr>
          <p:cNvPr id="9" name="Text 7"/>
          <p:cNvSpPr/>
          <p:nvPr/>
        </p:nvSpPr>
        <p:spPr>
          <a:xfrm>
            <a:off x="540868" y="5669280"/>
            <a:ext cx="2606040" cy="274320"/>
          </a:xfrm>
          <a:prstGeom prst="rect">
            <a:avLst/>
          </a:prstGeom>
          <a:noFill/>
          <a:ln/>
        </p:spPr>
        <p:txBody>
          <a:bodyPr wrap="square" lIns="0" tIns="0" rIns="0" bIns="0" rtlCol="0" anchor="ctr"/>
          <a:lstStyle/>
          <a:p>
            <a:pPr marL="0" indent="0" algn="ctr">
              <a:buNone/>
            </a:pPr>
            <a:r>
              <a:rPr lang="en-US" sz="900" b="1" kern="0" spc="400" dirty="0">
                <a:solidFill>
                  <a:srgbClr val="FFE0E0"/>
                </a:solidFill>
                <a:latin typeface="Calibri" pitchFamily="34" charset="0"/>
                <a:ea typeface="Calibri" pitchFamily="34" charset="-122"/>
                <a:cs typeface="Calibri" pitchFamily="34" charset="-120"/>
              </a:rPr>
              <a:t>낮 · DÍA</a:t>
            </a:r>
            <a:endParaRPr lang="en-US" sz="900" dirty="0"/>
          </a:p>
        </p:txBody>
      </p:sp>
      <p:sp>
        <p:nvSpPr>
          <p:cNvPr id="10" name="Shape 8"/>
          <p:cNvSpPr/>
          <p:nvPr/>
        </p:nvSpPr>
        <p:spPr>
          <a:xfrm>
            <a:off x="3375508" y="2606040"/>
            <a:ext cx="2606040" cy="3520440"/>
          </a:xfrm>
          <a:prstGeom prst="roundRect">
            <a:avLst>
              <a:gd name="adj" fmla="val 6316"/>
            </a:avLst>
          </a:prstGeom>
          <a:solidFill>
            <a:srgbClr val="4036ED"/>
          </a:solidFill>
          <a:ln w="12700">
            <a:solidFill>
              <a:srgbClr val="4036ED"/>
            </a:solidFill>
            <a:prstDash val="solid"/>
          </a:ln>
        </p:spPr>
      </p:sp>
      <p:sp>
        <p:nvSpPr>
          <p:cNvPr id="11" name="Text 9"/>
          <p:cNvSpPr/>
          <p:nvPr/>
        </p:nvSpPr>
        <p:spPr>
          <a:xfrm>
            <a:off x="3375508" y="2788920"/>
            <a:ext cx="2606040" cy="502920"/>
          </a:xfrm>
          <a:prstGeom prst="rect">
            <a:avLst/>
          </a:prstGeom>
          <a:noFill/>
          <a:ln/>
        </p:spPr>
        <p:txBody>
          <a:bodyPr wrap="square" lIns="0" tIns="0" rIns="0" bIns="0" rtlCol="0" anchor="ctr"/>
          <a:lstStyle/>
          <a:p>
            <a:pPr marL="0" indent="0" algn="ctr">
              <a:buNone/>
            </a:pPr>
            <a:r>
              <a:rPr lang="en-US" sz="1800" dirty="0">
                <a:solidFill>
                  <a:srgbClr val="F6F6F6"/>
                </a:solidFill>
                <a:latin typeface="Malgun Gothic" pitchFamily="34" charset="0"/>
                <a:ea typeface="Malgun Gothic" pitchFamily="34" charset="-122"/>
                <a:cs typeface="Malgun Gothic" pitchFamily="34" charset="-120"/>
              </a:rPr>
              <a:t>ㅜ + ㅓ → ㅝ</a:t>
            </a:r>
            <a:endParaRPr lang="en-US" sz="1800" dirty="0"/>
          </a:p>
        </p:txBody>
      </p:sp>
      <p:sp>
        <p:nvSpPr>
          <p:cNvPr id="12" name="Text 10"/>
          <p:cNvSpPr/>
          <p:nvPr/>
        </p:nvSpPr>
        <p:spPr>
          <a:xfrm>
            <a:off x="3375508" y="3291840"/>
            <a:ext cx="2606040" cy="1783080"/>
          </a:xfrm>
          <a:prstGeom prst="rect">
            <a:avLst/>
          </a:prstGeom>
          <a:noFill/>
          <a:ln/>
        </p:spPr>
        <p:txBody>
          <a:bodyPr wrap="square" lIns="0" tIns="0" rIns="0" bIns="0" rtlCol="0" anchor="ctr"/>
          <a:lstStyle/>
          <a:p>
            <a:pPr marL="0" indent="0" algn="ctr">
              <a:buNone/>
            </a:pPr>
            <a:r>
              <a:rPr lang="en-US" sz="11000" b="1" dirty="0">
                <a:solidFill>
                  <a:srgbClr val="F6F6F6"/>
                </a:solidFill>
                <a:latin typeface="Malgun Gothic" pitchFamily="34" charset="0"/>
                <a:ea typeface="Malgun Gothic" pitchFamily="34" charset="-122"/>
                <a:cs typeface="Malgun Gothic" pitchFamily="34" charset="-120"/>
              </a:rPr>
              <a:t>ㅝ</a:t>
            </a:r>
            <a:endParaRPr lang="en-US" sz="11000" dirty="0"/>
          </a:p>
        </p:txBody>
      </p:sp>
      <p:sp>
        <p:nvSpPr>
          <p:cNvPr id="13" name="Text 11"/>
          <p:cNvSpPr/>
          <p:nvPr/>
        </p:nvSpPr>
        <p:spPr>
          <a:xfrm>
            <a:off x="3375508" y="5212080"/>
            <a:ext cx="2606040" cy="411480"/>
          </a:xfrm>
          <a:prstGeom prst="rect">
            <a:avLst/>
          </a:prstGeom>
          <a:noFill/>
          <a:ln/>
        </p:spPr>
        <p:txBody>
          <a:bodyPr wrap="square" lIns="0" tIns="0" rIns="0" bIns="0" rtlCol="0" anchor="ctr"/>
          <a:lstStyle/>
          <a:p>
            <a:pPr marL="0" indent="0" algn="ctr">
              <a:buNone/>
            </a:pPr>
            <a:r>
              <a:rPr lang="en-US" sz="2200" b="1" i="1" dirty="0">
                <a:solidFill>
                  <a:srgbClr val="EDE8FF"/>
                </a:solidFill>
                <a:latin typeface="Calibri" pitchFamily="34" charset="0"/>
                <a:ea typeface="Calibri" pitchFamily="34" charset="-122"/>
                <a:cs typeface="Calibri" pitchFamily="34" charset="-120"/>
              </a:rPr>
              <a:t>wo</a:t>
            </a:r>
            <a:endParaRPr lang="en-US" sz="2200" dirty="0"/>
          </a:p>
        </p:txBody>
      </p:sp>
      <p:sp>
        <p:nvSpPr>
          <p:cNvPr id="14" name="Text 12"/>
          <p:cNvSpPr/>
          <p:nvPr/>
        </p:nvSpPr>
        <p:spPr>
          <a:xfrm>
            <a:off x="3375508" y="5669280"/>
            <a:ext cx="2606040" cy="274320"/>
          </a:xfrm>
          <a:prstGeom prst="rect">
            <a:avLst/>
          </a:prstGeom>
          <a:noFill/>
          <a:ln/>
        </p:spPr>
        <p:txBody>
          <a:bodyPr wrap="square" lIns="0" tIns="0" rIns="0" bIns="0" rtlCol="0" anchor="ctr"/>
          <a:lstStyle/>
          <a:p>
            <a:pPr marL="0" indent="0" algn="ctr">
              <a:buNone/>
            </a:pPr>
            <a:r>
              <a:rPr lang="en-US" sz="900" b="1" kern="0" spc="400" dirty="0">
                <a:solidFill>
                  <a:srgbClr val="EDE8FF"/>
                </a:solidFill>
                <a:latin typeface="Calibri" pitchFamily="34" charset="0"/>
                <a:ea typeface="Calibri" pitchFamily="34" charset="-122"/>
                <a:cs typeface="Calibri" pitchFamily="34" charset="-120"/>
              </a:rPr>
              <a:t>밤 · NOCHE</a:t>
            </a:r>
            <a:endParaRPr lang="en-US" sz="900" dirty="0"/>
          </a:p>
        </p:txBody>
      </p:sp>
      <p:sp>
        <p:nvSpPr>
          <p:cNvPr id="15" name="Shape 13"/>
          <p:cNvSpPr/>
          <p:nvPr/>
        </p:nvSpPr>
        <p:spPr>
          <a:xfrm>
            <a:off x="6210148" y="2606040"/>
            <a:ext cx="2606040" cy="3520440"/>
          </a:xfrm>
          <a:prstGeom prst="roundRect">
            <a:avLst>
              <a:gd name="adj" fmla="val 6316"/>
            </a:avLst>
          </a:prstGeom>
          <a:solidFill>
            <a:srgbClr val="FE6768"/>
          </a:solidFill>
          <a:ln w="12700">
            <a:solidFill>
              <a:srgbClr val="FE6768"/>
            </a:solidFill>
            <a:prstDash val="solid"/>
          </a:ln>
        </p:spPr>
      </p:sp>
      <p:sp>
        <p:nvSpPr>
          <p:cNvPr id="16" name="Text 14"/>
          <p:cNvSpPr/>
          <p:nvPr/>
        </p:nvSpPr>
        <p:spPr>
          <a:xfrm>
            <a:off x="6210148" y="2788920"/>
            <a:ext cx="2606040" cy="502920"/>
          </a:xfrm>
          <a:prstGeom prst="rect">
            <a:avLst/>
          </a:prstGeom>
          <a:noFill/>
          <a:ln/>
        </p:spPr>
        <p:txBody>
          <a:bodyPr wrap="square" lIns="0" tIns="0" rIns="0" bIns="0" rtlCol="0" anchor="ctr"/>
          <a:lstStyle/>
          <a:p>
            <a:pPr marL="0" indent="0" algn="ctr">
              <a:buNone/>
            </a:pPr>
            <a:r>
              <a:rPr lang="en-US" sz="1800" dirty="0">
                <a:solidFill>
                  <a:srgbClr val="F6F6F6"/>
                </a:solidFill>
                <a:latin typeface="Malgun Gothic" pitchFamily="34" charset="0"/>
                <a:ea typeface="Malgun Gothic" pitchFamily="34" charset="-122"/>
                <a:cs typeface="Malgun Gothic" pitchFamily="34" charset="-120"/>
              </a:rPr>
              <a:t>ㅘ + ㅣ → ㅙ</a:t>
            </a:r>
            <a:endParaRPr lang="en-US" sz="1800" dirty="0"/>
          </a:p>
        </p:txBody>
      </p:sp>
      <p:sp>
        <p:nvSpPr>
          <p:cNvPr id="17" name="Text 15"/>
          <p:cNvSpPr/>
          <p:nvPr/>
        </p:nvSpPr>
        <p:spPr>
          <a:xfrm>
            <a:off x="6210148" y="3291840"/>
            <a:ext cx="2606040" cy="1783080"/>
          </a:xfrm>
          <a:prstGeom prst="rect">
            <a:avLst/>
          </a:prstGeom>
          <a:noFill/>
          <a:ln/>
        </p:spPr>
        <p:txBody>
          <a:bodyPr wrap="square" lIns="0" tIns="0" rIns="0" bIns="0" rtlCol="0" anchor="ctr"/>
          <a:lstStyle/>
          <a:p>
            <a:pPr marL="0" indent="0" algn="ctr">
              <a:buNone/>
            </a:pPr>
            <a:r>
              <a:rPr lang="en-US" sz="11000" b="1" dirty="0">
                <a:solidFill>
                  <a:srgbClr val="F6F6F6"/>
                </a:solidFill>
                <a:latin typeface="Malgun Gothic" pitchFamily="34" charset="0"/>
                <a:ea typeface="Malgun Gothic" pitchFamily="34" charset="-122"/>
                <a:cs typeface="Malgun Gothic" pitchFamily="34" charset="-120"/>
              </a:rPr>
              <a:t>ㅙ</a:t>
            </a:r>
            <a:endParaRPr lang="en-US" sz="11000" dirty="0"/>
          </a:p>
        </p:txBody>
      </p:sp>
      <p:sp>
        <p:nvSpPr>
          <p:cNvPr id="18" name="Text 16"/>
          <p:cNvSpPr/>
          <p:nvPr/>
        </p:nvSpPr>
        <p:spPr>
          <a:xfrm>
            <a:off x="6210148" y="5212080"/>
            <a:ext cx="2606040" cy="411480"/>
          </a:xfrm>
          <a:prstGeom prst="rect">
            <a:avLst/>
          </a:prstGeom>
          <a:noFill/>
          <a:ln/>
        </p:spPr>
        <p:txBody>
          <a:bodyPr wrap="square" lIns="0" tIns="0" rIns="0" bIns="0" rtlCol="0" anchor="ctr"/>
          <a:lstStyle/>
          <a:p>
            <a:pPr marL="0" indent="0" algn="ctr">
              <a:buNone/>
            </a:pPr>
            <a:r>
              <a:rPr lang="en-US" sz="2200" b="1" i="1" dirty="0">
                <a:solidFill>
                  <a:srgbClr val="FFE0E0"/>
                </a:solidFill>
                <a:latin typeface="Calibri" pitchFamily="34" charset="0"/>
                <a:ea typeface="Calibri" pitchFamily="34" charset="-122"/>
                <a:cs typeface="Calibri" pitchFamily="34" charset="-120"/>
              </a:rPr>
              <a:t>wae</a:t>
            </a:r>
            <a:endParaRPr lang="en-US" sz="2200" dirty="0"/>
          </a:p>
        </p:txBody>
      </p:sp>
      <p:sp>
        <p:nvSpPr>
          <p:cNvPr id="19" name="Text 17"/>
          <p:cNvSpPr/>
          <p:nvPr/>
        </p:nvSpPr>
        <p:spPr>
          <a:xfrm>
            <a:off x="6210148" y="5669280"/>
            <a:ext cx="2606040" cy="274320"/>
          </a:xfrm>
          <a:prstGeom prst="rect">
            <a:avLst/>
          </a:prstGeom>
          <a:noFill/>
          <a:ln/>
        </p:spPr>
        <p:txBody>
          <a:bodyPr wrap="square" lIns="0" tIns="0" rIns="0" bIns="0" rtlCol="0" anchor="ctr"/>
          <a:lstStyle/>
          <a:p>
            <a:pPr marL="0" indent="0" algn="ctr">
              <a:buNone/>
            </a:pPr>
            <a:r>
              <a:rPr lang="en-US" sz="900" b="1" kern="0" spc="400" dirty="0">
                <a:solidFill>
                  <a:srgbClr val="FFE0E0"/>
                </a:solidFill>
                <a:latin typeface="Calibri" pitchFamily="34" charset="0"/>
                <a:ea typeface="Calibri" pitchFamily="34" charset="-122"/>
                <a:cs typeface="Calibri" pitchFamily="34" charset="-120"/>
              </a:rPr>
              <a:t>낮 · DÍA</a:t>
            </a:r>
            <a:endParaRPr lang="en-US" sz="900" dirty="0"/>
          </a:p>
        </p:txBody>
      </p:sp>
      <p:sp>
        <p:nvSpPr>
          <p:cNvPr id="20" name="Shape 18"/>
          <p:cNvSpPr/>
          <p:nvPr/>
        </p:nvSpPr>
        <p:spPr>
          <a:xfrm>
            <a:off x="9044788" y="2606040"/>
            <a:ext cx="2606040" cy="3520440"/>
          </a:xfrm>
          <a:prstGeom prst="roundRect">
            <a:avLst>
              <a:gd name="adj" fmla="val 6316"/>
            </a:avLst>
          </a:prstGeom>
          <a:solidFill>
            <a:srgbClr val="4036ED"/>
          </a:solidFill>
          <a:ln w="12700">
            <a:solidFill>
              <a:srgbClr val="4036ED"/>
            </a:solidFill>
            <a:prstDash val="solid"/>
          </a:ln>
        </p:spPr>
      </p:sp>
      <p:sp>
        <p:nvSpPr>
          <p:cNvPr id="21" name="Text 19"/>
          <p:cNvSpPr/>
          <p:nvPr/>
        </p:nvSpPr>
        <p:spPr>
          <a:xfrm>
            <a:off x="9044788" y="2788920"/>
            <a:ext cx="2606040" cy="502920"/>
          </a:xfrm>
          <a:prstGeom prst="rect">
            <a:avLst/>
          </a:prstGeom>
          <a:noFill/>
          <a:ln/>
        </p:spPr>
        <p:txBody>
          <a:bodyPr wrap="square" lIns="0" tIns="0" rIns="0" bIns="0" rtlCol="0" anchor="ctr"/>
          <a:lstStyle/>
          <a:p>
            <a:pPr marL="0" indent="0" algn="ctr">
              <a:buNone/>
            </a:pPr>
            <a:r>
              <a:rPr lang="en-US" sz="1800" dirty="0">
                <a:solidFill>
                  <a:srgbClr val="F6F6F6"/>
                </a:solidFill>
                <a:latin typeface="Malgun Gothic" pitchFamily="34" charset="0"/>
                <a:ea typeface="Malgun Gothic" pitchFamily="34" charset="-122"/>
                <a:cs typeface="Malgun Gothic" pitchFamily="34" charset="-120"/>
              </a:rPr>
              <a:t>ㅝ + ㅣ → ㅞ</a:t>
            </a:r>
            <a:endParaRPr lang="en-US" sz="1800" dirty="0"/>
          </a:p>
        </p:txBody>
      </p:sp>
      <p:sp>
        <p:nvSpPr>
          <p:cNvPr id="22" name="Text 20"/>
          <p:cNvSpPr/>
          <p:nvPr/>
        </p:nvSpPr>
        <p:spPr>
          <a:xfrm>
            <a:off x="9044788" y="3291840"/>
            <a:ext cx="2606040" cy="1783080"/>
          </a:xfrm>
          <a:prstGeom prst="rect">
            <a:avLst/>
          </a:prstGeom>
          <a:noFill/>
          <a:ln/>
        </p:spPr>
        <p:txBody>
          <a:bodyPr wrap="square" lIns="0" tIns="0" rIns="0" bIns="0" rtlCol="0" anchor="ctr"/>
          <a:lstStyle/>
          <a:p>
            <a:pPr marL="0" indent="0" algn="ctr">
              <a:buNone/>
            </a:pPr>
            <a:r>
              <a:rPr lang="en-US" sz="11000" b="1" dirty="0">
                <a:solidFill>
                  <a:srgbClr val="F6F6F6"/>
                </a:solidFill>
                <a:latin typeface="Malgun Gothic" pitchFamily="34" charset="0"/>
                <a:ea typeface="Malgun Gothic" pitchFamily="34" charset="-122"/>
                <a:cs typeface="Malgun Gothic" pitchFamily="34" charset="-120"/>
              </a:rPr>
              <a:t>ㅞ</a:t>
            </a:r>
            <a:endParaRPr lang="en-US" sz="11000" dirty="0"/>
          </a:p>
        </p:txBody>
      </p:sp>
      <p:sp>
        <p:nvSpPr>
          <p:cNvPr id="23" name="Text 21"/>
          <p:cNvSpPr/>
          <p:nvPr/>
        </p:nvSpPr>
        <p:spPr>
          <a:xfrm>
            <a:off x="9044788" y="5212080"/>
            <a:ext cx="2606040" cy="411480"/>
          </a:xfrm>
          <a:prstGeom prst="rect">
            <a:avLst/>
          </a:prstGeom>
          <a:noFill/>
          <a:ln/>
        </p:spPr>
        <p:txBody>
          <a:bodyPr wrap="square" lIns="0" tIns="0" rIns="0" bIns="0" rtlCol="0" anchor="ctr"/>
          <a:lstStyle/>
          <a:p>
            <a:pPr marL="0" indent="0" algn="ctr">
              <a:buNone/>
            </a:pPr>
            <a:r>
              <a:rPr lang="en-US" sz="2200" b="1" i="1" dirty="0">
                <a:solidFill>
                  <a:srgbClr val="EDE8FF"/>
                </a:solidFill>
                <a:latin typeface="Calibri" pitchFamily="34" charset="0"/>
                <a:ea typeface="Calibri" pitchFamily="34" charset="-122"/>
                <a:cs typeface="Calibri" pitchFamily="34" charset="-120"/>
              </a:rPr>
              <a:t>we</a:t>
            </a:r>
            <a:endParaRPr lang="en-US" sz="2200" dirty="0"/>
          </a:p>
        </p:txBody>
      </p:sp>
      <p:sp>
        <p:nvSpPr>
          <p:cNvPr id="24" name="Text 22"/>
          <p:cNvSpPr/>
          <p:nvPr/>
        </p:nvSpPr>
        <p:spPr>
          <a:xfrm>
            <a:off x="9044788" y="5669280"/>
            <a:ext cx="2606040" cy="274320"/>
          </a:xfrm>
          <a:prstGeom prst="rect">
            <a:avLst/>
          </a:prstGeom>
          <a:noFill/>
          <a:ln/>
        </p:spPr>
        <p:txBody>
          <a:bodyPr wrap="square" lIns="0" tIns="0" rIns="0" bIns="0" rtlCol="0" anchor="ctr"/>
          <a:lstStyle/>
          <a:p>
            <a:pPr marL="0" indent="0" algn="ctr">
              <a:buNone/>
            </a:pPr>
            <a:r>
              <a:rPr lang="en-US" sz="900" b="1" kern="0" spc="400" dirty="0">
                <a:solidFill>
                  <a:srgbClr val="EDE8FF"/>
                </a:solidFill>
                <a:latin typeface="Calibri" pitchFamily="34" charset="0"/>
                <a:ea typeface="Calibri" pitchFamily="34" charset="-122"/>
                <a:cs typeface="Calibri" pitchFamily="34" charset="-120"/>
              </a:rPr>
              <a:t>밤 · NOCHE</a:t>
            </a:r>
            <a:endParaRPr lang="en-US" sz="900" dirty="0"/>
          </a:p>
        </p:txBody>
      </p:sp>
      <p:pic>
        <p:nvPicPr>
          <p:cNvPr id="25"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26" name="Text 23"/>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7" name="Text 24"/>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27</a:t>
            </a:r>
            <a:endParaRPr lang="en-US" sz="8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28">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§1.16</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Síntesis: todo el sistema vocálico</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11 fundamentales  +  10 combinadas con ㅣ  +  4 compuestas avanzadas</a:t>
            </a:r>
            <a:endParaRPr lang="en-US" sz="1400" dirty="0"/>
          </a:p>
        </p:txBody>
      </p:sp>
      <p:sp>
        <p:nvSpPr>
          <p:cNvPr id="5" name="Shape 3"/>
          <p:cNvSpPr/>
          <p:nvPr/>
        </p:nvSpPr>
        <p:spPr>
          <a:xfrm>
            <a:off x="640080" y="2468880"/>
            <a:ext cx="10911535" cy="914400"/>
          </a:xfrm>
          <a:prstGeom prst="roundRect">
            <a:avLst>
              <a:gd name="adj" fmla="val 15000"/>
            </a:avLst>
          </a:prstGeom>
          <a:solidFill>
            <a:srgbClr val="FFE0E0"/>
          </a:solidFill>
          <a:ln w="15240">
            <a:solidFill>
              <a:srgbClr val="FE6768"/>
            </a:solidFill>
            <a:prstDash val="solid"/>
          </a:ln>
        </p:spPr>
      </p:sp>
      <p:sp>
        <p:nvSpPr>
          <p:cNvPr id="6" name="Text 4"/>
          <p:cNvSpPr/>
          <p:nvPr/>
        </p:nvSpPr>
        <p:spPr>
          <a:xfrm>
            <a:off x="777240" y="2468880"/>
            <a:ext cx="2743200" cy="914400"/>
          </a:xfrm>
          <a:prstGeom prst="rect">
            <a:avLst/>
          </a:prstGeom>
          <a:noFill/>
          <a:ln/>
        </p:spPr>
        <p:txBody>
          <a:bodyPr wrap="square" lIns="0" tIns="0" rIns="0" bIns="0" rtlCol="0" anchor="ctr"/>
          <a:lstStyle/>
          <a:p>
            <a:pPr marL="0" indent="0">
              <a:buNone/>
            </a:pPr>
            <a:r>
              <a:rPr lang="en-US" sz="1100" b="1" kern="0" spc="300" dirty="0">
                <a:solidFill>
                  <a:srgbClr val="FE6768"/>
                </a:solidFill>
                <a:latin typeface="Calibri" pitchFamily="34" charset="0"/>
                <a:ea typeface="Calibri" pitchFamily="34" charset="-122"/>
                <a:cs typeface="Calibri" pitchFamily="34" charset="-120"/>
              </a:rPr>
              <a:t>FUNDAMENTALES · DÍA (5)</a:t>
            </a:r>
            <a:endParaRPr lang="en-US" sz="1100" dirty="0"/>
          </a:p>
        </p:txBody>
      </p:sp>
      <p:sp>
        <p:nvSpPr>
          <p:cNvPr id="7" name="Text 5"/>
          <p:cNvSpPr/>
          <p:nvPr/>
        </p:nvSpPr>
        <p:spPr>
          <a:xfrm>
            <a:off x="3383280" y="2468880"/>
            <a:ext cx="1633667" cy="914400"/>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a:t>
            </a:r>
            <a:endParaRPr lang="en-US" sz="3600" dirty="0"/>
          </a:p>
        </p:txBody>
      </p:sp>
      <p:sp>
        <p:nvSpPr>
          <p:cNvPr id="8" name="Text 6"/>
          <p:cNvSpPr/>
          <p:nvPr/>
        </p:nvSpPr>
        <p:spPr>
          <a:xfrm>
            <a:off x="5016947" y="2468880"/>
            <a:ext cx="1633667" cy="914400"/>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ㅗ</a:t>
            </a:r>
            <a:endParaRPr lang="en-US" sz="3600" dirty="0"/>
          </a:p>
        </p:txBody>
      </p:sp>
      <p:sp>
        <p:nvSpPr>
          <p:cNvPr id="9" name="Text 7"/>
          <p:cNvSpPr/>
          <p:nvPr/>
        </p:nvSpPr>
        <p:spPr>
          <a:xfrm>
            <a:off x="6650614" y="2468880"/>
            <a:ext cx="1633667" cy="914400"/>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ㅏ</a:t>
            </a:r>
            <a:endParaRPr lang="en-US" sz="3600" dirty="0"/>
          </a:p>
        </p:txBody>
      </p:sp>
      <p:sp>
        <p:nvSpPr>
          <p:cNvPr id="10" name="Text 8"/>
          <p:cNvSpPr/>
          <p:nvPr/>
        </p:nvSpPr>
        <p:spPr>
          <a:xfrm>
            <a:off x="8284281" y="2468880"/>
            <a:ext cx="1633667" cy="914400"/>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ㅛ</a:t>
            </a:r>
            <a:endParaRPr lang="en-US" sz="3600" dirty="0"/>
          </a:p>
        </p:txBody>
      </p:sp>
      <p:sp>
        <p:nvSpPr>
          <p:cNvPr id="11" name="Text 9"/>
          <p:cNvSpPr/>
          <p:nvPr/>
        </p:nvSpPr>
        <p:spPr>
          <a:xfrm>
            <a:off x="9917948" y="2468880"/>
            <a:ext cx="1633667" cy="914400"/>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ㅑ</a:t>
            </a:r>
            <a:endParaRPr lang="en-US" sz="3600" dirty="0"/>
          </a:p>
        </p:txBody>
      </p:sp>
      <p:sp>
        <p:nvSpPr>
          <p:cNvPr id="12" name="Shape 10"/>
          <p:cNvSpPr/>
          <p:nvPr/>
        </p:nvSpPr>
        <p:spPr>
          <a:xfrm>
            <a:off x="640080" y="3474720"/>
            <a:ext cx="10911535" cy="914400"/>
          </a:xfrm>
          <a:prstGeom prst="roundRect">
            <a:avLst>
              <a:gd name="adj" fmla="val 15000"/>
            </a:avLst>
          </a:prstGeom>
          <a:solidFill>
            <a:srgbClr val="EDE8FF"/>
          </a:solidFill>
          <a:ln w="15240">
            <a:solidFill>
              <a:srgbClr val="4036ED"/>
            </a:solidFill>
            <a:prstDash val="solid"/>
          </a:ln>
        </p:spPr>
      </p:sp>
      <p:sp>
        <p:nvSpPr>
          <p:cNvPr id="13" name="Text 11"/>
          <p:cNvSpPr/>
          <p:nvPr/>
        </p:nvSpPr>
        <p:spPr>
          <a:xfrm>
            <a:off x="777240" y="3474720"/>
            <a:ext cx="2743200" cy="914400"/>
          </a:xfrm>
          <a:prstGeom prst="rect">
            <a:avLst/>
          </a:prstGeom>
          <a:noFill/>
          <a:ln/>
        </p:spPr>
        <p:txBody>
          <a:bodyPr wrap="square" lIns="0" tIns="0" rIns="0" bIns="0" rtlCol="0" anchor="ctr"/>
          <a:lstStyle/>
          <a:p>
            <a:pPr marL="0" indent="0">
              <a:buNone/>
            </a:pPr>
            <a:r>
              <a:rPr lang="en-US" sz="1100" b="1" kern="0" spc="300" dirty="0">
                <a:solidFill>
                  <a:srgbClr val="4036ED"/>
                </a:solidFill>
                <a:latin typeface="Calibri" pitchFamily="34" charset="0"/>
                <a:ea typeface="Calibri" pitchFamily="34" charset="-122"/>
                <a:cs typeface="Calibri" pitchFamily="34" charset="-120"/>
              </a:rPr>
              <a:t>FUNDAMENTALES · NOCHE (5) + EQUILIBRIO (ㅣ)</a:t>
            </a:r>
            <a:endParaRPr lang="en-US" sz="1100" dirty="0"/>
          </a:p>
        </p:txBody>
      </p:sp>
      <p:sp>
        <p:nvSpPr>
          <p:cNvPr id="14" name="Text 12"/>
          <p:cNvSpPr/>
          <p:nvPr/>
        </p:nvSpPr>
        <p:spPr>
          <a:xfrm>
            <a:off x="3383280" y="3474720"/>
            <a:ext cx="1361389" cy="914400"/>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ㅡ</a:t>
            </a:r>
            <a:endParaRPr lang="en-US" sz="3600" dirty="0"/>
          </a:p>
        </p:txBody>
      </p:sp>
      <p:sp>
        <p:nvSpPr>
          <p:cNvPr id="15" name="Text 13"/>
          <p:cNvSpPr/>
          <p:nvPr/>
        </p:nvSpPr>
        <p:spPr>
          <a:xfrm>
            <a:off x="4744669" y="3474720"/>
            <a:ext cx="1361389" cy="914400"/>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ㅜ</a:t>
            </a:r>
            <a:endParaRPr lang="en-US" sz="3600" dirty="0"/>
          </a:p>
        </p:txBody>
      </p:sp>
      <p:sp>
        <p:nvSpPr>
          <p:cNvPr id="16" name="Text 14"/>
          <p:cNvSpPr/>
          <p:nvPr/>
        </p:nvSpPr>
        <p:spPr>
          <a:xfrm>
            <a:off x="6106058" y="3474720"/>
            <a:ext cx="1361389" cy="914400"/>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ㅓ</a:t>
            </a:r>
            <a:endParaRPr lang="en-US" sz="3600" dirty="0"/>
          </a:p>
        </p:txBody>
      </p:sp>
      <p:sp>
        <p:nvSpPr>
          <p:cNvPr id="17" name="Text 15"/>
          <p:cNvSpPr/>
          <p:nvPr/>
        </p:nvSpPr>
        <p:spPr>
          <a:xfrm>
            <a:off x="7467448" y="3474720"/>
            <a:ext cx="1361389" cy="914400"/>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ㅠ</a:t>
            </a:r>
            <a:endParaRPr lang="en-US" sz="3600" dirty="0"/>
          </a:p>
        </p:txBody>
      </p:sp>
      <p:sp>
        <p:nvSpPr>
          <p:cNvPr id="18" name="Text 16"/>
          <p:cNvSpPr/>
          <p:nvPr/>
        </p:nvSpPr>
        <p:spPr>
          <a:xfrm>
            <a:off x="8828837" y="3474720"/>
            <a:ext cx="1361389" cy="914400"/>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ㅕ</a:t>
            </a:r>
            <a:endParaRPr lang="en-US" sz="3600" dirty="0"/>
          </a:p>
        </p:txBody>
      </p:sp>
      <p:sp>
        <p:nvSpPr>
          <p:cNvPr id="19" name="Text 17"/>
          <p:cNvSpPr/>
          <p:nvPr/>
        </p:nvSpPr>
        <p:spPr>
          <a:xfrm>
            <a:off x="10190226" y="3474720"/>
            <a:ext cx="1361389" cy="914400"/>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ㅣ</a:t>
            </a:r>
            <a:endParaRPr lang="en-US" sz="3600" dirty="0"/>
          </a:p>
        </p:txBody>
      </p:sp>
      <p:sp>
        <p:nvSpPr>
          <p:cNvPr id="20" name="Shape 18"/>
          <p:cNvSpPr/>
          <p:nvPr/>
        </p:nvSpPr>
        <p:spPr>
          <a:xfrm>
            <a:off x="640080" y="4480560"/>
            <a:ext cx="10911535" cy="914400"/>
          </a:xfrm>
          <a:prstGeom prst="roundRect">
            <a:avLst>
              <a:gd name="adj" fmla="val 15000"/>
            </a:avLst>
          </a:prstGeom>
          <a:solidFill>
            <a:srgbClr val="EDE8FF"/>
          </a:solidFill>
          <a:ln w="15240">
            <a:solidFill>
              <a:srgbClr val="A79BFF"/>
            </a:solidFill>
            <a:prstDash val="solid"/>
          </a:ln>
        </p:spPr>
      </p:sp>
      <p:sp>
        <p:nvSpPr>
          <p:cNvPr id="21" name="Text 19"/>
          <p:cNvSpPr/>
          <p:nvPr/>
        </p:nvSpPr>
        <p:spPr>
          <a:xfrm>
            <a:off x="777240" y="4480560"/>
            <a:ext cx="2743200" cy="914400"/>
          </a:xfrm>
          <a:prstGeom prst="rect">
            <a:avLst/>
          </a:prstGeom>
          <a:noFill/>
          <a:ln/>
        </p:spPr>
        <p:txBody>
          <a:bodyPr wrap="square" lIns="0" tIns="0" rIns="0" bIns="0" rtlCol="0" anchor="ctr"/>
          <a:lstStyle/>
          <a:p>
            <a:pPr marL="0" indent="0">
              <a:buNone/>
            </a:pPr>
            <a:r>
              <a:rPr lang="en-US" sz="1100" b="1" kern="0" spc="300" dirty="0">
                <a:solidFill>
                  <a:srgbClr val="A79BFF"/>
                </a:solidFill>
                <a:latin typeface="Calibri" pitchFamily="34" charset="0"/>
                <a:ea typeface="Calibri" pitchFamily="34" charset="-122"/>
                <a:cs typeface="Calibri" pitchFamily="34" charset="-120"/>
              </a:rPr>
              <a:t>COMBINADAS CON ㅣ (10)</a:t>
            </a:r>
            <a:endParaRPr lang="en-US" sz="1100" dirty="0"/>
          </a:p>
        </p:txBody>
      </p:sp>
      <p:sp>
        <p:nvSpPr>
          <p:cNvPr id="22" name="Text 20"/>
          <p:cNvSpPr/>
          <p:nvPr/>
        </p:nvSpPr>
        <p:spPr>
          <a:xfrm>
            <a:off x="3383280" y="4480560"/>
            <a:ext cx="1166905" cy="9144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ㅢ</a:t>
            </a:r>
            <a:endParaRPr lang="en-US" sz="3200" dirty="0"/>
          </a:p>
        </p:txBody>
      </p:sp>
      <p:sp>
        <p:nvSpPr>
          <p:cNvPr id="23" name="Text 21"/>
          <p:cNvSpPr/>
          <p:nvPr/>
        </p:nvSpPr>
        <p:spPr>
          <a:xfrm>
            <a:off x="4550185" y="4480560"/>
            <a:ext cx="1166905" cy="9144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ㅚ</a:t>
            </a:r>
            <a:endParaRPr lang="en-US" sz="3200" dirty="0"/>
          </a:p>
        </p:txBody>
      </p:sp>
      <p:sp>
        <p:nvSpPr>
          <p:cNvPr id="24" name="Text 22"/>
          <p:cNvSpPr/>
          <p:nvPr/>
        </p:nvSpPr>
        <p:spPr>
          <a:xfrm>
            <a:off x="5717090" y="4480560"/>
            <a:ext cx="1166905" cy="9144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ㅟ</a:t>
            </a:r>
            <a:endParaRPr lang="en-US" sz="3200" dirty="0"/>
          </a:p>
        </p:txBody>
      </p:sp>
      <p:sp>
        <p:nvSpPr>
          <p:cNvPr id="25" name="Text 23"/>
          <p:cNvSpPr/>
          <p:nvPr/>
        </p:nvSpPr>
        <p:spPr>
          <a:xfrm>
            <a:off x="6883995" y="4480560"/>
            <a:ext cx="1166905" cy="9144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ㅐ</a:t>
            </a:r>
            <a:endParaRPr lang="en-US" sz="3200" dirty="0"/>
          </a:p>
        </p:txBody>
      </p:sp>
      <p:sp>
        <p:nvSpPr>
          <p:cNvPr id="26" name="Text 24"/>
          <p:cNvSpPr/>
          <p:nvPr/>
        </p:nvSpPr>
        <p:spPr>
          <a:xfrm>
            <a:off x="8050900" y="4480560"/>
            <a:ext cx="1166905" cy="9144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ㅔ</a:t>
            </a:r>
            <a:endParaRPr lang="en-US" sz="3200" dirty="0"/>
          </a:p>
        </p:txBody>
      </p:sp>
      <p:sp>
        <p:nvSpPr>
          <p:cNvPr id="27" name="Text 25"/>
          <p:cNvSpPr/>
          <p:nvPr/>
        </p:nvSpPr>
        <p:spPr>
          <a:xfrm>
            <a:off x="9217805" y="4480560"/>
            <a:ext cx="1166905" cy="9144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ㅒ</a:t>
            </a:r>
            <a:endParaRPr lang="en-US" sz="3200" dirty="0"/>
          </a:p>
        </p:txBody>
      </p:sp>
      <p:sp>
        <p:nvSpPr>
          <p:cNvPr id="28" name="Text 26"/>
          <p:cNvSpPr/>
          <p:nvPr/>
        </p:nvSpPr>
        <p:spPr>
          <a:xfrm>
            <a:off x="10384710" y="4480560"/>
            <a:ext cx="1166905" cy="9144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ㅖ</a:t>
            </a:r>
            <a:endParaRPr lang="en-US" sz="3200" dirty="0"/>
          </a:p>
        </p:txBody>
      </p:sp>
      <p:sp>
        <p:nvSpPr>
          <p:cNvPr id="29" name="Shape 27"/>
          <p:cNvSpPr/>
          <p:nvPr/>
        </p:nvSpPr>
        <p:spPr>
          <a:xfrm>
            <a:off x="640080" y="5486400"/>
            <a:ext cx="10911535" cy="914400"/>
          </a:xfrm>
          <a:prstGeom prst="roundRect">
            <a:avLst>
              <a:gd name="adj" fmla="val 15000"/>
            </a:avLst>
          </a:prstGeom>
          <a:solidFill>
            <a:srgbClr val="FFE0E0"/>
          </a:solidFill>
          <a:ln w="15240">
            <a:solidFill>
              <a:srgbClr val="FE6768"/>
            </a:solidFill>
            <a:prstDash val="solid"/>
          </a:ln>
        </p:spPr>
      </p:sp>
      <p:sp>
        <p:nvSpPr>
          <p:cNvPr id="30" name="Text 28"/>
          <p:cNvSpPr/>
          <p:nvPr/>
        </p:nvSpPr>
        <p:spPr>
          <a:xfrm>
            <a:off x="777240" y="5486400"/>
            <a:ext cx="2743200" cy="914400"/>
          </a:xfrm>
          <a:prstGeom prst="rect">
            <a:avLst/>
          </a:prstGeom>
          <a:noFill/>
          <a:ln/>
        </p:spPr>
        <p:txBody>
          <a:bodyPr wrap="square" lIns="0" tIns="0" rIns="0" bIns="0" rtlCol="0" anchor="ctr"/>
          <a:lstStyle/>
          <a:p>
            <a:pPr marL="0" indent="0">
              <a:buNone/>
            </a:pPr>
            <a:r>
              <a:rPr lang="en-US" sz="1100" b="1" kern="0" spc="300" dirty="0">
                <a:solidFill>
                  <a:srgbClr val="FE6768"/>
                </a:solidFill>
                <a:latin typeface="Calibri" pitchFamily="34" charset="0"/>
                <a:ea typeface="Calibri" pitchFamily="34" charset="-122"/>
                <a:cs typeface="Calibri" pitchFamily="34" charset="-120"/>
              </a:rPr>
              <a:t>COMPUESTAS AVANZADAS (4)</a:t>
            </a:r>
            <a:endParaRPr lang="en-US" sz="1100" dirty="0"/>
          </a:p>
        </p:txBody>
      </p:sp>
      <p:sp>
        <p:nvSpPr>
          <p:cNvPr id="31" name="Text 29"/>
          <p:cNvSpPr/>
          <p:nvPr/>
        </p:nvSpPr>
        <p:spPr>
          <a:xfrm>
            <a:off x="3383280" y="5486400"/>
            <a:ext cx="2042084" cy="9144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ㅘ</a:t>
            </a:r>
            <a:endParaRPr lang="en-US" sz="3200" dirty="0"/>
          </a:p>
        </p:txBody>
      </p:sp>
      <p:sp>
        <p:nvSpPr>
          <p:cNvPr id="32" name="Text 30"/>
          <p:cNvSpPr/>
          <p:nvPr/>
        </p:nvSpPr>
        <p:spPr>
          <a:xfrm>
            <a:off x="5425364" y="5486400"/>
            <a:ext cx="2042084" cy="9144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ㅝ</a:t>
            </a:r>
            <a:endParaRPr lang="en-US" sz="3200" dirty="0"/>
          </a:p>
        </p:txBody>
      </p:sp>
      <p:sp>
        <p:nvSpPr>
          <p:cNvPr id="33" name="Text 31"/>
          <p:cNvSpPr/>
          <p:nvPr/>
        </p:nvSpPr>
        <p:spPr>
          <a:xfrm>
            <a:off x="7467448" y="5486400"/>
            <a:ext cx="2042084" cy="9144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ㅙ</a:t>
            </a:r>
            <a:endParaRPr lang="en-US" sz="3200" dirty="0"/>
          </a:p>
        </p:txBody>
      </p:sp>
      <p:sp>
        <p:nvSpPr>
          <p:cNvPr id="34" name="Text 32"/>
          <p:cNvSpPr/>
          <p:nvPr/>
        </p:nvSpPr>
        <p:spPr>
          <a:xfrm>
            <a:off x="9509531" y="5486400"/>
            <a:ext cx="2042084" cy="9144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ㅞ</a:t>
            </a:r>
            <a:endParaRPr lang="en-US" sz="3200" dirty="0"/>
          </a:p>
        </p:txBody>
      </p:sp>
      <p:pic>
        <p:nvPicPr>
          <p:cNvPr id="35"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36" name="Text 33"/>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7" name="Text 34"/>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28</a:t>
            </a:r>
            <a:endParaRPr lang="en-US" sz="8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29">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CAPÍTULO 1</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Glosario clave</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Palabras que vas a escuchar muchas veces en clase.</a:t>
            </a:r>
            <a:endParaRPr lang="en-US" sz="1400" dirty="0"/>
          </a:p>
        </p:txBody>
      </p:sp>
      <p:sp>
        <p:nvSpPr>
          <p:cNvPr id="5" name="Text 3"/>
          <p:cNvSpPr/>
          <p:nvPr/>
        </p:nvSpPr>
        <p:spPr>
          <a:xfrm>
            <a:off x="640080" y="2468880"/>
            <a:ext cx="5440680" cy="384048"/>
          </a:xfrm>
          <a:prstGeom prst="rect">
            <a:avLst/>
          </a:prstGeom>
          <a:noFill/>
          <a:ln/>
        </p:spPr>
        <p:txBody>
          <a:bodyPr wrap="square" lIns="0" tIns="0" rIns="0" bIns="0" rtlCol="0" anchor="ctr"/>
          <a:lstStyle/>
          <a:p>
            <a:pPr marL="0" indent="0">
              <a:buNone/>
            </a:pPr>
            <a:r>
              <a:rPr lang="en-US" sz="1600" b="1" dirty="0">
                <a:solidFill>
                  <a:srgbClr val="4036ED"/>
                </a:solidFill>
                <a:latin typeface="Malgun Gothic" pitchFamily="34" charset="0"/>
                <a:ea typeface="Malgun Gothic" pitchFamily="34" charset="-122"/>
                <a:cs typeface="Malgun Gothic" pitchFamily="34" charset="-120"/>
              </a:rPr>
              <a:t>한글</a:t>
            </a:r>
            <a:r>
              <a:rPr lang="en-US" sz="1200" i="1" dirty="0">
                <a:solidFill>
                  <a:srgbClr val="FE6768"/>
                </a:solidFill>
              </a:rPr>
              <a:t>   hangul</a:t>
            </a:r>
            <a:r>
              <a:rPr lang="en-US" sz="1200" dirty="0">
                <a:solidFill>
                  <a:srgbClr val="4A4A55"/>
                </a:solidFill>
              </a:rPr>
              <a:t>   ·  el alfabeto coreano</a:t>
            </a:r>
            <a:endParaRPr lang="en-US" sz="1600" dirty="0"/>
          </a:p>
        </p:txBody>
      </p:sp>
      <p:sp>
        <p:nvSpPr>
          <p:cNvPr id="6" name="Text 4"/>
          <p:cNvSpPr/>
          <p:nvPr/>
        </p:nvSpPr>
        <p:spPr>
          <a:xfrm>
            <a:off x="6309360" y="2468880"/>
            <a:ext cx="5440680" cy="384048"/>
          </a:xfrm>
          <a:prstGeom prst="rect">
            <a:avLst/>
          </a:prstGeom>
          <a:noFill/>
          <a:ln/>
        </p:spPr>
        <p:txBody>
          <a:bodyPr wrap="square" lIns="0" tIns="0" rIns="0" bIns="0" rtlCol="0" anchor="ctr"/>
          <a:lstStyle/>
          <a:p>
            <a:pPr marL="0" indent="0">
              <a:buNone/>
            </a:pPr>
            <a:r>
              <a:rPr lang="en-US" sz="1600" b="1" dirty="0">
                <a:solidFill>
                  <a:srgbClr val="4036ED"/>
                </a:solidFill>
                <a:latin typeface="Malgun Gothic" pitchFamily="34" charset="0"/>
                <a:ea typeface="Malgun Gothic" pitchFamily="34" charset="-122"/>
                <a:cs typeface="Malgun Gothic" pitchFamily="34" charset="-120"/>
              </a:rPr>
              <a:t>훈민정음</a:t>
            </a:r>
            <a:r>
              <a:rPr lang="en-US" sz="1200" i="1" dirty="0">
                <a:solidFill>
                  <a:srgbClr val="FE6768"/>
                </a:solidFill>
              </a:rPr>
              <a:t>   hunminjeongeum</a:t>
            </a:r>
            <a:r>
              <a:rPr lang="en-US" sz="1200" dirty="0">
                <a:solidFill>
                  <a:srgbClr val="4A4A55"/>
                </a:solidFill>
              </a:rPr>
              <a:t>   ·  sonidos correctos para el pueblo</a:t>
            </a:r>
            <a:endParaRPr lang="en-US" sz="1600" dirty="0"/>
          </a:p>
        </p:txBody>
      </p:sp>
      <p:sp>
        <p:nvSpPr>
          <p:cNvPr id="7" name="Text 5"/>
          <p:cNvSpPr/>
          <p:nvPr/>
        </p:nvSpPr>
        <p:spPr>
          <a:xfrm>
            <a:off x="640080" y="2852928"/>
            <a:ext cx="5440680" cy="384048"/>
          </a:xfrm>
          <a:prstGeom prst="rect">
            <a:avLst/>
          </a:prstGeom>
          <a:noFill/>
          <a:ln/>
        </p:spPr>
        <p:txBody>
          <a:bodyPr wrap="square" lIns="0" tIns="0" rIns="0" bIns="0" rtlCol="0" anchor="ctr"/>
          <a:lstStyle/>
          <a:p>
            <a:pPr marL="0" indent="0">
              <a:buNone/>
            </a:pPr>
            <a:r>
              <a:rPr lang="en-US" sz="1600" b="1" dirty="0">
                <a:solidFill>
                  <a:srgbClr val="4036ED"/>
                </a:solidFill>
                <a:latin typeface="Malgun Gothic" pitchFamily="34" charset="0"/>
                <a:ea typeface="Malgun Gothic" pitchFamily="34" charset="-122"/>
                <a:cs typeface="Malgun Gothic" pitchFamily="34" charset="-120"/>
              </a:rPr>
              <a:t>세종대왕</a:t>
            </a:r>
            <a:r>
              <a:rPr lang="en-US" sz="1200" i="1" dirty="0">
                <a:solidFill>
                  <a:srgbClr val="FE6768"/>
                </a:solidFill>
              </a:rPr>
              <a:t>   sejong daewang</a:t>
            </a:r>
            <a:r>
              <a:rPr lang="en-US" sz="1200" dirty="0">
                <a:solidFill>
                  <a:srgbClr val="4A4A55"/>
                </a:solidFill>
              </a:rPr>
              <a:t>   ·  Rey Sejong el Grande</a:t>
            </a:r>
            <a:endParaRPr lang="en-US" sz="1600" dirty="0"/>
          </a:p>
        </p:txBody>
      </p:sp>
      <p:sp>
        <p:nvSpPr>
          <p:cNvPr id="8" name="Text 6"/>
          <p:cNvSpPr/>
          <p:nvPr/>
        </p:nvSpPr>
        <p:spPr>
          <a:xfrm>
            <a:off x="6309360" y="2852928"/>
            <a:ext cx="5440680" cy="384048"/>
          </a:xfrm>
          <a:prstGeom prst="rect">
            <a:avLst/>
          </a:prstGeom>
          <a:noFill/>
          <a:ln/>
        </p:spPr>
        <p:txBody>
          <a:bodyPr wrap="square" lIns="0" tIns="0" rIns="0" bIns="0" rtlCol="0" anchor="ctr"/>
          <a:lstStyle/>
          <a:p>
            <a:pPr marL="0" indent="0">
              <a:buNone/>
            </a:pPr>
            <a:r>
              <a:rPr lang="en-US" sz="1600" b="1" dirty="0">
                <a:solidFill>
                  <a:srgbClr val="4036ED"/>
                </a:solidFill>
                <a:latin typeface="Malgun Gothic" pitchFamily="34" charset="0"/>
                <a:ea typeface="Malgun Gothic" pitchFamily="34" charset="-122"/>
                <a:cs typeface="Malgun Gothic" pitchFamily="34" charset="-120"/>
              </a:rPr>
              <a:t>자연</a:t>
            </a:r>
            <a:r>
              <a:rPr lang="en-US" sz="1200" i="1" dirty="0">
                <a:solidFill>
                  <a:srgbClr val="FE6768"/>
                </a:solidFill>
              </a:rPr>
              <a:t>   jayeon</a:t>
            </a:r>
            <a:r>
              <a:rPr lang="en-US" sz="1200" dirty="0">
                <a:solidFill>
                  <a:srgbClr val="4A4A55"/>
                </a:solidFill>
              </a:rPr>
              <a:t>   ·  naturaleza</a:t>
            </a:r>
            <a:endParaRPr lang="en-US" sz="1600" dirty="0"/>
          </a:p>
        </p:txBody>
      </p:sp>
      <p:sp>
        <p:nvSpPr>
          <p:cNvPr id="9" name="Text 7"/>
          <p:cNvSpPr/>
          <p:nvPr/>
        </p:nvSpPr>
        <p:spPr>
          <a:xfrm>
            <a:off x="640080" y="3236976"/>
            <a:ext cx="5440680" cy="384048"/>
          </a:xfrm>
          <a:prstGeom prst="rect">
            <a:avLst/>
          </a:prstGeom>
          <a:noFill/>
          <a:ln/>
        </p:spPr>
        <p:txBody>
          <a:bodyPr wrap="square" lIns="0" tIns="0" rIns="0" bIns="0" rtlCol="0" anchor="ctr"/>
          <a:lstStyle/>
          <a:p>
            <a:pPr marL="0" indent="0">
              <a:buNone/>
            </a:pPr>
            <a:r>
              <a:rPr lang="en-US" sz="1600" b="1" dirty="0">
                <a:solidFill>
                  <a:srgbClr val="4036ED"/>
                </a:solidFill>
                <a:latin typeface="Malgun Gothic" pitchFamily="34" charset="0"/>
                <a:ea typeface="Malgun Gothic" pitchFamily="34" charset="-122"/>
                <a:cs typeface="Malgun Gothic" pitchFamily="34" charset="-120"/>
              </a:rPr>
              <a:t>사람</a:t>
            </a:r>
            <a:r>
              <a:rPr lang="en-US" sz="1200" i="1" dirty="0">
                <a:solidFill>
                  <a:srgbClr val="FE6768"/>
                </a:solidFill>
              </a:rPr>
              <a:t>   saram</a:t>
            </a:r>
            <a:r>
              <a:rPr lang="en-US" sz="1200" dirty="0">
                <a:solidFill>
                  <a:srgbClr val="4A4A55"/>
                </a:solidFill>
              </a:rPr>
              <a:t>   ·  persona, ser humano</a:t>
            </a:r>
            <a:endParaRPr lang="en-US" sz="1600" dirty="0"/>
          </a:p>
        </p:txBody>
      </p:sp>
      <p:sp>
        <p:nvSpPr>
          <p:cNvPr id="10" name="Text 8"/>
          <p:cNvSpPr/>
          <p:nvPr/>
        </p:nvSpPr>
        <p:spPr>
          <a:xfrm>
            <a:off x="6309360" y="3236976"/>
            <a:ext cx="5440680" cy="384048"/>
          </a:xfrm>
          <a:prstGeom prst="rect">
            <a:avLst/>
          </a:prstGeom>
          <a:noFill/>
          <a:ln/>
        </p:spPr>
        <p:txBody>
          <a:bodyPr wrap="square" lIns="0" tIns="0" rIns="0" bIns="0" rtlCol="0" anchor="ctr"/>
          <a:lstStyle/>
          <a:p>
            <a:pPr marL="0" indent="0">
              <a:buNone/>
            </a:pPr>
            <a:r>
              <a:rPr lang="en-US" sz="1600" b="1" dirty="0">
                <a:solidFill>
                  <a:srgbClr val="4036ED"/>
                </a:solidFill>
                <a:latin typeface="Malgun Gothic" pitchFamily="34" charset="0"/>
                <a:ea typeface="Malgun Gothic" pitchFamily="34" charset="-122"/>
                <a:cs typeface="Malgun Gothic" pitchFamily="34" charset="-120"/>
              </a:rPr>
              <a:t>낮 / 밤</a:t>
            </a:r>
            <a:r>
              <a:rPr lang="en-US" sz="1200" i="1" dirty="0">
                <a:solidFill>
                  <a:srgbClr val="FE6768"/>
                </a:solidFill>
              </a:rPr>
              <a:t>   nat / bam</a:t>
            </a:r>
            <a:r>
              <a:rPr lang="en-US" sz="1200" dirty="0">
                <a:solidFill>
                  <a:srgbClr val="4A4A55"/>
                </a:solidFill>
              </a:rPr>
              <a:t>   ·  día / noche</a:t>
            </a:r>
            <a:endParaRPr lang="en-US" sz="1600" dirty="0"/>
          </a:p>
        </p:txBody>
      </p:sp>
      <p:sp>
        <p:nvSpPr>
          <p:cNvPr id="11" name="Text 9"/>
          <p:cNvSpPr/>
          <p:nvPr/>
        </p:nvSpPr>
        <p:spPr>
          <a:xfrm>
            <a:off x="640080" y="3621024"/>
            <a:ext cx="5440680" cy="384048"/>
          </a:xfrm>
          <a:prstGeom prst="rect">
            <a:avLst/>
          </a:prstGeom>
          <a:noFill/>
          <a:ln/>
        </p:spPr>
        <p:txBody>
          <a:bodyPr wrap="square" lIns="0" tIns="0" rIns="0" bIns="0" rtlCol="0" anchor="ctr"/>
          <a:lstStyle/>
          <a:p>
            <a:pPr marL="0" indent="0">
              <a:buNone/>
            </a:pPr>
            <a:r>
              <a:rPr lang="en-US" sz="1600" b="1" dirty="0">
                <a:solidFill>
                  <a:srgbClr val="4036ED"/>
                </a:solidFill>
                <a:latin typeface="Malgun Gothic" pitchFamily="34" charset="0"/>
                <a:ea typeface="Malgun Gothic" pitchFamily="34" charset="-122"/>
                <a:cs typeface="Malgun Gothic" pitchFamily="34" charset="-120"/>
              </a:rPr>
              <a:t>하늘 / 땅</a:t>
            </a:r>
            <a:r>
              <a:rPr lang="en-US" sz="1200" i="1" dirty="0">
                <a:solidFill>
                  <a:srgbClr val="FE6768"/>
                </a:solidFill>
              </a:rPr>
              <a:t>   haneul / ttang</a:t>
            </a:r>
            <a:r>
              <a:rPr lang="en-US" sz="1200" dirty="0">
                <a:solidFill>
                  <a:srgbClr val="4A4A55"/>
                </a:solidFill>
              </a:rPr>
              <a:t>   ·  cielo / tierra</a:t>
            </a:r>
            <a:endParaRPr lang="en-US" sz="1600" dirty="0"/>
          </a:p>
        </p:txBody>
      </p:sp>
      <p:sp>
        <p:nvSpPr>
          <p:cNvPr id="12" name="Text 10"/>
          <p:cNvSpPr/>
          <p:nvPr/>
        </p:nvSpPr>
        <p:spPr>
          <a:xfrm>
            <a:off x="6309360" y="3621024"/>
            <a:ext cx="5440680" cy="384048"/>
          </a:xfrm>
          <a:prstGeom prst="rect">
            <a:avLst/>
          </a:prstGeom>
          <a:noFill/>
          <a:ln/>
        </p:spPr>
        <p:txBody>
          <a:bodyPr wrap="square" lIns="0" tIns="0" rIns="0" bIns="0" rtlCol="0" anchor="ctr"/>
          <a:lstStyle/>
          <a:p>
            <a:pPr marL="0" indent="0">
              <a:buNone/>
            </a:pPr>
            <a:r>
              <a:rPr lang="en-US" sz="1600" b="1" dirty="0">
                <a:solidFill>
                  <a:srgbClr val="4036ED"/>
                </a:solidFill>
                <a:latin typeface="Malgun Gothic" pitchFamily="34" charset="0"/>
                <a:ea typeface="Malgun Gothic" pitchFamily="34" charset="-122"/>
                <a:cs typeface="Malgun Gothic" pitchFamily="34" charset="-120"/>
              </a:rPr>
              <a:t>천지인</a:t>
            </a:r>
            <a:r>
              <a:rPr lang="en-US" sz="1200" i="1" dirty="0">
                <a:solidFill>
                  <a:srgbClr val="FE6768"/>
                </a:solidFill>
              </a:rPr>
              <a:t>   cheonjiin</a:t>
            </a:r>
            <a:r>
              <a:rPr lang="en-US" sz="1200" dirty="0">
                <a:solidFill>
                  <a:srgbClr val="4A4A55"/>
                </a:solidFill>
              </a:rPr>
              <a:t>   ·  cielo-tierra-humano</a:t>
            </a:r>
            <a:endParaRPr lang="en-US" sz="1600" dirty="0"/>
          </a:p>
        </p:txBody>
      </p:sp>
      <p:sp>
        <p:nvSpPr>
          <p:cNvPr id="13" name="Text 11"/>
          <p:cNvSpPr/>
          <p:nvPr/>
        </p:nvSpPr>
        <p:spPr>
          <a:xfrm>
            <a:off x="640080" y="4005072"/>
            <a:ext cx="5440680" cy="384048"/>
          </a:xfrm>
          <a:prstGeom prst="rect">
            <a:avLst/>
          </a:prstGeom>
          <a:noFill/>
          <a:ln/>
        </p:spPr>
        <p:txBody>
          <a:bodyPr wrap="square" lIns="0" tIns="0" rIns="0" bIns="0" rtlCol="0" anchor="ctr"/>
          <a:lstStyle/>
          <a:p>
            <a:pPr marL="0" indent="0">
              <a:buNone/>
            </a:pPr>
            <a:r>
              <a:rPr lang="en-US" sz="1600" b="1" dirty="0">
                <a:solidFill>
                  <a:srgbClr val="4036ED"/>
                </a:solidFill>
                <a:latin typeface="Malgun Gothic" pitchFamily="34" charset="0"/>
                <a:ea typeface="Malgun Gothic" pitchFamily="34" charset="-122"/>
                <a:cs typeface="Malgun Gothic" pitchFamily="34" charset="-120"/>
              </a:rPr>
              <a:t>울림 소리</a:t>
            </a:r>
            <a:r>
              <a:rPr lang="en-US" sz="1200" i="1" dirty="0">
                <a:solidFill>
                  <a:srgbClr val="FE6768"/>
                </a:solidFill>
              </a:rPr>
              <a:t>   ullim sori</a:t>
            </a:r>
            <a:r>
              <a:rPr lang="en-US" sz="1200" dirty="0">
                <a:solidFill>
                  <a:srgbClr val="4A4A55"/>
                </a:solidFill>
              </a:rPr>
              <a:t>   ·  sonido de resonancia, vocal</a:t>
            </a:r>
            <a:endParaRPr lang="en-US" sz="1600" dirty="0"/>
          </a:p>
        </p:txBody>
      </p:sp>
      <p:sp>
        <p:nvSpPr>
          <p:cNvPr id="14" name="Text 12"/>
          <p:cNvSpPr/>
          <p:nvPr/>
        </p:nvSpPr>
        <p:spPr>
          <a:xfrm>
            <a:off x="6309360" y="4005072"/>
            <a:ext cx="5440680" cy="384048"/>
          </a:xfrm>
          <a:prstGeom prst="rect">
            <a:avLst/>
          </a:prstGeom>
          <a:noFill/>
          <a:ln/>
        </p:spPr>
        <p:txBody>
          <a:bodyPr wrap="square" lIns="0" tIns="0" rIns="0" bIns="0" rtlCol="0" anchor="ctr"/>
          <a:lstStyle/>
          <a:p>
            <a:pPr marL="0" indent="0">
              <a:buNone/>
            </a:pPr>
            <a:r>
              <a:rPr lang="en-US" sz="1600" b="1" dirty="0">
                <a:solidFill>
                  <a:srgbClr val="4036ED"/>
                </a:solidFill>
                <a:latin typeface="Malgun Gothic" pitchFamily="34" charset="0"/>
                <a:ea typeface="Malgun Gothic" pitchFamily="34" charset="-122"/>
                <a:cs typeface="Malgun Gothic" pitchFamily="34" charset="-120"/>
              </a:rPr>
              <a:t>목구멍 / 입술</a:t>
            </a:r>
            <a:r>
              <a:rPr lang="en-US" sz="1200" i="1" dirty="0">
                <a:solidFill>
                  <a:srgbClr val="FE6768"/>
                </a:solidFill>
              </a:rPr>
              <a:t>   mokgumeong / ipsul</a:t>
            </a:r>
            <a:r>
              <a:rPr lang="en-US" sz="1200" dirty="0">
                <a:solidFill>
                  <a:srgbClr val="4A4A55"/>
                </a:solidFill>
              </a:rPr>
              <a:t>   ·  garganta / labios</a:t>
            </a:r>
            <a:endParaRPr lang="en-US" sz="1600" dirty="0"/>
          </a:p>
        </p:txBody>
      </p:sp>
      <p:sp>
        <p:nvSpPr>
          <p:cNvPr id="15" name="Text 13"/>
          <p:cNvSpPr/>
          <p:nvPr/>
        </p:nvSpPr>
        <p:spPr>
          <a:xfrm>
            <a:off x="640080" y="4389120"/>
            <a:ext cx="5440680" cy="384048"/>
          </a:xfrm>
          <a:prstGeom prst="rect">
            <a:avLst/>
          </a:prstGeom>
          <a:noFill/>
          <a:ln/>
        </p:spPr>
        <p:txBody>
          <a:bodyPr wrap="square" lIns="0" tIns="0" rIns="0" bIns="0" rtlCol="0" anchor="ctr"/>
          <a:lstStyle/>
          <a:p>
            <a:pPr marL="0" indent="0">
              <a:buNone/>
            </a:pPr>
            <a:r>
              <a:rPr lang="en-US" sz="1600" b="1" dirty="0">
                <a:solidFill>
                  <a:srgbClr val="4036ED"/>
                </a:solidFill>
                <a:latin typeface="Malgun Gothic" pitchFamily="34" charset="0"/>
                <a:ea typeface="Malgun Gothic" pitchFamily="34" charset="-122"/>
                <a:cs typeface="Malgun Gothic" pitchFamily="34" charset="-120"/>
              </a:rPr>
              <a:t>입술 오무림</a:t>
            </a:r>
            <a:r>
              <a:rPr lang="en-US" sz="1200" i="1" dirty="0">
                <a:solidFill>
                  <a:srgbClr val="FE6768"/>
                </a:solidFill>
              </a:rPr>
              <a:t>   ipsul omurim</a:t>
            </a:r>
            <a:r>
              <a:rPr lang="en-US" sz="1200" dirty="0">
                <a:solidFill>
                  <a:srgbClr val="4A4A55"/>
                </a:solidFill>
              </a:rPr>
              <a:t>   ·  redondeo de labios (ㅗ ㅜ)</a:t>
            </a:r>
            <a:endParaRPr lang="en-US" sz="1600" dirty="0"/>
          </a:p>
        </p:txBody>
      </p:sp>
      <p:sp>
        <p:nvSpPr>
          <p:cNvPr id="16" name="Text 14"/>
          <p:cNvSpPr/>
          <p:nvPr/>
        </p:nvSpPr>
        <p:spPr>
          <a:xfrm>
            <a:off x="6309360" y="4389120"/>
            <a:ext cx="5440680" cy="384048"/>
          </a:xfrm>
          <a:prstGeom prst="rect">
            <a:avLst/>
          </a:prstGeom>
          <a:noFill/>
          <a:ln/>
        </p:spPr>
        <p:txBody>
          <a:bodyPr wrap="square" lIns="0" tIns="0" rIns="0" bIns="0" rtlCol="0" anchor="ctr"/>
          <a:lstStyle/>
          <a:p>
            <a:pPr marL="0" indent="0">
              <a:buNone/>
            </a:pPr>
            <a:r>
              <a:rPr lang="en-US" sz="1600" b="1" dirty="0">
                <a:solidFill>
                  <a:srgbClr val="4036ED"/>
                </a:solidFill>
                <a:latin typeface="Malgun Gothic" pitchFamily="34" charset="0"/>
                <a:ea typeface="Malgun Gothic" pitchFamily="34" charset="-122"/>
                <a:cs typeface="Malgun Gothic" pitchFamily="34" charset="-120"/>
              </a:rPr>
              <a:t>입술 벌림</a:t>
            </a:r>
            <a:r>
              <a:rPr lang="en-US" sz="1200" i="1" dirty="0">
                <a:solidFill>
                  <a:srgbClr val="FE6768"/>
                </a:solidFill>
              </a:rPr>
              <a:t>   ipsul beollim</a:t>
            </a:r>
            <a:r>
              <a:rPr lang="en-US" sz="1200" dirty="0">
                <a:solidFill>
                  <a:srgbClr val="4A4A55"/>
                </a:solidFill>
              </a:rPr>
              <a:t>   ·  apertura de labios (ㅏ ㅓ)</a:t>
            </a:r>
            <a:endParaRPr lang="en-US" sz="1600" dirty="0"/>
          </a:p>
        </p:txBody>
      </p:sp>
      <p:pic>
        <p:nvPicPr>
          <p:cNvPr id="17"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18" name="Text 1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19" name="Text 1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29</a:t>
            </a:r>
            <a:endParaRPr lang="en-US" sz="800" dirty="0"/>
          </a:p>
        </p:txBody>
      </p:sp>
      <p:sp>
        <p:nvSpPr>
          <p:cNvPr id="20" name="TextBox 19">
            <a:extLst>
              <a:ext uri="{FF2B5EF4-FFF2-40B4-BE49-F238E27FC236}">
                <a16:creationId xmlns:a16="http://schemas.microsoft.com/office/drawing/2014/main" id="{A3D9F65E-B103-E8A6-15EB-A3AA0838758E}"/>
              </a:ext>
            </a:extLst>
          </p:cNvPr>
          <p:cNvSpPr txBox="1"/>
          <p:nvPr/>
        </p:nvSpPr>
        <p:spPr>
          <a:xfrm>
            <a:off x="5661891" y="277091"/>
            <a:ext cx="2815194" cy="369332"/>
          </a:xfrm>
          <a:prstGeom prst="rect">
            <a:avLst/>
          </a:prstGeom>
          <a:noFill/>
        </p:spPr>
        <p:txBody>
          <a:bodyPr wrap="none" rtlCol="0">
            <a:spAutoFit/>
          </a:bodyPr>
          <a:lstStyle/>
          <a:p>
            <a:r>
              <a:rPr lang="ko-KR" altLang="es-CL" dirty="0"/>
              <a:t>한글 </a:t>
            </a:r>
            <a:r>
              <a:rPr lang="es-CL" altLang="ko-KR" dirty="0"/>
              <a:t>= ALFABETO COREANO</a:t>
            </a:r>
            <a:endParaRPr lang="es-CL" dirty="0"/>
          </a:p>
        </p:txBody>
      </p:sp>
      <p:sp>
        <p:nvSpPr>
          <p:cNvPr id="21" name="Oval 20">
            <a:extLst>
              <a:ext uri="{FF2B5EF4-FFF2-40B4-BE49-F238E27FC236}">
                <a16:creationId xmlns:a16="http://schemas.microsoft.com/office/drawing/2014/main" id="{D46334F1-D8F4-6204-C693-811607522503}"/>
              </a:ext>
            </a:extLst>
          </p:cNvPr>
          <p:cNvSpPr/>
          <p:nvPr/>
        </p:nvSpPr>
        <p:spPr>
          <a:xfrm>
            <a:off x="5135418" y="1587870"/>
            <a:ext cx="424873" cy="4572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2" name="Rectangle 21">
            <a:extLst>
              <a:ext uri="{FF2B5EF4-FFF2-40B4-BE49-F238E27FC236}">
                <a16:creationId xmlns:a16="http://schemas.microsoft.com/office/drawing/2014/main" id="{F8C1337F-8D1F-8737-98F7-B279EE3E53D6}"/>
              </a:ext>
            </a:extLst>
          </p:cNvPr>
          <p:cNvSpPr/>
          <p:nvPr/>
        </p:nvSpPr>
        <p:spPr>
          <a:xfrm>
            <a:off x="5190836" y="2503608"/>
            <a:ext cx="314036" cy="20153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3" name="Rectangle: Rounded Corners 22">
            <a:extLst>
              <a:ext uri="{FF2B5EF4-FFF2-40B4-BE49-F238E27FC236}">
                <a16:creationId xmlns:a16="http://schemas.microsoft.com/office/drawing/2014/main" id="{E0BA7F0D-F8FC-9D1C-DA92-27EA8B325F95}"/>
              </a:ext>
            </a:extLst>
          </p:cNvPr>
          <p:cNvSpPr/>
          <p:nvPr/>
        </p:nvSpPr>
        <p:spPr>
          <a:xfrm>
            <a:off x="3828472" y="4906172"/>
            <a:ext cx="3463637" cy="28762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14400" y="914400"/>
            <a:ext cx="10362895" cy="5029200"/>
          </a:xfrm>
          <a:prstGeom prst="roundRect">
            <a:avLst>
              <a:gd name="adj" fmla="val 5455"/>
            </a:avLst>
          </a:prstGeom>
          <a:solidFill>
            <a:srgbClr val="F6F6F6"/>
          </a:solidFill>
          <a:ln w="12700">
            <a:solidFill>
              <a:srgbClr val="F6F6F6"/>
            </a:solidFill>
            <a:prstDash val="solid"/>
          </a:ln>
        </p:spPr>
      </p:sp>
      <p:sp>
        <p:nvSpPr>
          <p:cNvPr id="3" name="Text 1"/>
          <p:cNvSpPr/>
          <p:nvPr/>
        </p:nvSpPr>
        <p:spPr>
          <a:xfrm>
            <a:off x="914400" y="1463040"/>
            <a:ext cx="10362895" cy="320040"/>
          </a:xfrm>
          <a:prstGeom prst="rect">
            <a:avLst/>
          </a:prstGeom>
          <a:noFill/>
          <a:ln/>
        </p:spPr>
        <p:txBody>
          <a:bodyPr wrap="square" lIns="0" tIns="0" rIns="0" bIns="0" rtlCol="0" anchor="ctr"/>
          <a:lstStyle/>
          <a:p>
            <a:pPr marL="0" indent="0" algn="ctr">
              <a:buNone/>
            </a:pPr>
            <a:r>
              <a:rPr lang="en-US" sz="1100" b="1" kern="0" spc="800" dirty="0">
                <a:solidFill>
                  <a:srgbClr val="FE6768"/>
                </a:solidFill>
                <a:latin typeface="Calibri" pitchFamily="34" charset="0"/>
                <a:ea typeface="Calibri" pitchFamily="34" charset="-122"/>
                <a:cs typeface="Calibri" pitchFamily="34" charset="-120"/>
              </a:rPr>
              <a:t>§1.17 · ADELANTO</a:t>
            </a:r>
            <a:endParaRPr lang="en-US" sz="1100" dirty="0"/>
          </a:p>
        </p:txBody>
      </p:sp>
      <p:sp>
        <p:nvSpPr>
          <p:cNvPr id="4" name="Text 2"/>
          <p:cNvSpPr/>
          <p:nvPr/>
        </p:nvSpPr>
        <p:spPr>
          <a:xfrm>
            <a:off x="914400" y="1828800"/>
            <a:ext cx="10362895" cy="640080"/>
          </a:xfrm>
          <a:prstGeom prst="rect">
            <a:avLst/>
          </a:prstGeom>
          <a:noFill/>
          <a:ln/>
        </p:spPr>
        <p:txBody>
          <a:bodyPr wrap="square" lIns="0" tIns="0" rIns="0" bIns="0" rtlCol="0" anchor="ctr"/>
          <a:lstStyle/>
          <a:p>
            <a:pPr marL="0" indent="0" algn="ctr">
              <a:buNone/>
            </a:pPr>
            <a:r>
              <a:rPr lang="en-US" sz="3600" b="1" dirty="0">
                <a:solidFill>
                  <a:srgbClr val="4036ED"/>
                </a:solidFill>
                <a:latin typeface="Calibri" pitchFamily="34" charset="0"/>
                <a:ea typeface="Calibri" pitchFamily="34" charset="-122"/>
                <a:cs typeface="Calibri" pitchFamily="34" charset="-120"/>
              </a:rPr>
              <a:t>Hacia las consonantes</a:t>
            </a:r>
            <a:endParaRPr lang="en-US" sz="3600" dirty="0"/>
          </a:p>
        </p:txBody>
      </p:sp>
      <p:sp>
        <p:nvSpPr>
          <p:cNvPr id="5" name="Text 3"/>
          <p:cNvSpPr/>
          <p:nvPr/>
        </p:nvSpPr>
        <p:spPr>
          <a:xfrm>
            <a:off x="914400" y="2514600"/>
            <a:ext cx="10362895" cy="54864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자음 · 子音</a:t>
            </a:r>
            <a:endParaRPr lang="en-US" sz="3200" dirty="0"/>
          </a:p>
        </p:txBody>
      </p:sp>
      <p:sp>
        <p:nvSpPr>
          <p:cNvPr id="6" name="Shape 4"/>
          <p:cNvSpPr/>
          <p:nvPr/>
        </p:nvSpPr>
        <p:spPr>
          <a:xfrm>
            <a:off x="1862176" y="3383280"/>
            <a:ext cx="914400" cy="914400"/>
          </a:xfrm>
          <a:prstGeom prst="roundRect">
            <a:avLst>
              <a:gd name="adj" fmla="val 10000"/>
            </a:avLst>
          </a:prstGeom>
          <a:solidFill>
            <a:srgbClr val="EDE8FF"/>
          </a:solidFill>
          <a:ln w="15240">
            <a:solidFill>
              <a:srgbClr val="A79BFF"/>
            </a:solidFill>
            <a:prstDash val="solid"/>
          </a:ln>
        </p:spPr>
      </p:sp>
      <p:sp>
        <p:nvSpPr>
          <p:cNvPr id="7" name="Text 5"/>
          <p:cNvSpPr/>
          <p:nvPr/>
        </p:nvSpPr>
        <p:spPr>
          <a:xfrm>
            <a:off x="1862176" y="3383280"/>
            <a:ext cx="914400" cy="914400"/>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ㄱ</a:t>
            </a:r>
            <a:endParaRPr lang="en-US" sz="3600" dirty="0"/>
          </a:p>
        </p:txBody>
      </p:sp>
      <p:sp>
        <p:nvSpPr>
          <p:cNvPr id="8" name="Shape 6"/>
          <p:cNvSpPr/>
          <p:nvPr/>
        </p:nvSpPr>
        <p:spPr>
          <a:xfrm>
            <a:off x="2941168" y="3383280"/>
            <a:ext cx="914400" cy="914400"/>
          </a:xfrm>
          <a:prstGeom prst="roundRect">
            <a:avLst>
              <a:gd name="adj" fmla="val 10000"/>
            </a:avLst>
          </a:prstGeom>
          <a:solidFill>
            <a:srgbClr val="EDE8FF"/>
          </a:solidFill>
          <a:ln w="15240">
            <a:solidFill>
              <a:srgbClr val="A79BFF"/>
            </a:solidFill>
            <a:prstDash val="solid"/>
          </a:ln>
        </p:spPr>
      </p:sp>
      <p:sp>
        <p:nvSpPr>
          <p:cNvPr id="9" name="Text 7"/>
          <p:cNvSpPr/>
          <p:nvPr/>
        </p:nvSpPr>
        <p:spPr>
          <a:xfrm>
            <a:off x="2941168" y="3383280"/>
            <a:ext cx="914400" cy="914400"/>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ㄴ</a:t>
            </a:r>
            <a:endParaRPr lang="en-US" sz="3600" dirty="0"/>
          </a:p>
        </p:txBody>
      </p:sp>
      <p:sp>
        <p:nvSpPr>
          <p:cNvPr id="10" name="Shape 8"/>
          <p:cNvSpPr/>
          <p:nvPr/>
        </p:nvSpPr>
        <p:spPr>
          <a:xfrm>
            <a:off x="4020160" y="3383280"/>
            <a:ext cx="914400" cy="914400"/>
          </a:xfrm>
          <a:prstGeom prst="roundRect">
            <a:avLst>
              <a:gd name="adj" fmla="val 10000"/>
            </a:avLst>
          </a:prstGeom>
          <a:solidFill>
            <a:srgbClr val="EDE8FF"/>
          </a:solidFill>
          <a:ln w="15240">
            <a:solidFill>
              <a:srgbClr val="A79BFF"/>
            </a:solidFill>
            <a:prstDash val="solid"/>
          </a:ln>
        </p:spPr>
      </p:sp>
      <p:sp>
        <p:nvSpPr>
          <p:cNvPr id="11" name="Text 9"/>
          <p:cNvSpPr/>
          <p:nvPr/>
        </p:nvSpPr>
        <p:spPr>
          <a:xfrm>
            <a:off x="4020160" y="3383280"/>
            <a:ext cx="914400" cy="914400"/>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ㄷ</a:t>
            </a:r>
            <a:endParaRPr lang="en-US" sz="3600" dirty="0"/>
          </a:p>
        </p:txBody>
      </p:sp>
      <p:sp>
        <p:nvSpPr>
          <p:cNvPr id="12" name="Shape 10"/>
          <p:cNvSpPr/>
          <p:nvPr/>
        </p:nvSpPr>
        <p:spPr>
          <a:xfrm>
            <a:off x="5099152" y="3383280"/>
            <a:ext cx="914400" cy="914400"/>
          </a:xfrm>
          <a:prstGeom prst="roundRect">
            <a:avLst>
              <a:gd name="adj" fmla="val 10000"/>
            </a:avLst>
          </a:prstGeom>
          <a:solidFill>
            <a:srgbClr val="EDE8FF"/>
          </a:solidFill>
          <a:ln w="15240">
            <a:solidFill>
              <a:srgbClr val="A79BFF"/>
            </a:solidFill>
            <a:prstDash val="solid"/>
          </a:ln>
        </p:spPr>
      </p:sp>
      <p:sp>
        <p:nvSpPr>
          <p:cNvPr id="13" name="Text 11"/>
          <p:cNvSpPr/>
          <p:nvPr/>
        </p:nvSpPr>
        <p:spPr>
          <a:xfrm>
            <a:off x="5099152" y="3383280"/>
            <a:ext cx="914400" cy="914400"/>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ㄹ</a:t>
            </a:r>
            <a:endParaRPr lang="en-US" sz="3600" dirty="0"/>
          </a:p>
        </p:txBody>
      </p:sp>
      <p:sp>
        <p:nvSpPr>
          <p:cNvPr id="14" name="Shape 12"/>
          <p:cNvSpPr/>
          <p:nvPr/>
        </p:nvSpPr>
        <p:spPr>
          <a:xfrm>
            <a:off x="6178144" y="3383280"/>
            <a:ext cx="914400" cy="914400"/>
          </a:xfrm>
          <a:prstGeom prst="roundRect">
            <a:avLst>
              <a:gd name="adj" fmla="val 10000"/>
            </a:avLst>
          </a:prstGeom>
          <a:solidFill>
            <a:srgbClr val="EDE8FF"/>
          </a:solidFill>
          <a:ln w="15240">
            <a:solidFill>
              <a:srgbClr val="A79BFF"/>
            </a:solidFill>
            <a:prstDash val="solid"/>
          </a:ln>
        </p:spPr>
      </p:sp>
      <p:sp>
        <p:nvSpPr>
          <p:cNvPr id="15" name="Text 13"/>
          <p:cNvSpPr/>
          <p:nvPr/>
        </p:nvSpPr>
        <p:spPr>
          <a:xfrm>
            <a:off x="6178144" y="3383280"/>
            <a:ext cx="914400" cy="914400"/>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ㅁ</a:t>
            </a:r>
            <a:endParaRPr lang="en-US" sz="3600" dirty="0"/>
          </a:p>
        </p:txBody>
      </p:sp>
      <p:sp>
        <p:nvSpPr>
          <p:cNvPr id="16" name="Shape 14"/>
          <p:cNvSpPr/>
          <p:nvPr/>
        </p:nvSpPr>
        <p:spPr>
          <a:xfrm>
            <a:off x="7257136" y="3383280"/>
            <a:ext cx="914400" cy="914400"/>
          </a:xfrm>
          <a:prstGeom prst="roundRect">
            <a:avLst>
              <a:gd name="adj" fmla="val 10000"/>
            </a:avLst>
          </a:prstGeom>
          <a:solidFill>
            <a:srgbClr val="EDE8FF"/>
          </a:solidFill>
          <a:ln w="15240">
            <a:solidFill>
              <a:srgbClr val="A79BFF"/>
            </a:solidFill>
            <a:prstDash val="solid"/>
          </a:ln>
        </p:spPr>
      </p:sp>
      <p:sp>
        <p:nvSpPr>
          <p:cNvPr id="17" name="Text 15"/>
          <p:cNvSpPr/>
          <p:nvPr/>
        </p:nvSpPr>
        <p:spPr>
          <a:xfrm>
            <a:off x="7257136" y="3383280"/>
            <a:ext cx="914400" cy="914400"/>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ㅂ</a:t>
            </a:r>
            <a:endParaRPr lang="en-US" sz="3600" dirty="0"/>
          </a:p>
        </p:txBody>
      </p:sp>
      <p:sp>
        <p:nvSpPr>
          <p:cNvPr id="18" name="Shape 16"/>
          <p:cNvSpPr/>
          <p:nvPr/>
        </p:nvSpPr>
        <p:spPr>
          <a:xfrm>
            <a:off x="8336128" y="3383280"/>
            <a:ext cx="914400" cy="914400"/>
          </a:xfrm>
          <a:prstGeom prst="roundRect">
            <a:avLst>
              <a:gd name="adj" fmla="val 10000"/>
            </a:avLst>
          </a:prstGeom>
          <a:solidFill>
            <a:srgbClr val="EDE8FF"/>
          </a:solidFill>
          <a:ln w="15240">
            <a:solidFill>
              <a:srgbClr val="A79BFF"/>
            </a:solidFill>
            <a:prstDash val="solid"/>
          </a:ln>
        </p:spPr>
      </p:sp>
      <p:sp>
        <p:nvSpPr>
          <p:cNvPr id="19" name="Text 17"/>
          <p:cNvSpPr/>
          <p:nvPr/>
        </p:nvSpPr>
        <p:spPr>
          <a:xfrm>
            <a:off x="8336128" y="3383280"/>
            <a:ext cx="914400" cy="914400"/>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ㅅ</a:t>
            </a:r>
            <a:endParaRPr lang="en-US" sz="3600" dirty="0"/>
          </a:p>
        </p:txBody>
      </p:sp>
      <p:sp>
        <p:nvSpPr>
          <p:cNvPr id="20" name="Shape 18"/>
          <p:cNvSpPr/>
          <p:nvPr/>
        </p:nvSpPr>
        <p:spPr>
          <a:xfrm>
            <a:off x="9415120" y="3383280"/>
            <a:ext cx="914400" cy="914400"/>
          </a:xfrm>
          <a:prstGeom prst="roundRect">
            <a:avLst>
              <a:gd name="adj" fmla="val 10000"/>
            </a:avLst>
          </a:prstGeom>
          <a:solidFill>
            <a:srgbClr val="EDE8FF"/>
          </a:solidFill>
          <a:ln w="15240">
            <a:solidFill>
              <a:srgbClr val="A79BFF"/>
            </a:solidFill>
            <a:prstDash val="solid"/>
          </a:ln>
        </p:spPr>
      </p:sp>
      <p:sp>
        <p:nvSpPr>
          <p:cNvPr id="21" name="Text 19"/>
          <p:cNvSpPr/>
          <p:nvPr/>
        </p:nvSpPr>
        <p:spPr>
          <a:xfrm>
            <a:off x="9415120" y="3383280"/>
            <a:ext cx="914400" cy="914400"/>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ㅇ</a:t>
            </a:r>
            <a:endParaRPr lang="en-US" sz="3600" dirty="0"/>
          </a:p>
        </p:txBody>
      </p:sp>
      <p:sp>
        <p:nvSpPr>
          <p:cNvPr id="22" name="Text 20"/>
          <p:cNvSpPr/>
          <p:nvPr/>
        </p:nvSpPr>
        <p:spPr>
          <a:xfrm>
            <a:off x="914400" y="4572000"/>
            <a:ext cx="10362895" cy="777240"/>
          </a:xfrm>
          <a:prstGeom prst="rect">
            <a:avLst/>
          </a:prstGeom>
          <a:noFill/>
          <a:ln/>
        </p:spPr>
        <p:txBody>
          <a:bodyPr wrap="square" lIns="0" tIns="0" rIns="0" bIns="0" rtlCol="0" anchor="ctr"/>
          <a:lstStyle/>
          <a:p>
            <a:pPr marL="0" indent="0" algn="ctr">
              <a:buNone/>
            </a:pPr>
            <a:r>
              <a:rPr lang="en-US" sz="1300" i="1" dirty="0">
                <a:solidFill>
                  <a:srgbClr val="4A4A55"/>
                </a:solidFill>
                <a:latin typeface="Calibri" pitchFamily="34" charset="0"/>
                <a:ea typeface="Calibri" pitchFamily="34" charset="-122"/>
                <a:cs typeface="Calibri" pitchFamily="34" charset="-120"/>
              </a:rPr>
              <a:t>Sejong observó la forma exacta de la lengua, los dientes y los labios cuando producimos cada consonante,</a:t>
            </a:r>
            <a:endParaRPr lang="en-US" sz="1300" dirty="0"/>
          </a:p>
          <a:p>
            <a:pPr marL="0" indent="0" algn="ctr">
              <a:buNone/>
            </a:pPr>
            <a:r>
              <a:rPr lang="en-US" sz="1300" i="1" dirty="0">
                <a:solidFill>
                  <a:srgbClr val="4A4A55"/>
                </a:solidFill>
                <a:latin typeface="Calibri" pitchFamily="34" charset="0"/>
                <a:ea typeface="Calibri" pitchFamily="34" charset="-122"/>
                <a:cs typeface="Calibri" pitchFamily="34" charset="-120"/>
              </a:rPr>
              <a:t>y dibujó cada letra como un mapa anatómico.</a:t>
            </a:r>
            <a:endParaRPr lang="en-US" sz="1300" dirty="0"/>
          </a:p>
        </p:txBody>
      </p:sp>
      <p:pic>
        <p:nvPicPr>
          <p:cNvPr id="23" name="Image 0" descr="preencoded.png"/>
          <p:cNvPicPr>
            <a:picLocks noChangeAspect="1"/>
          </p:cNvPicPr>
          <p:nvPr/>
        </p:nvPicPr>
        <p:blipFill>
          <a:blip r:embed="rId4"/>
          <a:stretch>
            <a:fillRect/>
          </a:stretch>
        </p:blipFill>
        <p:spPr>
          <a:xfrm>
            <a:off x="5867248" y="5486400"/>
            <a:ext cx="457200" cy="457200"/>
          </a:xfrm>
          <a:prstGeom prst="rect">
            <a:avLst/>
          </a:prstGeom>
        </p:spPr>
      </p:pic>
      <p:sp>
        <p:nvSpPr>
          <p:cNvPr id="24" name="Text 21"/>
          <p:cNvSpPr/>
          <p:nvPr/>
        </p:nvSpPr>
        <p:spPr>
          <a:xfrm>
            <a:off x="914400" y="6035040"/>
            <a:ext cx="10362895" cy="365760"/>
          </a:xfrm>
          <a:prstGeom prst="rect">
            <a:avLst/>
          </a:prstGeom>
          <a:noFill/>
          <a:ln/>
        </p:spPr>
        <p:txBody>
          <a:bodyPr wrap="square" lIns="0" tIns="0" rIns="0" bIns="0" rtlCol="0" anchor="ctr"/>
          <a:lstStyle/>
          <a:p>
            <a:pPr marL="0" indent="0" algn="ctr">
              <a:buNone/>
            </a:pPr>
            <a:r>
              <a:rPr lang="en-US" sz="1600" b="1" i="1" dirty="0">
                <a:solidFill>
                  <a:srgbClr val="FE6768"/>
                </a:solidFill>
                <a:latin typeface="Calibri" pitchFamily="34" charset="0"/>
                <a:ea typeface="Calibri" pitchFamily="34" charset="-122"/>
                <a:cs typeface="Calibri" pitchFamily="34" charset="-120"/>
              </a:rPr>
              <a:t>화이팅!  ·  ¡Tú puedes!</a:t>
            </a:r>
            <a:endParaRPr lang="en-US" sz="1600" dirty="0"/>
          </a:p>
        </p:txBody>
      </p:sp>
      <p:pic>
        <p:nvPicPr>
          <p:cNvPr id="25" name="Image 1" descr="preencoded.png"/>
          <p:cNvPicPr>
            <a:picLocks noChangeAspect="1"/>
          </p:cNvPicPr>
          <p:nvPr/>
        </p:nvPicPr>
        <p:blipFill>
          <a:blip r:embed="rId5"/>
          <a:stretch>
            <a:fillRect/>
          </a:stretch>
        </p:blipFill>
        <p:spPr>
          <a:xfrm>
            <a:off x="11597335" y="182880"/>
            <a:ext cx="292608" cy="292608"/>
          </a:xfrm>
          <a:prstGeom prst="rect">
            <a:avLst/>
          </a:prstGeom>
        </p:spPr>
      </p:pic>
      <p:sp>
        <p:nvSpPr>
          <p:cNvPr id="26" name="Text 22"/>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7" name="Text 23"/>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30</a:t>
            </a:r>
            <a:endParaRPr lang="en-US" sz="8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88720" y="1097280"/>
            <a:ext cx="9814255" cy="4663440"/>
          </a:xfrm>
          <a:prstGeom prst="roundRect">
            <a:avLst>
              <a:gd name="adj" fmla="val 5882"/>
            </a:avLst>
          </a:prstGeom>
          <a:solidFill>
            <a:srgbClr val="F6F6F6"/>
          </a:solidFill>
          <a:ln w="12700">
            <a:solidFill>
              <a:srgbClr val="F6F6F6"/>
            </a:solidFill>
            <a:prstDash val="solid"/>
          </a:ln>
        </p:spPr>
      </p:sp>
      <p:sp>
        <p:nvSpPr>
          <p:cNvPr id="3" name="Text 1"/>
          <p:cNvSpPr/>
          <p:nvPr/>
        </p:nvSpPr>
        <p:spPr>
          <a:xfrm>
            <a:off x="1188720" y="1463040"/>
            <a:ext cx="9814255" cy="320040"/>
          </a:xfrm>
          <a:prstGeom prst="rect">
            <a:avLst/>
          </a:prstGeom>
          <a:noFill/>
          <a:ln/>
        </p:spPr>
        <p:txBody>
          <a:bodyPr wrap="square" lIns="0" tIns="0" rIns="0" bIns="0" rtlCol="0" anchor="ctr"/>
          <a:lstStyle/>
          <a:p>
            <a:pPr marL="0" indent="0" algn="ctr">
              <a:buNone/>
            </a:pPr>
            <a:r>
              <a:rPr lang="en-US" sz="1200" b="1" kern="0" spc="800" dirty="0">
                <a:solidFill>
                  <a:srgbClr val="FE6768"/>
                </a:solidFill>
                <a:latin typeface="Calibri" pitchFamily="34" charset="0"/>
                <a:ea typeface="Calibri" pitchFamily="34" charset="-122"/>
                <a:cs typeface="Calibri" pitchFamily="34" charset="-120"/>
              </a:rPr>
              <a:t>CAPÍTULO 2</a:t>
            </a:r>
            <a:endParaRPr lang="en-US" sz="1200" dirty="0"/>
          </a:p>
        </p:txBody>
      </p:sp>
      <p:sp>
        <p:nvSpPr>
          <p:cNvPr id="4" name="Text 2"/>
          <p:cNvSpPr/>
          <p:nvPr/>
        </p:nvSpPr>
        <p:spPr>
          <a:xfrm>
            <a:off x="1188720" y="1828800"/>
            <a:ext cx="9814255" cy="1463040"/>
          </a:xfrm>
          <a:prstGeom prst="rect">
            <a:avLst/>
          </a:prstGeom>
          <a:noFill/>
          <a:ln/>
        </p:spPr>
        <p:txBody>
          <a:bodyPr wrap="square" lIns="0" tIns="0" rIns="0" bIns="0" rtlCol="0" anchor="ctr"/>
          <a:lstStyle/>
          <a:p>
            <a:pPr marL="0" indent="0" algn="ctr">
              <a:buNone/>
            </a:pPr>
            <a:r>
              <a:rPr lang="en-US" sz="13000" b="1" dirty="0">
                <a:solidFill>
                  <a:srgbClr val="4036ED"/>
                </a:solidFill>
                <a:latin typeface="Malgun Gothic" pitchFamily="34" charset="0"/>
                <a:ea typeface="Malgun Gothic" pitchFamily="34" charset="-122"/>
                <a:cs typeface="Malgun Gothic" pitchFamily="34" charset="-120"/>
              </a:rPr>
              <a:t>자음</a:t>
            </a:r>
            <a:endParaRPr lang="en-US" sz="13000" dirty="0"/>
          </a:p>
        </p:txBody>
      </p:sp>
      <p:sp>
        <p:nvSpPr>
          <p:cNvPr id="5" name="Text 3"/>
          <p:cNvSpPr/>
          <p:nvPr/>
        </p:nvSpPr>
        <p:spPr>
          <a:xfrm>
            <a:off x="1188720" y="3383280"/>
            <a:ext cx="9814255" cy="457200"/>
          </a:xfrm>
          <a:prstGeom prst="rect">
            <a:avLst/>
          </a:prstGeom>
          <a:noFill/>
          <a:ln/>
        </p:spPr>
        <p:txBody>
          <a:bodyPr wrap="square" lIns="0" tIns="0" rIns="0" bIns="0" rtlCol="0" anchor="ctr"/>
          <a:lstStyle/>
          <a:p>
            <a:pPr marL="0" indent="0" algn="ctr">
              <a:buNone/>
            </a:pPr>
            <a:r>
              <a:rPr lang="en-US" sz="2800" dirty="0">
                <a:solidFill>
                  <a:srgbClr val="1E1E2A"/>
                </a:solidFill>
                <a:latin typeface="Calibri" pitchFamily="34" charset="0"/>
                <a:ea typeface="Calibri" pitchFamily="34" charset="-122"/>
                <a:cs typeface="Calibri" pitchFamily="34" charset="-120"/>
              </a:rPr>
              <a:t>Las Consonantes</a:t>
            </a:r>
            <a:endParaRPr lang="en-US" sz="2800" dirty="0"/>
          </a:p>
        </p:txBody>
      </p:sp>
      <p:sp>
        <p:nvSpPr>
          <p:cNvPr id="6" name="Text 4"/>
          <p:cNvSpPr/>
          <p:nvPr/>
        </p:nvSpPr>
        <p:spPr>
          <a:xfrm>
            <a:off x="1188720" y="3886200"/>
            <a:ext cx="9814255" cy="365760"/>
          </a:xfrm>
          <a:prstGeom prst="rect">
            <a:avLst/>
          </a:prstGeom>
          <a:noFill/>
          <a:ln/>
        </p:spPr>
        <p:txBody>
          <a:bodyPr wrap="square" lIns="0" tIns="0" rIns="0" bIns="0" rtlCol="0" anchor="ctr"/>
          <a:lstStyle/>
          <a:p>
            <a:pPr marL="0" indent="0" algn="ctr">
              <a:buNone/>
            </a:pPr>
            <a:r>
              <a:rPr lang="en-US" sz="1400" i="1" dirty="0">
                <a:solidFill>
                  <a:srgbClr val="4A4A55"/>
                </a:solidFill>
                <a:latin typeface="Calibri" pitchFamily="34" charset="0"/>
                <a:ea typeface="Calibri" pitchFamily="34" charset="-122"/>
                <a:cs typeface="Calibri" pitchFamily="34" charset="-120"/>
              </a:rPr>
              <a:t>Mapas anatómicos del cuerpo humano</a:t>
            </a:r>
            <a:endParaRPr lang="en-US" sz="1400" dirty="0"/>
          </a:p>
        </p:txBody>
      </p:sp>
      <p:pic>
        <p:nvPicPr>
          <p:cNvPr id="7" name="Image 0" descr="preencoded.png"/>
          <p:cNvPicPr>
            <a:picLocks noChangeAspect="1"/>
          </p:cNvPicPr>
          <p:nvPr/>
        </p:nvPicPr>
        <p:blipFill>
          <a:blip r:embed="rId4"/>
          <a:stretch>
            <a:fillRect/>
          </a:stretch>
        </p:blipFill>
        <p:spPr>
          <a:xfrm>
            <a:off x="5867248" y="4572000"/>
            <a:ext cx="457200" cy="457200"/>
          </a:xfrm>
          <a:prstGeom prst="rect">
            <a:avLst/>
          </a:prstGeom>
        </p:spPr>
      </p:pic>
      <p:sp>
        <p:nvSpPr>
          <p:cNvPr id="8" name="Text 5"/>
          <p:cNvSpPr/>
          <p:nvPr/>
        </p:nvSpPr>
        <p:spPr>
          <a:xfrm>
            <a:off x="1188720" y="5120640"/>
            <a:ext cx="9814255" cy="320040"/>
          </a:xfrm>
          <a:prstGeom prst="rect">
            <a:avLst/>
          </a:prstGeom>
          <a:noFill/>
          <a:ln/>
        </p:spPr>
        <p:txBody>
          <a:bodyPr wrap="square" lIns="0" tIns="0" rIns="0" bIns="0" rtlCol="0" anchor="ctr"/>
          <a:lstStyle/>
          <a:p>
            <a:pPr marL="0" indent="0" algn="ctr">
              <a:buNone/>
            </a:pPr>
            <a:r>
              <a:rPr lang="en-US" sz="1400" b="1" i="1" kern="0" spc="200" dirty="0">
                <a:solidFill>
                  <a:srgbClr val="FE6768"/>
                </a:solidFill>
                <a:latin typeface="Calibri" pitchFamily="34" charset="0"/>
                <a:ea typeface="Calibri" pitchFamily="34" charset="-122"/>
                <a:cs typeface="Calibri" pitchFamily="34" charset="-120"/>
              </a:rPr>
              <a:t>Method Chingu™</a:t>
            </a:r>
            <a:endParaRPr lang="en-US" sz="1400" dirty="0"/>
          </a:p>
        </p:txBody>
      </p:sp>
      <p:sp>
        <p:nvSpPr>
          <p:cNvPr id="9" name="Text 6"/>
          <p:cNvSpPr/>
          <p:nvPr/>
        </p:nvSpPr>
        <p:spPr>
          <a:xfrm>
            <a:off x="1188720" y="5852160"/>
            <a:ext cx="9814255" cy="320040"/>
          </a:xfrm>
          <a:prstGeom prst="rect">
            <a:avLst/>
          </a:prstGeom>
          <a:noFill/>
          <a:ln/>
        </p:spPr>
        <p:txBody>
          <a:bodyPr wrap="square" lIns="0" tIns="0" rIns="0" bIns="0" rtlCol="0" anchor="ctr"/>
          <a:lstStyle/>
          <a:p>
            <a:pPr marL="0" indent="0" algn="ctr">
              <a:buNone/>
            </a:pPr>
            <a:r>
              <a:rPr lang="en-US" sz="1300" b="1" kern="0" spc="400" dirty="0">
                <a:solidFill>
                  <a:srgbClr val="F6F6F6"/>
                </a:solidFill>
                <a:latin typeface="Calibri" pitchFamily="34" charset="0"/>
                <a:ea typeface="Calibri" pitchFamily="34" charset="-122"/>
                <a:cs typeface="Calibri" pitchFamily="34" charset="-120"/>
              </a:rPr>
              <a:t>Profesor  ·  Jae Hee Kim  ·  김재희</a:t>
            </a:r>
            <a:endParaRPr lang="en-US" sz="1300" dirty="0"/>
          </a:p>
        </p:txBody>
      </p:sp>
      <p:sp>
        <p:nvSpPr>
          <p:cNvPr id="10" name="Text 7"/>
          <p:cNvSpPr/>
          <p:nvPr/>
        </p:nvSpPr>
        <p:spPr>
          <a:xfrm>
            <a:off x="0" y="6355080"/>
            <a:ext cx="12191695" cy="228600"/>
          </a:xfrm>
          <a:prstGeom prst="rect">
            <a:avLst/>
          </a:prstGeom>
          <a:noFill/>
          <a:ln/>
        </p:spPr>
        <p:txBody>
          <a:bodyPr wrap="square" lIns="0" tIns="0" rIns="0" bIns="0" rtlCol="0" anchor="ctr"/>
          <a:lstStyle/>
          <a:p>
            <a:pPr marL="0" indent="0" algn="ctr">
              <a:buNone/>
            </a:pPr>
            <a:r>
              <a:rPr lang="en-US" sz="900" kern="0" spc="800" dirty="0">
                <a:solidFill>
                  <a:srgbClr val="A79BFF"/>
                </a:solidFill>
                <a:latin typeface="Calibri" pitchFamily="34" charset="0"/>
                <a:ea typeface="Calibri" pitchFamily="34" charset="-122"/>
                <a:cs typeface="Calibri" pitchFamily="34" charset="-120"/>
              </a:rPr>
              <a:t>ACADEMIA SEÚL</a:t>
            </a:r>
            <a:endParaRPr lang="en-US" sz="9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32">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BIENVENIDA</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Bienvenido al segundo capítulo</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Ahora que ya conoces las vocales, es hora de aprender las consonantes coreanas.</a:t>
            </a:r>
            <a:endParaRPr lang="en-US" sz="1400" dirty="0"/>
          </a:p>
        </p:txBody>
      </p:sp>
      <p:sp>
        <p:nvSpPr>
          <p:cNvPr id="5" name="Text 3"/>
          <p:cNvSpPr/>
          <p:nvPr/>
        </p:nvSpPr>
        <p:spPr>
          <a:xfrm>
            <a:off x="640080" y="2377440"/>
            <a:ext cx="10911535" cy="3657600"/>
          </a:xfrm>
          <a:prstGeom prst="rect">
            <a:avLst/>
          </a:prstGeom>
          <a:noFill/>
          <a:ln/>
        </p:spPr>
        <p:txBody>
          <a:bodyPr wrap="square" lIns="0" tIns="0" rIns="0" bIns="0" rtlCol="0" anchor="t"/>
          <a:lstStyle/>
          <a:p>
            <a:pPr marL="0" indent="0">
              <a:buNone/>
            </a:pPr>
            <a:r>
              <a:rPr lang="en-US" sz="1400" dirty="0">
                <a:solidFill>
                  <a:srgbClr val="1E1E2A"/>
                </a:solidFill>
              </a:rPr>
              <a:t>En el capítulo anterior viste cómo las vocales nacen de la naturaleza: del cielo (·), la tierra (ㅡ) y el humano (ㅣ). En este capítulo descubrirás algo aún más asombroso: </a:t>
            </a:r>
            <a:r>
              <a:rPr lang="en-US" sz="1400" b="1" dirty="0">
                <a:solidFill>
                  <a:srgbClr val="4036ED"/>
                </a:solidFill>
              </a:rPr>
              <a:t>las consonantes coreanas son mapas anatómicos del cuerpo humano.</a:t>
            </a:r>
            <a:endParaRPr lang="en-US" sz="1400" dirty="0"/>
          </a:p>
          <a:p>
            <a:pPr marL="0" indent="0">
              <a:spcAft>
                <a:spcPts val="1200"/>
              </a:spcAft>
              <a:buNone/>
            </a:pPr>
            <a:r>
              <a:rPr lang="en-US" sz="1400" dirty="0">
                <a:solidFill>
                  <a:srgbClr val="1E1E2A"/>
                </a:solidFill>
              </a:rPr>
              <a:t>Sejong el Grande observó con cuidado qué hace tu cuerpo cuando produces cada sonido — dónde toca tu lengua, cómo se cierran tus labios, cómo vibra tu garganta — y dibujó cada letra como un retrato de ese gesto.</a:t>
            </a:r>
            <a:endParaRPr lang="en-US" sz="1400" dirty="0"/>
          </a:p>
          <a:p>
            <a:pPr marL="0" indent="0">
              <a:buNone/>
            </a:pPr>
            <a:r>
              <a:rPr lang="en-US" sz="1400" i="1" dirty="0">
                <a:solidFill>
                  <a:srgbClr val="4A4A55"/>
                </a:solidFill>
              </a:rPr>
              <a:t>Las 19 consonantes coreanas se organizan en cinco lugares de articulación: garganta, paladar, lengua, dientes y labios. </a:t>
            </a:r>
            <a:r>
              <a:rPr lang="en-US" sz="1400" b="1" i="1" dirty="0">
                <a:solidFill>
                  <a:srgbClr val="FE6768"/>
                </a:solidFill>
              </a:rPr>
              <a:t>Cada grupo tiene tres formas: básica, aspirada (con soplo) y doble (tensa).</a:t>
            </a:r>
            <a:endParaRPr lang="en-US" sz="1400" dirty="0"/>
          </a:p>
          <a:p>
            <a:pPr marL="0" indent="0">
              <a:buNone/>
            </a:pPr>
            <a:r>
              <a:rPr lang="en-US" sz="1500" b="1" dirty="0">
                <a:solidFill>
                  <a:srgbClr val="FE6768"/>
                </a:solidFill>
              </a:rPr>
              <a:t>Cuando termines este capítulo, verás cualquier letra coreana y sabrás qué parte de tu boca la produjo. ¡Empecemos!</a:t>
            </a:r>
            <a:endParaRPr lang="en-US" sz="1400" dirty="0"/>
          </a:p>
        </p:txBody>
      </p:sp>
      <p:pic>
        <p:nvPicPr>
          <p:cNvPr id="6"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7" name="Text 4"/>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8" name="Text 5"/>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32</a:t>
            </a:r>
            <a:endParaRPr lang="en-US" sz="8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33">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§2.1</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Cómo nacieron las consonantes</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Sejong miró el cuerpo humano y dibujó lo que vio.</a:t>
            </a:r>
            <a:endParaRPr lang="en-US" sz="1400" dirty="0"/>
          </a:p>
        </p:txBody>
      </p:sp>
      <p:sp>
        <p:nvSpPr>
          <p:cNvPr id="5" name="Text 3"/>
          <p:cNvSpPr/>
          <p:nvPr/>
        </p:nvSpPr>
        <p:spPr>
          <a:xfrm>
            <a:off x="457200" y="2286000"/>
            <a:ext cx="640080" cy="1097280"/>
          </a:xfrm>
          <a:prstGeom prst="rect">
            <a:avLst/>
          </a:prstGeom>
          <a:noFill/>
          <a:ln/>
        </p:spPr>
        <p:txBody>
          <a:bodyPr wrap="square" lIns="0" tIns="0" rIns="0" bIns="0" rtlCol="0" anchor="t"/>
          <a:lstStyle/>
          <a:p>
            <a:pPr marL="0" indent="0">
              <a:buNone/>
            </a:pPr>
            <a:r>
              <a:rPr lang="en-US" sz="9000" b="1" dirty="0">
                <a:solidFill>
                  <a:srgbClr val="FE6768"/>
                </a:solidFill>
              </a:rPr>
              <a:t>"</a:t>
            </a:r>
            <a:endParaRPr lang="en-US" sz="9000" dirty="0"/>
          </a:p>
        </p:txBody>
      </p:sp>
      <p:sp>
        <p:nvSpPr>
          <p:cNvPr id="6" name="Text 4"/>
          <p:cNvSpPr/>
          <p:nvPr/>
        </p:nvSpPr>
        <p:spPr>
          <a:xfrm>
            <a:off x="1097280" y="2606040"/>
            <a:ext cx="6858000" cy="2103120"/>
          </a:xfrm>
          <a:prstGeom prst="rect">
            <a:avLst/>
          </a:prstGeom>
          <a:noFill/>
          <a:ln/>
        </p:spPr>
        <p:txBody>
          <a:bodyPr wrap="square" lIns="0" tIns="0" rIns="0" bIns="0" rtlCol="0" anchor="t"/>
          <a:lstStyle/>
          <a:p>
            <a:pPr marL="0" indent="0">
              <a:buNone/>
            </a:pPr>
            <a:r>
              <a:rPr lang="en-US" sz="1500" i="1" dirty="0">
                <a:solidFill>
                  <a:srgbClr val="1E1E2A"/>
                </a:solidFill>
                <a:latin typeface="Calibri" pitchFamily="34" charset="0"/>
                <a:ea typeface="Calibri" pitchFamily="34" charset="-122"/>
                <a:cs typeface="Calibri" pitchFamily="34" charset="-120"/>
              </a:rPr>
              <a:t>Las consonantes se diseñaron observando la forma exacta de la lengua, los dientes y los labios cuando producimos cada sonido. Cada letra es un mapa anatómico del cuerpo humano en el momento de hablar.</a:t>
            </a:r>
            <a:endParaRPr lang="en-US" sz="1500" dirty="0"/>
          </a:p>
        </p:txBody>
      </p:sp>
      <p:sp>
        <p:nvSpPr>
          <p:cNvPr id="7" name="Text 5"/>
          <p:cNvSpPr/>
          <p:nvPr/>
        </p:nvSpPr>
        <p:spPr>
          <a:xfrm>
            <a:off x="1097280" y="4754880"/>
            <a:ext cx="6858000" cy="365760"/>
          </a:xfrm>
          <a:prstGeom prst="rect">
            <a:avLst/>
          </a:prstGeom>
          <a:noFill/>
          <a:ln/>
        </p:spPr>
        <p:txBody>
          <a:bodyPr wrap="square" lIns="0" tIns="0" rIns="0" bIns="0" rtlCol="0" anchor="ctr"/>
          <a:lstStyle/>
          <a:p>
            <a:pPr marL="0" indent="0">
              <a:buNone/>
            </a:pPr>
            <a:r>
              <a:rPr lang="en-US" sz="1000" b="1" kern="0" spc="300" dirty="0">
                <a:solidFill>
                  <a:srgbClr val="4036ED"/>
                </a:solidFill>
                <a:latin typeface="Calibri" pitchFamily="34" charset="0"/>
                <a:ea typeface="Calibri" pitchFamily="34" charset="-122"/>
                <a:cs typeface="Calibri" pitchFamily="34" charset="-120"/>
              </a:rPr>
              <a:t>— PRINCIPIO DEL HUNMINJEONGEUM, 1446</a:t>
            </a:r>
            <a:endParaRPr lang="en-US" sz="1000" dirty="0"/>
          </a:p>
        </p:txBody>
      </p:sp>
      <p:sp>
        <p:nvSpPr>
          <p:cNvPr id="8" name="Shape 6"/>
          <p:cNvSpPr/>
          <p:nvPr/>
        </p:nvSpPr>
        <p:spPr>
          <a:xfrm>
            <a:off x="1097280" y="5166360"/>
            <a:ext cx="6858000" cy="0"/>
          </a:xfrm>
          <a:prstGeom prst="line">
            <a:avLst/>
          </a:prstGeom>
          <a:noFill/>
          <a:ln w="12700">
            <a:solidFill>
              <a:srgbClr val="A79BFF"/>
            </a:solidFill>
            <a:prstDash val="solid"/>
          </a:ln>
        </p:spPr>
      </p:sp>
      <p:sp>
        <p:nvSpPr>
          <p:cNvPr id="9" name="Text 7"/>
          <p:cNvSpPr/>
          <p:nvPr/>
        </p:nvSpPr>
        <p:spPr>
          <a:xfrm>
            <a:off x="1097280" y="5349240"/>
            <a:ext cx="6858000" cy="640080"/>
          </a:xfrm>
          <a:prstGeom prst="rect">
            <a:avLst/>
          </a:prstGeom>
          <a:noFill/>
          <a:ln/>
        </p:spPr>
        <p:txBody>
          <a:bodyPr wrap="square" lIns="0" tIns="0" rIns="0" bIns="0" rtlCol="0" anchor="t"/>
          <a:lstStyle/>
          <a:p>
            <a:pPr marL="0" indent="0">
              <a:buNone/>
            </a:pPr>
            <a:r>
              <a:rPr lang="en-US" sz="1200" i="1" dirty="0">
                <a:solidFill>
                  <a:srgbClr val="4A4A55"/>
                </a:solidFill>
                <a:latin typeface="Calibri" pitchFamily="34" charset="0"/>
                <a:ea typeface="Calibri" pitchFamily="34" charset="-122"/>
                <a:cs typeface="Calibri" pitchFamily="34" charset="-120"/>
              </a:rPr>
              <a:t>Igual que en el capítulo anterior con las vocales, las consonantes nacen de la observación del mundo real. Pero esta vez el "mundo" es tu propio cuerpo.</a:t>
            </a:r>
            <a:endParaRPr lang="en-US" sz="1200" dirty="0"/>
          </a:p>
        </p:txBody>
      </p:sp>
      <p:sp>
        <p:nvSpPr>
          <p:cNvPr id="10" name="Shape 8"/>
          <p:cNvSpPr/>
          <p:nvPr/>
        </p:nvSpPr>
        <p:spPr>
          <a:xfrm>
            <a:off x="8595360" y="2377440"/>
            <a:ext cx="3108960" cy="3657600"/>
          </a:xfrm>
          <a:prstGeom prst="roundRect">
            <a:avLst>
              <a:gd name="adj" fmla="val 8824"/>
            </a:avLst>
          </a:prstGeom>
          <a:solidFill>
            <a:srgbClr val="4036ED"/>
          </a:solidFill>
          <a:ln w="12700">
            <a:solidFill>
              <a:srgbClr val="4036ED"/>
            </a:solidFill>
            <a:prstDash val="solid"/>
          </a:ln>
        </p:spPr>
      </p:sp>
      <p:sp>
        <p:nvSpPr>
          <p:cNvPr id="11" name="Text 9"/>
          <p:cNvSpPr/>
          <p:nvPr/>
        </p:nvSpPr>
        <p:spPr>
          <a:xfrm>
            <a:off x="8595360" y="2468880"/>
            <a:ext cx="3108960" cy="1371600"/>
          </a:xfrm>
          <a:prstGeom prst="rect">
            <a:avLst/>
          </a:prstGeom>
          <a:noFill/>
          <a:ln/>
        </p:spPr>
        <p:txBody>
          <a:bodyPr wrap="square" lIns="0" tIns="0" rIns="0" bIns="0" rtlCol="0" anchor="ctr"/>
          <a:lstStyle/>
          <a:p>
            <a:pPr marL="0" indent="0" algn="ctr">
              <a:buNone/>
            </a:pPr>
            <a:r>
              <a:rPr lang="en-US" sz="8000" b="1" dirty="0">
                <a:solidFill>
                  <a:srgbClr val="A79BFF"/>
                </a:solidFill>
                <a:latin typeface="Malgun Gothic" pitchFamily="34" charset="0"/>
                <a:ea typeface="Malgun Gothic" pitchFamily="34" charset="-122"/>
                <a:cs typeface="Malgun Gothic" pitchFamily="34" charset="-120"/>
              </a:rPr>
              <a:t>身體</a:t>
            </a:r>
            <a:endParaRPr lang="en-US" sz="8000" dirty="0"/>
          </a:p>
        </p:txBody>
      </p:sp>
      <p:sp>
        <p:nvSpPr>
          <p:cNvPr id="12" name="Text 10"/>
          <p:cNvSpPr/>
          <p:nvPr/>
        </p:nvSpPr>
        <p:spPr>
          <a:xfrm>
            <a:off x="8595360" y="3794760"/>
            <a:ext cx="3108960" cy="411480"/>
          </a:xfrm>
          <a:prstGeom prst="rect">
            <a:avLst/>
          </a:prstGeom>
          <a:noFill/>
          <a:ln/>
        </p:spPr>
        <p:txBody>
          <a:bodyPr wrap="square" lIns="0" tIns="0" rIns="0" bIns="0" rtlCol="0" anchor="ctr"/>
          <a:lstStyle/>
          <a:p>
            <a:pPr marL="0" indent="0" algn="ctr">
              <a:buNone/>
            </a:pPr>
            <a:r>
              <a:rPr lang="en-US" sz="1600" b="1" kern="0" spc="500" dirty="0">
                <a:solidFill>
                  <a:srgbClr val="F6F6F6"/>
                </a:solidFill>
                <a:latin typeface="Calibri" pitchFamily="34" charset="0"/>
                <a:ea typeface="Calibri" pitchFamily="34" charset="-122"/>
                <a:cs typeface="Calibri" pitchFamily="34" charset="-120"/>
              </a:rPr>
              <a:t>몸 · CUERPO</a:t>
            </a:r>
            <a:endParaRPr lang="en-US" sz="1600" dirty="0"/>
          </a:p>
        </p:txBody>
      </p:sp>
      <p:sp>
        <p:nvSpPr>
          <p:cNvPr id="13" name="Text 11"/>
          <p:cNvSpPr/>
          <p:nvPr/>
        </p:nvSpPr>
        <p:spPr>
          <a:xfrm>
            <a:off x="8595360" y="4297680"/>
            <a:ext cx="3108960" cy="914400"/>
          </a:xfrm>
          <a:prstGeom prst="rect">
            <a:avLst/>
          </a:prstGeom>
          <a:noFill/>
          <a:ln/>
        </p:spPr>
        <p:txBody>
          <a:bodyPr wrap="square" lIns="0" tIns="0" rIns="0" bIns="0" rtlCol="0" anchor="ctr"/>
          <a:lstStyle/>
          <a:p>
            <a:pPr marL="0" indent="0" algn="ctr">
              <a:buNone/>
            </a:pPr>
            <a:r>
              <a:rPr lang="en-US" sz="1200" i="1" dirty="0">
                <a:solidFill>
                  <a:srgbClr val="A79BFF"/>
                </a:solidFill>
                <a:latin typeface="Calibri" pitchFamily="34" charset="0"/>
                <a:ea typeface="Calibri" pitchFamily="34" charset="-122"/>
                <a:cs typeface="Calibri" pitchFamily="34" charset="-120"/>
              </a:rPr>
              <a:t>Garganta · Paladar</a:t>
            </a:r>
            <a:endParaRPr lang="en-US" sz="1200" dirty="0"/>
          </a:p>
          <a:p>
            <a:pPr marL="0" indent="0" algn="ctr">
              <a:buNone/>
            </a:pPr>
            <a:r>
              <a:rPr lang="en-US" sz="1200" i="1" dirty="0">
                <a:solidFill>
                  <a:srgbClr val="A79BFF"/>
                </a:solidFill>
                <a:latin typeface="Calibri" pitchFamily="34" charset="0"/>
                <a:ea typeface="Calibri" pitchFamily="34" charset="-122"/>
                <a:cs typeface="Calibri" pitchFamily="34" charset="-120"/>
              </a:rPr>
              <a:t>Lengua · Dientes · Labios</a:t>
            </a:r>
            <a:endParaRPr lang="en-US" sz="1200" dirty="0"/>
          </a:p>
        </p:txBody>
      </p:sp>
      <p:pic>
        <p:nvPicPr>
          <p:cNvPr id="14" name="Image 0" descr="preencoded.png"/>
          <p:cNvPicPr>
            <a:picLocks noChangeAspect="1"/>
          </p:cNvPicPr>
          <p:nvPr/>
        </p:nvPicPr>
        <p:blipFill>
          <a:blip r:embed="rId3"/>
          <a:stretch>
            <a:fillRect/>
          </a:stretch>
        </p:blipFill>
        <p:spPr>
          <a:xfrm>
            <a:off x="10012680" y="5440680"/>
            <a:ext cx="274320" cy="274320"/>
          </a:xfrm>
          <a:prstGeom prst="rect">
            <a:avLst/>
          </a:prstGeom>
        </p:spPr>
      </p:pic>
      <p:pic>
        <p:nvPicPr>
          <p:cNvPr id="15"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16" name="Text 12"/>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17" name="Text 13"/>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33</a:t>
            </a:r>
            <a:endParaRPr lang="en-US" sz="8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0F955-5DEE-B5CD-F675-173831F9D86B}"/>
            </a:ext>
          </a:extLst>
        </p:cNvPr>
        <p:cNvGrpSpPr/>
        <p:nvPr/>
      </p:nvGrpSpPr>
      <p:grpSpPr>
        <a:xfrm>
          <a:off x="0" y="0"/>
          <a:ext cx="0" cy="0"/>
          <a:chOff x="0" y="0"/>
          <a:chExt cx="0" cy="0"/>
        </a:xfrm>
      </p:grpSpPr>
      <p:pic>
        <p:nvPicPr>
          <p:cNvPr id="2" name="img81">
            <a:extLst>
              <a:ext uri="{FF2B5EF4-FFF2-40B4-BE49-F238E27FC236}">
                <a16:creationId xmlns:a16="http://schemas.microsoft.com/office/drawing/2014/main" id="{7D4CFF6D-9813-04F6-1309-AD26F473F6E4}"/>
              </a:ext>
            </a:extLst>
          </p:cNvPr>
          <p:cNvPicPr>
            <a:picLocks noChangeAspect="1"/>
          </p:cNvPicPr>
          <p:nvPr/>
        </p:nvPicPr>
        <p:blipFill>
          <a:blip r:embed="rId2"/>
          <a:stretch>
            <a:fillRect/>
          </a:stretch>
        </p:blipFill>
        <p:spPr>
          <a:xfrm>
            <a:off x="-92362" y="0"/>
            <a:ext cx="12192000" cy="6858000"/>
          </a:xfrm>
          <a:prstGeom prst="rect">
            <a:avLst/>
          </a:prstGeom>
        </p:spPr>
      </p:pic>
      <p:sp>
        <p:nvSpPr>
          <p:cNvPr id="3" name="Rectangle: Rounded Corners 2">
            <a:extLst>
              <a:ext uri="{FF2B5EF4-FFF2-40B4-BE49-F238E27FC236}">
                <a16:creationId xmlns:a16="http://schemas.microsoft.com/office/drawing/2014/main" id="{B9431777-7504-4625-FEAC-16E57872EE04}"/>
              </a:ext>
            </a:extLst>
          </p:cNvPr>
          <p:cNvSpPr/>
          <p:nvPr/>
        </p:nvSpPr>
        <p:spPr>
          <a:xfrm>
            <a:off x="286327" y="1468582"/>
            <a:ext cx="11813311" cy="5241637"/>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pic>
        <p:nvPicPr>
          <p:cNvPr id="5" name="Picture 4">
            <a:extLst>
              <a:ext uri="{FF2B5EF4-FFF2-40B4-BE49-F238E27FC236}">
                <a16:creationId xmlns:a16="http://schemas.microsoft.com/office/drawing/2014/main" id="{0324387B-E5F0-B639-6BB2-BF74D6333DAB}"/>
              </a:ext>
            </a:extLst>
          </p:cNvPr>
          <p:cNvPicPr>
            <a:picLocks noChangeAspect="1"/>
          </p:cNvPicPr>
          <p:nvPr/>
        </p:nvPicPr>
        <p:blipFill>
          <a:blip r:embed="rId3"/>
          <a:stretch>
            <a:fillRect/>
          </a:stretch>
        </p:blipFill>
        <p:spPr>
          <a:xfrm>
            <a:off x="2666610" y="1607966"/>
            <a:ext cx="7052743" cy="4962867"/>
          </a:xfrm>
          <a:prstGeom prst="rect">
            <a:avLst/>
          </a:prstGeom>
        </p:spPr>
      </p:pic>
      <p:pic>
        <p:nvPicPr>
          <p:cNvPr id="4" name="Image 0" descr="/sessions/sleepy-zen-cray/mnt/outputs/deck_assets/logo_var2_azul.png">
            <a:extLst>
              <a:ext uri="{FF2B5EF4-FFF2-40B4-BE49-F238E27FC236}">
                <a16:creationId xmlns:a16="http://schemas.microsoft.com/office/drawing/2014/main" id="{54B374DC-BF1F-16BE-80F6-2FFC07542C6F}"/>
              </a:ext>
            </a:extLst>
          </p:cNvPr>
          <p:cNvPicPr>
            <a:picLocks noChangeAspect="1"/>
          </p:cNvPicPr>
          <p:nvPr/>
        </p:nvPicPr>
        <p:blipFill>
          <a:blip r:embed="rId4"/>
          <a:stretch>
            <a:fillRect/>
          </a:stretch>
        </p:blipFill>
        <p:spPr>
          <a:xfrm>
            <a:off x="9778365" y="-760095"/>
            <a:ext cx="2571750" cy="2571750"/>
          </a:xfrm>
          <a:prstGeom prst="rect">
            <a:avLst/>
          </a:prstGeom>
        </p:spPr>
      </p:pic>
    </p:spTree>
    <p:extLst>
      <p:ext uri="{BB962C8B-B14F-4D97-AF65-F5344CB8AC3E}">
        <p14:creationId xmlns:p14="http://schemas.microsoft.com/office/powerpoint/2010/main" val="243476844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65760" y="365760"/>
            <a:ext cx="6400800" cy="274320"/>
          </a:xfrm>
          <a:prstGeom prst="rect">
            <a:avLst/>
          </a:prstGeom>
          <a:noFill/>
          <a:ln/>
        </p:spPr>
        <p:txBody>
          <a:bodyPr wrap="square" rtlCol="0" anchor="ctr"/>
          <a:lstStyle/>
          <a:p>
            <a:pPr marL="0" indent="0">
              <a:buNone/>
            </a:pPr>
            <a:r>
              <a:rPr lang="en-US" sz="1200" b="1" kern="0" spc="800" dirty="0">
                <a:solidFill>
                  <a:srgbClr val="FE6768"/>
                </a:solidFill>
                <a:latin typeface="Trebuchet MS" pitchFamily="34" charset="0"/>
                <a:ea typeface="Trebuchet MS" pitchFamily="34" charset="-122"/>
                <a:cs typeface="Trebuchet MS" pitchFamily="34" charset="-120"/>
              </a:rPr>
              <a:t>§3.1 · ANATOMÍA</a:t>
            </a:r>
            <a:endParaRPr lang="en-US" sz="1200" dirty="0"/>
          </a:p>
        </p:txBody>
      </p:sp>
      <p:sp>
        <p:nvSpPr>
          <p:cNvPr id="3" name="Text 1"/>
          <p:cNvSpPr/>
          <p:nvPr/>
        </p:nvSpPr>
        <p:spPr>
          <a:xfrm>
            <a:off x="365760" y="658368"/>
            <a:ext cx="11430000" cy="640080"/>
          </a:xfrm>
          <a:prstGeom prst="rect">
            <a:avLst/>
          </a:prstGeom>
          <a:noFill/>
          <a:ln/>
        </p:spPr>
        <p:txBody>
          <a:bodyPr wrap="square" rtlCol="0" anchor="ctr"/>
          <a:lstStyle/>
          <a:p>
            <a:pPr marL="0" indent="0">
              <a:buNone/>
            </a:pPr>
            <a:r>
              <a:rPr lang="en-US" sz="3400" b="1" dirty="0">
                <a:solidFill>
                  <a:srgbClr val="0F172A"/>
                </a:solidFill>
                <a:latin typeface="Trebuchet MS" pitchFamily="34" charset="0"/>
                <a:ea typeface="Trebuchet MS" pitchFamily="34" charset="-122"/>
                <a:cs typeface="Trebuchet MS" pitchFamily="34" charset="-120"/>
              </a:rPr>
              <a:t>Cómo cada consonante DIBUJA tu boca</a:t>
            </a:r>
            <a:endParaRPr lang="en-US" sz="3400" dirty="0"/>
          </a:p>
        </p:txBody>
      </p:sp>
      <p:sp>
        <p:nvSpPr>
          <p:cNvPr id="4" name="Shape 2"/>
          <p:cNvSpPr/>
          <p:nvPr/>
        </p:nvSpPr>
        <p:spPr>
          <a:xfrm>
            <a:off x="312268" y="1554480"/>
            <a:ext cx="2240280" cy="3840480"/>
          </a:xfrm>
          <a:prstGeom prst="roundRect">
            <a:avLst>
              <a:gd name="adj" fmla="val 4082"/>
            </a:avLst>
          </a:prstGeom>
          <a:solidFill>
            <a:srgbClr val="F8F9FC"/>
          </a:solidFill>
          <a:ln w="12700">
            <a:solidFill>
              <a:srgbClr val="E2E8F0"/>
            </a:solidFill>
            <a:prstDash val="solid"/>
          </a:ln>
        </p:spPr>
      </p:sp>
      <p:sp>
        <p:nvSpPr>
          <p:cNvPr id="5" name="Shape 3"/>
          <p:cNvSpPr/>
          <p:nvPr/>
        </p:nvSpPr>
        <p:spPr>
          <a:xfrm>
            <a:off x="312268" y="1554480"/>
            <a:ext cx="2240280" cy="457200"/>
          </a:xfrm>
          <a:prstGeom prst="rect">
            <a:avLst/>
          </a:prstGeom>
          <a:solidFill>
            <a:srgbClr val="4036ED"/>
          </a:solidFill>
          <a:ln/>
        </p:spPr>
      </p:sp>
      <p:sp>
        <p:nvSpPr>
          <p:cNvPr id="6" name="Text 4"/>
          <p:cNvSpPr/>
          <p:nvPr/>
        </p:nvSpPr>
        <p:spPr>
          <a:xfrm>
            <a:off x="312268" y="1554480"/>
            <a:ext cx="224028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Velar</a:t>
            </a:r>
            <a:endParaRPr lang="en-US" sz="1400" dirty="0"/>
          </a:p>
        </p:txBody>
      </p:sp>
      <p:sp>
        <p:nvSpPr>
          <p:cNvPr id="7" name="Text 5"/>
          <p:cNvSpPr/>
          <p:nvPr/>
        </p:nvSpPr>
        <p:spPr>
          <a:xfrm>
            <a:off x="312268" y="2194560"/>
            <a:ext cx="2240280" cy="1097280"/>
          </a:xfrm>
          <a:prstGeom prst="rect">
            <a:avLst/>
          </a:prstGeom>
          <a:noFill/>
          <a:ln/>
        </p:spPr>
        <p:txBody>
          <a:bodyPr wrap="square" lIns="0" tIns="0" rIns="0" bIns="0" rtlCol="0" anchor="ctr"/>
          <a:lstStyle/>
          <a:p>
            <a:pPr marL="0" indent="0" algn="ctr">
              <a:buNone/>
            </a:pPr>
            <a:r>
              <a:rPr lang="en-US" sz="9600" b="1" dirty="0">
                <a:solidFill>
                  <a:srgbClr val="0F172A"/>
                </a:solidFill>
                <a:latin typeface="Malgun Gothic" pitchFamily="34" charset="0"/>
                <a:ea typeface="Malgun Gothic" pitchFamily="34" charset="-122"/>
                <a:cs typeface="Malgun Gothic" pitchFamily="34" charset="-120"/>
              </a:rPr>
              <a:t>ㄱ</a:t>
            </a:r>
            <a:endParaRPr lang="en-US" sz="9600" dirty="0"/>
          </a:p>
        </p:txBody>
      </p:sp>
      <p:sp>
        <p:nvSpPr>
          <p:cNvPr id="8" name="Text 6"/>
          <p:cNvSpPr/>
          <p:nvPr/>
        </p:nvSpPr>
        <p:spPr>
          <a:xfrm>
            <a:off x="312268" y="3337560"/>
            <a:ext cx="2240280" cy="365760"/>
          </a:xfrm>
          <a:prstGeom prst="rect">
            <a:avLst/>
          </a:prstGeom>
          <a:noFill/>
          <a:ln/>
        </p:spPr>
        <p:txBody>
          <a:bodyPr wrap="square" lIns="0" tIns="0" rIns="0" bIns="0" rtlCol="0" anchor="ctr"/>
          <a:lstStyle/>
          <a:p>
            <a:pPr marL="0" indent="0" algn="ctr">
              <a:buNone/>
            </a:pPr>
            <a:r>
              <a:rPr lang="en-US" sz="1800" b="1" i="1" dirty="0">
                <a:solidFill>
                  <a:srgbClr val="4036ED"/>
                </a:solidFill>
                <a:latin typeface="Calibri" pitchFamily="34" charset="0"/>
                <a:ea typeface="Calibri" pitchFamily="34" charset="-122"/>
                <a:cs typeface="Calibri" pitchFamily="34" charset="-120"/>
              </a:rPr>
              <a:t>/g, k/</a:t>
            </a:r>
            <a:endParaRPr lang="en-US" sz="1800" dirty="0"/>
          </a:p>
        </p:txBody>
      </p:sp>
      <p:sp>
        <p:nvSpPr>
          <p:cNvPr id="9" name="Text 7"/>
          <p:cNvSpPr/>
          <p:nvPr/>
        </p:nvSpPr>
        <p:spPr>
          <a:xfrm>
            <a:off x="449428" y="3840480"/>
            <a:ext cx="1965960" cy="1371600"/>
          </a:xfrm>
          <a:prstGeom prst="rect">
            <a:avLst/>
          </a:prstGeom>
          <a:noFill/>
          <a:ln/>
        </p:spPr>
        <p:txBody>
          <a:bodyPr wrap="square" lIns="0" tIns="0" rIns="0" bIns="0" rtlCol="0" anchor="t"/>
          <a:lstStyle/>
          <a:p>
            <a:pPr marL="0" indent="0" algn="ctr">
              <a:buNone/>
            </a:pPr>
            <a:r>
              <a:rPr lang="en-US" sz="1200" dirty="0">
                <a:solidFill>
                  <a:srgbClr val="4A5568"/>
                </a:solidFill>
                <a:latin typeface="Calibri" pitchFamily="34" charset="0"/>
                <a:ea typeface="Calibri" pitchFamily="34" charset="-122"/>
                <a:cs typeface="Calibri" pitchFamily="34" charset="-120"/>
              </a:rPr>
              <a:t>Lengua atrás</a:t>
            </a:r>
            <a:endParaRPr lang="en-US" sz="1200" dirty="0"/>
          </a:p>
          <a:p>
            <a:pPr marL="0" indent="0" algn="ctr">
              <a:buNone/>
            </a:pPr>
            <a:r>
              <a:rPr lang="en-US" sz="1200" dirty="0">
                <a:solidFill>
                  <a:srgbClr val="4A5568"/>
                </a:solidFill>
                <a:latin typeface="Calibri" pitchFamily="34" charset="0"/>
                <a:ea typeface="Calibri" pitchFamily="34" charset="-122"/>
                <a:cs typeface="Calibri" pitchFamily="34" charset="-120"/>
              </a:rPr>
              <a:t>cerca de la úvula</a:t>
            </a:r>
            <a:endParaRPr lang="en-US" sz="1200" dirty="0"/>
          </a:p>
        </p:txBody>
      </p:sp>
      <p:sp>
        <p:nvSpPr>
          <p:cNvPr id="10" name="Shape 8"/>
          <p:cNvSpPr/>
          <p:nvPr/>
        </p:nvSpPr>
        <p:spPr>
          <a:xfrm>
            <a:off x="2643988" y="1554480"/>
            <a:ext cx="2240280" cy="3840480"/>
          </a:xfrm>
          <a:prstGeom prst="roundRect">
            <a:avLst>
              <a:gd name="adj" fmla="val 4082"/>
            </a:avLst>
          </a:prstGeom>
          <a:solidFill>
            <a:srgbClr val="F8F9FC"/>
          </a:solidFill>
          <a:ln w="12700">
            <a:solidFill>
              <a:srgbClr val="E2E8F0"/>
            </a:solidFill>
            <a:prstDash val="solid"/>
          </a:ln>
        </p:spPr>
      </p:sp>
      <p:sp>
        <p:nvSpPr>
          <p:cNvPr id="11" name="Shape 9"/>
          <p:cNvSpPr/>
          <p:nvPr/>
        </p:nvSpPr>
        <p:spPr>
          <a:xfrm>
            <a:off x="2643988" y="1554480"/>
            <a:ext cx="2240280" cy="457200"/>
          </a:xfrm>
          <a:prstGeom prst="rect">
            <a:avLst/>
          </a:prstGeom>
          <a:solidFill>
            <a:srgbClr val="A79BFF"/>
          </a:solidFill>
          <a:ln/>
        </p:spPr>
      </p:sp>
      <p:sp>
        <p:nvSpPr>
          <p:cNvPr id="12" name="Text 10"/>
          <p:cNvSpPr/>
          <p:nvPr/>
        </p:nvSpPr>
        <p:spPr>
          <a:xfrm>
            <a:off x="2643988" y="1554480"/>
            <a:ext cx="224028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Alveolar</a:t>
            </a:r>
            <a:endParaRPr lang="en-US" sz="1400" dirty="0"/>
          </a:p>
        </p:txBody>
      </p:sp>
      <p:sp>
        <p:nvSpPr>
          <p:cNvPr id="13" name="Text 11"/>
          <p:cNvSpPr/>
          <p:nvPr/>
        </p:nvSpPr>
        <p:spPr>
          <a:xfrm>
            <a:off x="2643988" y="2194560"/>
            <a:ext cx="2240280" cy="1097280"/>
          </a:xfrm>
          <a:prstGeom prst="rect">
            <a:avLst/>
          </a:prstGeom>
          <a:noFill/>
          <a:ln/>
        </p:spPr>
        <p:txBody>
          <a:bodyPr wrap="square" lIns="0" tIns="0" rIns="0" bIns="0" rtlCol="0" anchor="ctr"/>
          <a:lstStyle/>
          <a:p>
            <a:pPr marL="0" indent="0" algn="ctr">
              <a:buNone/>
            </a:pPr>
            <a:r>
              <a:rPr lang="en-US" sz="9600" b="1" dirty="0">
                <a:solidFill>
                  <a:srgbClr val="0F172A"/>
                </a:solidFill>
                <a:latin typeface="Malgun Gothic" pitchFamily="34" charset="0"/>
                <a:ea typeface="Malgun Gothic" pitchFamily="34" charset="-122"/>
                <a:cs typeface="Malgun Gothic" pitchFamily="34" charset="-120"/>
              </a:rPr>
              <a:t>ㄴ</a:t>
            </a:r>
            <a:endParaRPr lang="en-US" sz="9600" dirty="0"/>
          </a:p>
        </p:txBody>
      </p:sp>
      <p:sp>
        <p:nvSpPr>
          <p:cNvPr id="14" name="Text 12"/>
          <p:cNvSpPr/>
          <p:nvPr/>
        </p:nvSpPr>
        <p:spPr>
          <a:xfrm>
            <a:off x="2643988" y="3337560"/>
            <a:ext cx="2240280" cy="365760"/>
          </a:xfrm>
          <a:prstGeom prst="rect">
            <a:avLst/>
          </a:prstGeom>
          <a:noFill/>
          <a:ln/>
        </p:spPr>
        <p:txBody>
          <a:bodyPr wrap="square" lIns="0" tIns="0" rIns="0" bIns="0" rtlCol="0" anchor="ctr"/>
          <a:lstStyle/>
          <a:p>
            <a:pPr marL="0" indent="0" algn="ctr">
              <a:buNone/>
            </a:pPr>
            <a:r>
              <a:rPr lang="en-US" sz="1800" b="1" i="1" dirty="0">
                <a:solidFill>
                  <a:srgbClr val="A79BFF"/>
                </a:solidFill>
                <a:latin typeface="Calibri" pitchFamily="34" charset="0"/>
                <a:ea typeface="Calibri" pitchFamily="34" charset="-122"/>
                <a:cs typeface="Calibri" pitchFamily="34" charset="-120"/>
              </a:rPr>
              <a:t>/n/</a:t>
            </a:r>
            <a:endParaRPr lang="en-US" sz="1800" dirty="0"/>
          </a:p>
        </p:txBody>
      </p:sp>
      <p:sp>
        <p:nvSpPr>
          <p:cNvPr id="15" name="Text 13"/>
          <p:cNvSpPr/>
          <p:nvPr/>
        </p:nvSpPr>
        <p:spPr>
          <a:xfrm>
            <a:off x="2781148" y="3840480"/>
            <a:ext cx="1965960" cy="1371600"/>
          </a:xfrm>
          <a:prstGeom prst="rect">
            <a:avLst/>
          </a:prstGeom>
          <a:noFill/>
          <a:ln/>
        </p:spPr>
        <p:txBody>
          <a:bodyPr wrap="square" lIns="0" tIns="0" rIns="0" bIns="0" rtlCol="0" anchor="t"/>
          <a:lstStyle/>
          <a:p>
            <a:pPr marL="0" indent="0" algn="ctr">
              <a:buNone/>
            </a:pPr>
            <a:r>
              <a:rPr lang="en-US" sz="1200" dirty="0">
                <a:solidFill>
                  <a:srgbClr val="4A5568"/>
                </a:solidFill>
                <a:latin typeface="Calibri" pitchFamily="34" charset="0"/>
                <a:ea typeface="Calibri" pitchFamily="34" charset="-122"/>
                <a:cs typeface="Calibri" pitchFamily="34" charset="-120"/>
              </a:rPr>
              <a:t>Punta de la lengua</a:t>
            </a:r>
            <a:endParaRPr lang="en-US" sz="1200" dirty="0"/>
          </a:p>
          <a:p>
            <a:pPr marL="0" indent="0" algn="ctr">
              <a:buNone/>
            </a:pPr>
            <a:r>
              <a:rPr lang="en-US" sz="1200" dirty="0">
                <a:solidFill>
                  <a:srgbClr val="4A5568"/>
                </a:solidFill>
                <a:latin typeface="Calibri" pitchFamily="34" charset="0"/>
                <a:ea typeface="Calibri" pitchFamily="34" charset="-122"/>
                <a:cs typeface="Calibri" pitchFamily="34" charset="-120"/>
              </a:rPr>
              <a:t>contra encías</a:t>
            </a:r>
            <a:endParaRPr lang="en-US" sz="1200" dirty="0"/>
          </a:p>
        </p:txBody>
      </p:sp>
      <p:sp>
        <p:nvSpPr>
          <p:cNvPr id="16" name="Shape 14"/>
          <p:cNvSpPr/>
          <p:nvPr/>
        </p:nvSpPr>
        <p:spPr>
          <a:xfrm>
            <a:off x="4975708" y="1554480"/>
            <a:ext cx="2240280" cy="3840480"/>
          </a:xfrm>
          <a:prstGeom prst="roundRect">
            <a:avLst>
              <a:gd name="adj" fmla="val 4082"/>
            </a:avLst>
          </a:prstGeom>
          <a:solidFill>
            <a:srgbClr val="F8F9FC"/>
          </a:solidFill>
          <a:ln w="12700">
            <a:solidFill>
              <a:srgbClr val="E2E8F0"/>
            </a:solidFill>
            <a:prstDash val="solid"/>
          </a:ln>
        </p:spPr>
      </p:sp>
      <p:sp>
        <p:nvSpPr>
          <p:cNvPr id="17" name="Shape 15"/>
          <p:cNvSpPr/>
          <p:nvPr/>
        </p:nvSpPr>
        <p:spPr>
          <a:xfrm>
            <a:off x="4975708" y="1554480"/>
            <a:ext cx="2240280" cy="457200"/>
          </a:xfrm>
          <a:prstGeom prst="rect">
            <a:avLst/>
          </a:prstGeom>
          <a:solidFill>
            <a:srgbClr val="FE6768"/>
          </a:solidFill>
          <a:ln/>
        </p:spPr>
      </p:sp>
      <p:sp>
        <p:nvSpPr>
          <p:cNvPr id="18" name="Text 16"/>
          <p:cNvSpPr/>
          <p:nvPr/>
        </p:nvSpPr>
        <p:spPr>
          <a:xfrm>
            <a:off x="4975708" y="1554480"/>
            <a:ext cx="224028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Bilabial</a:t>
            </a:r>
            <a:endParaRPr lang="en-US" sz="1400" dirty="0"/>
          </a:p>
        </p:txBody>
      </p:sp>
      <p:sp>
        <p:nvSpPr>
          <p:cNvPr id="19" name="Text 17"/>
          <p:cNvSpPr/>
          <p:nvPr/>
        </p:nvSpPr>
        <p:spPr>
          <a:xfrm>
            <a:off x="4975708" y="2194560"/>
            <a:ext cx="2240280" cy="1097280"/>
          </a:xfrm>
          <a:prstGeom prst="rect">
            <a:avLst/>
          </a:prstGeom>
          <a:noFill/>
          <a:ln/>
        </p:spPr>
        <p:txBody>
          <a:bodyPr wrap="square" lIns="0" tIns="0" rIns="0" bIns="0" rtlCol="0" anchor="ctr"/>
          <a:lstStyle/>
          <a:p>
            <a:pPr marL="0" indent="0" algn="ctr">
              <a:buNone/>
            </a:pPr>
            <a:r>
              <a:rPr lang="en-US" sz="9600" b="1" dirty="0">
                <a:solidFill>
                  <a:srgbClr val="0F172A"/>
                </a:solidFill>
                <a:latin typeface="Malgun Gothic" pitchFamily="34" charset="0"/>
                <a:ea typeface="Malgun Gothic" pitchFamily="34" charset="-122"/>
                <a:cs typeface="Malgun Gothic" pitchFamily="34" charset="-120"/>
              </a:rPr>
              <a:t>ㅁ</a:t>
            </a:r>
            <a:endParaRPr lang="en-US" sz="9600" dirty="0"/>
          </a:p>
        </p:txBody>
      </p:sp>
      <p:sp>
        <p:nvSpPr>
          <p:cNvPr id="20" name="Text 18"/>
          <p:cNvSpPr/>
          <p:nvPr/>
        </p:nvSpPr>
        <p:spPr>
          <a:xfrm>
            <a:off x="4975708" y="3337560"/>
            <a:ext cx="2240280" cy="365760"/>
          </a:xfrm>
          <a:prstGeom prst="rect">
            <a:avLst/>
          </a:prstGeom>
          <a:noFill/>
          <a:ln/>
        </p:spPr>
        <p:txBody>
          <a:bodyPr wrap="square" lIns="0" tIns="0" rIns="0" bIns="0" rtlCol="0" anchor="ctr"/>
          <a:lstStyle/>
          <a:p>
            <a:pPr marL="0" indent="0" algn="ctr">
              <a:buNone/>
            </a:pPr>
            <a:r>
              <a:rPr lang="en-US" sz="1800" b="1" i="1" dirty="0">
                <a:solidFill>
                  <a:srgbClr val="FE6768"/>
                </a:solidFill>
                <a:latin typeface="Calibri" pitchFamily="34" charset="0"/>
                <a:ea typeface="Calibri" pitchFamily="34" charset="-122"/>
                <a:cs typeface="Calibri" pitchFamily="34" charset="-120"/>
              </a:rPr>
              <a:t>/m/</a:t>
            </a:r>
            <a:endParaRPr lang="en-US" sz="1800" dirty="0"/>
          </a:p>
        </p:txBody>
      </p:sp>
      <p:sp>
        <p:nvSpPr>
          <p:cNvPr id="21" name="Text 19"/>
          <p:cNvSpPr/>
          <p:nvPr/>
        </p:nvSpPr>
        <p:spPr>
          <a:xfrm>
            <a:off x="5112868" y="3840480"/>
            <a:ext cx="1965960" cy="1371600"/>
          </a:xfrm>
          <a:prstGeom prst="rect">
            <a:avLst/>
          </a:prstGeom>
          <a:noFill/>
          <a:ln/>
        </p:spPr>
        <p:txBody>
          <a:bodyPr wrap="square" lIns="0" tIns="0" rIns="0" bIns="0" rtlCol="0" anchor="t"/>
          <a:lstStyle/>
          <a:p>
            <a:pPr marL="0" indent="0" algn="ctr">
              <a:buNone/>
            </a:pPr>
            <a:r>
              <a:rPr lang="en-US" sz="1200" dirty="0">
                <a:solidFill>
                  <a:srgbClr val="4A5568"/>
                </a:solidFill>
                <a:latin typeface="Calibri" pitchFamily="34" charset="0"/>
                <a:ea typeface="Calibri" pitchFamily="34" charset="-122"/>
                <a:cs typeface="Calibri" pitchFamily="34" charset="-120"/>
              </a:rPr>
              <a:t>Labios cerrados</a:t>
            </a:r>
            <a:endParaRPr lang="en-US" sz="1200" dirty="0"/>
          </a:p>
          <a:p>
            <a:pPr marL="0" indent="0" algn="ctr">
              <a:buNone/>
            </a:pPr>
            <a:r>
              <a:rPr lang="en-US" sz="1200" dirty="0">
                <a:solidFill>
                  <a:srgbClr val="4A5568"/>
                </a:solidFill>
                <a:latin typeface="Calibri" pitchFamily="34" charset="0"/>
                <a:ea typeface="Calibri" pitchFamily="34" charset="-122"/>
                <a:cs typeface="Calibri" pitchFamily="34" charset="-120"/>
              </a:rPr>
              <a:t>juntos</a:t>
            </a:r>
            <a:endParaRPr lang="en-US" sz="1200" dirty="0"/>
          </a:p>
        </p:txBody>
      </p:sp>
      <p:sp>
        <p:nvSpPr>
          <p:cNvPr id="22" name="Shape 20"/>
          <p:cNvSpPr/>
          <p:nvPr/>
        </p:nvSpPr>
        <p:spPr>
          <a:xfrm>
            <a:off x="7307428" y="1554480"/>
            <a:ext cx="2240280" cy="3840480"/>
          </a:xfrm>
          <a:prstGeom prst="roundRect">
            <a:avLst>
              <a:gd name="adj" fmla="val 4082"/>
            </a:avLst>
          </a:prstGeom>
          <a:solidFill>
            <a:srgbClr val="F8F9FC"/>
          </a:solidFill>
          <a:ln w="12700">
            <a:solidFill>
              <a:srgbClr val="E2E8F0"/>
            </a:solidFill>
            <a:prstDash val="solid"/>
          </a:ln>
        </p:spPr>
      </p:sp>
      <p:sp>
        <p:nvSpPr>
          <p:cNvPr id="23" name="Shape 21"/>
          <p:cNvSpPr/>
          <p:nvPr/>
        </p:nvSpPr>
        <p:spPr>
          <a:xfrm>
            <a:off x="7307428" y="1554480"/>
            <a:ext cx="2240280" cy="457200"/>
          </a:xfrm>
          <a:prstGeom prst="rect">
            <a:avLst/>
          </a:prstGeom>
          <a:solidFill>
            <a:srgbClr val="2EA86B"/>
          </a:solidFill>
          <a:ln/>
        </p:spPr>
      </p:sp>
      <p:sp>
        <p:nvSpPr>
          <p:cNvPr id="24" name="Text 22"/>
          <p:cNvSpPr/>
          <p:nvPr/>
        </p:nvSpPr>
        <p:spPr>
          <a:xfrm>
            <a:off x="7307428" y="1554480"/>
            <a:ext cx="224028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Dental</a:t>
            </a:r>
            <a:endParaRPr lang="en-US" sz="1400" dirty="0"/>
          </a:p>
        </p:txBody>
      </p:sp>
      <p:sp>
        <p:nvSpPr>
          <p:cNvPr id="25" name="Text 23"/>
          <p:cNvSpPr/>
          <p:nvPr/>
        </p:nvSpPr>
        <p:spPr>
          <a:xfrm>
            <a:off x="7307428" y="2194560"/>
            <a:ext cx="2240280" cy="1097280"/>
          </a:xfrm>
          <a:prstGeom prst="rect">
            <a:avLst/>
          </a:prstGeom>
          <a:noFill/>
          <a:ln/>
        </p:spPr>
        <p:txBody>
          <a:bodyPr wrap="square" lIns="0" tIns="0" rIns="0" bIns="0" rtlCol="0" anchor="ctr"/>
          <a:lstStyle/>
          <a:p>
            <a:pPr marL="0" indent="0" algn="ctr">
              <a:buNone/>
            </a:pPr>
            <a:r>
              <a:rPr lang="en-US" sz="9600" b="1" dirty="0">
                <a:solidFill>
                  <a:srgbClr val="0F172A"/>
                </a:solidFill>
                <a:latin typeface="Malgun Gothic" pitchFamily="34" charset="0"/>
                <a:ea typeface="Malgun Gothic" pitchFamily="34" charset="-122"/>
                <a:cs typeface="Malgun Gothic" pitchFamily="34" charset="-120"/>
              </a:rPr>
              <a:t>ㅅ</a:t>
            </a:r>
            <a:endParaRPr lang="en-US" sz="9600" dirty="0"/>
          </a:p>
        </p:txBody>
      </p:sp>
      <p:sp>
        <p:nvSpPr>
          <p:cNvPr id="26" name="Text 24"/>
          <p:cNvSpPr/>
          <p:nvPr/>
        </p:nvSpPr>
        <p:spPr>
          <a:xfrm>
            <a:off x="7307428" y="3337560"/>
            <a:ext cx="2240280" cy="365760"/>
          </a:xfrm>
          <a:prstGeom prst="rect">
            <a:avLst/>
          </a:prstGeom>
          <a:noFill/>
          <a:ln/>
        </p:spPr>
        <p:txBody>
          <a:bodyPr wrap="square" lIns="0" tIns="0" rIns="0" bIns="0" rtlCol="0" anchor="ctr"/>
          <a:lstStyle/>
          <a:p>
            <a:pPr marL="0" indent="0" algn="ctr">
              <a:buNone/>
            </a:pPr>
            <a:r>
              <a:rPr lang="en-US" sz="1800" b="1" i="1" dirty="0">
                <a:solidFill>
                  <a:srgbClr val="2EA86B"/>
                </a:solidFill>
                <a:latin typeface="Calibri" pitchFamily="34" charset="0"/>
                <a:ea typeface="Calibri" pitchFamily="34" charset="-122"/>
                <a:cs typeface="Calibri" pitchFamily="34" charset="-120"/>
              </a:rPr>
              <a:t>/s, t/</a:t>
            </a:r>
            <a:endParaRPr lang="en-US" sz="1800" dirty="0"/>
          </a:p>
        </p:txBody>
      </p:sp>
      <p:sp>
        <p:nvSpPr>
          <p:cNvPr id="27" name="Text 25"/>
          <p:cNvSpPr/>
          <p:nvPr/>
        </p:nvSpPr>
        <p:spPr>
          <a:xfrm>
            <a:off x="7444588" y="3840480"/>
            <a:ext cx="1965960" cy="1371600"/>
          </a:xfrm>
          <a:prstGeom prst="rect">
            <a:avLst/>
          </a:prstGeom>
          <a:noFill/>
          <a:ln/>
        </p:spPr>
        <p:txBody>
          <a:bodyPr wrap="square" lIns="0" tIns="0" rIns="0" bIns="0" rtlCol="0" anchor="t"/>
          <a:lstStyle/>
          <a:p>
            <a:pPr marL="0" indent="0" algn="ctr">
              <a:buNone/>
            </a:pPr>
            <a:r>
              <a:rPr lang="en-US" sz="1200" dirty="0">
                <a:solidFill>
                  <a:srgbClr val="4A5568"/>
                </a:solidFill>
                <a:latin typeface="Calibri" pitchFamily="34" charset="0"/>
                <a:ea typeface="Calibri" pitchFamily="34" charset="-122"/>
                <a:cs typeface="Calibri" pitchFamily="34" charset="-120"/>
              </a:rPr>
              <a:t>Dientes filosos</a:t>
            </a:r>
            <a:endParaRPr lang="en-US" sz="1200" dirty="0"/>
          </a:p>
          <a:p>
            <a:pPr marL="0" indent="0" algn="ctr">
              <a:buNone/>
            </a:pPr>
            <a:r>
              <a:rPr lang="en-US" sz="1200" dirty="0">
                <a:solidFill>
                  <a:srgbClr val="4A5568"/>
                </a:solidFill>
                <a:latin typeface="Calibri" pitchFamily="34" charset="0"/>
                <a:ea typeface="Calibri" pitchFamily="34" charset="-122"/>
                <a:cs typeface="Calibri" pitchFamily="34" charset="-120"/>
              </a:rPr>
              <a:t>(superior)</a:t>
            </a:r>
            <a:endParaRPr lang="en-US" sz="1200" dirty="0"/>
          </a:p>
        </p:txBody>
      </p:sp>
      <p:sp>
        <p:nvSpPr>
          <p:cNvPr id="28" name="Shape 26"/>
          <p:cNvSpPr/>
          <p:nvPr/>
        </p:nvSpPr>
        <p:spPr>
          <a:xfrm>
            <a:off x="9639148" y="1554480"/>
            <a:ext cx="2240280" cy="3840480"/>
          </a:xfrm>
          <a:prstGeom prst="roundRect">
            <a:avLst>
              <a:gd name="adj" fmla="val 4082"/>
            </a:avLst>
          </a:prstGeom>
          <a:solidFill>
            <a:srgbClr val="F8F9FC"/>
          </a:solidFill>
          <a:ln w="12700">
            <a:solidFill>
              <a:srgbClr val="E2E8F0"/>
            </a:solidFill>
            <a:prstDash val="solid"/>
          </a:ln>
        </p:spPr>
      </p:sp>
      <p:sp>
        <p:nvSpPr>
          <p:cNvPr id="29" name="Shape 27"/>
          <p:cNvSpPr/>
          <p:nvPr/>
        </p:nvSpPr>
        <p:spPr>
          <a:xfrm>
            <a:off x="9639148" y="1554480"/>
            <a:ext cx="2240280" cy="457200"/>
          </a:xfrm>
          <a:prstGeom prst="rect">
            <a:avLst/>
          </a:prstGeom>
          <a:solidFill>
            <a:srgbClr val="F2C73A"/>
          </a:solidFill>
          <a:ln/>
        </p:spPr>
      </p:sp>
      <p:sp>
        <p:nvSpPr>
          <p:cNvPr id="30" name="Text 28"/>
          <p:cNvSpPr/>
          <p:nvPr/>
        </p:nvSpPr>
        <p:spPr>
          <a:xfrm>
            <a:off x="9639148" y="1554480"/>
            <a:ext cx="224028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Glotal</a:t>
            </a:r>
            <a:endParaRPr lang="en-US" sz="1400" dirty="0"/>
          </a:p>
        </p:txBody>
      </p:sp>
      <p:sp>
        <p:nvSpPr>
          <p:cNvPr id="31" name="Text 29"/>
          <p:cNvSpPr/>
          <p:nvPr/>
        </p:nvSpPr>
        <p:spPr>
          <a:xfrm>
            <a:off x="9639148" y="2194560"/>
            <a:ext cx="2240280" cy="1097280"/>
          </a:xfrm>
          <a:prstGeom prst="rect">
            <a:avLst/>
          </a:prstGeom>
          <a:noFill/>
          <a:ln/>
        </p:spPr>
        <p:txBody>
          <a:bodyPr wrap="square" lIns="0" tIns="0" rIns="0" bIns="0" rtlCol="0" anchor="ctr"/>
          <a:lstStyle/>
          <a:p>
            <a:pPr marL="0" indent="0" algn="ctr">
              <a:buNone/>
            </a:pPr>
            <a:r>
              <a:rPr lang="en-US" sz="9600" b="1" dirty="0">
                <a:solidFill>
                  <a:srgbClr val="0F172A"/>
                </a:solidFill>
                <a:latin typeface="Malgun Gothic" pitchFamily="34" charset="0"/>
                <a:ea typeface="Malgun Gothic" pitchFamily="34" charset="-122"/>
                <a:cs typeface="Malgun Gothic" pitchFamily="34" charset="-120"/>
              </a:rPr>
              <a:t>ㅇ</a:t>
            </a:r>
            <a:endParaRPr lang="en-US" sz="9600" dirty="0"/>
          </a:p>
        </p:txBody>
      </p:sp>
      <p:sp>
        <p:nvSpPr>
          <p:cNvPr id="32" name="Text 30"/>
          <p:cNvSpPr/>
          <p:nvPr/>
        </p:nvSpPr>
        <p:spPr>
          <a:xfrm>
            <a:off x="9639148" y="3337560"/>
            <a:ext cx="2240280" cy="365760"/>
          </a:xfrm>
          <a:prstGeom prst="rect">
            <a:avLst/>
          </a:prstGeom>
          <a:noFill/>
          <a:ln/>
        </p:spPr>
        <p:txBody>
          <a:bodyPr wrap="square" lIns="0" tIns="0" rIns="0" bIns="0" rtlCol="0" anchor="ctr"/>
          <a:lstStyle/>
          <a:p>
            <a:pPr marL="0" indent="0" algn="ctr">
              <a:buNone/>
            </a:pPr>
            <a:r>
              <a:rPr lang="en-US" sz="1800" b="1" i="1" dirty="0">
                <a:solidFill>
                  <a:srgbClr val="F2C73A"/>
                </a:solidFill>
                <a:latin typeface="Calibri" pitchFamily="34" charset="0"/>
                <a:ea typeface="Calibri" pitchFamily="34" charset="-122"/>
                <a:cs typeface="Calibri" pitchFamily="34" charset="-120"/>
              </a:rPr>
              <a:t>/</a:t>
            </a:r>
            <a:r>
              <a:rPr lang="en-US" sz="1800" b="1" i="1" dirty="0" err="1">
                <a:solidFill>
                  <a:srgbClr val="F2C73A"/>
                </a:solidFill>
                <a:latin typeface="Calibri" pitchFamily="34" charset="0"/>
                <a:ea typeface="Calibri" pitchFamily="34" charset="-122"/>
                <a:cs typeface="Calibri" pitchFamily="34" charset="-120"/>
              </a:rPr>
              <a:t>mudo</a:t>
            </a:r>
            <a:r>
              <a:rPr lang="en-US" sz="1800" b="1" i="1" dirty="0">
                <a:solidFill>
                  <a:srgbClr val="F2C73A"/>
                </a:solidFill>
                <a:latin typeface="Calibri" pitchFamily="34" charset="0"/>
                <a:ea typeface="Calibri" pitchFamily="34" charset="-122"/>
                <a:cs typeface="Calibri" pitchFamily="34" charset="-120"/>
              </a:rPr>
              <a:t>, ng/</a:t>
            </a:r>
            <a:endParaRPr lang="en-US" sz="1800" dirty="0"/>
          </a:p>
        </p:txBody>
      </p:sp>
      <p:sp>
        <p:nvSpPr>
          <p:cNvPr id="33" name="Text 31"/>
          <p:cNvSpPr/>
          <p:nvPr/>
        </p:nvSpPr>
        <p:spPr>
          <a:xfrm>
            <a:off x="9776308" y="3840480"/>
            <a:ext cx="1965960" cy="1371600"/>
          </a:xfrm>
          <a:prstGeom prst="rect">
            <a:avLst/>
          </a:prstGeom>
          <a:noFill/>
          <a:ln/>
        </p:spPr>
        <p:txBody>
          <a:bodyPr wrap="square" lIns="0" tIns="0" rIns="0" bIns="0" rtlCol="0" anchor="t"/>
          <a:lstStyle/>
          <a:p>
            <a:pPr marL="0" indent="0" algn="ctr">
              <a:buNone/>
            </a:pPr>
            <a:r>
              <a:rPr lang="en-US" sz="1200" dirty="0">
                <a:solidFill>
                  <a:srgbClr val="4A5568"/>
                </a:solidFill>
                <a:latin typeface="Calibri" pitchFamily="34" charset="0"/>
                <a:ea typeface="Calibri" pitchFamily="34" charset="-122"/>
                <a:cs typeface="Calibri" pitchFamily="34" charset="-120"/>
              </a:rPr>
              <a:t>Garganta</a:t>
            </a:r>
            <a:endParaRPr lang="en-US" sz="1200" dirty="0"/>
          </a:p>
          <a:p>
            <a:pPr marL="0" indent="0" algn="ctr">
              <a:buNone/>
            </a:pPr>
            <a:r>
              <a:rPr lang="en-US" sz="1200" dirty="0">
                <a:solidFill>
                  <a:srgbClr val="4A5568"/>
                </a:solidFill>
                <a:latin typeface="Calibri" pitchFamily="34" charset="0"/>
                <a:ea typeface="Calibri" pitchFamily="34" charset="-122"/>
                <a:cs typeface="Calibri" pitchFamily="34" charset="-120"/>
              </a:rPr>
              <a:t>redonda</a:t>
            </a:r>
            <a:endParaRPr lang="en-US" sz="1200" dirty="0"/>
          </a:p>
        </p:txBody>
      </p:sp>
      <p:sp>
        <p:nvSpPr>
          <p:cNvPr id="34" name="Shape 32"/>
          <p:cNvSpPr/>
          <p:nvPr/>
        </p:nvSpPr>
        <p:spPr>
          <a:xfrm>
            <a:off x="365760" y="5532120"/>
            <a:ext cx="11430000" cy="502920"/>
          </a:xfrm>
          <a:prstGeom prst="roundRect">
            <a:avLst>
              <a:gd name="adj" fmla="val 14545"/>
            </a:avLst>
          </a:prstGeom>
          <a:solidFill>
            <a:srgbClr val="EFEBFF"/>
          </a:solidFill>
          <a:ln/>
        </p:spPr>
      </p:sp>
      <p:sp>
        <p:nvSpPr>
          <p:cNvPr id="35" name="Text 33"/>
          <p:cNvSpPr/>
          <p:nvPr/>
        </p:nvSpPr>
        <p:spPr>
          <a:xfrm>
            <a:off x="457200" y="5532120"/>
            <a:ext cx="11247120" cy="502920"/>
          </a:xfrm>
          <a:prstGeom prst="rect">
            <a:avLst/>
          </a:prstGeom>
          <a:noFill/>
          <a:ln/>
        </p:spPr>
        <p:txBody>
          <a:bodyPr wrap="square" lIns="0" tIns="0" rIns="0" bIns="0" rtlCol="0" anchor="ctr"/>
          <a:lstStyle/>
          <a:p>
            <a:pPr marL="0" indent="0" algn="ctr">
              <a:buNone/>
            </a:pPr>
            <a:r>
              <a:rPr lang="en-US" sz="1400" b="1" i="1" dirty="0">
                <a:solidFill>
                  <a:srgbClr val="2A1FB8"/>
                </a:solidFill>
                <a:latin typeface="Georgia" pitchFamily="34" charset="0"/>
                <a:ea typeface="Georgia" pitchFamily="34" charset="-122"/>
                <a:cs typeface="Georgia" pitchFamily="34" charset="-120"/>
              </a:rPr>
              <a:t>🧠  Cada letra es un mapa anatómico de la posición de tu boca · por eso Hangul es el alfabeto más científico del mundo</a:t>
            </a:r>
            <a:endParaRPr lang="en-US" sz="1400" dirty="0"/>
          </a:p>
        </p:txBody>
      </p:sp>
      <p:sp>
        <p:nvSpPr>
          <p:cNvPr id="36" name="Text 34"/>
          <p:cNvSpPr/>
          <p:nvPr/>
        </p:nvSpPr>
        <p:spPr>
          <a:xfrm>
            <a:off x="365760" y="6199632"/>
            <a:ext cx="11460175" cy="201168"/>
          </a:xfrm>
          <a:prstGeom prst="rect">
            <a:avLst/>
          </a:prstGeom>
          <a:noFill/>
          <a:ln/>
        </p:spPr>
        <p:txBody>
          <a:bodyPr wrap="square" rtlCol="0" anchor="ctr"/>
          <a:lstStyle/>
          <a:p>
            <a:pPr marL="0" indent="0">
              <a:buNone/>
            </a:pPr>
            <a:r>
              <a:rPr lang="en-US" sz="900" i="1" dirty="0">
                <a:solidFill>
                  <a:srgbClr val="94A3B8"/>
                </a:solidFill>
                <a:latin typeface="Calibri" pitchFamily="34" charset="0"/>
                <a:ea typeface="Calibri" pitchFamily="34" charset="-122"/>
                <a:cs typeface="Calibri" pitchFamily="34" charset="-120"/>
              </a:rPr>
              <a:t>Fuente · Korea Foundation. Hangeul – Korea's Unique Alphabet, 2010, p. 16.</a:t>
            </a:r>
            <a:endParaRPr lang="en-US" sz="900" dirty="0"/>
          </a:p>
        </p:txBody>
      </p:sp>
      <p:sp>
        <p:nvSpPr>
          <p:cNvPr id="37" name="Text 35"/>
          <p:cNvSpPr/>
          <p:nvPr/>
        </p:nvSpPr>
        <p:spPr>
          <a:xfrm>
            <a:off x="365760" y="6446520"/>
            <a:ext cx="5486400" cy="274320"/>
          </a:xfrm>
          <a:prstGeom prst="rect">
            <a:avLst/>
          </a:prstGeom>
          <a:noFill/>
          <a:ln/>
        </p:spPr>
        <p:txBody>
          <a:bodyPr wrap="square" rtlCol="0" anchor="ctr"/>
          <a:lstStyle/>
          <a:p>
            <a:pPr marL="0" indent="0">
              <a:buNone/>
            </a:pPr>
            <a:r>
              <a:rPr lang="en-US" sz="1000" b="1" kern="0" spc="600" dirty="0">
                <a:solidFill>
                  <a:srgbClr val="94A3B8"/>
                </a:solidFill>
                <a:latin typeface="Trebuchet MS" pitchFamily="34" charset="0"/>
                <a:ea typeface="Trebuchet MS" pitchFamily="34" charset="-122"/>
                <a:cs typeface="Trebuchet MS" pitchFamily="34" charset="-120"/>
              </a:rPr>
              <a:t>ACADEMIA SEÚL  ·  MÉTODO CHINGU™</a:t>
            </a:r>
            <a:endParaRPr lang="en-US" sz="1000" dirty="0"/>
          </a:p>
        </p:txBody>
      </p:sp>
      <p:sp>
        <p:nvSpPr>
          <p:cNvPr id="38" name="Text 36"/>
          <p:cNvSpPr/>
          <p:nvPr/>
        </p:nvSpPr>
        <p:spPr>
          <a:xfrm>
            <a:off x="8991295" y="6446520"/>
            <a:ext cx="2743200" cy="274320"/>
          </a:xfrm>
          <a:prstGeom prst="rect">
            <a:avLst/>
          </a:prstGeom>
          <a:noFill/>
          <a:ln/>
        </p:spPr>
        <p:txBody>
          <a:bodyPr wrap="square" rtlCol="0" anchor="ctr"/>
          <a:lstStyle/>
          <a:p>
            <a:pPr marL="0" indent="0" algn="r">
              <a:buNone/>
            </a:pPr>
            <a:r>
              <a:rPr lang="en-US" sz="1000" b="1" kern="0" spc="600" dirty="0">
                <a:solidFill>
                  <a:srgbClr val="94A3B8"/>
                </a:solidFill>
                <a:latin typeface="Trebuchet MS" pitchFamily="34" charset="0"/>
                <a:ea typeface="Trebuchet MS" pitchFamily="34" charset="-122"/>
                <a:cs typeface="Trebuchet MS" pitchFamily="34" charset="-120"/>
              </a:rPr>
              <a:t>SES 06B  ·  TALLER</a:t>
            </a:r>
            <a:endParaRPr lang="en-US" sz="1000" dirty="0"/>
          </a:p>
        </p:txBody>
      </p:sp>
      <p:pic>
        <p:nvPicPr>
          <p:cNvPr id="39" name="Image 0" descr="/sessions/sleepy-zen-cray/mnt/outputs/deck_assets/logo_var2_azul.png">
            <a:extLst>
              <a:ext uri="{FF2B5EF4-FFF2-40B4-BE49-F238E27FC236}">
                <a16:creationId xmlns:a16="http://schemas.microsoft.com/office/drawing/2014/main" id="{40EC977D-7636-77A7-8850-07F5215513A5}"/>
              </a:ext>
            </a:extLst>
          </p:cNvPr>
          <p:cNvPicPr>
            <a:picLocks noChangeAspect="1"/>
          </p:cNvPicPr>
          <p:nvPr/>
        </p:nvPicPr>
        <p:blipFill>
          <a:blip r:embed="rId3"/>
          <a:stretch>
            <a:fillRect/>
          </a:stretch>
        </p:blipFill>
        <p:spPr>
          <a:xfrm>
            <a:off x="9778365" y="-760095"/>
            <a:ext cx="2571750" cy="2571750"/>
          </a:xfrm>
          <a:prstGeom prst="rect">
            <a:avLst/>
          </a:prstGeom>
        </p:spPr>
      </p:pic>
      <p:sp>
        <p:nvSpPr>
          <p:cNvPr id="40" name="TextBox 39">
            <a:extLst>
              <a:ext uri="{FF2B5EF4-FFF2-40B4-BE49-F238E27FC236}">
                <a16:creationId xmlns:a16="http://schemas.microsoft.com/office/drawing/2014/main" id="{D157BA74-F004-F1BF-108B-9AC458195204}"/>
              </a:ext>
            </a:extLst>
          </p:cNvPr>
          <p:cNvSpPr txBox="1"/>
          <p:nvPr/>
        </p:nvSpPr>
        <p:spPr>
          <a:xfrm>
            <a:off x="8385199" y="325487"/>
            <a:ext cx="1823063" cy="1200329"/>
          </a:xfrm>
          <a:prstGeom prst="rect">
            <a:avLst/>
          </a:prstGeom>
          <a:noFill/>
        </p:spPr>
        <p:txBody>
          <a:bodyPr wrap="none" rtlCol="0">
            <a:spAutoFit/>
          </a:bodyPr>
          <a:lstStyle/>
          <a:p>
            <a:r>
              <a:rPr lang="es-CL" sz="3600" dirty="0"/>
              <a:t> </a:t>
            </a:r>
            <a:r>
              <a:rPr lang="ko-KR" altLang="es-CL" sz="3600" dirty="0"/>
              <a:t>한국</a:t>
            </a:r>
            <a:endParaRPr lang="es-CL" altLang="ko-KR" sz="3600" dirty="0"/>
          </a:p>
          <a:p>
            <a:r>
              <a:rPr lang="es-CL" sz="3600" dirty="0"/>
              <a:t>JAN GUK</a:t>
            </a:r>
          </a:p>
        </p:txBody>
      </p:sp>
    </p:spTree>
    <p:extLst>
      <p:ext uri="{BB962C8B-B14F-4D97-AF65-F5344CB8AC3E}">
        <p14:creationId xmlns:p14="http://schemas.microsoft.com/office/powerpoint/2010/main" val="300690768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34">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§2.2</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Los cinco lugares de articulación</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De la garganta hasta los labios — un mapa de cinco zonas en tu boca.</a:t>
            </a:r>
            <a:endParaRPr lang="en-US" sz="1400" dirty="0"/>
          </a:p>
        </p:txBody>
      </p:sp>
      <p:sp>
        <p:nvSpPr>
          <p:cNvPr id="5" name="Shape 3"/>
          <p:cNvSpPr/>
          <p:nvPr/>
        </p:nvSpPr>
        <p:spPr>
          <a:xfrm>
            <a:off x="220828" y="2606040"/>
            <a:ext cx="2240280" cy="3657600"/>
          </a:xfrm>
          <a:prstGeom prst="roundRect">
            <a:avLst>
              <a:gd name="adj" fmla="val 7347"/>
            </a:avLst>
          </a:prstGeom>
          <a:solidFill>
            <a:srgbClr val="4036ED"/>
          </a:solidFill>
          <a:ln w="12700">
            <a:solidFill>
              <a:srgbClr val="4036ED"/>
            </a:solidFill>
            <a:prstDash val="solid"/>
          </a:ln>
        </p:spPr>
      </p:sp>
      <p:sp>
        <p:nvSpPr>
          <p:cNvPr id="6" name="Text 4"/>
          <p:cNvSpPr/>
          <p:nvPr/>
        </p:nvSpPr>
        <p:spPr>
          <a:xfrm>
            <a:off x="220828" y="2880360"/>
            <a:ext cx="2240280" cy="914400"/>
          </a:xfrm>
          <a:prstGeom prst="rect">
            <a:avLst/>
          </a:prstGeom>
          <a:noFill/>
          <a:ln/>
        </p:spPr>
        <p:txBody>
          <a:bodyPr wrap="square" lIns="0" tIns="0" rIns="0" bIns="0" rtlCol="0" anchor="ctr"/>
          <a:lstStyle/>
          <a:p>
            <a:pPr marL="0" indent="0" algn="ctr">
              <a:buNone/>
            </a:pPr>
            <a:r>
              <a:rPr lang="en-US" sz="5000" b="1" dirty="0">
                <a:solidFill>
                  <a:srgbClr val="F6F6F6"/>
                </a:solidFill>
                <a:latin typeface="Malgun Gothic" pitchFamily="34" charset="0"/>
                <a:ea typeface="Malgun Gothic" pitchFamily="34" charset="-122"/>
                <a:cs typeface="Malgun Gothic" pitchFamily="34" charset="-120"/>
              </a:rPr>
              <a:t>후음</a:t>
            </a:r>
            <a:endParaRPr lang="en-US" sz="5000" dirty="0"/>
          </a:p>
        </p:txBody>
      </p:sp>
      <p:sp>
        <p:nvSpPr>
          <p:cNvPr id="7" name="Text 5"/>
          <p:cNvSpPr/>
          <p:nvPr/>
        </p:nvSpPr>
        <p:spPr>
          <a:xfrm>
            <a:off x="220828" y="3977640"/>
            <a:ext cx="2240280" cy="365760"/>
          </a:xfrm>
          <a:prstGeom prst="rect">
            <a:avLst/>
          </a:prstGeom>
          <a:noFill/>
          <a:ln/>
        </p:spPr>
        <p:txBody>
          <a:bodyPr wrap="square" lIns="0" tIns="0" rIns="0" bIns="0" rtlCol="0" anchor="ctr"/>
          <a:lstStyle/>
          <a:p>
            <a:pPr marL="0" indent="0" algn="ctr">
              <a:buNone/>
            </a:pPr>
            <a:r>
              <a:rPr lang="en-US" sz="1300" b="1" kern="0" spc="500" dirty="0">
                <a:solidFill>
                  <a:srgbClr val="F6F6F6"/>
                </a:solidFill>
                <a:latin typeface="Calibri" pitchFamily="34" charset="0"/>
                <a:ea typeface="Calibri" pitchFamily="34" charset="-122"/>
                <a:cs typeface="Calibri" pitchFamily="34" charset="-120"/>
              </a:rPr>
              <a:t>GARGANTA</a:t>
            </a:r>
            <a:endParaRPr lang="en-US" sz="1300" dirty="0"/>
          </a:p>
        </p:txBody>
      </p:sp>
      <p:sp>
        <p:nvSpPr>
          <p:cNvPr id="8" name="Text 6"/>
          <p:cNvSpPr/>
          <p:nvPr/>
        </p:nvSpPr>
        <p:spPr>
          <a:xfrm>
            <a:off x="220828" y="4389120"/>
            <a:ext cx="2240280" cy="320040"/>
          </a:xfrm>
          <a:prstGeom prst="rect">
            <a:avLst/>
          </a:prstGeom>
          <a:noFill/>
          <a:ln/>
        </p:spPr>
        <p:txBody>
          <a:bodyPr wrap="square" lIns="0" tIns="0" rIns="0" bIns="0" rtlCol="0" anchor="ctr"/>
          <a:lstStyle/>
          <a:p>
            <a:pPr marL="0" indent="0" algn="ctr">
              <a:buNone/>
            </a:pPr>
            <a:r>
              <a:rPr lang="en-US" sz="1000" i="1" dirty="0">
                <a:solidFill>
                  <a:srgbClr val="F6F6F6"/>
                </a:solidFill>
                <a:latin typeface="Calibri" pitchFamily="34" charset="0"/>
                <a:ea typeface="Calibri" pitchFamily="34" charset="-122"/>
                <a:cs typeface="Calibri" pitchFamily="34" charset="-120"/>
              </a:rPr>
              <a:t>(glotis)</a:t>
            </a:r>
            <a:endParaRPr lang="en-US" sz="1000" dirty="0"/>
          </a:p>
        </p:txBody>
      </p:sp>
      <p:sp>
        <p:nvSpPr>
          <p:cNvPr id="9" name="Text 7"/>
          <p:cNvSpPr/>
          <p:nvPr/>
        </p:nvSpPr>
        <p:spPr>
          <a:xfrm>
            <a:off x="220828" y="4937760"/>
            <a:ext cx="2240280" cy="914400"/>
          </a:xfrm>
          <a:prstGeom prst="rect">
            <a:avLst/>
          </a:prstGeom>
          <a:noFill/>
          <a:ln/>
        </p:spPr>
        <p:txBody>
          <a:bodyPr wrap="square" lIns="0" tIns="0" rIns="0" bIns="0" rtlCol="0" anchor="ctr"/>
          <a:lstStyle/>
          <a:p>
            <a:pPr marL="0" indent="0" algn="ctr">
              <a:buNone/>
            </a:pPr>
            <a:r>
              <a:rPr lang="en-US" sz="2800" b="1" dirty="0">
                <a:solidFill>
                  <a:srgbClr val="F6F6F6"/>
                </a:solidFill>
                <a:latin typeface="Malgun Gothic" pitchFamily="34" charset="0"/>
                <a:ea typeface="Malgun Gothic" pitchFamily="34" charset="-122"/>
                <a:cs typeface="Malgun Gothic" pitchFamily="34" charset="-120"/>
              </a:rPr>
              <a:t>ㅇ ㅎ</a:t>
            </a:r>
            <a:endParaRPr lang="en-US" sz="2800" dirty="0"/>
          </a:p>
        </p:txBody>
      </p:sp>
      <p:sp>
        <p:nvSpPr>
          <p:cNvPr id="10" name="Shape 8"/>
          <p:cNvSpPr/>
          <p:nvPr/>
        </p:nvSpPr>
        <p:spPr>
          <a:xfrm>
            <a:off x="2598268" y="2606040"/>
            <a:ext cx="2240280" cy="3657600"/>
          </a:xfrm>
          <a:prstGeom prst="roundRect">
            <a:avLst>
              <a:gd name="adj" fmla="val 7347"/>
            </a:avLst>
          </a:prstGeom>
          <a:solidFill>
            <a:srgbClr val="A79BFF"/>
          </a:solidFill>
          <a:ln w="12700">
            <a:solidFill>
              <a:srgbClr val="A79BFF"/>
            </a:solidFill>
            <a:prstDash val="solid"/>
          </a:ln>
        </p:spPr>
      </p:sp>
      <p:sp>
        <p:nvSpPr>
          <p:cNvPr id="11" name="Text 9"/>
          <p:cNvSpPr/>
          <p:nvPr/>
        </p:nvSpPr>
        <p:spPr>
          <a:xfrm>
            <a:off x="2598268" y="2880360"/>
            <a:ext cx="2240280" cy="914400"/>
          </a:xfrm>
          <a:prstGeom prst="rect">
            <a:avLst/>
          </a:prstGeom>
          <a:noFill/>
          <a:ln/>
        </p:spPr>
        <p:txBody>
          <a:bodyPr wrap="square" lIns="0" tIns="0" rIns="0" bIns="0" rtlCol="0" anchor="ctr"/>
          <a:lstStyle/>
          <a:p>
            <a:pPr marL="0" indent="0" algn="ctr">
              <a:buNone/>
            </a:pPr>
            <a:r>
              <a:rPr lang="en-US" sz="5000" b="1" dirty="0">
                <a:solidFill>
                  <a:srgbClr val="F6F6F6"/>
                </a:solidFill>
                <a:latin typeface="Malgun Gothic" pitchFamily="34" charset="0"/>
                <a:ea typeface="Malgun Gothic" pitchFamily="34" charset="-122"/>
                <a:cs typeface="Malgun Gothic" pitchFamily="34" charset="-120"/>
              </a:rPr>
              <a:t>아음</a:t>
            </a:r>
            <a:endParaRPr lang="en-US" sz="5000" dirty="0"/>
          </a:p>
        </p:txBody>
      </p:sp>
      <p:sp>
        <p:nvSpPr>
          <p:cNvPr id="12" name="Text 10"/>
          <p:cNvSpPr/>
          <p:nvPr/>
        </p:nvSpPr>
        <p:spPr>
          <a:xfrm>
            <a:off x="2598268" y="3977640"/>
            <a:ext cx="2240280" cy="365760"/>
          </a:xfrm>
          <a:prstGeom prst="rect">
            <a:avLst/>
          </a:prstGeom>
          <a:noFill/>
          <a:ln/>
        </p:spPr>
        <p:txBody>
          <a:bodyPr wrap="square" lIns="0" tIns="0" rIns="0" bIns="0" rtlCol="0" anchor="ctr"/>
          <a:lstStyle/>
          <a:p>
            <a:pPr marL="0" indent="0" algn="ctr">
              <a:buNone/>
            </a:pPr>
            <a:r>
              <a:rPr lang="en-US" sz="1300" b="1" kern="0" spc="500" dirty="0">
                <a:solidFill>
                  <a:srgbClr val="F6F6F6"/>
                </a:solidFill>
                <a:latin typeface="Calibri" pitchFamily="34" charset="0"/>
                <a:ea typeface="Calibri" pitchFamily="34" charset="-122"/>
                <a:cs typeface="Calibri" pitchFamily="34" charset="-120"/>
              </a:rPr>
              <a:t>PALADAR</a:t>
            </a:r>
            <a:endParaRPr lang="en-US" sz="1300" dirty="0"/>
          </a:p>
        </p:txBody>
      </p:sp>
      <p:sp>
        <p:nvSpPr>
          <p:cNvPr id="13" name="Text 11"/>
          <p:cNvSpPr/>
          <p:nvPr/>
        </p:nvSpPr>
        <p:spPr>
          <a:xfrm>
            <a:off x="2598268" y="4389120"/>
            <a:ext cx="2240280" cy="320040"/>
          </a:xfrm>
          <a:prstGeom prst="rect">
            <a:avLst/>
          </a:prstGeom>
          <a:noFill/>
          <a:ln/>
        </p:spPr>
        <p:txBody>
          <a:bodyPr wrap="square" lIns="0" tIns="0" rIns="0" bIns="0" rtlCol="0" anchor="ctr"/>
          <a:lstStyle/>
          <a:p>
            <a:pPr marL="0" indent="0" algn="ctr">
              <a:buNone/>
            </a:pPr>
            <a:r>
              <a:rPr lang="en-US" sz="1000" i="1" dirty="0">
                <a:solidFill>
                  <a:srgbClr val="F6F6F6"/>
                </a:solidFill>
                <a:latin typeface="Calibri" pitchFamily="34" charset="0"/>
                <a:ea typeface="Calibri" pitchFamily="34" charset="-122"/>
                <a:cs typeface="Calibri" pitchFamily="34" charset="-120"/>
              </a:rPr>
              <a:t>(velo)</a:t>
            </a:r>
            <a:endParaRPr lang="en-US" sz="1000" dirty="0"/>
          </a:p>
        </p:txBody>
      </p:sp>
      <p:sp>
        <p:nvSpPr>
          <p:cNvPr id="14" name="Text 12"/>
          <p:cNvSpPr/>
          <p:nvPr/>
        </p:nvSpPr>
        <p:spPr>
          <a:xfrm>
            <a:off x="2598268" y="4937760"/>
            <a:ext cx="2240280" cy="914400"/>
          </a:xfrm>
          <a:prstGeom prst="rect">
            <a:avLst/>
          </a:prstGeom>
          <a:noFill/>
          <a:ln/>
        </p:spPr>
        <p:txBody>
          <a:bodyPr wrap="square" lIns="0" tIns="0" rIns="0" bIns="0" rtlCol="0" anchor="ctr"/>
          <a:lstStyle/>
          <a:p>
            <a:pPr marL="0" indent="0" algn="ctr">
              <a:buNone/>
            </a:pPr>
            <a:r>
              <a:rPr lang="en-US" sz="2800" b="1" dirty="0">
                <a:solidFill>
                  <a:srgbClr val="F6F6F6"/>
                </a:solidFill>
                <a:latin typeface="Malgun Gothic" pitchFamily="34" charset="0"/>
                <a:ea typeface="Malgun Gothic" pitchFamily="34" charset="-122"/>
                <a:cs typeface="Malgun Gothic" pitchFamily="34" charset="-120"/>
              </a:rPr>
              <a:t>ㄱ ㅋ ㄲ</a:t>
            </a:r>
            <a:endParaRPr lang="en-US" sz="2800" dirty="0"/>
          </a:p>
        </p:txBody>
      </p:sp>
      <p:sp>
        <p:nvSpPr>
          <p:cNvPr id="15" name="Shape 13"/>
          <p:cNvSpPr/>
          <p:nvPr/>
        </p:nvSpPr>
        <p:spPr>
          <a:xfrm>
            <a:off x="4975708" y="2606040"/>
            <a:ext cx="2240280" cy="3657600"/>
          </a:xfrm>
          <a:prstGeom prst="roundRect">
            <a:avLst>
              <a:gd name="adj" fmla="val 7347"/>
            </a:avLst>
          </a:prstGeom>
          <a:solidFill>
            <a:srgbClr val="A79BFF"/>
          </a:solidFill>
          <a:ln w="12700">
            <a:solidFill>
              <a:srgbClr val="A79BFF"/>
            </a:solidFill>
            <a:prstDash val="solid"/>
          </a:ln>
        </p:spPr>
      </p:sp>
      <p:sp>
        <p:nvSpPr>
          <p:cNvPr id="16" name="Text 14"/>
          <p:cNvSpPr/>
          <p:nvPr/>
        </p:nvSpPr>
        <p:spPr>
          <a:xfrm>
            <a:off x="4975708" y="2880360"/>
            <a:ext cx="2240280" cy="914400"/>
          </a:xfrm>
          <a:prstGeom prst="rect">
            <a:avLst/>
          </a:prstGeom>
          <a:noFill/>
          <a:ln/>
        </p:spPr>
        <p:txBody>
          <a:bodyPr wrap="square" lIns="0" tIns="0" rIns="0" bIns="0" rtlCol="0" anchor="ctr"/>
          <a:lstStyle/>
          <a:p>
            <a:pPr marL="0" indent="0" algn="ctr">
              <a:buNone/>
            </a:pPr>
            <a:r>
              <a:rPr lang="en-US" sz="5000" b="1" dirty="0">
                <a:solidFill>
                  <a:srgbClr val="F6F6F6"/>
                </a:solidFill>
                <a:latin typeface="Malgun Gothic" pitchFamily="34" charset="0"/>
                <a:ea typeface="Malgun Gothic" pitchFamily="34" charset="-122"/>
                <a:cs typeface="Malgun Gothic" pitchFamily="34" charset="-120"/>
              </a:rPr>
              <a:t>설음</a:t>
            </a:r>
            <a:endParaRPr lang="en-US" sz="5000" dirty="0"/>
          </a:p>
        </p:txBody>
      </p:sp>
      <p:sp>
        <p:nvSpPr>
          <p:cNvPr id="17" name="Text 15"/>
          <p:cNvSpPr/>
          <p:nvPr/>
        </p:nvSpPr>
        <p:spPr>
          <a:xfrm>
            <a:off x="4975708" y="3977640"/>
            <a:ext cx="2240280" cy="365760"/>
          </a:xfrm>
          <a:prstGeom prst="rect">
            <a:avLst/>
          </a:prstGeom>
          <a:noFill/>
          <a:ln/>
        </p:spPr>
        <p:txBody>
          <a:bodyPr wrap="square" lIns="0" tIns="0" rIns="0" bIns="0" rtlCol="0" anchor="ctr"/>
          <a:lstStyle/>
          <a:p>
            <a:pPr marL="0" indent="0" algn="ctr">
              <a:buNone/>
            </a:pPr>
            <a:r>
              <a:rPr lang="en-US" sz="1300" b="1" kern="0" spc="500" dirty="0">
                <a:solidFill>
                  <a:srgbClr val="F6F6F6"/>
                </a:solidFill>
                <a:latin typeface="Calibri" pitchFamily="34" charset="0"/>
                <a:ea typeface="Calibri" pitchFamily="34" charset="-122"/>
                <a:cs typeface="Calibri" pitchFamily="34" charset="-120"/>
              </a:rPr>
              <a:t>LENGUA</a:t>
            </a:r>
            <a:endParaRPr lang="en-US" sz="1300" dirty="0"/>
          </a:p>
        </p:txBody>
      </p:sp>
      <p:sp>
        <p:nvSpPr>
          <p:cNvPr id="18" name="Text 16"/>
          <p:cNvSpPr/>
          <p:nvPr/>
        </p:nvSpPr>
        <p:spPr>
          <a:xfrm>
            <a:off x="4975708" y="4389120"/>
            <a:ext cx="2240280" cy="320040"/>
          </a:xfrm>
          <a:prstGeom prst="rect">
            <a:avLst/>
          </a:prstGeom>
          <a:noFill/>
          <a:ln/>
        </p:spPr>
        <p:txBody>
          <a:bodyPr wrap="square" lIns="0" tIns="0" rIns="0" bIns="0" rtlCol="0" anchor="ctr"/>
          <a:lstStyle/>
          <a:p>
            <a:pPr marL="0" indent="0" algn="ctr">
              <a:buNone/>
            </a:pPr>
            <a:r>
              <a:rPr lang="en-US" sz="1000" i="1" dirty="0">
                <a:solidFill>
                  <a:srgbClr val="F6F6F6"/>
                </a:solidFill>
                <a:latin typeface="Calibri" pitchFamily="34" charset="0"/>
                <a:ea typeface="Calibri" pitchFamily="34" charset="-122"/>
                <a:cs typeface="Calibri" pitchFamily="34" charset="-120"/>
              </a:rPr>
              <a:t>(alveolo)</a:t>
            </a:r>
            <a:endParaRPr lang="en-US" sz="1000" dirty="0"/>
          </a:p>
        </p:txBody>
      </p:sp>
      <p:sp>
        <p:nvSpPr>
          <p:cNvPr id="19" name="Text 17"/>
          <p:cNvSpPr/>
          <p:nvPr/>
        </p:nvSpPr>
        <p:spPr>
          <a:xfrm>
            <a:off x="4975708" y="4937760"/>
            <a:ext cx="2240280" cy="914400"/>
          </a:xfrm>
          <a:prstGeom prst="rect">
            <a:avLst/>
          </a:prstGeom>
          <a:noFill/>
          <a:ln/>
        </p:spPr>
        <p:txBody>
          <a:bodyPr wrap="square" lIns="0" tIns="0" rIns="0" bIns="0" rtlCol="0" anchor="ctr"/>
          <a:lstStyle/>
          <a:p>
            <a:pPr marL="0" indent="0" algn="ctr">
              <a:buNone/>
            </a:pPr>
            <a:r>
              <a:rPr lang="en-US" sz="2800" b="1" dirty="0">
                <a:solidFill>
                  <a:srgbClr val="F6F6F6"/>
                </a:solidFill>
                <a:latin typeface="Malgun Gothic" pitchFamily="34" charset="0"/>
                <a:ea typeface="Malgun Gothic" pitchFamily="34" charset="-122"/>
                <a:cs typeface="Malgun Gothic" pitchFamily="34" charset="-120"/>
              </a:rPr>
              <a:t>ㄴ ㄷ ㅌ ㄸ ㄹ</a:t>
            </a:r>
            <a:endParaRPr lang="en-US" sz="2800" dirty="0"/>
          </a:p>
        </p:txBody>
      </p:sp>
      <p:sp>
        <p:nvSpPr>
          <p:cNvPr id="20" name="Shape 18"/>
          <p:cNvSpPr/>
          <p:nvPr/>
        </p:nvSpPr>
        <p:spPr>
          <a:xfrm>
            <a:off x="7353148" y="2606040"/>
            <a:ext cx="2240280" cy="3657600"/>
          </a:xfrm>
          <a:prstGeom prst="roundRect">
            <a:avLst>
              <a:gd name="adj" fmla="val 7347"/>
            </a:avLst>
          </a:prstGeom>
          <a:solidFill>
            <a:srgbClr val="FE6768"/>
          </a:solidFill>
          <a:ln w="12700">
            <a:solidFill>
              <a:srgbClr val="FE6768"/>
            </a:solidFill>
            <a:prstDash val="solid"/>
          </a:ln>
        </p:spPr>
      </p:sp>
      <p:sp>
        <p:nvSpPr>
          <p:cNvPr id="21" name="Text 19"/>
          <p:cNvSpPr/>
          <p:nvPr/>
        </p:nvSpPr>
        <p:spPr>
          <a:xfrm>
            <a:off x="7353148" y="2880360"/>
            <a:ext cx="2240280" cy="914400"/>
          </a:xfrm>
          <a:prstGeom prst="rect">
            <a:avLst/>
          </a:prstGeom>
          <a:noFill/>
          <a:ln/>
        </p:spPr>
        <p:txBody>
          <a:bodyPr wrap="square" lIns="0" tIns="0" rIns="0" bIns="0" rtlCol="0" anchor="ctr"/>
          <a:lstStyle/>
          <a:p>
            <a:pPr marL="0" indent="0" algn="ctr">
              <a:buNone/>
            </a:pPr>
            <a:r>
              <a:rPr lang="en-US" sz="5000" b="1" dirty="0">
                <a:solidFill>
                  <a:srgbClr val="F6F6F6"/>
                </a:solidFill>
                <a:latin typeface="Malgun Gothic" pitchFamily="34" charset="0"/>
                <a:ea typeface="Malgun Gothic" pitchFamily="34" charset="-122"/>
                <a:cs typeface="Malgun Gothic" pitchFamily="34" charset="-120"/>
              </a:rPr>
              <a:t>치음</a:t>
            </a:r>
            <a:endParaRPr lang="en-US" sz="5000" dirty="0"/>
          </a:p>
        </p:txBody>
      </p:sp>
      <p:sp>
        <p:nvSpPr>
          <p:cNvPr id="22" name="Text 20"/>
          <p:cNvSpPr/>
          <p:nvPr/>
        </p:nvSpPr>
        <p:spPr>
          <a:xfrm>
            <a:off x="7353148" y="3977640"/>
            <a:ext cx="2240280" cy="365760"/>
          </a:xfrm>
          <a:prstGeom prst="rect">
            <a:avLst/>
          </a:prstGeom>
          <a:noFill/>
          <a:ln/>
        </p:spPr>
        <p:txBody>
          <a:bodyPr wrap="square" lIns="0" tIns="0" rIns="0" bIns="0" rtlCol="0" anchor="ctr"/>
          <a:lstStyle/>
          <a:p>
            <a:pPr marL="0" indent="0" algn="ctr">
              <a:buNone/>
            </a:pPr>
            <a:r>
              <a:rPr lang="en-US" sz="1300" b="1" kern="0" spc="500" dirty="0">
                <a:solidFill>
                  <a:srgbClr val="F6F6F6"/>
                </a:solidFill>
                <a:latin typeface="Calibri" pitchFamily="34" charset="0"/>
                <a:ea typeface="Calibri" pitchFamily="34" charset="-122"/>
                <a:cs typeface="Calibri" pitchFamily="34" charset="-120"/>
              </a:rPr>
              <a:t>DIENTES</a:t>
            </a:r>
            <a:endParaRPr lang="en-US" sz="1300" dirty="0"/>
          </a:p>
        </p:txBody>
      </p:sp>
      <p:sp>
        <p:nvSpPr>
          <p:cNvPr id="23" name="Text 21"/>
          <p:cNvSpPr/>
          <p:nvPr/>
        </p:nvSpPr>
        <p:spPr>
          <a:xfrm>
            <a:off x="7353148" y="4389120"/>
            <a:ext cx="2240280" cy="320040"/>
          </a:xfrm>
          <a:prstGeom prst="rect">
            <a:avLst/>
          </a:prstGeom>
          <a:noFill/>
          <a:ln/>
        </p:spPr>
        <p:txBody>
          <a:bodyPr wrap="square" lIns="0" tIns="0" rIns="0" bIns="0" rtlCol="0" anchor="ctr"/>
          <a:lstStyle/>
          <a:p>
            <a:pPr marL="0" indent="0" algn="ctr">
              <a:buNone/>
            </a:pPr>
            <a:r>
              <a:rPr lang="en-US" sz="1000" i="1" dirty="0">
                <a:solidFill>
                  <a:srgbClr val="F6F6F6"/>
                </a:solidFill>
                <a:latin typeface="Calibri" pitchFamily="34" charset="0"/>
                <a:ea typeface="Calibri" pitchFamily="34" charset="-122"/>
                <a:cs typeface="Calibri" pitchFamily="34" charset="-120"/>
              </a:rPr>
              <a:t>(sibilantes)</a:t>
            </a:r>
            <a:endParaRPr lang="en-US" sz="1000" dirty="0"/>
          </a:p>
        </p:txBody>
      </p:sp>
      <p:sp>
        <p:nvSpPr>
          <p:cNvPr id="24" name="Text 22"/>
          <p:cNvSpPr/>
          <p:nvPr/>
        </p:nvSpPr>
        <p:spPr>
          <a:xfrm>
            <a:off x="7353148" y="4937760"/>
            <a:ext cx="2240280" cy="914400"/>
          </a:xfrm>
          <a:prstGeom prst="rect">
            <a:avLst/>
          </a:prstGeom>
          <a:noFill/>
          <a:ln/>
        </p:spPr>
        <p:txBody>
          <a:bodyPr wrap="square" lIns="0" tIns="0" rIns="0" bIns="0" rtlCol="0" anchor="ctr"/>
          <a:lstStyle/>
          <a:p>
            <a:pPr marL="0" indent="0" algn="ctr">
              <a:buNone/>
            </a:pPr>
            <a:r>
              <a:rPr lang="en-US" sz="2800" b="1" dirty="0">
                <a:solidFill>
                  <a:srgbClr val="F6F6F6"/>
                </a:solidFill>
                <a:latin typeface="Malgun Gothic" pitchFamily="34" charset="0"/>
                <a:ea typeface="Malgun Gothic" pitchFamily="34" charset="-122"/>
                <a:cs typeface="Malgun Gothic" pitchFamily="34" charset="-120"/>
              </a:rPr>
              <a:t>ㅅ ㅈ ㅊ ㅆ ㅉ</a:t>
            </a:r>
            <a:endParaRPr lang="en-US" sz="2800" dirty="0"/>
          </a:p>
        </p:txBody>
      </p:sp>
      <p:sp>
        <p:nvSpPr>
          <p:cNvPr id="25" name="Shape 23"/>
          <p:cNvSpPr/>
          <p:nvPr/>
        </p:nvSpPr>
        <p:spPr>
          <a:xfrm>
            <a:off x="9730588" y="2606040"/>
            <a:ext cx="2240280" cy="3657600"/>
          </a:xfrm>
          <a:prstGeom prst="roundRect">
            <a:avLst>
              <a:gd name="adj" fmla="val 7347"/>
            </a:avLst>
          </a:prstGeom>
          <a:solidFill>
            <a:srgbClr val="FE6768"/>
          </a:solidFill>
          <a:ln w="12700">
            <a:solidFill>
              <a:srgbClr val="FE6768"/>
            </a:solidFill>
            <a:prstDash val="solid"/>
          </a:ln>
        </p:spPr>
      </p:sp>
      <p:sp>
        <p:nvSpPr>
          <p:cNvPr id="26" name="Text 24"/>
          <p:cNvSpPr/>
          <p:nvPr/>
        </p:nvSpPr>
        <p:spPr>
          <a:xfrm>
            <a:off x="9730588" y="2880360"/>
            <a:ext cx="2240280" cy="914400"/>
          </a:xfrm>
          <a:prstGeom prst="rect">
            <a:avLst/>
          </a:prstGeom>
          <a:noFill/>
          <a:ln/>
        </p:spPr>
        <p:txBody>
          <a:bodyPr wrap="square" lIns="0" tIns="0" rIns="0" bIns="0" rtlCol="0" anchor="ctr"/>
          <a:lstStyle/>
          <a:p>
            <a:pPr marL="0" indent="0" algn="ctr">
              <a:buNone/>
            </a:pPr>
            <a:r>
              <a:rPr lang="en-US" sz="5000" b="1" dirty="0">
                <a:solidFill>
                  <a:srgbClr val="F6F6F6"/>
                </a:solidFill>
                <a:latin typeface="Malgun Gothic" pitchFamily="34" charset="0"/>
                <a:ea typeface="Malgun Gothic" pitchFamily="34" charset="-122"/>
                <a:cs typeface="Malgun Gothic" pitchFamily="34" charset="-120"/>
              </a:rPr>
              <a:t>순음</a:t>
            </a:r>
            <a:endParaRPr lang="en-US" sz="5000" dirty="0"/>
          </a:p>
        </p:txBody>
      </p:sp>
      <p:sp>
        <p:nvSpPr>
          <p:cNvPr id="27" name="Text 25"/>
          <p:cNvSpPr/>
          <p:nvPr/>
        </p:nvSpPr>
        <p:spPr>
          <a:xfrm>
            <a:off x="9730588" y="3977640"/>
            <a:ext cx="2240280" cy="365760"/>
          </a:xfrm>
          <a:prstGeom prst="rect">
            <a:avLst/>
          </a:prstGeom>
          <a:noFill/>
          <a:ln/>
        </p:spPr>
        <p:txBody>
          <a:bodyPr wrap="square" lIns="0" tIns="0" rIns="0" bIns="0" rtlCol="0" anchor="ctr"/>
          <a:lstStyle/>
          <a:p>
            <a:pPr marL="0" indent="0" algn="ctr">
              <a:buNone/>
            </a:pPr>
            <a:r>
              <a:rPr lang="en-US" sz="1300" b="1" kern="0" spc="500" dirty="0">
                <a:solidFill>
                  <a:srgbClr val="F6F6F6"/>
                </a:solidFill>
                <a:latin typeface="Calibri" pitchFamily="34" charset="0"/>
                <a:ea typeface="Calibri" pitchFamily="34" charset="-122"/>
                <a:cs typeface="Calibri" pitchFamily="34" charset="-120"/>
              </a:rPr>
              <a:t>LABIOS</a:t>
            </a:r>
            <a:endParaRPr lang="en-US" sz="1300" dirty="0"/>
          </a:p>
        </p:txBody>
      </p:sp>
      <p:sp>
        <p:nvSpPr>
          <p:cNvPr id="28" name="Text 26"/>
          <p:cNvSpPr/>
          <p:nvPr/>
        </p:nvSpPr>
        <p:spPr>
          <a:xfrm>
            <a:off x="9730588" y="4389120"/>
            <a:ext cx="2240280" cy="320040"/>
          </a:xfrm>
          <a:prstGeom prst="rect">
            <a:avLst/>
          </a:prstGeom>
          <a:noFill/>
          <a:ln/>
        </p:spPr>
        <p:txBody>
          <a:bodyPr wrap="square" lIns="0" tIns="0" rIns="0" bIns="0" rtlCol="0" anchor="ctr"/>
          <a:lstStyle/>
          <a:p>
            <a:pPr marL="0" indent="0" algn="ctr">
              <a:buNone/>
            </a:pPr>
            <a:r>
              <a:rPr lang="en-US" sz="1000" i="1" dirty="0">
                <a:solidFill>
                  <a:srgbClr val="F6F6F6"/>
                </a:solidFill>
                <a:latin typeface="Calibri" pitchFamily="34" charset="0"/>
                <a:ea typeface="Calibri" pitchFamily="34" charset="-122"/>
                <a:cs typeface="Calibri" pitchFamily="34" charset="-120"/>
              </a:rPr>
              <a:t>(bilabial)</a:t>
            </a:r>
            <a:endParaRPr lang="en-US" sz="1000" dirty="0"/>
          </a:p>
        </p:txBody>
      </p:sp>
      <p:sp>
        <p:nvSpPr>
          <p:cNvPr id="29" name="Text 27"/>
          <p:cNvSpPr/>
          <p:nvPr/>
        </p:nvSpPr>
        <p:spPr>
          <a:xfrm>
            <a:off x="9730588" y="4937760"/>
            <a:ext cx="2240280" cy="914400"/>
          </a:xfrm>
          <a:prstGeom prst="rect">
            <a:avLst/>
          </a:prstGeom>
          <a:noFill/>
          <a:ln/>
        </p:spPr>
        <p:txBody>
          <a:bodyPr wrap="square" lIns="0" tIns="0" rIns="0" bIns="0" rtlCol="0" anchor="ctr"/>
          <a:lstStyle/>
          <a:p>
            <a:pPr marL="0" indent="0" algn="ctr">
              <a:buNone/>
            </a:pPr>
            <a:r>
              <a:rPr lang="en-US" sz="2800" b="1" dirty="0">
                <a:solidFill>
                  <a:srgbClr val="F6F6F6"/>
                </a:solidFill>
                <a:latin typeface="Malgun Gothic" pitchFamily="34" charset="0"/>
                <a:ea typeface="Malgun Gothic" pitchFamily="34" charset="-122"/>
                <a:cs typeface="Malgun Gothic" pitchFamily="34" charset="-120"/>
              </a:rPr>
              <a:t>ㅁ ㅂ ㅍ ㅃ</a:t>
            </a:r>
            <a:endParaRPr lang="en-US" sz="2800" dirty="0"/>
          </a:p>
        </p:txBody>
      </p:sp>
      <p:sp>
        <p:nvSpPr>
          <p:cNvPr id="30" name="Text 28"/>
          <p:cNvSpPr/>
          <p:nvPr/>
        </p:nvSpPr>
        <p:spPr>
          <a:xfrm>
            <a:off x="914400" y="5989320"/>
            <a:ext cx="10362895" cy="365760"/>
          </a:xfrm>
          <a:prstGeom prst="rect">
            <a:avLst/>
          </a:prstGeom>
          <a:noFill/>
          <a:ln/>
        </p:spPr>
        <p:txBody>
          <a:bodyPr wrap="square" lIns="0" tIns="0" rIns="0" bIns="0" rtlCol="0" anchor="ctr"/>
          <a:lstStyle/>
          <a:p>
            <a:pPr marL="0" indent="0" algn="ctr">
              <a:buNone/>
            </a:pPr>
            <a:r>
              <a:rPr lang="en-US" sz="1100" i="1" dirty="0">
                <a:solidFill>
                  <a:srgbClr val="4036ED"/>
                </a:solidFill>
                <a:latin typeface="Calibri" pitchFamily="34" charset="0"/>
                <a:ea typeface="Calibri" pitchFamily="34" charset="-122"/>
                <a:cs typeface="Calibri" pitchFamily="34" charset="-120"/>
              </a:rPr>
              <a:t>De la profundidad (atrás) a la superficie (adelante) — cada zona tiene su grupo de letras.</a:t>
            </a:r>
            <a:endParaRPr lang="en-US" sz="1100" dirty="0"/>
          </a:p>
        </p:txBody>
      </p:sp>
      <p:pic>
        <p:nvPicPr>
          <p:cNvPr id="31"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32" name="Text 29"/>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3" name="Text 30"/>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34</a:t>
            </a:r>
            <a:endParaRPr lang="en-US" sz="8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D:\Korean Clases\자음 01\한글 자음 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7205" y="1708239"/>
            <a:ext cx="8017709" cy="4226745"/>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endParaRPr lang="en-US" dirty="0">
              <a:latin typeface="Calibri" pitchFamily="34" charset="0"/>
              <a:cs typeface="Calibri" pitchFamily="34" charset="0"/>
            </a:endParaRPr>
          </a:p>
        </p:txBody>
      </p:sp>
    </p:spTree>
    <p:extLst>
      <p:ext uri="{BB962C8B-B14F-4D97-AF65-F5344CB8AC3E}">
        <p14:creationId xmlns:p14="http://schemas.microsoft.com/office/powerpoint/2010/main" val="365970283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D:\Korean Clases\자음 01\자음 19개.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12444" y="1708238"/>
            <a:ext cx="8027443" cy="4226745"/>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err="1">
                <a:latin typeface="Calibri" pitchFamily="34" charset="0"/>
                <a:cs typeface="Calibri" pitchFamily="34" charset="0"/>
              </a:rPr>
              <a:t>Consonantes</a:t>
            </a:r>
            <a:r>
              <a:rPr lang="en-US" dirty="0">
                <a:latin typeface="Calibri" pitchFamily="34" charset="0"/>
                <a:cs typeface="Calibri" pitchFamily="34" charset="0"/>
              </a:rPr>
              <a:t> de Hangul</a:t>
            </a:r>
          </a:p>
        </p:txBody>
      </p:sp>
    </p:spTree>
    <p:extLst>
      <p:ext uri="{BB962C8B-B14F-4D97-AF65-F5344CB8AC3E}">
        <p14:creationId xmlns:p14="http://schemas.microsoft.com/office/powerpoint/2010/main" val="258253452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9" name="Picture 3" descr="D:\Korean Clases\자음 01\자음 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7684" y="1708237"/>
            <a:ext cx="8003001" cy="4180250"/>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err="1">
                <a:latin typeface="Calibri" pitchFamily="34" charset="0"/>
                <a:cs typeface="Calibri" pitchFamily="34" charset="0"/>
              </a:rPr>
              <a:t>Consonantes</a:t>
            </a:r>
            <a:r>
              <a:rPr lang="en-US" dirty="0">
                <a:latin typeface="Calibri" pitchFamily="34" charset="0"/>
                <a:cs typeface="Calibri" pitchFamily="34" charset="0"/>
              </a:rPr>
              <a:t> de Hangul</a:t>
            </a:r>
          </a:p>
        </p:txBody>
      </p:sp>
    </p:spTree>
    <p:extLst>
      <p:ext uri="{BB962C8B-B14F-4D97-AF65-F5344CB8AC3E}">
        <p14:creationId xmlns:p14="http://schemas.microsoft.com/office/powerpoint/2010/main" val="105723206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D:\Korean Clases\자음 01\기본 자음.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0064" y="1708238"/>
            <a:ext cx="8010621" cy="4226745"/>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err="1">
                <a:latin typeface="Calibri" pitchFamily="34" charset="0"/>
                <a:cs typeface="Calibri" pitchFamily="34" charset="0"/>
              </a:rPr>
              <a:t>Consonantes</a:t>
            </a:r>
            <a:r>
              <a:rPr lang="en-US" dirty="0">
                <a:latin typeface="Calibri" pitchFamily="34" charset="0"/>
                <a:cs typeface="Calibri" pitchFamily="34" charset="0"/>
              </a:rPr>
              <a:t> de Hangul</a:t>
            </a:r>
          </a:p>
        </p:txBody>
      </p:sp>
      <p:sp>
        <p:nvSpPr>
          <p:cNvPr id="2" name="TextBox 1">
            <a:extLst>
              <a:ext uri="{FF2B5EF4-FFF2-40B4-BE49-F238E27FC236}">
                <a16:creationId xmlns:a16="http://schemas.microsoft.com/office/drawing/2014/main" id="{D2539D18-F3D9-C70D-73FE-574D5C737350}"/>
              </a:ext>
            </a:extLst>
          </p:cNvPr>
          <p:cNvSpPr txBox="1"/>
          <p:nvPr/>
        </p:nvSpPr>
        <p:spPr>
          <a:xfrm>
            <a:off x="4421171" y="2554664"/>
            <a:ext cx="1574276" cy="2400657"/>
          </a:xfrm>
          <a:prstGeom prst="rect">
            <a:avLst/>
          </a:prstGeom>
          <a:noFill/>
        </p:spPr>
        <p:txBody>
          <a:bodyPr wrap="square" rtlCol="0">
            <a:spAutoFit/>
          </a:bodyPr>
          <a:lstStyle/>
          <a:p>
            <a:r>
              <a:rPr lang="es-CL" sz="3000" dirty="0">
                <a:solidFill>
                  <a:schemeClr val="bg1"/>
                </a:solidFill>
              </a:rPr>
              <a:t>G</a:t>
            </a:r>
          </a:p>
          <a:p>
            <a:r>
              <a:rPr lang="es-CL" sz="3000" dirty="0">
                <a:solidFill>
                  <a:schemeClr val="bg1"/>
                </a:solidFill>
              </a:rPr>
              <a:t>N</a:t>
            </a:r>
          </a:p>
          <a:p>
            <a:r>
              <a:rPr lang="es-CL" sz="3000" dirty="0">
                <a:solidFill>
                  <a:schemeClr val="bg1"/>
                </a:solidFill>
              </a:rPr>
              <a:t>M</a:t>
            </a:r>
          </a:p>
          <a:p>
            <a:r>
              <a:rPr lang="es-CL" sz="3000" dirty="0">
                <a:solidFill>
                  <a:schemeClr val="bg1"/>
                </a:solidFill>
              </a:rPr>
              <a:t>SH</a:t>
            </a:r>
          </a:p>
          <a:p>
            <a:r>
              <a:rPr lang="es-CL" sz="3000" dirty="0">
                <a:solidFill>
                  <a:schemeClr val="bg1"/>
                </a:solidFill>
              </a:rPr>
              <a:t>MUDO</a:t>
            </a:r>
          </a:p>
        </p:txBody>
      </p:sp>
    </p:spTree>
    <p:extLst>
      <p:ext uri="{BB962C8B-B14F-4D97-AF65-F5344CB8AC3E}">
        <p14:creationId xmlns:p14="http://schemas.microsoft.com/office/powerpoint/2010/main" val="326735586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D:\Korean Clases\자음 01\한글 자음 쓰임.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0063" y="1708238"/>
            <a:ext cx="8103345" cy="4226745"/>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err="1">
                <a:latin typeface="Calibri" pitchFamily="34" charset="0"/>
                <a:cs typeface="Calibri" pitchFamily="34" charset="0"/>
              </a:rPr>
              <a:t>Consonantes</a:t>
            </a:r>
            <a:r>
              <a:rPr lang="en-US" dirty="0">
                <a:latin typeface="Calibri" pitchFamily="34" charset="0"/>
                <a:cs typeface="Calibri" pitchFamily="34" charset="0"/>
              </a:rPr>
              <a:t> de Hangul</a:t>
            </a:r>
          </a:p>
        </p:txBody>
      </p:sp>
      <p:sp>
        <p:nvSpPr>
          <p:cNvPr id="2" name="TextBox 1">
            <a:extLst>
              <a:ext uri="{FF2B5EF4-FFF2-40B4-BE49-F238E27FC236}">
                <a16:creationId xmlns:a16="http://schemas.microsoft.com/office/drawing/2014/main" id="{0CFD398F-E3EC-0FE8-47E0-382497FE4779}"/>
              </a:ext>
            </a:extLst>
          </p:cNvPr>
          <p:cNvSpPr txBox="1"/>
          <p:nvPr/>
        </p:nvSpPr>
        <p:spPr>
          <a:xfrm>
            <a:off x="2960016" y="1168924"/>
            <a:ext cx="1092800" cy="369332"/>
          </a:xfrm>
          <a:prstGeom prst="rect">
            <a:avLst/>
          </a:prstGeom>
          <a:noFill/>
        </p:spPr>
        <p:txBody>
          <a:bodyPr wrap="none" rtlCol="0">
            <a:spAutoFit/>
          </a:bodyPr>
          <a:lstStyle/>
          <a:p>
            <a:r>
              <a:rPr lang="es-CL" dirty="0"/>
              <a:t>JAN GEUL</a:t>
            </a:r>
          </a:p>
        </p:txBody>
      </p:sp>
    </p:spTree>
    <p:extLst>
      <p:ext uri="{BB962C8B-B14F-4D97-AF65-F5344CB8AC3E}">
        <p14:creationId xmlns:p14="http://schemas.microsoft.com/office/powerpoint/2010/main" val="423470771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D:\Korean Clases\자음 01\한글 자음 첫소리.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0063" y="1731097"/>
            <a:ext cx="8103345" cy="4275670"/>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err="1">
                <a:latin typeface="Calibri" pitchFamily="34" charset="0"/>
                <a:cs typeface="Calibri" pitchFamily="34" charset="0"/>
              </a:rPr>
              <a:t>Consonantes</a:t>
            </a:r>
            <a:r>
              <a:rPr lang="en-US" dirty="0">
                <a:latin typeface="Calibri" pitchFamily="34" charset="0"/>
                <a:cs typeface="Calibri" pitchFamily="34" charset="0"/>
              </a:rPr>
              <a:t> de Hangul</a:t>
            </a:r>
          </a:p>
        </p:txBody>
      </p:sp>
    </p:spTree>
    <p:extLst>
      <p:ext uri="{BB962C8B-B14F-4D97-AF65-F5344CB8AC3E}">
        <p14:creationId xmlns:p14="http://schemas.microsoft.com/office/powerpoint/2010/main" val="73154327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err="1">
                <a:latin typeface="Calibri" pitchFamily="34" charset="0"/>
                <a:cs typeface="Calibri" pitchFamily="34" charset="0"/>
              </a:rPr>
              <a:t>Consonantes</a:t>
            </a:r>
            <a:r>
              <a:rPr lang="en-US" dirty="0">
                <a:latin typeface="Calibri" pitchFamily="34" charset="0"/>
                <a:cs typeface="Calibri" pitchFamily="34" charset="0"/>
              </a:rPr>
              <a:t> de Hangul</a:t>
            </a:r>
          </a:p>
        </p:txBody>
      </p:sp>
      <p:pic>
        <p:nvPicPr>
          <p:cNvPr id="7170" name="Picture 2" descr="D:\Korean Clases\자음 01\자음 + 모음.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0062" y="1731097"/>
            <a:ext cx="8114696" cy="42887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344223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D:\Korean Clases\자음 01\자음 + 모음 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1761576"/>
            <a:ext cx="7959336" cy="4182024"/>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err="1">
                <a:latin typeface="Calibri" pitchFamily="34" charset="0"/>
                <a:cs typeface="Calibri" pitchFamily="34" charset="0"/>
              </a:rPr>
              <a:t>Consonantes</a:t>
            </a:r>
            <a:r>
              <a:rPr lang="en-US" dirty="0">
                <a:latin typeface="Calibri" pitchFamily="34" charset="0"/>
                <a:cs typeface="Calibri" pitchFamily="34" charset="0"/>
              </a:rPr>
              <a:t> de Hangul</a:t>
            </a:r>
          </a:p>
        </p:txBody>
      </p:sp>
      <p:sp>
        <p:nvSpPr>
          <p:cNvPr id="2" name="TextBox 1">
            <a:extLst>
              <a:ext uri="{FF2B5EF4-FFF2-40B4-BE49-F238E27FC236}">
                <a16:creationId xmlns:a16="http://schemas.microsoft.com/office/drawing/2014/main" id="{CCA4CBC6-AB8F-F6DD-AECC-86E3D87CE54E}"/>
              </a:ext>
            </a:extLst>
          </p:cNvPr>
          <p:cNvSpPr txBox="1"/>
          <p:nvPr/>
        </p:nvSpPr>
        <p:spPr>
          <a:xfrm>
            <a:off x="8653806" y="3054284"/>
            <a:ext cx="970961" cy="1754326"/>
          </a:xfrm>
          <a:prstGeom prst="rect">
            <a:avLst/>
          </a:prstGeom>
          <a:noFill/>
        </p:spPr>
        <p:txBody>
          <a:bodyPr wrap="square" rtlCol="0">
            <a:spAutoFit/>
          </a:bodyPr>
          <a:lstStyle/>
          <a:p>
            <a:r>
              <a:rPr lang="es-CL" dirty="0">
                <a:solidFill>
                  <a:schemeClr val="bg1"/>
                </a:solidFill>
              </a:rPr>
              <a:t>GA</a:t>
            </a:r>
          </a:p>
          <a:p>
            <a:r>
              <a:rPr lang="es-CL" dirty="0">
                <a:solidFill>
                  <a:schemeClr val="bg1"/>
                </a:solidFill>
              </a:rPr>
              <a:t>NA</a:t>
            </a:r>
          </a:p>
          <a:p>
            <a:r>
              <a:rPr lang="es-CL" dirty="0">
                <a:solidFill>
                  <a:schemeClr val="bg1"/>
                </a:solidFill>
              </a:rPr>
              <a:t>DA</a:t>
            </a:r>
          </a:p>
          <a:p>
            <a:r>
              <a:rPr lang="es-CL" dirty="0">
                <a:solidFill>
                  <a:schemeClr val="bg1"/>
                </a:solidFill>
              </a:rPr>
              <a:t>RA</a:t>
            </a:r>
          </a:p>
          <a:p>
            <a:r>
              <a:rPr lang="es-CL" dirty="0">
                <a:solidFill>
                  <a:schemeClr val="bg1"/>
                </a:solidFill>
              </a:rPr>
              <a:t>MA</a:t>
            </a:r>
          </a:p>
          <a:p>
            <a:endParaRPr lang="es-CL" dirty="0">
              <a:solidFill>
                <a:schemeClr val="bg1"/>
              </a:solidFill>
            </a:endParaRPr>
          </a:p>
        </p:txBody>
      </p:sp>
    </p:spTree>
    <p:extLst>
      <p:ext uri="{BB962C8B-B14F-4D97-AF65-F5344CB8AC3E}">
        <p14:creationId xmlns:p14="http://schemas.microsoft.com/office/powerpoint/2010/main" val="289512665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D:\Korean Clases\자음 01\총자음.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1676400"/>
            <a:ext cx="7959336" cy="4178832"/>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err="1">
                <a:latin typeface="Calibri" pitchFamily="34" charset="0"/>
                <a:cs typeface="Calibri" pitchFamily="34" charset="0"/>
              </a:rPr>
              <a:t>Consonantes</a:t>
            </a:r>
            <a:r>
              <a:rPr lang="en-US" dirty="0">
                <a:latin typeface="Calibri" pitchFamily="34" charset="0"/>
                <a:cs typeface="Calibri" pitchFamily="34" charset="0"/>
              </a:rPr>
              <a:t> de Hangul</a:t>
            </a:r>
          </a:p>
        </p:txBody>
      </p:sp>
    </p:spTree>
    <p:extLst>
      <p:ext uri="{BB962C8B-B14F-4D97-AF65-F5344CB8AC3E}">
        <p14:creationId xmlns:p14="http://schemas.microsoft.com/office/powerpoint/2010/main" val="195983818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D:\Korean Clases\자음 01\총자음 3가지.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1668780"/>
            <a:ext cx="8002229" cy="4186452"/>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err="1">
                <a:latin typeface="Calibri" pitchFamily="34" charset="0"/>
                <a:cs typeface="Calibri" pitchFamily="34" charset="0"/>
              </a:rPr>
              <a:t>Consonantes</a:t>
            </a:r>
            <a:r>
              <a:rPr lang="en-US" dirty="0">
                <a:latin typeface="Calibri" pitchFamily="34" charset="0"/>
                <a:cs typeface="Calibri" pitchFamily="34" charset="0"/>
              </a:rPr>
              <a:t> de Hangul</a:t>
            </a:r>
          </a:p>
        </p:txBody>
      </p:sp>
    </p:spTree>
    <p:extLst>
      <p:ext uri="{BB962C8B-B14F-4D97-AF65-F5344CB8AC3E}">
        <p14:creationId xmlns:p14="http://schemas.microsoft.com/office/powerpoint/2010/main" val="374372653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D:\Korean Clases\자음 01\자음 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5039" y="1668780"/>
            <a:ext cx="7986989" cy="4197542"/>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err="1">
                <a:latin typeface="Calibri" pitchFamily="34" charset="0"/>
                <a:cs typeface="Calibri" pitchFamily="34" charset="0"/>
              </a:rPr>
              <a:t>Consonante</a:t>
            </a:r>
            <a:r>
              <a:rPr lang="en-US" dirty="0">
                <a:latin typeface="Calibri" pitchFamily="34" charset="0"/>
                <a:cs typeface="Calibri" pitchFamily="34" charset="0"/>
              </a:rPr>
              <a:t> 1</a:t>
            </a:r>
          </a:p>
        </p:txBody>
      </p:sp>
    </p:spTree>
    <p:extLst>
      <p:ext uri="{BB962C8B-B14F-4D97-AF65-F5344CB8AC3E}">
        <p14:creationId xmlns:p14="http://schemas.microsoft.com/office/powerpoint/2010/main" val="125623586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descr="D:\Korean Clases\자음 01\자음 ㄱ.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5039" y="1668780"/>
            <a:ext cx="8068503" cy="4197542"/>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err="1">
                <a:latin typeface="Calibri" pitchFamily="34" charset="0"/>
                <a:cs typeface="Calibri" pitchFamily="34" charset="0"/>
              </a:rPr>
              <a:t>Consonante</a:t>
            </a:r>
            <a:r>
              <a:rPr lang="en-US" dirty="0">
                <a:latin typeface="Calibri" pitchFamily="34" charset="0"/>
                <a:cs typeface="Calibri" pitchFamily="34" charset="0"/>
              </a:rPr>
              <a:t> </a:t>
            </a:r>
            <a:r>
              <a:rPr lang="ko-KR" altLang="es-CL" dirty="0">
                <a:latin typeface="Calibri" pitchFamily="34" charset="0"/>
                <a:cs typeface="Calibri" pitchFamily="34" charset="0"/>
              </a:rPr>
              <a:t>기역</a:t>
            </a:r>
            <a:endParaRPr lang="en-US" dirty="0">
              <a:latin typeface="Calibri" pitchFamily="34" charset="0"/>
              <a:cs typeface="Calibri" pitchFamily="34" charset="0"/>
            </a:endParaRPr>
          </a:p>
        </p:txBody>
      </p:sp>
      <p:sp>
        <p:nvSpPr>
          <p:cNvPr id="2" name="TextBox 1">
            <a:extLst>
              <a:ext uri="{FF2B5EF4-FFF2-40B4-BE49-F238E27FC236}">
                <a16:creationId xmlns:a16="http://schemas.microsoft.com/office/drawing/2014/main" id="{15ADB7E9-DF44-D66B-14DB-0C720B0D8FE6}"/>
              </a:ext>
            </a:extLst>
          </p:cNvPr>
          <p:cNvSpPr txBox="1"/>
          <p:nvPr/>
        </p:nvSpPr>
        <p:spPr>
          <a:xfrm>
            <a:off x="5227782" y="1265259"/>
            <a:ext cx="463588" cy="369332"/>
          </a:xfrm>
          <a:prstGeom prst="rect">
            <a:avLst/>
          </a:prstGeom>
          <a:noFill/>
        </p:spPr>
        <p:txBody>
          <a:bodyPr wrap="none" rtlCol="0">
            <a:spAutoFit/>
          </a:bodyPr>
          <a:lstStyle/>
          <a:p>
            <a:r>
              <a:rPr lang="es-CL" dirty="0"/>
              <a:t>GA</a:t>
            </a:r>
          </a:p>
        </p:txBody>
      </p:sp>
    </p:spTree>
    <p:extLst>
      <p:ext uri="{BB962C8B-B14F-4D97-AF65-F5344CB8AC3E}">
        <p14:creationId xmlns:p14="http://schemas.microsoft.com/office/powerpoint/2010/main" val="172837972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descr="D:\Korean Clases\자음 01\자음 니은.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55518" y="1668780"/>
            <a:ext cx="8038023" cy="4246141"/>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err="1">
                <a:latin typeface="Calibri" pitchFamily="34" charset="0"/>
                <a:cs typeface="Calibri" pitchFamily="34" charset="0"/>
              </a:rPr>
              <a:t>Consonante</a:t>
            </a:r>
            <a:r>
              <a:rPr lang="en-US" dirty="0">
                <a:latin typeface="Calibri" pitchFamily="34" charset="0"/>
                <a:cs typeface="Calibri" pitchFamily="34" charset="0"/>
              </a:rPr>
              <a:t> </a:t>
            </a:r>
            <a:r>
              <a:rPr lang="ko-KR" altLang="es-CL" dirty="0">
                <a:latin typeface="Calibri" pitchFamily="34" charset="0"/>
                <a:cs typeface="Calibri" pitchFamily="34" charset="0"/>
              </a:rPr>
              <a:t>니은</a:t>
            </a:r>
            <a:endParaRPr lang="en-US" dirty="0">
              <a:latin typeface="Calibri" pitchFamily="34" charset="0"/>
              <a:cs typeface="Calibri" pitchFamily="34" charset="0"/>
            </a:endParaRPr>
          </a:p>
        </p:txBody>
      </p:sp>
      <p:sp>
        <p:nvSpPr>
          <p:cNvPr id="5" name="TextBox 4">
            <a:extLst>
              <a:ext uri="{FF2B5EF4-FFF2-40B4-BE49-F238E27FC236}">
                <a16:creationId xmlns:a16="http://schemas.microsoft.com/office/drawing/2014/main" id="{F74FEBF3-3365-179C-4F90-085970551539}"/>
              </a:ext>
            </a:extLst>
          </p:cNvPr>
          <p:cNvSpPr txBox="1"/>
          <p:nvPr/>
        </p:nvSpPr>
        <p:spPr>
          <a:xfrm>
            <a:off x="4839855" y="1200666"/>
            <a:ext cx="466794" cy="369332"/>
          </a:xfrm>
          <a:prstGeom prst="rect">
            <a:avLst/>
          </a:prstGeom>
          <a:noFill/>
        </p:spPr>
        <p:txBody>
          <a:bodyPr wrap="none" rtlCol="0">
            <a:spAutoFit/>
          </a:bodyPr>
          <a:lstStyle/>
          <a:p>
            <a:r>
              <a:rPr lang="es-CL" dirty="0"/>
              <a:t>NA</a:t>
            </a:r>
          </a:p>
        </p:txBody>
      </p:sp>
    </p:spTree>
    <p:extLst>
      <p:ext uri="{BB962C8B-B14F-4D97-AF65-F5344CB8AC3E}">
        <p14:creationId xmlns:p14="http://schemas.microsoft.com/office/powerpoint/2010/main" val="157622199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descr="D:\Korean Clases\자음 01\자음 디귿.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72778" y="1668778"/>
            <a:ext cx="8038023" cy="4254221"/>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err="1">
                <a:latin typeface="Calibri" pitchFamily="34" charset="0"/>
                <a:cs typeface="Calibri" pitchFamily="34" charset="0"/>
              </a:rPr>
              <a:t>Consonante</a:t>
            </a:r>
            <a:r>
              <a:rPr lang="en-US" dirty="0">
                <a:latin typeface="Calibri" pitchFamily="34" charset="0"/>
                <a:cs typeface="Calibri" pitchFamily="34" charset="0"/>
              </a:rPr>
              <a:t> </a:t>
            </a:r>
            <a:r>
              <a:rPr lang="ko-KR" altLang="es-CL" dirty="0">
                <a:latin typeface="Calibri" pitchFamily="34" charset="0"/>
                <a:cs typeface="Calibri" pitchFamily="34" charset="0"/>
              </a:rPr>
              <a:t>디귿</a:t>
            </a:r>
            <a:endParaRPr lang="en-US" dirty="0">
              <a:latin typeface="Calibri" pitchFamily="34" charset="0"/>
              <a:cs typeface="Calibri" pitchFamily="34" charset="0"/>
            </a:endParaRPr>
          </a:p>
        </p:txBody>
      </p:sp>
      <p:sp>
        <p:nvSpPr>
          <p:cNvPr id="2" name="TextBox 1">
            <a:extLst>
              <a:ext uri="{FF2B5EF4-FFF2-40B4-BE49-F238E27FC236}">
                <a16:creationId xmlns:a16="http://schemas.microsoft.com/office/drawing/2014/main" id="{0CE21D3A-1E4A-AF31-83D3-4568397BDE62}"/>
              </a:ext>
            </a:extLst>
          </p:cNvPr>
          <p:cNvSpPr txBox="1"/>
          <p:nvPr/>
        </p:nvSpPr>
        <p:spPr>
          <a:xfrm>
            <a:off x="5015345" y="1126775"/>
            <a:ext cx="456985" cy="369332"/>
          </a:xfrm>
          <a:prstGeom prst="rect">
            <a:avLst/>
          </a:prstGeom>
          <a:noFill/>
        </p:spPr>
        <p:txBody>
          <a:bodyPr wrap="none" rtlCol="0">
            <a:spAutoFit/>
          </a:bodyPr>
          <a:lstStyle/>
          <a:p>
            <a:r>
              <a:rPr lang="es-CL" dirty="0"/>
              <a:t>DA</a:t>
            </a:r>
          </a:p>
        </p:txBody>
      </p:sp>
    </p:spTree>
    <p:extLst>
      <p:ext uri="{BB962C8B-B14F-4D97-AF65-F5344CB8AC3E}">
        <p14:creationId xmlns:p14="http://schemas.microsoft.com/office/powerpoint/2010/main" val="848285482"/>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descr="D:\Korean Clases\자음 01\자음 리을.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55516" y="1668778"/>
            <a:ext cx="8038023" cy="4244568"/>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err="1">
                <a:latin typeface="Calibri" pitchFamily="34" charset="0"/>
                <a:cs typeface="Calibri" pitchFamily="34" charset="0"/>
              </a:rPr>
              <a:t>Consonante</a:t>
            </a:r>
            <a:r>
              <a:rPr lang="en-US" dirty="0">
                <a:latin typeface="Calibri" pitchFamily="34" charset="0"/>
                <a:cs typeface="Calibri" pitchFamily="34" charset="0"/>
              </a:rPr>
              <a:t> </a:t>
            </a:r>
            <a:r>
              <a:rPr lang="ko-KR" altLang="es-CL" dirty="0">
                <a:latin typeface="Calibri" pitchFamily="34" charset="0"/>
                <a:cs typeface="Calibri" pitchFamily="34" charset="0"/>
              </a:rPr>
              <a:t>리을</a:t>
            </a:r>
            <a:endParaRPr lang="en-US" dirty="0">
              <a:latin typeface="Calibri" pitchFamily="34" charset="0"/>
              <a:cs typeface="Calibri" pitchFamily="34" charset="0"/>
            </a:endParaRPr>
          </a:p>
        </p:txBody>
      </p:sp>
      <p:sp>
        <p:nvSpPr>
          <p:cNvPr id="2" name="TextBox 1">
            <a:extLst>
              <a:ext uri="{FF2B5EF4-FFF2-40B4-BE49-F238E27FC236}">
                <a16:creationId xmlns:a16="http://schemas.microsoft.com/office/drawing/2014/main" id="{DEBD96B6-1C51-BF39-35E3-2823C01CFEDF}"/>
              </a:ext>
            </a:extLst>
          </p:cNvPr>
          <p:cNvSpPr txBox="1"/>
          <p:nvPr/>
        </p:nvSpPr>
        <p:spPr>
          <a:xfrm>
            <a:off x="3713018" y="1182255"/>
            <a:ext cx="497252" cy="369332"/>
          </a:xfrm>
          <a:prstGeom prst="rect">
            <a:avLst/>
          </a:prstGeom>
          <a:noFill/>
        </p:spPr>
        <p:txBody>
          <a:bodyPr wrap="none" rtlCol="0">
            <a:spAutoFit/>
          </a:bodyPr>
          <a:lstStyle/>
          <a:p>
            <a:r>
              <a:rPr lang="es-CL" dirty="0"/>
              <a:t>R/L</a:t>
            </a:r>
          </a:p>
        </p:txBody>
      </p:sp>
    </p:spTree>
    <p:extLst>
      <p:ext uri="{BB962C8B-B14F-4D97-AF65-F5344CB8AC3E}">
        <p14:creationId xmlns:p14="http://schemas.microsoft.com/office/powerpoint/2010/main" val="2302451559"/>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descr="D:\Korean Clases\자음 01\자음 미음.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55516" y="1668778"/>
            <a:ext cx="8069323" cy="4244568"/>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err="1">
                <a:latin typeface="Calibri" pitchFamily="34" charset="0"/>
                <a:cs typeface="Calibri" pitchFamily="34" charset="0"/>
              </a:rPr>
              <a:t>Consonante</a:t>
            </a:r>
            <a:r>
              <a:rPr lang="en-US" dirty="0">
                <a:latin typeface="Calibri" pitchFamily="34" charset="0"/>
                <a:cs typeface="Calibri" pitchFamily="34" charset="0"/>
              </a:rPr>
              <a:t> </a:t>
            </a:r>
            <a:r>
              <a:rPr lang="ko-KR" altLang="es-CL" dirty="0">
                <a:latin typeface="Calibri" pitchFamily="34" charset="0"/>
                <a:cs typeface="Calibri" pitchFamily="34" charset="0"/>
              </a:rPr>
              <a:t>리을</a:t>
            </a:r>
            <a:endParaRPr lang="en-US" dirty="0">
              <a:latin typeface="Calibri" pitchFamily="34" charset="0"/>
              <a:cs typeface="Calibri" pitchFamily="34" charset="0"/>
            </a:endParaRPr>
          </a:p>
        </p:txBody>
      </p:sp>
      <p:sp>
        <p:nvSpPr>
          <p:cNvPr id="2" name="TextBox 1">
            <a:extLst>
              <a:ext uri="{FF2B5EF4-FFF2-40B4-BE49-F238E27FC236}">
                <a16:creationId xmlns:a16="http://schemas.microsoft.com/office/drawing/2014/main" id="{C8FF53F5-0447-1656-C8D1-F01AA494A530}"/>
              </a:ext>
            </a:extLst>
          </p:cNvPr>
          <p:cNvSpPr txBox="1"/>
          <p:nvPr/>
        </p:nvSpPr>
        <p:spPr>
          <a:xfrm>
            <a:off x="5274427" y="868218"/>
            <a:ext cx="683028" cy="369332"/>
          </a:xfrm>
          <a:prstGeom prst="rect">
            <a:avLst/>
          </a:prstGeom>
          <a:noFill/>
        </p:spPr>
        <p:txBody>
          <a:bodyPr wrap="square" rtlCol="0">
            <a:spAutoFit/>
          </a:bodyPr>
          <a:lstStyle/>
          <a:p>
            <a:r>
              <a:rPr lang="es-CL" dirty="0"/>
              <a:t>MA</a:t>
            </a:r>
          </a:p>
        </p:txBody>
      </p:sp>
    </p:spTree>
    <p:extLst>
      <p:ext uri="{BB962C8B-B14F-4D97-AF65-F5344CB8AC3E}">
        <p14:creationId xmlns:p14="http://schemas.microsoft.com/office/powerpoint/2010/main" val="363002594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descr="D:\Korean Clases\자음 01\자음 비읍.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55515" y="1661158"/>
            <a:ext cx="8091020" cy="4252188"/>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err="1">
                <a:latin typeface="Calibri" pitchFamily="34" charset="0"/>
                <a:cs typeface="Calibri" pitchFamily="34" charset="0"/>
              </a:rPr>
              <a:t>Consonante</a:t>
            </a:r>
            <a:r>
              <a:rPr lang="en-US" dirty="0">
                <a:latin typeface="Calibri" pitchFamily="34" charset="0"/>
                <a:cs typeface="Calibri" pitchFamily="34" charset="0"/>
              </a:rPr>
              <a:t> </a:t>
            </a:r>
          </a:p>
        </p:txBody>
      </p:sp>
      <p:sp>
        <p:nvSpPr>
          <p:cNvPr id="2" name="TextBox 1">
            <a:extLst>
              <a:ext uri="{FF2B5EF4-FFF2-40B4-BE49-F238E27FC236}">
                <a16:creationId xmlns:a16="http://schemas.microsoft.com/office/drawing/2014/main" id="{3D2FA915-8049-6F26-2CBE-37C0F4460517}"/>
              </a:ext>
            </a:extLst>
          </p:cNvPr>
          <p:cNvSpPr txBox="1"/>
          <p:nvPr/>
        </p:nvSpPr>
        <p:spPr>
          <a:xfrm>
            <a:off x="5639626" y="843240"/>
            <a:ext cx="1774204" cy="369332"/>
          </a:xfrm>
          <a:prstGeom prst="rect">
            <a:avLst/>
          </a:prstGeom>
          <a:noFill/>
        </p:spPr>
        <p:txBody>
          <a:bodyPr wrap="none" rtlCol="0">
            <a:spAutoFit/>
          </a:bodyPr>
          <a:lstStyle/>
          <a:p>
            <a:r>
              <a:rPr lang="es-CL" altLang="ko-KR" dirty="0"/>
              <a:t>BA / </a:t>
            </a:r>
            <a:r>
              <a:rPr lang="ko-KR" altLang="es-CL" dirty="0"/>
              <a:t>바다 </a:t>
            </a:r>
            <a:r>
              <a:rPr lang="es-CL" altLang="ko-KR" dirty="0"/>
              <a:t>= MAR</a:t>
            </a:r>
            <a:endParaRPr lang="es-CL" dirty="0"/>
          </a:p>
        </p:txBody>
      </p:sp>
    </p:spTree>
    <p:extLst>
      <p:ext uri="{BB962C8B-B14F-4D97-AF65-F5344CB8AC3E}">
        <p14:creationId xmlns:p14="http://schemas.microsoft.com/office/powerpoint/2010/main" val="756592204"/>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err="1">
                <a:latin typeface="Calibri" pitchFamily="34" charset="0"/>
                <a:cs typeface="Calibri" pitchFamily="34" charset="0"/>
              </a:rPr>
              <a:t>Consonante</a:t>
            </a:r>
            <a:r>
              <a:rPr lang="en-US" dirty="0">
                <a:latin typeface="Calibri" pitchFamily="34" charset="0"/>
                <a:cs typeface="Calibri" pitchFamily="34" charset="0"/>
              </a:rPr>
              <a:t> </a:t>
            </a:r>
            <a:r>
              <a:rPr lang="ko-KR" altLang="es-CL" dirty="0">
                <a:latin typeface="Calibri" pitchFamily="34" charset="0"/>
                <a:cs typeface="Calibri" pitchFamily="34" charset="0"/>
              </a:rPr>
              <a:t>시옷 </a:t>
            </a:r>
            <a:r>
              <a:rPr lang="es-CL" altLang="ko-KR" dirty="0">
                <a:latin typeface="Calibri" pitchFamily="34" charset="0"/>
                <a:cs typeface="Calibri" pitchFamily="34" charset="0"/>
              </a:rPr>
              <a:t>SHA</a:t>
            </a:r>
            <a:endParaRPr lang="en-US" dirty="0">
              <a:latin typeface="Calibri" pitchFamily="34" charset="0"/>
              <a:cs typeface="Calibri" pitchFamily="34" charset="0"/>
            </a:endParaRPr>
          </a:p>
        </p:txBody>
      </p:sp>
      <p:pic>
        <p:nvPicPr>
          <p:cNvPr id="18434" name="Picture 2" descr="D:\Korean Clases\자음 01\자음 시옷.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55516" y="1661159"/>
            <a:ext cx="7955285" cy="416236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5CB09180-3D91-DB39-49D9-D626ED0960B6}"/>
              </a:ext>
            </a:extLst>
          </p:cNvPr>
          <p:cNvSpPr txBox="1"/>
          <p:nvPr/>
        </p:nvSpPr>
        <p:spPr>
          <a:xfrm>
            <a:off x="6502400" y="579186"/>
            <a:ext cx="3463320" cy="923330"/>
          </a:xfrm>
          <a:prstGeom prst="rect">
            <a:avLst/>
          </a:prstGeom>
          <a:noFill/>
        </p:spPr>
        <p:txBody>
          <a:bodyPr wrap="none" rtlCol="0">
            <a:spAutoFit/>
          </a:bodyPr>
          <a:lstStyle/>
          <a:p>
            <a:r>
              <a:rPr lang="ko-KR" altLang="es-CL" dirty="0"/>
              <a:t>사랑해요</a:t>
            </a:r>
            <a:r>
              <a:rPr lang="es-CL" altLang="ko-KR" dirty="0"/>
              <a:t>[SARANGJEYO]</a:t>
            </a:r>
            <a:r>
              <a:rPr lang="ko-KR" altLang="es-CL" dirty="0"/>
              <a:t> </a:t>
            </a:r>
            <a:r>
              <a:rPr lang="es-CL" altLang="ko-KR" dirty="0"/>
              <a:t>= TE AMO</a:t>
            </a:r>
          </a:p>
          <a:p>
            <a:r>
              <a:rPr lang="ko-KR" altLang="es-CL" dirty="0"/>
              <a:t>사랑해</a:t>
            </a:r>
            <a:r>
              <a:rPr lang="es-CL" altLang="ko-KR" dirty="0"/>
              <a:t>[SARANGJE]</a:t>
            </a:r>
          </a:p>
          <a:p>
            <a:endParaRPr lang="es-CL" dirty="0"/>
          </a:p>
        </p:txBody>
      </p:sp>
    </p:spTree>
    <p:extLst>
      <p:ext uri="{BB962C8B-B14F-4D97-AF65-F5344CB8AC3E}">
        <p14:creationId xmlns:p14="http://schemas.microsoft.com/office/powerpoint/2010/main" val="318407784"/>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descr="D:\Korean Clases\자음 01\자음 이응.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3135" y="1645919"/>
            <a:ext cx="7980248" cy="4177603"/>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err="1">
                <a:latin typeface="Calibri" pitchFamily="34" charset="0"/>
                <a:cs typeface="Calibri" pitchFamily="34" charset="0"/>
              </a:rPr>
              <a:t>Consonante</a:t>
            </a:r>
            <a:r>
              <a:rPr lang="en-US" dirty="0">
                <a:latin typeface="Calibri" pitchFamily="34" charset="0"/>
                <a:cs typeface="Calibri" pitchFamily="34" charset="0"/>
              </a:rPr>
              <a:t> </a:t>
            </a:r>
            <a:r>
              <a:rPr lang="ko-KR" altLang="es-CL" dirty="0">
                <a:latin typeface="Calibri" pitchFamily="34" charset="0"/>
                <a:cs typeface="Calibri" pitchFamily="34" charset="0"/>
              </a:rPr>
              <a:t>시옷</a:t>
            </a:r>
            <a:endParaRPr lang="en-US" dirty="0">
              <a:latin typeface="Calibri" pitchFamily="34" charset="0"/>
              <a:cs typeface="Calibri" pitchFamily="34" charset="0"/>
            </a:endParaRPr>
          </a:p>
        </p:txBody>
      </p:sp>
      <p:sp>
        <p:nvSpPr>
          <p:cNvPr id="2" name="TextBox 1">
            <a:extLst>
              <a:ext uri="{FF2B5EF4-FFF2-40B4-BE49-F238E27FC236}">
                <a16:creationId xmlns:a16="http://schemas.microsoft.com/office/drawing/2014/main" id="{63AEC676-927F-8308-4835-4F00B6DB4C46}"/>
              </a:ext>
            </a:extLst>
          </p:cNvPr>
          <p:cNvSpPr txBox="1"/>
          <p:nvPr/>
        </p:nvSpPr>
        <p:spPr>
          <a:xfrm>
            <a:off x="5735782" y="942109"/>
            <a:ext cx="2081019" cy="369332"/>
          </a:xfrm>
          <a:prstGeom prst="rect">
            <a:avLst/>
          </a:prstGeom>
          <a:noFill/>
        </p:spPr>
        <p:txBody>
          <a:bodyPr wrap="none" rtlCol="0">
            <a:spAutoFit/>
          </a:bodyPr>
          <a:lstStyle/>
          <a:p>
            <a:r>
              <a:rPr lang="es-CL" dirty="0"/>
              <a:t>MUDO/SILENCIOSO </a:t>
            </a:r>
          </a:p>
        </p:txBody>
      </p:sp>
    </p:spTree>
    <p:extLst>
      <p:ext uri="{BB962C8B-B14F-4D97-AF65-F5344CB8AC3E}">
        <p14:creationId xmlns:p14="http://schemas.microsoft.com/office/powerpoint/2010/main" val="212221832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descr="D:\Korean Clases\자음 01\자음 지읏.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93615" y="1645918"/>
            <a:ext cx="7949768" cy="4190480"/>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err="1">
                <a:latin typeface="Calibri" pitchFamily="34" charset="0"/>
                <a:cs typeface="Calibri" pitchFamily="34" charset="0"/>
              </a:rPr>
              <a:t>Consonante</a:t>
            </a:r>
            <a:r>
              <a:rPr lang="en-US" dirty="0">
                <a:latin typeface="Calibri" pitchFamily="34" charset="0"/>
                <a:cs typeface="Calibri" pitchFamily="34" charset="0"/>
              </a:rPr>
              <a:t> </a:t>
            </a:r>
            <a:r>
              <a:rPr lang="ko-KR" altLang="es-CL" dirty="0">
                <a:latin typeface="Calibri" pitchFamily="34" charset="0"/>
                <a:cs typeface="Calibri" pitchFamily="34" charset="0"/>
              </a:rPr>
              <a:t>지읏</a:t>
            </a:r>
            <a:endParaRPr lang="en-US" dirty="0">
              <a:latin typeface="Calibri" pitchFamily="34" charset="0"/>
              <a:cs typeface="Calibri" pitchFamily="34" charset="0"/>
            </a:endParaRPr>
          </a:p>
        </p:txBody>
      </p:sp>
      <p:sp>
        <p:nvSpPr>
          <p:cNvPr id="2" name="TextBox 1">
            <a:extLst>
              <a:ext uri="{FF2B5EF4-FFF2-40B4-BE49-F238E27FC236}">
                <a16:creationId xmlns:a16="http://schemas.microsoft.com/office/drawing/2014/main" id="{EF1B02F9-9563-C990-A55D-4AD3D8AD89E1}"/>
              </a:ext>
            </a:extLst>
          </p:cNvPr>
          <p:cNvSpPr txBox="1"/>
          <p:nvPr/>
        </p:nvSpPr>
        <p:spPr>
          <a:xfrm>
            <a:off x="6197600" y="581891"/>
            <a:ext cx="2270173" cy="923330"/>
          </a:xfrm>
          <a:prstGeom prst="rect">
            <a:avLst/>
          </a:prstGeom>
          <a:noFill/>
        </p:spPr>
        <p:txBody>
          <a:bodyPr wrap="none" rtlCol="0">
            <a:spAutoFit/>
          </a:bodyPr>
          <a:lstStyle/>
          <a:p>
            <a:r>
              <a:rPr lang="es-CL" dirty="0"/>
              <a:t>Y/J</a:t>
            </a:r>
          </a:p>
          <a:p>
            <a:r>
              <a:rPr lang="ko-KR" altLang="es-CL" dirty="0"/>
              <a:t>재희 </a:t>
            </a:r>
            <a:r>
              <a:rPr lang="es-CL" altLang="ko-KR" dirty="0"/>
              <a:t>= YEJI</a:t>
            </a:r>
          </a:p>
          <a:p>
            <a:r>
              <a:rPr lang="ko-KR" altLang="es-CL" dirty="0"/>
              <a:t>잘자 </a:t>
            </a:r>
            <a:r>
              <a:rPr lang="es-CL" altLang="ko-KR" dirty="0"/>
              <a:t>= buenas noches</a:t>
            </a:r>
            <a:endParaRPr lang="es-CL" dirty="0"/>
          </a:p>
        </p:txBody>
      </p:sp>
    </p:spTree>
    <p:extLst>
      <p:ext uri="{BB962C8B-B14F-4D97-AF65-F5344CB8AC3E}">
        <p14:creationId xmlns:p14="http://schemas.microsoft.com/office/powerpoint/2010/main" val="1289501136"/>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descr="D:\Korean Clases\자음 01\자음 히읗.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1235" y="1652904"/>
            <a:ext cx="7942148" cy="4155489"/>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err="1">
                <a:latin typeface="Calibri" pitchFamily="34" charset="0"/>
                <a:cs typeface="Calibri" pitchFamily="34" charset="0"/>
              </a:rPr>
              <a:t>Consonante</a:t>
            </a:r>
            <a:r>
              <a:rPr lang="en-US" dirty="0">
                <a:latin typeface="Calibri" pitchFamily="34" charset="0"/>
                <a:cs typeface="Calibri" pitchFamily="34" charset="0"/>
              </a:rPr>
              <a:t> </a:t>
            </a:r>
            <a:r>
              <a:rPr lang="ko-KR" altLang="es-CL" dirty="0">
                <a:latin typeface="Calibri" pitchFamily="34" charset="0"/>
                <a:cs typeface="Calibri" pitchFamily="34" charset="0"/>
              </a:rPr>
              <a:t>지읏</a:t>
            </a:r>
            <a:endParaRPr lang="en-US" dirty="0">
              <a:latin typeface="Calibri" pitchFamily="34" charset="0"/>
              <a:cs typeface="Calibri" pitchFamily="34" charset="0"/>
            </a:endParaRPr>
          </a:p>
        </p:txBody>
      </p:sp>
      <p:sp>
        <p:nvSpPr>
          <p:cNvPr id="5" name="TextBox 4">
            <a:extLst>
              <a:ext uri="{FF2B5EF4-FFF2-40B4-BE49-F238E27FC236}">
                <a16:creationId xmlns:a16="http://schemas.microsoft.com/office/drawing/2014/main" id="{C39B3F66-2859-89B4-0282-CC51525271CE}"/>
              </a:ext>
            </a:extLst>
          </p:cNvPr>
          <p:cNvSpPr txBox="1"/>
          <p:nvPr/>
        </p:nvSpPr>
        <p:spPr>
          <a:xfrm>
            <a:off x="6272309" y="803502"/>
            <a:ext cx="598241" cy="369332"/>
          </a:xfrm>
          <a:prstGeom prst="rect">
            <a:avLst/>
          </a:prstGeom>
          <a:noFill/>
        </p:spPr>
        <p:txBody>
          <a:bodyPr wrap="none" rtlCol="0">
            <a:spAutoFit/>
          </a:bodyPr>
          <a:lstStyle/>
          <a:p>
            <a:r>
              <a:rPr lang="es-CL" dirty="0"/>
              <a:t>J / H</a:t>
            </a:r>
          </a:p>
        </p:txBody>
      </p:sp>
    </p:spTree>
    <p:extLst>
      <p:ext uri="{BB962C8B-B14F-4D97-AF65-F5344CB8AC3E}">
        <p14:creationId xmlns:p14="http://schemas.microsoft.com/office/powerpoint/2010/main" val="1268340587"/>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descr="D:\Korean Clases\자음 01\자음 1 합계.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1235" y="1652903"/>
            <a:ext cx="7942148" cy="4186912"/>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err="1">
                <a:latin typeface="Calibri" pitchFamily="34" charset="0"/>
                <a:cs typeface="Calibri" pitchFamily="34" charset="0"/>
              </a:rPr>
              <a:t>Consonante</a:t>
            </a:r>
            <a:r>
              <a:rPr lang="en-US" dirty="0">
                <a:latin typeface="Calibri" pitchFamily="34" charset="0"/>
                <a:cs typeface="Calibri" pitchFamily="34" charset="0"/>
              </a:rPr>
              <a:t> </a:t>
            </a:r>
            <a:r>
              <a:rPr lang="es-CL" dirty="0" err="1">
                <a:latin typeface="Calibri" pitchFamily="34" charset="0"/>
                <a:cs typeface="Calibri" pitchFamily="34" charset="0"/>
              </a:rPr>
              <a:t>Basico</a:t>
            </a:r>
            <a:endParaRPr lang="en-US" dirty="0">
              <a:latin typeface="Calibri" pitchFamily="34" charset="0"/>
              <a:cs typeface="Calibri" pitchFamily="34" charset="0"/>
            </a:endParaRPr>
          </a:p>
        </p:txBody>
      </p:sp>
      <p:sp>
        <p:nvSpPr>
          <p:cNvPr id="2" name="TextBox 1"/>
          <p:cNvSpPr txBox="1"/>
          <p:nvPr/>
        </p:nvSpPr>
        <p:spPr>
          <a:xfrm>
            <a:off x="3733801" y="2264251"/>
            <a:ext cx="4771627" cy="369332"/>
          </a:xfrm>
          <a:prstGeom prst="rect">
            <a:avLst/>
          </a:prstGeom>
          <a:noFill/>
        </p:spPr>
        <p:txBody>
          <a:bodyPr wrap="none" rtlCol="0">
            <a:spAutoFit/>
          </a:bodyPr>
          <a:lstStyle/>
          <a:p>
            <a:r>
              <a:rPr lang="es-CL" dirty="0">
                <a:solidFill>
                  <a:schemeClr val="bg1"/>
                </a:solidFill>
              </a:rPr>
              <a:t>GA           NA           DA           RA          MA            BA</a:t>
            </a:r>
          </a:p>
        </p:txBody>
      </p:sp>
      <p:sp>
        <p:nvSpPr>
          <p:cNvPr id="6" name="TextBox 5"/>
          <p:cNvSpPr txBox="1"/>
          <p:nvPr/>
        </p:nvSpPr>
        <p:spPr>
          <a:xfrm>
            <a:off x="4572001" y="4648200"/>
            <a:ext cx="3866315" cy="369332"/>
          </a:xfrm>
          <a:prstGeom prst="rect">
            <a:avLst/>
          </a:prstGeom>
          <a:noFill/>
        </p:spPr>
        <p:txBody>
          <a:bodyPr wrap="none" rtlCol="0">
            <a:spAutoFit/>
          </a:bodyPr>
          <a:lstStyle/>
          <a:p>
            <a:r>
              <a:rPr lang="es-CL" dirty="0">
                <a:solidFill>
                  <a:schemeClr val="bg1"/>
                </a:solidFill>
              </a:rPr>
              <a:t>    SA      A(mudo)   YA/JA j(</a:t>
            </a:r>
            <a:r>
              <a:rPr lang="es-CL" dirty="0" err="1">
                <a:solidFill>
                  <a:schemeClr val="bg1"/>
                </a:solidFill>
              </a:rPr>
              <a:t>ing</a:t>
            </a:r>
            <a:r>
              <a:rPr lang="es-CL" dirty="0">
                <a:solidFill>
                  <a:schemeClr val="bg1"/>
                </a:solidFill>
              </a:rPr>
              <a:t>)   JA(</a:t>
            </a:r>
            <a:r>
              <a:rPr lang="es-CL" dirty="0" err="1">
                <a:solidFill>
                  <a:schemeClr val="bg1"/>
                </a:solidFill>
              </a:rPr>
              <a:t>esp</a:t>
            </a:r>
            <a:r>
              <a:rPr lang="es-CL" dirty="0">
                <a:solidFill>
                  <a:schemeClr val="bg1"/>
                </a:solidFill>
              </a:rPr>
              <a:t>)</a:t>
            </a:r>
          </a:p>
        </p:txBody>
      </p:sp>
    </p:spTree>
    <p:extLst>
      <p:ext uri="{BB962C8B-B14F-4D97-AF65-F5344CB8AC3E}">
        <p14:creationId xmlns:p14="http://schemas.microsoft.com/office/powerpoint/2010/main" val="9385490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descr="D:\Korean Clases\자음 2 거센소리\거센소리 자음.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16475" y="1660523"/>
            <a:ext cx="7818125" cy="4102534"/>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err="1">
                <a:latin typeface="Calibri" pitchFamily="34" charset="0"/>
                <a:cs typeface="Calibri" pitchFamily="34" charset="0"/>
              </a:rPr>
              <a:t>Consonante</a:t>
            </a:r>
            <a:r>
              <a:rPr lang="en-US" dirty="0">
                <a:latin typeface="Calibri" pitchFamily="34" charset="0"/>
                <a:cs typeface="Calibri" pitchFamily="34" charset="0"/>
              </a:rPr>
              <a:t> </a:t>
            </a:r>
            <a:r>
              <a:rPr lang="es-CL" dirty="0">
                <a:latin typeface="Calibri" pitchFamily="34" charset="0"/>
                <a:cs typeface="Calibri" pitchFamily="34" charset="0"/>
              </a:rPr>
              <a:t>Áspero</a:t>
            </a:r>
            <a:endParaRPr lang="en-US" dirty="0">
              <a:latin typeface="Calibri" pitchFamily="34" charset="0"/>
              <a:cs typeface="Calibri" pitchFamily="34" charset="0"/>
            </a:endParaRPr>
          </a:p>
        </p:txBody>
      </p:sp>
    </p:spTree>
    <p:extLst>
      <p:ext uri="{BB962C8B-B14F-4D97-AF65-F5344CB8AC3E}">
        <p14:creationId xmlns:p14="http://schemas.microsoft.com/office/powerpoint/2010/main" val="4205760393"/>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descr="D:\Korean Clases\자음 2 거센소리\거센소리 자음 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16474" y="1660524"/>
            <a:ext cx="7784596" cy="4054477"/>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err="1">
                <a:latin typeface="Calibri" pitchFamily="34" charset="0"/>
                <a:cs typeface="Calibri" pitchFamily="34" charset="0"/>
              </a:rPr>
              <a:t>Consonante</a:t>
            </a:r>
            <a:r>
              <a:rPr lang="en-US" dirty="0">
                <a:latin typeface="Calibri" pitchFamily="34" charset="0"/>
                <a:cs typeface="Calibri" pitchFamily="34" charset="0"/>
              </a:rPr>
              <a:t> </a:t>
            </a:r>
            <a:r>
              <a:rPr lang="es-CL" dirty="0">
                <a:latin typeface="Calibri" pitchFamily="34" charset="0"/>
                <a:cs typeface="Calibri" pitchFamily="34" charset="0"/>
              </a:rPr>
              <a:t>Áspero</a:t>
            </a:r>
            <a:endParaRPr lang="en-US" dirty="0">
              <a:latin typeface="Calibri" pitchFamily="34" charset="0"/>
              <a:cs typeface="Calibri" pitchFamily="34" charset="0"/>
            </a:endParaRPr>
          </a:p>
        </p:txBody>
      </p:sp>
    </p:spTree>
    <p:extLst>
      <p:ext uri="{BB962C8B-B14F-4D97-AF65-F5344CB8AC3E}">
        <p14:creationId xmlns:p14="http://schemas.microsoft.com/office/powerpoint/2010/main" val="3084077443"/>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descr="D:\Korean Clases\자음 2 거센소리\거센소리 자음 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16474" y="1668144"/>
            <a:ext cx="7784596" cy="4075875"/>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err="1">
                <a:latin typeface="Calibri" pitchFamily="34" charset="0"/>
                <a:cs typeface="Calibri" pitchFamily="34" charset="0"/>
              </a:rPr>
              <a:t>Consonante</a:t>
            </a:r>
            <a:r>
              <a:rPr lang="en-US" dirty="0">
                <a:latin typeface="Calibri" pitchFamily="34" charset="0"/>
                <a:cs typeface="Calibri" pitchFamily="34" charset="0"/>
              </a:rPr>
              <a:t> </a:t>
            </a:r>
            <a:r>
              <a:rPr lang="es-CL" dirty="0">
                <a:latin typeface="Calibri" pitchFamily="34" charset="0"/>
                <a:cs typeface="Calibri" pitchFamily="34" charset="0"/>
              </a:rPr>
              <a:t>Áspero</a:t>
            </a:r>
            <a:endParaRPr lang="en-US" dirty="0">
              <a:latin typeface="Calibri" pitchFamily="34" charset="0"/>
              <a:cs typeface="Calibri" pitchFamily="34" charset="0"/>
            </a:endParaRPr>
          </a:p>
        </p:txBody>
      </p:sp>
    </p:spTree>
    <p:extLst>
      <p:ext uri="{BB962C8B-B14F-4D97-AF65-F5344CB8AC3E}">
        <p14:creationId xmlns:p14="http://schemas.microsoft.com/office/powerpoint/2010/main" val="376166494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descr="D:\Korean Clases\자음 2 거센소리\거센 자음 키읔.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1660523"/>
            <a:ext cx="7738870" cy="4039874"/>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err="1">
                <a:latin typeface="Calibri" pitchFamily="34" charset="0"/>
                <a:cs typeface="Calibri" pitchFamily="34" charset="0"/>
              </a:rPr>
              <a:t>Consonante</a:t>
            </a:r>
            <a:r>
              <a:rPr lang="en-US" dirty="0">
                <a:latin typeface="Calibri" pitchFamily="34" charset="0"/>
                <a:cs typeface="Calibri" pitchFamily="34" charset="0"/>
              </a:rPr>
              <a:t> </a:t>
            </a:r>
            <a:r>
              <a:rPr lang="ko-KR" altLang="es-CL" dirty="0">
                <a:latin typeface="Calibri" pitchFamily="34" charset="0"/>
                <a:cs typeface="Calibri" pitchFamily="34" charset="0"/>
              </a:rPr>
              <a:t>키윽</a:t>
            </a:r>
            <a:endParaRPr lang="en-US" dirty="0">
              <a:latin typeface="Calibri" pitchFamily="34" charset="0"/>
              <a:cs typeface="Calibri" pitchFamily="34" charset="0"/>
            </a:endParaRPr>
          </a:p>
        </p:txBody>
      </p:sp>
      <p:sp>
        <p:nvSpPr>
          <p:cNvPr id="2" name="TextBox 1">
            <a:extLst>
              <a:ext uri="{FF2B5EF4-FFF2-40B4-BE49-F238E27FC236}">
                <a16:creationId xmlns:a16="http://schemas.microsoft.com/office/drawing/2014/main" id="{C0FDF5C9-3569-176B-9339-8A92B636CF93}"/>
              </a:ext>
            </a:extLst>
          </p:cNvPr>
          <p:cNvSpPr txBox="1"/>
          <p:nvPr/>
        </p:nvSpPr>
        <p:spPr>
          <a:xfrm>
            <a:off x="4198620" y="1280160"/>
            <a:ext cx="2631682" cy="369332"/>
          </a:xfrm>
          <a:prstGeom prst="rect">
            <a:avLst/>
          </a:prstGeom>
          <a:noFill/>
        </p:spPr>
        <p:txBody>
          <a:bodyPr wrap="none" rtlCol="0">
            <a:spAutoFit/>
          </a:bodyPr>
          <a:lstStyle/>
          <a:p>
            <a:r>
              <a:rPr lang="es-CL" dirty="0"/>
              <a:t>KA / </a:t>
            </a:r>
            <a:r>
              <a:rPr lang="ko-KR" altLang="es-CL" dirty="0"/>
              <a:t>카드 </a:t>
            </a:r>
            <a:r>
              <a:rPr lang="es-CL" altLang="ko-KR" dirty="0"/>
              <a:t>(CARD) TARJETA</a:t>
            </a:r>
            <a:endParaRPr lang="es-CL" dirty="0"/>
          </a:p>
        </p:txBody>
      </p:sp>
      <p:sp>
        <p:nvSpPr>
          <p:cNvPr id="4" name="TextBox 3">
            <a:extLst>
              <a:ext uri="{FF2B5EF4-FFF2-40B4-BE49-F238E27FC236}">
                <a16:creationId xmlns:a16="http://schemas.microsoft.com/office/drawing/2014/main" id="{BD2CC51E-134B-749E-C267-B81053CE84C5}"/>
              </a:ext>
            </a:extLst>
          </p:cNvPr>
          <p:cNvSpPr txBox="1"/>
          <p:nvPr/>
        </p:nvSpPr>
        <p:spPr>
          <a:xfrm>
            <a:off x="7389091" y="365125"/>
            <a:ext cx="3288145" cy="646331"/>
          </a:xfrm>
          <a:prstGeom prst="rect">
            <a:avLst/>
          </a:prstGeom>
          <a:noFill/>
        </p:spPr>
        <p:txBody>
          <a:bodyPr wrap="square" rtlCol="0">
            <a:spAutoFit/>
          </a:bodyPr>
          <a:lstStyle/>
          <a:p>
            <a:r>
              <a:rPr lang="es-CL" dirty="0"/>
              <a:t>Jajaja</a:t>
            </a:r>
          </a:p>
          <a:p>
            <a:r>
              <a:rPr lang="ko-KR" altLang="es-CL" dirty="0"/>
              <a:t>ㅋㅋㅋㅋㅋㅋㅋㅋ</a:t>
            </a:r>
            <a:endParaRPr lang="es-CL" dirty="0"/>
          </a:p>
        </p:txBody>
      </p:sp>
    </p:spTree>
    <p:extLst>
      <p:ext uri="{BB962C8B-B14F-4D97-AF65-F5344CB8AC3E}">
        <p14:creationId xmlns:p14="http://schemas.microsoft.com/office/powerpoint/2010/main" val="2389960539"/>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 descr="D:\Korean Clases\자음 2 거센소리\거센 자음 티읕.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1660524"/>
            <a:ext cx="7848600" cy="4111171"/>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err="1">
                <a:latin typeface="Calibri" pitchFamily="34" charset="0"/>
                <a:cs typeface="Calibri" pitchFamily="34" charset="0"/>
              </a:rPr>
              <a:t>Consonante</a:t>
            </a:r>
            <a:r>
              <a:rPr lang="en-US" dirty="0">
                <a:latin typeface="Calibri" pitchFamily="34" charset="0"/>
                <a:cs typeface="Calibri" pitchFamily="34" charset="0"/>
              </a:rPr>
              <a:t> </a:t>
            </a:r>
            <a:r>
              <a:rPr lang="ko-KR" altLang="es-CL" dirty="0">
                <a:latin typeface="Calibri" pitchFamily="34" charset="0"/>
                <a:cs typeface="Calibri" pitchFamily="34" charset="0"/>
              </a:rPr>
              <a:t>티읕</a:t>
            </a:r>
            <a:endParaRPr lang="en-US" dirty="0">
              <a:latin typeface="Calibri" pitchFamily="34" charset="0"/>
              <a:cs typeface="Calibri" pitchFamily="34" charset="0"/>
            </a:endParaRPr>
          </a:p>
        </p:txBody>
      </p:sp>
      <p:sp>
        <p:nvSpPr>
          <p:cNvPr id="6" name="TextBox 5">
            <a:extLst>
              <a:ext uri="{FF2B5EF4-FFF2-40B4-BE49-F238E27FC236}">
                <a16:creationId xmlns:a16="http://schemas.microsoft.com/office/drawing/2014/main" id="{54E7CBEB-7FA4-77B3-F24B-01AE90DF3B1C}"/>
              </a:ext>
            </a:extLst>
          </p:cNvPr>
          <p:cNvSpPr txBox="1"/>
          <p:nvPr/>
        </p:nvSpPr>
        <p:spPr>
          <a:xfrm>
            <a:off x="5520228" y="962141"/>
            <a:ext cx="1303020" cy="369332"/>
          </a:xfrm>
          <a:prstGeom prst="rect">
            <a:avLst/>
          </a:prstGeom>
          <a:noFill/>
        </p:spPr>
        <p:txBody>
          <a:bodyPr wrap="square" rtlCol="0">
            <a:spAutoFit/>
          </a:bodyPr>
          <a:lstStyle/>
          <a:p>
            <a:r>
              <a:rPr lang="es-CL" dirty="0"/>
              <a:t>TA / </a:t>
            </a:r>
            <a:r>
              <a:rPr lang="ko-KR" altLang="es-CL" dirty="0"/>
              <a:t>타조 </a:t>
            </a:r>
            <a:endParaRPr lang="es-CL" dirty="0"/>
          </a:p>
        </p:txBody>
      </p:sp>
    </p:spTree>
    <p:extLst>
      <p:ext uri="{BB962C8B-B14F-4D97-AF65-F5344CB8AC3E}">
        <p14:creationId xmlns:p14="http://schemas.microsoft.com/office/powerpoint/2010/main" val="847105413"/>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5" name="Picture 3" descr="D:\Korean Clases\자음 2 거센소리\거센 자음 피읖.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1720" y="1637664"/>
            <a:ext cx="7786969" cy="4085477"/>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err="1">
                <a:latin typeface="Calibri" pitchFamily="34" charset="0"/>
                <a:cs typeface="Calibri" pitchFamily="34" charset="0"/>
              </a:rPr>
              <a:t>Consonante</a:t>
            </a:r>
            <a:r>
              <a:rPr lang="en-US" dirty="0">
                <a:latin typeface="Calibri" pitchFamily="34" charset="0"/>
                <a:cs typeface="Calibri" pitchFamily="34" charset="0"/>
              </a:rPr>
              <a:t> </a:t>
            </a:r>
            <a:r>
              <a:rPr lang="ko-KR" altLang="es-CL" dirty="0">
                <a:latin typeface="Calibri" pitchFamily="34" charset="0"/>
                <a:cs typeface="Calibri" pitchFamily="34" charset="0"/>
              </a:rPr>
              <a:t>피읖</a:t>
            </a:r>
            <a:endParaRPr lang="en-US" dirty="0">
              <a:latin typeface="Calibri" pitchFamily="34" charset="0"/>
              <a:cs typeface="Calibri" pitchFamily="34" charset="0"/>
            </a:endParaRPr>
          </a:p>
        </p:txBody>
      </p:sp>
      <p:sp>
        <p:nvSpPr>
          <p:cNvPr id="4" name="TextBox 3">
            <a:extLst>
              <a:ext uri="{FF2B5EF4-FFF2-40B4-BE49-F238E27FC236}">
                <a16:creationId xmlns:a16="http://schemas.microsoft.com/office/drawing/2014/main" id="{7FEDD8A0-65E1-62E0-1241-C96B6BD5EFC8}"/>
              </a:ext>
            </a:extLst>
          </p:cNvPr>
          <p:cNvSpPr txBox="1"/>
          <p:nvPr/>
        </p:nvSpPr>
        <p:spPr>
          <a:xfrm>
            <a:off x="5778846" y="1008323"/>
            <a:ext cx="2718608" cy="646331"/>
          </a:xfrm>
          <a:prstGeom prst="rect">
            <a:avLst/>
          </a:prstGeom>
          <a:noFill/>
        </p:spPr>
        <p:txBody>
          <a:bodyPr wrap="square" rtlCol="0">
            <a:spAutoFit/>
          </a:bodyPr>
          <a:lstStyle/>
          <a:p>
            <a:r>
              <a:rPr lang="es-CL" dirty="0"/>
              <a:t>PA / </a:t>
            </a:r>
            <a:r>
              <a:rPr lang="ko-KR" altLang="es-CL" dirty="0"/>
              <a:t>포도 </a:t>
            </a:r>
            <a:r>
              <a:rPr lang="es-CL" altLang="ko-KR" dirty="0"/>
              <a:t>UVA</a:t>
            </a:r>
          </a:p>
          <a:p>
            <a:r>
              <a:rPr lang="ko-KR" altLang="es-CL" dirty="0"/>
              <a:t>파도 </a:t>
            </a:r>
            <a:r>
              <a:rPr lang="es-CL" altLang="ko-KR" dirty="0"/>
              <a:t>= ola</a:t>
            </a:r>
            <a:r>
              <a:rPr lang="ko-KR" altLang="es-CL" dirty="0"/>
              <a:t> </a:t>
            </a:r>
            <a:endParaRPr lang="es-CL" dirty="0"/>
          </a:p>
        </p:txBody>
      </p:sp>
    </p:spTree>
    <p:extLst>
      <p:ext uri="{BB962C8B-B14F-4D97-AF65-F5344CB8AC3E}">
        <p14:creationId xmlns:p14="http://schemas.microsoft.com/office/powerpoint/2010/main" val="3128705937"/>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descr="D:\Korean Clases\자음 2 거센소리\거센 자음 치읓.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1721" y="1637664"/>
            <a:ext cx="7786969" cy="4077337"/>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err="1">
                <a:latin typeface="Calibri" pitchFamily="34" charset="0"/>
                <a:cs typeface="Calibri" pitchFamily="34" charset="0"/>
              </a:rPr>
              <a:t>Consonante</a:t>
            </a:r>
            <a:r>
              <a:rPr lang="en-US" dirty="0">
                <a:latin typeface="Calibri" pitchFamily="34" charset="0"/>
                <a:cs typeface="Calibri" pitchFamily="34" charset="0"/>
              </a:rPr>
              <a:t> </a:t>
            </a:r>
            <a:r>
              <a:rPr lang="ko-KR" altLang="es-CL" dirty="0">
                <a:latin typeface="Calibri" pitchFamily="34" charset="0"/>
                <a:cs typeface="Calibri" pitchFamily="34" charset="0"/>
              </a:rPr>
              <a:t>치읓</a:t>
            </a:r>
            <a:endParaRPr lang="en-US" dirty="0">
              <a:latin typeface="Calibri" pitchFamily="34" charset="0"/>
              <a:cs typeface="Calibri" pitchFamily="34" charset="0"/>
            </a:endParaRPr>
          </a:p>
        </p:txBody>
      </p:sp>
      <p:sp>
        <p:nvSpPr>
          <p:cNvPr id="4" name="TextBox 3">
            <a:extLst>
              <a:ext uri="{FF2B5EF4-FFF2-40B4-BE49-F238E27FC236}">
                <a16:creationId xmlns:a16="http://schemas.microsoft.com/office/drawing/2014/main" id="{85F74260-1449-E25A-A4DD-4A45C433320B}"/>
              </a:ext>
            </a:extLst>
          </p:cNvPr>
          <p:cNvSpPr txBox="1"/>
          <p:nvPr/>
        </p:nvSpPr>
        <p:spPr>
          <a:xfrm>
            <a:off x="5401714" y="843240"/>
            <a:ext cx="2718608" cy="369332"/>
          </a:xfrm>
          <a:prstGeom prst="rect">
            <a:avLst/>
          </a:prstGeom>
          <a:noFill/>
        </p:spPr>
        <p:txBody>
          <a:bodyPr wrap="square" rtlCol="0">
            <a:spAutoFit/>
          </a:bodyPr>
          <a:lstStyle/>
          <a:p>
            <a:r>
              <a:rPr lang="es-CL" dirty="0"/>
              <a:t>CH CHA </a:t>
            </a:r>
            <a:r>
              <a:rPr lang="ko-KR" altLang="es-CL" dirty="0"/>
              <a:t>차 </a:t>
            </a:r>
            <a:r>
              <a:rPr lang="es-CL" altLang="ko-KR" dirty="0"/>
              <a:t>/ AUTO O TE</a:t>
            </a:r>
            <a:endParaRPr lang="es-CL" dirty="0"/>
          </a:p>
        </p:txBody>
      </p:sp>
    </p:spTree>
    <p:extLst>
      <p:ext uri="{BB962C8B-B14F-4D97-AF65-F5344CB8AC3E}">
        <p14:creationId xmlns:p14="http://schemas.microsoft.com/office/powerpoint/2010/main" val="3553377119"/>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descr="D:\Korean Clases\자음 2 거센소리\거센소리 자음 모음.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1720" y="1637664"/>
            <a:ext cx="7784164" cy="4077337"/>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err="1">
                <a:latin typeface="Calibri" pitchFamily="34" charset="0"/>
                <a:cs typeface="Calibri" pitchFamily="34" charset="0"/>
              </a:rPr>
              <a:t>Consonante</a:t>
            </a:r>
            <a:r>
              <a:rPr lang="en-US" dirty="0">
                <a:latin typeface="Calibri" pitchFamily="34" charset="0"/>
                <a:cs typeface="Calibri" pitchFamily="34" charset="0"/>
              </a:rPr>
              <a:t> </a:t>
            </a:r>
            <a:r>
              <a:rPr lang="es-CL" dirty="0">
                <a:latin typeface="Calibri" pitchFamily="34" charset="0"/>
                <a:cs typeface="Calibri" pitchFamily="34" charset="0"/>
              </a:rPr>
              <a:t>Áspero</a:t>
            </a:r>
            <a:endParaRPr lang="en-US" dirty="0">
              <a:latin typeface="Calibri" pitchFamily="34" charset="0"/>
              <a:cs typeface="Calibri" pitchFamily="34" charset="0"/>
            </a:endParaRPr>
          </a:p>
        </p:txBody>
      </p:sp>
      <p:sp>
        <p:nvSpPr>
          <p:cNvPr id="2" name="TextBox 1">
            <a:extLst>
              <a:ext uri="{FF2B5EF4-FFF2-40B4-BE49-F238E27FC236}">
                <a16:creationId xmlns:a16="http://schemas.microsoft.com/office/drawing/2014/main" id="{12A95DC6-C01A-6E53-C883-5CB02944BEA7}"/>
              </a:ext>
            </a:extLst>
          </p:cNvPr>
          <p:cNvSpPr txBox="1"/>
          <p:nvPr/>
        </p:nvSpPr>
        <p:spPr>
          <a:xfrm>
            <a:off x="4289196" y="2384981"/>
            <a:ext cx="3607975" cy="553998"/>
          </a:xfrm>
          <a:prstGeom prst="rect">
            <a:avLst/>
          </a:prstGeom>
          <a:noFill/>
        </p:spPr>
        <p:txBody>
          <a:bodyPr wrap="none" rtlCol="0">
            <a:spAutoFit/>
          </a:bodyPr>
          <a:lstStyle/>
          <a:p>
            <a:r>
              <a:rPr lang="es-CL" sz="3000" dirty="0">
                <a:solidFill>
                  <a:schemeClr val="bg1"/>
                </a:solidFill>
              </a:rPr>
              <a:t>KA       TA       CHA    PA</a:t>
            </a:r>
          </a:p>
        </p:txBody>
      </p:sp>
    </p:spTree>
    <p:extLst>
      <p:ext uri="{BB962C8B-B14F-4D97-AF65-F5344CB8AC3E}">
        <p14:creationId xmlns:p14="http://schemas.microsoft.com/office/powerpoint/2010/main" val="3272817844"/>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2" descr="D:\Korean Clases\자음 3 된소리\기본 더하기 기본 자음 된소리.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1720" y="1637663"/>
            <a:ext cx="7784164" cy="4107734"/>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err="1">
                <a:latin typeface="Calibri" pitchFamily="34" charset="0"/>
                <a:cs typeface="Calibri" pitchFamily="34" charset="0"/>
              </a:rPr>
              <a:t>Consonante</a:t>
            </a:r>
            <a:r>
              <a:rPr lang="en-US" dirty="0">
                <a:latin typeface="Calibri" pitchFamily="34" charset="0"/>
                <a:cs typeface="Calibri" pitchFamily="34" charset="0"/>
              </a:rPr>
              <a:t> </a:t>
            </a:r>
            <a:r>
              <a:rPr lang="en-US" dirty="0" err="1">
                <a:latin typeface="Calibri" pitchFamily="34" charset="0"/>
                <a:cs typeface="Calibri" pitchFamily="34" charset="0"/>
              </a:rPr>
              <a:t>Dobles</a:t>
            </a:r>
            <a:endParaRPr lang="en-US" dirty="0">
              <a:latin typeface="Calibri" pitchFamily="34" charset="0"/>
              <a:cs typeface="Calibri" pitchFamily="34" charset="0"/>
            </a:endParaRPr>
          </a:p>
        </p:txBody>
      </p:sp>
    </p:spTree>
    <p:extLst>
      <p:ext uri="{BB962C8B-B14F-4D97-AF65-F5344CB8AC3E}">
        <p14:creationId xmlns:p14="http://schemas.microsoft.com/office/powerpoint/2010/main" val="122455615"/>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7" name="Picture 3" descr="D:\Korean Clases\자음 3 된소리\자음 3 된소리.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1720" y="1637664"/>
            <a:ext cx="7542797" cy="4001137"/>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err="1">
                <a:latin typeface="Calibri" pitchFamily="34" charset="0"/>
                <a:cs typeface="Calibri" pitchFamily="34" charset="0"/>
              </a:rPr>
              <a:t>Consonante</a:t>
            </a:r>
            <a:r>
              <a:rPr lang="en-US" dirty="0">
                <a:latin typeface="Calibri" pitchFamily="34" charset="0"/>
                <a:cs typeface="Calibri" pitchFamily="34" charset="0"/>
              </a:rPr>
              <a:t> </a:t>
            </a:r>
            <a:r>
              <a:rPr lang="en-US" dirty="0" err="1">
                <a:latin typeface="Calibri" pitchFamily="34" charset="0"/>
                <a:cs typeface="Calibri" pitchFamily="34" charset="0"/>
              </a:rPr>
              <a:t>Dobles</a:t>
            </a:r>
            <a:endParaRPr lang="en-US" dirty="0">
              <a:latin typeface="Calibri" pitchFamily="34" charset="0"/>
              <a:cs typeface="Calibri" pitchFamily="34" charset="0"/>
            </a:endParaRPr>
          </a:p>
        </p:txBody>
      </p:sp>
    </p:spTree>
    <p:extLst>
      <p:ext uri="{BB962C8B-B14F-4D97-AF65-F5344CB8AC3E}">
        <p14:creationId xmlns:p14="http://schemas.microsoft.com/office/powerpoint/2010/main" val="2433743190"/>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descr="D:\Korean Clases\자음 3 된소리\된소리 자음 모음.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1720" y="1637664"/>
            <a:ext cx="7716967" cy="4001137"/>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a:r>
              <a:rPr lang="en-US" dirty="0" err="1">
                <a:latin typeface="Calibri" pitchFamily="34" charset="0"/>
                <a:cs typeface="Calibri" pitchFamily="34" charset="0"/>
              </a:rPr>
              <a:t>Consonante</a:t>
            </a:r>
            <a:r>
              <a:rPr lang="en-US" dirty="0">
                <a:latin typeface="Calibri" pitchFamily="34" charset="0"/>
                <a:cs typeface="Calibri" pitchFamily="34" charset="0"/>
              </a:rPr>
              <a:t> </a:t>
            </a:r>
            <a:r>
              <a:rPr lang="en-US" dirty="0" err="1">
                <a:latin typeface="Calibri" pitchFamily="34" charset="0"/>
                <a:cs typeface="Calibri" pitchFamily="34" charset="0"/>
              </a:rPr>
              <a:t>Dobles</a:t>
            </a:r>
            <a:endParaRPr lang="en-US" dirty="0">
              <a:latin typeface="Calibri" pitchFamily="34" charset="0"/>
              <a:cs typeface="Calibri" pitchFamily="34" charset="0"/>
            </a:endParaRPr>
          </a:p>
        </p:txBody>
      </p:sp>
    </p:spTree>
    <p:extLst>
      <p:ext uri="{BB962C8B-B14F-4D97-AF65-F5344CB8AC3E}">
        <p14:creationId xmlns:p14="http://schemas.microsoft.com/office/powerpoint/2010/main" val="1989312752"/>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n-US" dirty="0" err="1">
                <a:latin typeface="Calibri" pitchFamily="34" charset="0"/>
                <a:cs typeface="Calibri" pitchFamily="34" charset="0"/>
              </a:rPr>
              <a:t>Consonante</a:t>
            </a:r>
            <a:r>
              <a:rPr lang="en-US" dirty="0">
                <a:latin typeface="Calibri" pitchFamily="34" charset="0"/>
                <a:cs typeface="Calibri" pitchFamily="34" charset="0"/>
              </a:rPr>
              <a:t> </a:t>
            </a:r>
            <a:r>
              <a:rPr lang="en-US" dirty="0" err="1">
                <a:latin typeface="Calibri" pitchFamily="34" charset="0"/>
                <a:cs typeface="Calibri" pitchFamily="34" charset="0"/>
              </a:rPr>
              <a:t>Dobles</a:t>
            </a:r>
            <a:endParaRPr lang="en-US" dirty="0">
              <a:latin typeface="Calibri" pitchFamily="34" charset="0"/>
              <a:cs typeface="Calibri" pitchFamily="34" charset="0"/>
            </a:endParaRPr>
          </a:p>
        </p:txBody>
      </p:sp>
      <p:pic>
        <p:nvPicPr>
          <p:cNvPr id="34818" name="Picture 2" descr="D:\Korean Clases\자음 3 된소리\자음 3 된소리 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9338" y="1676400"/>
            <a:ext cx="7541234" cy="3962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869356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descr="D:\Korean Clases\자음 3 된소리\자음 쌍기역.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9338" y="1676400"/>
            <a:ext cx="7564735" cy="3962400"/>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a:r>
              <a:rPr lang="en-US" dirty="0">
                <a:latin typeface="Calibri" pitchFamily="34" charset="0"/>
                <a:cs typeface="Calibri" pitchFamily="34" charset="0"/>
              </a:rPr>
              <a:t>C(</a:t>
            </a:r>
            <a:r>
              <a:rPr lang="en-US" dirty="0" err="1">
                <a:latin typeface="Calibri" pitchFamily="34" charset="0"/>
                <a:cs typeface="Calibri" pitchFamily="34" charset="0"/>
              </a:rPr>
              <a:t>esp</a:t>
            </a:r>
            <a:r>
              <a:rPr lang="en-US" dirty="0">
                <a:latin typeface="Calibri" pitchFamily="34" charset="0"/>
                <a:cs typeface="Calibri" pitchFamily="34" charset="0"/>
              </a:rPr>
              <a:t>)</a:t>
            </a:r>
          </a:p>
        </p:txBody>
      </p:sp>
    </p:spTree>
    <p:extLst>
      <p:ext uri="{BB962C8B-B14F-4D97-AF65-F5344CB8AC3E}">
        <p14:creationId xmlns:p14="http://schemas.microsoft.com/office/powerpoint/2010/main" val="4209385716"/>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 descr="D:\Korean Clases\자음 3 된소리\자음 쌍디귿.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1237" y="1676401"/>
            <a:ext cx="7528563" cy="3932433"/>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a:xfrm>
            <a:off x="807718" y="350838"/>
            <a:ext cx="10515600" cy="1325563"/>
          </a:xfrm>
        </p:spPr>
        <p:txBody>
          <a:bodyPr/>
          <a:lstStyle/>
          <a:p>
            <a:pPr algn="ctr"/>
            <a:r>
              <a:rPr lang="en-US" dirty="0" err="1">
                <a:latin typeface="Calibri" pitchFamily="34" charset="0"/>
                <a:cs typeface="Calibri" pitchFamily="34" charset="0"/>
              </a:rPr>
              <a:t>Consonante</a:t>
            </a:r>
            <a:r>
              <a:rPr lang="en-US" dirty="0">
                <a:latin typeface="Calibri" pitchFamily="34" charset="0"/>
                <a:cs typeface="Calibri" pitchFamily="34" charset="0"/>
              </a:rPr>
              <a:t> Dobles</a:t>
            </a:r>
            <a:r>
              <a:rPr lang="ko-KR" altLang="es-CL" dirty="0">
                <a:latin typeface="Calibri" pitchFamily="34" charset="0"/>
                <a:cs typeface="Calibri" pitchFamily="34" charset="0"/>
              </a:rPr>
              <a:t> 따 </a:t>
            </a:r>
            <a:r>
              <a:rPr lang="es-CL" altLang="ko-KR" dirty="0">
                <a:latin typeface="Calibri" pitchFamily="34" charset="0"/>
                <a:cs typeface="Calibri" pitchFamily="34" charset="0"/>
              </a:rPr>
              <a:t>T(</a:t>
            </a:r>
            <a:r>
              <a:rPr lang="es-CL" altLang="ko-KR" dirty="0" err="1">
                <a:latin typeface="Calibri" pitchFamily="34" charset="0"/>
                <a:cs typeface="Calibri" pitchFamily="34" charset="0"/>
              </a:rPr>
              <a:t>esp</a:t>
            </a:r>
            <a:r>
              <a:rPr lang="es-CL" altLang="ko-KR" dirty="0">
                <a:latin typeface="Calibri" pitchFamily="34" charset="0"/>
                <a:cs typeface="Calibri" pitchFamily="34" charset="0"/>
              </a:rPr>
              <a:t>)</a:t>
            </a:r>
            <a:endParaRPr lang="en-US" dirty="0">
              <a:latin typeface="Calibri" pitchFamily="34" charset="0"/>
              <a:cs typeface="Calibri" pitchFamily="34" charset="0"/>
            </a:endParaRPr>
          </a:p>
        </p:txBody>
      </p:sp>
    </p:spTree>
    <p:extLst>
      <p:ext uri="{BB962C8B-B14F-4D97-AF65-F5344CB8AC3E}">
        <p14:creationId xmlns:p14="http://schemas.microsoft.com/office/powerpoint/2010/main" val="39649949"/>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2" descr="D:\Korean Clases\자음 3 된소리\자음 쌍비읍.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1237" y="1676400"/>
            <a:ext cx="7528563" cy="3973315"/>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a:xfrm>
            <a:off x="838200" y="168643"/>
            <a:ext cx="10515600" cy="1325563"/>
          </a:xfrm>
        </p:spPr>
        <p:txBody>
          <a:bodyPr/>
          <a:lstStyle/>
          <a:p>
            <a:pPr algn="ctr"/>
            <a:r>
              <a:rPr lang="en-US" dirty="0" err="1">
                <a:latin typeface="Calibri" pitchFamily="34" charset="0"/>
                <a:cs typeface="Calibri" pitchFamily="34" charset="0"/>
              </a:rPr>
              <a:t>Consonante</a:t>
            </a:r>
            <a:r>
              <a:rPr lang="en-US" dirty="0">
                <a:latin typeface="Calibri" pitchFamily="34" charset="0"/>
                <a:cs typeface="Calibri" pitchFamily="34" charset="0"/>
              </a:rPr>
              <a:t> Dobles</a:t>
            </a:r>
            <a:r>
              <a:rPr lang="ko-KR" altLang="es-CL" dirty="0">
                <a:latin typeface="Calibri" pitchFamily="34" charset="0"/>
                <a:cs typeface="Calibri" pitchFamily="34" charset="0"/>
              </a:rPr>
              <a:t> 빠 </a:t>
            </a:r>
            <a:r>
              <a:rPr lang="es-CL" altLang="ko-KR" dirty="0">
                <a:latin typeface="Calibri" pitchFamily="34" charset="0"/>
                <a:cs typeface="Calibri" pitchFamily="34" charset="0"/>
              </a:rPr>
              <a:t>P(es)</a:t>
            </a:r>
            <a:endParaRPr lang="en-US" dirty="0">
              <a:latin typeface="Calibri" pitchFamily="34" charset="0"/>
              <a:cs typeface="Calibri" pitchFamily="34" charset="0"/>
            </a:endParaRPr>
          </a:p>
        </p:txBody>
      </p:sp>
    </p:spTree>
    <p:extLst>
      <p:ext uri="{BB962C8B-B14F-4D97-AF65-F5344CB8AC3E}">
        <p14:creationId xmlns:p14="http://schemas.microsoft.com/office/powerpoint/2010/main" val="2075778688"/>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descr="D:\Korean Clases\자음 3 된소리\자음 쌍시옷.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1236" y="1676399"/>
            <a:ext cx="7452364" cy="3912244"/>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a:xfrm>
            <a:off x="339436" y="366925"/>
            <a:ext cx="10515600" cy="1325563"/>
          </a:xfrm>
        </p:spPr>
        <p:txBody>
          <a:bodyPr/>
          <a:lstStyle/>
          <a:p>
            <a:pPr algn="ctr"/>
            <a:r>
              <a:rPr lang="en-US" dirty="0" err="1">
                <a:latin typeface="Calibri" pitchFamily="34" charset="0"/>
                <a:cs typeface="Calibri" pitchFamily="34" charset="0"/>
              </a:rPr>
              <a:t>Consonante</a:t>
            </a:r>
            <a:r>
              <a:rPr lang="en-US" dirty="0">
                <a:latin typeface="Calibri" pitchFamily="34" charset="0"/>
                <a:cs typeface="Calibri" pitchFamily="34" charset="0"/>
              </a:rPr>
              <a:t> Dobles</a:t>
            </a:r>
            <a:r>
              <a:rPr lang="ko-KR" altLang="es-CL" dirty="0">
                <a:latin typeface="Calibri" pitchFamily="34" charset="0"/>
                <a:cs typeface="Calibri" pitchFamily="34" charset="0"/>
              </a:rPr>
              <a:t> 싸 </a:t>
            </a:r>
            <a:r>
              <a:rPr lang="es-CL" altLang="ko-KR" dirty="0">
                <a:latin typeface="Calibri" pitchFamily="34" charset="0"/>
                <a:cs typeface="Calibri" pitchFamily="34" charset="0"/>
              </a:rPr>
              <a:t>SS</a:t>
            </a:r>
            <a:endParaRPr lang="en-US" b="1" dirty="0">
              <a:latin typeface="Calibri" pitchFamily="34" charset="0"/>
              <a:cs typeface="Calibri" pitchFamily="34" charset="0"/>
            </a:endParaRPr>
          </a:p>
        </p:txBody>
      </p:sp>
    </p:spTree>
    <p:extLst>
      <p:ext uri="{BB962C8B-B14F-4D97-AF65-F5344CB8AC3E}">
        <p14:creationId xmlns:p14="http://schemas.microsoft.com/office/powerpoint/2010/main" val="3885238955"/>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descr="D:\Korean Clases\자음 3 된소리\자음 쌍지읒.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8856" y="1676399"/>
            <a:ext cx="7444744" cy="3920371"/>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a:r>
              <a:rPr lang="en-US" dirty="0" err="1">
                <a:latin typeface="Calibri" pitchFamily="34" charset="0"/>
                <a:cs typeface="Calibri" pitchFamily="34" charset="0"/>
              </a:rPr>
              <a:t>Consonante</a:t>
            </a:r>
            <a:r>
              <a:rPr lang="en-US" dirty="0">
                <a:latin typeface="Calibri" pitchFamily="34" charset="0"/>
                <a:cs typeface="Calibri" pitchFamily="34" charset="0"/>
              </a:rPr>
              <a:t> Dobles</a:t>
            </a:r>
            <a:r>
              <a:rPr lang="ko-KR" altLang="es-CL" dirty="0">
                <a:latin typeface="Calibri" pitchFamily="34" charset="0"/>
                <a:cs typeface="Calibri" pitchFamily="34" charset="0"/>
              </a:rPr>
              <a:t> 짜 </a:t>
            </a:r>
            <a:r>
              <a:rPr lang="es-CL" altLang="ko-KR" dirty="0">
                <a:latin typeface="Calibri" pitchFamily="34" charset="0"/>
                <a:cs typeface="Calibri" pitchFamily="34" charset="0"/>
              </a:rPr>
              <a:t>TCHA/ZZA</a:t>
            </a:r>
            <a:endParaRPr lang="en-US" b="1" dirty="0">
              <a:latin typeface="Calibri" pitchFamily="34" charset="0"/>
              <a:cs typeface="Calibri" pitchFamily="34" charset="0"/>
            </a:endParaRPr>
          </a:p>
        </p:txBody>
      </p:sp>
    </p:spTree>
    <p:extLst>
      <p:ext uri="{BB962C8B-B14F-4D97-AF65-F5344CB8AC3E}">
        <p14:creationId xmlns:p14="http://schemas.microsoft.com/office/powerpoint/2010/main" val="1831460864"/>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2" descr="D:\Korean Clases\자음 3 된소리\된소리 자음 모음.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1716" y="1741009"/>
            <a:ext cx="7421884" cy="3848141"/>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a:r>
              <a:rPr lang="en-US" dirty="0" err="1">
                <a:latin typeface="Calibri" pitchFamily="34" charset="0"/>
                <a:cs typeface="Calibri" pitchFamily="34" charset="0"/>
              </a:rPr>
              <a:t>Consonante</a:t>
            </a:r>
            <a:r>
              <a:rPr lang="en-US" dirty="0">
                <a:latin typeface="Calibri" pitchFamily="34" charset="0"/>
                <a:cs typeface="Calibri" pitchFamily="34" charset="0"/>
              </a:rPr>
              <a:t> </a:t>
            </a:r>
            <a:r>
              <a:rPr lang="en-US" dirty="0" err="1">
                <a:latin typeface="Calibri" pitchFamily="34" charset="0"/>
                <a:cs typeface="Calibri" pitchFamily="34" charset="0"/>
              </a:rPr>
              <a:t>Dobles</a:t>
            </a:r>
            <a:endParaRPr lang="en-US" b="1" dirty="0">
              <a:latin typeface="Calibri" pitchFamily="34" charset="0"/>
              <a:cs typeface="Calibri" pitchFamily="34" charset="0"/>
            </a:endParaRPr>
          </a:p>
        </p:txBody>
      </p:sp>
      <p:sp>
        <p:nvSpPr>
          <p:cNvPr id="2" name="TextBox 1">
            <a:extLst>
              <a:ext uri="{FF2B5EF4-FFF2-40B4-BE49-F238E27FC236}">
                <a16:creationId xmlns:a16="http://schemas.microsoft.com/office/drawing/2014/main" id="{7D2F8D9C-5013-723B-867D-B700147AF17D}"/>
              </a:ext>
            </a:extLst>
          </p:cNvPr>
          <p:cNvSpPr txBox="1"/>
          <p:nvPr/>
        </p:nvSpPr>
        <p:spPr>
          <a:xfrm>
            <a:off x="3758152" y="3904112"/>
            <a:ext cx="4675695" cy="553998"/>
          </a:xfrm>
          <a:prstGeom prst="rect">
            <a:avLst/>
          </a:prstGeom>
          <a:noFill/>
        </p:spPr>
        <p:txBody>
          <a:bodyPr wrap="square" rtlCol="0">
            <a:spAutoFit/>
          </a:bodyPr>
          <a:lstStyle/>
          <a:p>
            <a:r>
              <a:rPr lang="es-CL" sz="3000" dirty="0">
                <a:solidFill>
                  <a:schemeClr val="bg1"/>
                </a:solidFill>
              </a:rPr>
              <a:t>KA      TA       PA     SSA      ZZA</a:t>
            </a:r>
          </a:p>
        </p:txBody>
      </p:sp>
    </p:spTree>
    <p:extLst>
      <p:ext uri="{BB962C8B-B14F-4D97-AF65-F5344CB8AC3E}">
        <p14:creationId xmlns:p14="http://schemas.microsoft.com/office/powerpoint/2010/main" val="134002792"/>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n-US" dirty="0" err="1">
                <a:latin typeface="Calibri" pitchFamily="34" charset="0"/>
                <a:cs typeface="Calibri" pitchFamily="34" charset="0"/>
              </a:rPr>
              <a:t>Pronunciacion</a:t>
            </a:r>
            <a:endParaRPr lang="en-US" dirty="0">
              <a:latin typeface="Calibri" pitchFamily="34" charset="0"/>
              <a:cs typeface="Calibri" pitchFamily="34" charset="0"/>
            </a:endParaRPr>
          </a:p>
        </p:txBody>
      </p:sp>
      <p:pic>
        <p:nvPicPr>
          <p:cNvPr id="41986" name="Picture 2" descr="D:\Korean Clases\자음 3 된소리\발음 비교.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8705" y="1668144"/>
            <a:ext cx="7568119" cy="39706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4270292"/>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2" descr="D:\Korean Clases\자음 3 된소리\발음 ㄱ ㄲ ㅋ.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8704" y="1668144"/>
            <a:ext cx="7709982" cy="4048683"/>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err="1">
                <a:latin typeface="Calibri" pitchFamily="34" charset="0"/>
                <a:cs typeface="Calibri" pitchFamily="34" charset="0"/>
              </a:rPr>
              <a:t>Consonante</a:t>
            </a:r>
            <a:r>
              <a:rPr lang="en-US" dirty="0">
                <a:latin typeface="Calibri" pitchFamily="34" charset="0"/>
                <a:cs typeface="Calibri" pitchFamily="34" charset="0"/>
              </a:rPr>
              <a:t> </a:t>
            </a:r>
            <a:r>
              <a:rPr lang="en-US" dirty="0" err="1">
                <a:latin typeface="Calibri" pitchFamily="34" charset="0"/>
                <a:cs typeface="Calibri" pitchFamily="34" charset="0"/>
              </a:rPr>
              <a:t>Dobles</a:t>
            </a:r>
            <a:endParaRPr lang="en-US" dirty="0">
              <a:latin typeface="Calibri" pitchFamily="34" charset="0"/>
              <a:cs typeface="Calibri" pitchFamily="34" charset="0"/>
            </a:endParaRPr>
          </a:p>
        </p:txBody>
      </p:sp>
      <p:sp>
        <p:nvSpPr>
          <p:cNvPr id="2" name="TextBox 1">
            <a:extLst>
              <a:ext uri="{FF2B5EF4-FFF2-40B4-BE49-F238E27FC236}">
                <a16:creationId xmlns:a16="http://schemas.microsoft.com/office/drawing/2014/main" id="{E5D19D7D-C445-8FF3-2465-6259DECAC289}"/>
              </a:ext>
            </a:extLst>
          </p:cNvPr>
          <p:cNvSpPr txBox="1"/>
          <p:nvPr/>
        </p:nvSpPr>
        <p:spPr>
          <a:xfrm>
            <a:off x="3301957" y="1913641"/>
            <a:ext cx="801279" cy="369332"/>
          </a:xfrm>
          <a:prstGeom prst="rect">
            <a:avLst/>
          </a:prstGeom>
          <a:noFill/>
        </p:spPr>
        <p:txBody>
          <a:bodyPr wrap="square" rtlCol="0">
            <a:spAutoFit/>
          </a:bodyPr>
          <a:lstStyle/>
          <a:p>
            <a:r>
              <a:rPr lang="es-CL" dirty="0">
                <a:solidFill>
                  <a:schemeClr val="bg1"/>
                </a:solidFill>
              </a:rPr>
              <a:t>GA</a:t>
            </a:r>
          </a:p>
        </p:txBody>
      </p:sp>
      <p:sp>
        <p:nvSpPr>
          <p:cNvPr id="4" name="TextBox 3">
            <a:extLst>
              <a:ext uri="{FF2B5EF4-FFF2-40B4-BE49-F238E27FC236}">
                <a16:creationId xmlns:a16="http://schemas.microsoft.com/office/drawing/2014/main" id="{681CC9D1-2A32-2F16-5528-89CD28441606}"/>
              </a:ext>
            </a:extLst>
          </p:cNvPr>
          <p:cNvSpPr txBox="1"/>
          <p:nvPr/>
        </p:nvSpPr>
        <p:spPr>
          <a:xfrm>
            <a:off x="5972164" y="1941922"/>
            <a:ext cx="801279" cy="369332"/>
          </a:xfrm>
          <a:prstGeom prst="rect">
            <a:avLst/>
          </a:prstGeom>
          <a:noFill/>
        </p:spPr>
        <p:txBody>
          <a:bodyPr wrap="square" rtlCol="0">
            <a:spAutoFit/>
          </a:bodyPr>
          <a:lstStyle/>
          <a:p>
            <a:r>
              <a:rPr lang="es-CL" dirty="0">
                <a:solidFill>
                  <a:schemeClr val="bg1"/>
                </a:solidFill>
              </a:rPr>
              <a:t>CCA</a:t>
            </a:r>
          </a:p>
        </p:txBody>
      </p:sp>
      <p:sp>
        <p:nvSpPr>
          <p:cNvPr id="6" name="TextBox 5">
            <a:extLst>
              <a:ext uri="{FF2B5EF4-FFF2-40B4-BE49-F238E27FC236}">
                <a16:creationId xmlns:a16="http://schemas.microsoft.com/office/drawing/2014/main" id="{858F006B-956F-3CB9-218D-BF331C8A6C44}"/>
              </a:ext>
            </a:extLst>
          </p:cNvPr>
          <p:cNvSpPr txBox="1"/>
          <p:nvPr/>
        </p:nvSpPr>
        <p:spPr>
          <a:xfrm>
            <a:off x="8489404" y="1952920"/>
            <a:ext cx="801279" cy="369332"/>
          </a:xfrm>
          <a:prstGeom prst="rect">
            <a:avLst/>
          </a:prstGeom>
          <a:noFill/>
        </p:spPr>
        <p:txBody>
          <a:bodyPr wrap="square" rtlCol="0">
            <a:spAutoFit/>
          </a:bodyPr>
          <a:lstStyle/>
          <a:p>
            <a:r>
              <a:rPr lang="es-CL" dirty="0">
                <a:solidFill>
                  <a:schemeClr val="bg1"/>
                </a:solidFill>
              </a:rPr>
              <a:t>KA</a:t>
            </a:r>
          </a:p>
        </p:txBody>
      </p:sp>
    </p:spTree>
    <p:extLst>
      <p:ext uri="{BB962C8B-B14F-4D97-AF65-F5344CB8AC3E}">
        <p14:creationId xmlns:p14="http://schemas.microsoft.com/office/powerpoint/2010/main" val="2945907925"/>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2" descr="D:\Korean Clases\자음 3 된소리\발음 ㄷ ㄸ ㅌ.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8704" y="1668143"/>
            <a:ext cx="7709982" cy="4055540"/>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a:r>
              <a:rPr lang="en-US" dirty="0" err="1">
                <a:latin typeface="Calibri" pitchFamily="34" charset="0"/>
                <a:cs typeface="Calibri" pitchFamily="34" charset="0"/>
              </a:rPr>
              <a:t>Consonante</a:t>
            </a:r>
            <a:r>
              <a:rPr lang="en-US" dirty="0">
                <a:latin typeface="Calibri" pitchFamily="34" charset="0"/>
                <a:cs typeface="Calibri" pitchFamily="34" charset="0"/>
              </a:rPr>
              <a:t> </a:t>
            </a:r>
            <a:r>
              <a:rPr lang="en-US" dirty="0" err="1">
                <a:latin typeface="Calibri" pitchFamily="34" charset="0"/>
                <a:cs typeface="Calibri" pitchFamily="34" charset="0"/>
              </a:rPr>
              <a:t>Dobles</a:t>
            </a:r>
            <a:endParaRPr lang="en-US" dirty="0">
              <a:latin typeface="Calibri" pitchFamily="34" charset="0"/>
              <a:cs typeface="Calibri" pitchFamily="34" charset="0"/>
            </a:endParaRPr>
          </a:p>
        </p:txBody>
      </p:sp>
      <p:sp>
        <p:nvSpPr>
          <p:cNvPr id="2" name="TextBox 1">
            <a:extLst>
              <a:ext uri="{FF2B5EF4-FFF2-40B4-BE49-F238E27FC236}">
                <a16:creationId xmlns:a16="http://schemas.microsoft.com/office/drawing/2014/main" id="{85EA7849-557F-49B3-79C7-E403875BF4D5}"/>
              </a:ext>
            </a:extLst>
          </p:cNvPr>
          <p:cNvSpPr txBox="1"/>
          <p:nvPr/>
        </p:nvSpPr>
        <p:spPr>
          <a:xfrm>
            <a:off x="5948955" y="1977214"/>
            <a:ext cx="1659117" cy="369332"/>
          </a:xfrm>
          <a:prstGeom prst="rect">
            <a:avLst/>
          </a:prstGeom>
          <a:noFill/>
        </p:spPr>
        <p:txBody>
          <a:bodyPr wrap="square" rtlCol="0">
            <a:spAutoFit/>
          </a:bodyPr>
          <a:lstStyle/>
          <a:p>
            <a:r>
              <a:rPr lang="es-CL" dirty="0">
                <a:solidFill>
                  <a:schemeClr val="bg1"/>
                </a:solidFill>
              </a:rPr>
              <a:t>TTA</a:t>
            </a:r>
          </a:p>
        </p:txBody>
      </p:sp>
      <p:sp>
        <p:nvSpPr>
          <p:cNvPr id="5" name="TextBox 4">
            <a:extLst>
              <a:ext uri="{FF2B5EF4-FFF2-40B4-BE49-F238E27FC236}">
                <a16:creationId xmlns:a16="http://schemas.microsoft.com/office/drawing/2014/main" id="{5068166A-E47A-56C6-A546-941B77F2CD88}"/>
              </a:ext>
            </a:extLst>
          </p:cNvPr>
          <p:cNvSpPr txBox="1"/>
          <p:nvPr/>
        </p:nvSpPr>
        <p:spPr>
          <a:xfrm>
            <a:off x="3508343" y="2113175"/>
            <a:ext cx="1659117" cy="369332"/>
          </a:xfrm>
          <a:prstGeom prst="rect">
            <a:avLst/>
          </a:prstGeom>
          <a:noFill/>
        </p:spPr>
        <p:txBody>
          <a:bodyPr wrap="square" rtlCol="0">
            <a:spAutoFit/>
          </a:bodyPr>
          <a:lstStyle/>
          <a:p>
            <a:r>
              <a:rPr lang="es-CL" dirty="0">
                <a:solidFill>
                  <a:schemeClr val="bg1"/>
                </a:solidFill>
              </a:rPr>
              <a:t>DA</a:t>
            </a:r>
          </a:p>
        </p:txBody>
      </p:sp>
      <p:sp>
        <p:nvSpPr>
          <p:cNvPr id="7" name="TextBox 6">
            <a:extLst>
              <a:ext uri="{FF2B5EF4-FFF2-40B4-BE49-F238E27FC236}">
                <a16:creationId xmlns:a16="http://schemas.microsoft.com/office/drawing/2014/main" id="{A4D2639F-BABF-B774-707F-EC7B35B2FB82}"/>
              </a:ext>
            </a:extLst>
          </p:cNvPr>
          <p:cNvSpPr txBox="1"/>
          <p:nvPr/>
        </p:nvSpPr>
        <p:spPr>
          <a:xfrm>
            <a:off x="8524043" y="1977214"/>
            <a:ext cx="1659117" cy="369332"/>
          </a:xfrm>
          <a:prstGeom prst="rect">
            <a:avLst/>
          </a:prstGeom>
          <a:noFill/>
        </p:spPr>
        <p:txBody>
          <a:bodyPr wrap="square" rtlCol="0">
            <a:spAutoFit/>
          </a:bodyPr>
          <a:lstStyle/>
          <a:p>
            <a:r>
              <a:rPr lang="es-CL" dirty="0">
                <a:solidFill>
                  <a:schemeClr val="bg1"/>
                </a:solidFill>
              </a:rPr>
              <a:t>TA</a:t>
            </a:r>
          </a:p>
        </p:txBody>
      </p:sp>
    </p:spTree>
    <p:extLst>
      <p:ext uri="{BB962C8B-B14F-4D97-AF65-F5344CB8AC3E}">
        <p14:creationId xmlns:p14="http://schemas.microsoft.com/office/powerpoint/2010/main" val="3492892429"/>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ching\Desktop\Korean Clases\자음 3 된소리\발음 ㅂ ㅃ ㅍ.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8704" y="1668143"/>
            <a:ext cx="7729908" cy="4055540"/>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a:r>
              <a:rPr lang="en-US" dirty="0" err="1">
                <a:latin typeface="Calibri" pitchFamily="34" charset="0"/>
                <a:cs typeface="Calibri" pitchFamily="34" charset="0"/>
              </a:rPr>
              <a:t>Consonante</a:t>
            </a:r>
            <a:r>
              <a:rPr lang="en-US" dirty="0">
                <a:latin typeface="Calibri" pitchFamily="34" charset="0"/>
                <a:cs typeface="Calibri" pitchFamily="34" charset="0"/>
              </a:rPr>
              <a:t> </a:t>
            </a:r>
            <a:r>
              <a:rPr lang="en-US" dirty="0" err="1">
                <a:latin typeface="Calibri" pitchFamily="34" charset="0"/>
                <a:cs typeface="Calibri" pitchFamily="34" charset="0"/>
              </a:rPr>
              <a:t>Dobles</a:t>
            </a:r>
            <a:endParaRPr lang="en-US" dirty="0">
              <a:latin typeface="Calibri" pitchFamily="34" charset="0"/>
              <a:cs typeface="Calibri" pitchFamily="34" charset="0"/>
            </a:endParaRPr>
          </a:p>
        </p:txBody>
      </p:sp>
      <p:sp>
        <p:nvSpPr>
          <p:cNvPr id="2" name="TextBox 1">
            <a:extLst>
              <a:ext uri="{FF2B5EF4-FFF2-40B4-BE49-F238E27FC236}">
                <a16:creationId xmlns:a16="http://schemas.microsoft.com/office/drawing/2014/main" id="{4C9F3540-1AF9-685F-FBE3-CCF59F93F8D4}"/>
              </a:ext>
            </a:extLst>
          </p:cNvPr>
          <p:cNvSpPr txBox="1"/>
          <p:nvPr/>
        </p:nvSpPr>
        <p:spPr>
          <a:xfrm>
            <a:off x="3601039" y="2111604"/>
            <a:ext cx="440505" cy="369332"/>
          </a:xfrm>
          <a:prstGeom prst="rect">
            <a:avLst/>
          </a:prstGeom>
          <a:noFill/>
        </p:spPr>
        <p:txBody>
          <a:bodyPr wrap="none" rtlCol="0">
            <a:spAutoFit/>
          </a:bodyPr>
          <a:lstStyle/>
          <a:p>
            <a:r>
              <a:rPr lang="es-CL" dirty="0">
                <a:solidFill>
                  <a:schemeClr val="bg1"/>
                </a:solidFill>
              </a:rPr>
              <a:t>BA</a:t>
            </a:r>
          </a:p>
        </p:txBody>
      </p:sp>
      <p:sp>
        <p:nvSpPr>
          <p:cNvPr id="5" name="TextBox 4">
            <a:extLst>
              <a:ext uri="{FF2B5EF4-FFF2-40B4-BE49-F238E27FC236}">
                <a16:creationId xmlns:a16="http://schemas.microsoft.com/office/drawing/2014/main" id="{B31A6E61-4605-28F1-BCB7-E8D3A82122D6}"/>
              </a:ext>
            </a:extLst>
          </p:cNvPr>
          <p:cNvSpPr txBox="1"/>
          <p:nvPr/>
        </p:nvSpPr>
        <p:spPr>
          <a:xfrm>
            <a:off x="5948955" y="1977214"/>
            <a:ext cx="1659117" cy="369332"/>
          </a:xfrm>
          <a:prstGeom prst="rect">
            <a:avLst/>
          </a:prstGeom>
          <a:noFill/>
        </p:spPr>
        <p:txBody>
          <a:bodyPr wrap="square" rtlCol="0">
            <a:spAutoFit/>
          </a:bodyPr>
          <a:lstStyle/>
          <a:p>
            <a:r>
              <a:rPr lang="es-CL" dirty="0">
                <a:solidFill>
                  <a:schemeClr val="bg1"/>
                </a:solidFill>
              </a:rPr>
              <a:t>PPA</a:t>
            </a:r>
          </a:p>
        </p:txBody>
      </p:sp>
      <p:sp>
        <p:nvSpPr>
          <p:cNvPr id="6" name="TextBox 5">
            <a:extLst>
              <a:ext uri="{FF2B5EF4-FFF2-40B4-BE49-F238E27FC236}">
                <a16:creationId xmlns:a16="http://schemas.microsoft.com/office/drawing/2014/main" id="{94D82DF3-6703-A8EC-8CF8-EBC6D855855B}"/>
              </a:ext>
            </a:extLst>
          </p:cNvPr>
          <p:cNvSpPr txBox="1"/>
          <p:nvPr/>
        </p:nvSpPr>
        <p:spPr>
          <a:xfrm>
            <a:off x="8409495" y="1977214"/>
            <a:ext cx="1659117" cy="369332"/>
          </a:xfrm>
          <a:prstGeom prst="rect">
            <a:avLst/>
          </a:prstGeom>
          <a:noFill/>
        </p:spPr>
        <p:txBody>
          <a:bodyPr wrap="square" rtlCol="0">
            <a:spAutoFit/>
          </a:bodyPr>
          <a:lstStyle/>
          <a:p>
            <a:r>
              <a:rPr lang="es-CL" dirty="0">
                <a:solidFill>
                  <a:schemeClr val="bg1"/>
                </a:solidFill>
              </a:rPr>
              <a:t>PA</a:t>
            </a:r>
          </a:p>
        </p:txBody>
      </p:sp>
    </p:spTree>
    <p:extLst>
      <p:ext uri="{BB962C8B-B14F-4D97-AF65-F5344CB8AC3E}">
        <p14:creationId xmlns:p14="http://schemas.microsoft.com/office/powerpoint/2010/main" val="1313782015"/>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ching\Desktop\Korean Clases\자음 3 된소리\발음 ㅈ ㅉ ㅊ.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1" y="1668143"/>
            <a:ext cx="7701431" cy="4055540"/>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a:r>
              <a:rPr lang="en-US" dirty="0" err="1">
                <a:latin typeface="Calibri" pitchFamily="34" charset="0"/>
                <a:cs typeface="Calibri" pitchFamily="34" charset="0"/>
              </a:rPr>
              <a:t>Consonante</a:t>
            </a:r>
            <a:r>
              <a:rPr lang="en-US" dirty="0">
                <a:latin typeface="Calibri" pitchFamily="34" charset="0"/>
                <a:cs typeface="Calibri" pitchFamily="34" charset="0"/>
              </a:rPr>
              <a:t> </a:t>
            </a:r>
            <a:r>
              <a:rPr lang="en-US" dirty="0" err="1">
                <a:latin typeface="Calibri" pitchFamily="34" charset="0"/>
                <a:cs typeface="Calibri" pitchFamily="34" charset="0"/>
              </a:rPr>
              <a:t>Dobles</a:t>
            </a:r>
            <a:endParaRPr lang="en-US" dirty="0">
              <a:latin typeface="Calibri" pitchFamily="34" charset="0"/>
              <a:cs typeface="Calibri" pitchFamily="34" charset="0"/>
            </a:endParaRPr>
          </a:p>
        </p:txBody>
      </p:sp>
      <p:sp>
        <p:nvSpPr>
          <p:cNvPr id="2" name="TextBox 1">
            <a:extLst>
              <a:ext uri="{FF2B5EF4-FFF2-40B4-BE49-F238E27FC236}">
                <a16:creationId xmlns:a16="http://schemas.microsoft.com/office/drawing/2014/main" id="{2ADDCB22-1F2D-3E41-1AB0-D19991AF4084}"/>
              </a:ext>
            </a:extLst>
          </p:cNvPr>
          <p:cNvSpPr txBox="1"/>
          <p:nvPr/>
        </p:nvSpPr>
        <p:spPr>
          <a:xfrm>
            <a:off x="3487918" y="1998482"/>
            <a:ext cx="701218" cy="369332"/>
          </a:xfrm>
          <a:prstGeom prst="rect">
            <a:avLst/>
          </a:prstGeom>
          <a:noFill/>
        </p:spPr>
        <p:txBody>
          <a:bodyPr wrap="none" rtlCol="0">
            <a:spAutoFit/>
          </a:bodyPr>
          <a:lstStyle/>
          <a:p>
            <a:r>
              <a:rPr lang="es-CL" dirty="0">
                <a:solidFill>
                  <a:schemeClr val="bg1"/>
                </a:solidFill>
              </a:rPr>
              <a:t>YA/JA</a:t>
            </a:r>
          </a:p>
        </p:txBody>
      </p:sp>
      <p:sp>
        <p:nvSpPr>
          <p:cNvPr id="4" name="TextBox 3">
            <a:extLst>
              <a:ext uri="{FF2B5EF4-FFF2-40B4-BE49-F238E27FC236}">
                <a16:creationId xmlns:a16="http://schemas.microsoft.com/office/drawing/2014/main" id="{4821E23B-733D-7CDF-FF4D-F315D97B65B1}"/>
              </a:ext>
            </a:extLst>
          </p:cNvPr>
          <p:cNvSpPr txBox="1"/>
          <p:nvPr/>
        </p:nvSpPr>
        <p:spPr>
          <a:xfrm>
            <a:off x="5797485" y="1989055"/>
            <a:ext cx="1129284" cy="369332"/>
          </a:xfrm>
          <a:prstGeom prst="rect">
            <a:avLst/>
          </a:prstGeom>
          <a:noFill/>
        </p:spPr>
        <p:txBody>
          <a:bodyPr wrap="none" rtlCol="0">
            <a:spAutoFit/>
          </a:bodyPr>
          <a:lstStyle/>
          <a:p>
            <a:r>
              <a:rPr lang="es-CL" dirty="0">
                <a:solidFill>
                  <a:schemeClr val="bg1"/>
                </a:solidFill>
              </a:rPr>
              <a:t>ZZA/TCHA</a:t>
            </a:r>
          </a:p>
        </p:txBody>
      </p:sp>
      <p:sp>
        <p:nvSpPr>
          <p:cNvPr id="5" name="TextBox 4">
            <a:extLst>
              <a:ext uri="{FF2B5EF4-FFF2-40B4-BE49-F238E27FC236}">
                <a16:creationId xmlns:a16="http://schemas.microsoft.com/office/drawing/2014/main" id="{F7903CC3-AF22-D43E-60F2-85EF00AA87E6}"/>
              </a:ext>
            </a:extLst>
          </p:cNvPr>
          <p:cNvSpPr txBox="1"/>
          <p:nvPr/>
        </p:nvSpPr>
        <p:spPr>
          <a:xfrm>
            <a:off x="8408709" y="1913641"/>
            <a:ext cx="585417" cy="369332"/>
          </a:xfrm>
          <a:prstGeom prst="rect">
            <a:avLst/>
          </a:prstGeom>
          <a:noFill/>
        </p:spPr>
        <p:txBody>
          <a:bodyPr wrap="none" rtlCol="0">
            <a:spAutoFit/>
          </a:bodyPr>
          <a:lstStyle/>
          <a:p>
            <a:r>
              <a:rPr lang="es-CL" dirty="0">
                <a:solidFill>
                  <a:schemeClr val="bg1"/>
                </a:solidFill>
              </a:rPr>
              <a:t>CHA</a:t>
            </a:r>
          </a:p>
        </p:txBody>
      </p:sp>
    </p:spTree>
    <p:extLst>
      <p:ext uri="{BB962C8B-B14F-4D97-AF65-F5344CB8AC3E}">
        <p14:creationId xmlns:p14="http://schemas.microsoft.com/office/powerpoint/2010/main" val="3356772192"/>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Users\ching\Desktop\Korean Clases\자음 3 된소리\발음 ㅅ ㅆ.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1680712"/>
            <a:ext cx="7701431" cy="4055541"/>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a:r>
              <a:rPr lang="en-US" dirty="0" err="1">
                <a:latin typeface="Calibri" pitchFamily="34" charset="0"/>
                <a:cs typeface="Calibri" pitchFamily="34" charset="0"/>
              </a:rPr>
              <a:t>Consonante</a:t>
            </a:r>
            <a:r>
              <a:rPr lang="en-US" dirty="0">
                <a:latin typeface="Calibri" pitchFamily="34" charset="0"/>
                <a:cs typeface="Calibri" pitchFamily="34" charset="0"/>
              </a:rPr>
              <a:t> </a:t>
            </a:r>
            <a:r>
              <a:rPr lang="en-US" dirty="0" err="1">
                <a:latin typeface="Calibri" pitchFamily="34" charset="0"/>
                <a:cs typeface="Calibri" pitchFamily="34" charset="0"/>
              </a:rPr>
              <a:t>Dobles</a:t>
            </a:r>
            <a:endParaRPr lang="en-US" dirty="0">
              <a:latin typeface="Calibri" pitchFamily="34" charset="0"/>
              <a:cs typeface="Calibri" pitchFamily="34" charset="0"/>
            </a:endParaRPr>
          </a:p>
        </p:txBody>
      </p:sp>
      <p:sp>
        <p:nvSpPr>
          <p:cNvPr id="5" name="TextBox 4">
            <a:extLst>
              <a:ext uri="{FF2B5EF4-FFF2-40B4-BE49-F238E27FC236}">
                <a16:creationId xmlns:a16="http://schemas.microsoft.com/office/drawing/2014/main" id="{CD351A2E-0B77-329B-A103-7C035DBCBBCB}"/>
              </a:ext>
            </a:extLst>
          </p:cNvPr>
          <p:cNvSpPr txBox="1"/>
          <p:nvPr/>
        </p:nvSpPr>
        <p:spPr>
          <a:xfrm>
            <a:off x="5948955" y="1805117"/>
            <a:ext cx="1659117" cy="369332"/>
          </a:xfrm>
          <a:prstGeom prst="rect">
            <a:avLst/>
          </a:prstGeom>
          <a:noFill/>
        </p:spPr>
        <p:txBody>
          <a:bodyPr wrap="square" rtlCol="0">
            <a:spAutoFit/>
          </a:bodyPr>
          <a:lstStyle/>
          <a:p>
            <a:r>
              <a:rPr lang="es-CL" dirty="0">
                <a:solidFill>
                  <a:schemeClr val="bg1"/>
                </a:solidFill>
              </a:rPr>
              <a:t>SSA</a:t>
            </a:r>
          </a:p>
        </p:txBody>
      </p:sp>
      <p:sp>
        <p:nvSpPr>
          <p:cNvPr id="9" name="TextBox 8">
            <a:extLst>
              <a:ext uri="{FF2B5EF4-FFF2-40B4-BE49-F238E27FC236}">
                <a16:creationId xmlns:a16="http://schemas.microsoft.com/office/drawing/2014/main" id="{64B9EC06-CEBB-2F4B-C51D-278E06361C5A}"/>
              </a:ext>
            </a:extLst>
          </p:cNvPr>
          <p:cNvSpPr txBox="1"/>
          <p:nvPr/>
        </p:nvSpPr>
        <p:spPr>
          <a:xfrm>
            <a:off x="3111487" y="1911226"/>
            <a:ext cx="1659117" cy="369332"/>
          </a:xfrm>
          <a:prstGeom prst="rect">
            <a:avLst/>
          </a:prstGeom>
          <a:noFill/>
        </p:spPr>
        <p:txBody>
          <a:bodyPr wrap="square" rtlCol="0">
            <a:spAutoFit/>
          </a:bodyPr>
          <a:lstStyle/>
          <a:p>
            <a:r>
              <a:rPr lang="es-CL" dirty="0">
                <a:solidFill>
                  <a:schemeClr val="bg1"/>
                </a:solidFill>
              </a:rPr>
              <a:t>SA</a:t>
            </a:r>
          </a:p>
        </p:txBody>
      </p:sp>
    </p:spTree>
    <p:extLst>
      <p:ext uri="{BB962C8B-B14F-4D97-AF65-F5344CB8AC3E}">
        <p14:creationId xmlns:p14="http://schemas.microsoft.com/office/powerpoint/2010/main" val="1076274456"/>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ching\Desktop\Korean Clases\자음 3 된소리\발음 마무리.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1" y="1668143"/>
            <a:ext cx="7670951" cy="4031423"/>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err="1">
                <a:latin typeface="Calibri" pitchFamily="34" charset="0"/>
                <a:cs typeface="Calibri" pitchFamily="34" charset="0"/>
              </a:rPr>
              <a:t>Consonantes</a:t>
            </a:r>
            <a:endParaRPr lang="en-US" dirty="0">
              <a:latin typeface="Calibri" pitchFamily="34" charset="0"/>
              <a:cs typeface="Calibri" pitchFamily="34" charset="0"/>
            </a:endParaRPr>
          </a:p>
        </p:txBody>
      </p:sp>
    </p:spTree>
    <p:extLst>
      <p:ext uri="{BB962C8B-B14F-4D97-AF65-F5344CB8AC3E}">
        <p14:creationId xmlns:p14="http://schemas.microsoft.com/office/powerpoint/2010/main" val="289853773"/>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C:\Users\ching\Desktop\Korean Clases\자음 3 된소리\자음 마무리.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1" y="1600201"/>
            <a:ext cx="7669417" cy="4023803"/>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err="1">
                <a:latin typeface="Calibri" pitchFamily="34" charset="0"/>
                <a:cs typeface="Calibri" pitchFamily="34" charset="0"/>
              </a:rPr>
              <a:t>Consonantes</a:t>
            </a:r>
            <a:endParaRPr lang="en-US" dirty="0">
              <a:latin typeface="Calibri" pitchFamily="34" charset="0"/>
              <a:cs typeface="Calibri" pitchFamily="34" charset="0"/>
            </a:endParaRPr>
          </a:p>
        </p:txBody>
      </p:sp>
    </p:spTree>
    <p:extLst>
      <p:ext uri="{BB962C8B-B14F-4D97-AF65-F5344CB8AC3E}">
        <p14:creationId xmlns:p14="http://schemas.microsoft.com/office/powerpoint/2010/main" val="904554943"/>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35">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§2.3 · CONSONANTES</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Sonidos del paladar · 아음</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La parte de atrás de la lengua se levanta y toca el velo del paladar.</a:t>
            </a:r>
            <a:endParaRPr lang="en-US" sz="1400" dirty="0"/>
          </a:p>
        </p:txBody>
      </p:sp>
      <p:sp>
        <p:nvSpPr>
          <p:cNvPr id="5" name="Shape 3"/>
          <p:cNvSpPr/>
          <p:nvPr/>
        </p:nvSpPr>
        <p:spPr>
          <a:xfrm>
            <a:off x="640080" y="2606040"/>
            <a:ext cx="4572000" cy="3657600"/>
          </a:xfrm>
          <a:prstGeom prst="roundRect">
            <a:avLst>
              <a:gd name="adj" fmla="val 6250"/>
            </a:avLst>
          </a:prstGeom>
          <a:solidFill>
            <a:srgbClr val="4036ED"/>
          </a:solidFill>
          <a:ln w="12700">
            <a:solidFill>
              <a:srgbClr val="4036ED"/>
            </a:solidFill>
            <a:prstDash val="solid"/>
          </a:ln>
        </p:spPr>
      </p:sp>
      <p:sp>
        <p:nvSpPr>
          <p:cNvPr id="6" name="Text 4"/>
          <p:cNvSpPr/>
          <p:nvPr/>
        </p:nvSpPr>
        <p:spPr>
          <a:xfrm>
            <a:off x="640080" y="2697480"/>
            <a:ext cx="4572000" cy="914400"/>
          </a:xfrm>
          <a:prstGeom prst="rect">
            <a:avLst/>
          </a:prstGeom>
          <a:noFill/>
          <a:ln/>
        </p:spPr>
        <p:txBody>
          <a:bodyPr wrap="square" lIns="0" tIns="0" rIns="0" bIns="0" rtlCol="0" anchor="ctr"/>
          <a:lstStyle/>
          <a:p>
            <a:pPr marL="0" indent="0" algn="ctr">
              <a:buNone/>
            </a:pPr>
            <a:r>
              <a:rPr lang="en-US" sz="6000" b="1" dirty="0">
                <a:solidFill>
                  <a:srgbClr val="F6F6F6"/>
                </a:solidFill>
                <a:latin typeface="Malgun Gothic" pitchFamily="34" charset="0"/>
                <a:ea typeface="Malgun Gothic" pitchFamily="34" charset="-122"/>
                <a:cs typeface="Malgun Gothic" pitchFamily="34" charset="-120"/>
              </a:rPr>
              <a:t>아음</a:t>
            </a:r>
            <a:endParaRPr lang="en-US" sz="6000" dirty="0"/>
          </a:p>
        </p:txBody>
      </p:sp>
      <p:sp>
        <p:nvSpPr>
          <p:cNvPr id="7" name="Text 5"/>
          <p:cNvSpPr/>
          <p:nvPr/>
        </p:nvSpPr>
        <p:spPr>
          <a:xfrm>
            <a:off x="640080" y="3611880"/>
            <a:ext cx="4572000" cy="320040"/>
          </a:xfrm>
          <a:prstGeom prst="rect">
            <a:avLst/>
          </a:prstGeom>
          <a:noFill/>
          <a:ln/>
        </p:spPr>
        <p:txBody>
          <a:bodyPr wrap="square" lIns="0" tIns="0" rIns="0" bIns="0" rtlCol="0" anchor="ctr"/>
          <a:lstStyle/>
          <a:p>
            <a:pPr marL="0" indent="0" algn="ctr">
              <a:buNone/>
            </a:pPr>
            <a:r>
              <a:rPr lang="en-US" sz="1400" i="1" dirty="0">
                <a:solidFill>
                  <a:srgbClr val="EDE8FF"/>
                </a:solidFill>
                <a:latin typeface="Calibri" pitchFamily="34" charset="0"/>
                <a:ea typeface="Calibri" pitchFamily="34" charset="-122"/>
                <a:cs typeface="Calibri" pitchFamily="34" charset="-120"/>
              </a:rPr>
              <a:t>a-eum</a:t>
            </a:r>
            <a:endParaRPr lang="en-US" sz="1400" dirty="0"/>
          </a:p>
        </p:txBody>
      </p:sp>
      <p:pic>
        <p:nvPicPr>
          <p:cNvPr id="8" name="Image 0" descr="preencoded.png"/>
          <p:cNvPicPr>
            <a:picLocks noChangeAspect="1"/>
          </p:cNvPicPr>
          <p:nvPr/>
        </p:nvPicPr>
        <p:blipFill>
          <a:blip r:embed="rId3"/>
          <a:stretch>
            <a:fillRect/>
          </a:stretch>
        </p:blipFill>
        <p:spPr>
          <a:xfrm>
            <a:off x="2148840" y="4023360"/>
            <a:ext cx="1554480" cy="1554480"/>
          </a:xfrm>
          <a:prstGeom prst="rect">
            <a:avLst/>
          </a:prstGeom>
        </p:spPr>
      </p:pic>
      <p:sp>
        <p:nvSpPr>
          <p:cNvPr id="9" name="Text 6"/>
          <p:cNvSpPr/>
          <p:nvPr/>
        </p:nvSpPr>
        <p:spPr>
          <a:xfrm>
            <a:off x="640080" y="5623560"/>
            <a:ext cx="4572000" cy="320040"/>
          </a:xfrm>
          <a:prstGeom prst="rect">
            <a:avLst/>
          </a:prstGeom>
          <a:noFill/>
          <a:ln/>
        </p:spPr>
        <p:txBody>
          <a:bodyPr wrap="square" lIns="0" tIns="0" rIns="0" bIns="0" rtlCol="0" anchor="ctr"/>
          <a:lstStyle/>
          <a:p>
            <a:pPr marL="0" indent="0" algn="ctr">
              <a:buNone/>
            </a:pPr>
            <a:r>
              <a:rPr lang="en-US" sz="1200" b="1" kern="0" spc="500" dirty="0">
                <a:solidFill>
                  <a:srgbClr val="F6F6F6"/>
                </a:solidFill>
                <a:latin typeface="Calibri" pitchFamily="34" charset="0"/>
                <a:ea typeface="Calibri" pitchFamily="34" charset="-122"/>
                <a:cs typeface="Calibri" pitchFamily="34" charset="-120"/>
              </a:rPr>
              <a:t>PALADAR (VELO)</a:t>
            </a:r>
            <a:endParaRPr lang="en-US" sz="1200" dirty="0"/>
          </a:p>
        </p:txBody>
      </p:sp>
      <p:sp>
        <p:nvSpPr>
          <p:cNvPr id="10" name="Text 7"/>
          <p:cNvSpPr/>
          <p:nvPr/>
        </p:nvSpPr>
        <p:spPr>
          <a:xfrm>
            <a:off x="640080" y="5943600"/>
            <a:ext cx="4572000" cy="365760"/>
          </a:xfrm>
          <a:prstGeom prst="rect">
            <a:avLst/>
          </a:prstGeom>
          <a:noFill/>
          <a:ln/>
        </p:spPr>
        <p:txBody>
          <a:bodyPr wrap="square" lIns="0" tIns="0" rIns="0" bIns="0" rtlCol="0" anchor="ctr"/>
          <a:lstStyle/>
          <a:p>
            <a:pPr marL="0" indent="0" algn="ctr">
              <a:buNone/>
            </a:pPr>
            <a:r>
              <a:rPr lang="en-US" sz="1000" i="1" dirty="0">
                <a:solidFill>
                  <a:srgbClr val="EDE8FF"/>
                </a:solidFill>
                <a:latin typeface="Calibri" pitchFamily="34" charset="0"/>
                <a:ea typeface="Calibri" pitchFamily="34" charset="-122"/>
                <a:cs typeface="Calibri" pitchFamily="34" charset="-120"/>
              </a:rPr>
              <a:t>La lengua se eleva</a:t>
            </a:r>
            <a:endParaRPr lang="en-US" sz="1000" dirty="0"/>
          </a:p>
          <a:p>
            <a:pPr marL="0" indent="0" algn="ctr">
              <a:buNone/>
            </a:pPr>
            <a:r>
              <a:rPr lang="en-US" sz="1000" i="1" dirty="0">
                <a:solidFill>
                  <a:srgbClr val="EDE8FF"/>
                </a:solidFill>
                <a:latin typeface="Calibri" pitchFamily="34" charset="0"/>
                <a:ea typeface="Calibri" pitchFamily="34" charset="-122"/>
                <a:cs typeface="Calibri" pitchFamily="34" charset="-120"/>
              </a:rPr>
              <a:t>hacia el cielo de la boca</a:t>
            </a:r>
            <a:endParaRPr lang="en-US" sz="1000" dirty="0"/>
          </a:p>
        </p:txBody>
      </p:sp>
      <p:sp>
        <p:nvSpPr>
          <p:cNvPr id="11" name="Shape 8"/>
          <p:cNvSpPr/>
          <p:nvPr/>
        </p:nvSpPr>
        <p:spPr>
          <a:xfrm>
            <a:off x="5669280" y="2606040"/>
            <a:ext cx="1828800" cy="3657600"/>
          </a:xfrm>
          <a:prstGeom prst="roundRect">
            <a:avLst>
              <a:gd name="adj" fmla="val 7500"/>
            </a:avLst>
          </a:prstGeom>
          <a:solidFill>
            <a:srgbClr val="EDE8FF"/>
          </a:solidFill>
          <a:ln w="19050">
            <a:solidFill>
              <a:srgbClr val="4036ED"/>
            </a:solidFill>
            <a:prstDash val="solid"/>
          </a:ln>
        </p:spPr>
      </p:sp>
      <p:sp>
        <p:nvSpPr>
          <p:cNvPr id="12" name="Text 9"/>
          <p:cNvSpPr/>
          <p:nvPr/>
        </p:nvSpPr>
        <p:spPr>
          <a:xfrm>
            <a:off x="5669280"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4036ED"/>
                </a:solidFill>
                <a:latin typeface="Calibri" pitchFamily="34" charset="0"/>
                <a:ea typeface="Calibri" pitchFamily="34" charset="-122"/>
                <a:cs typeface="Calibri" pitchFamily="34" charset="-120"/>
              </a:rPr>
              <a:t>BÁSICA</a:t>
            </a:r>
            <a:endParaRPr lang="en-US" sz="1000" dirty="0"/>
          </a:p>
        </p:txBody>
      </p:sp>
      <p:sp>
        <p:nvSpPr>
          <p:cNvPr id="13" name="Text 10"/>
          <p:cNvSpPr/>
          <p:nvPr/>
        </p:nvSpPr>
        <p:spPr>
          <a:xfrm>
            <a:off x="5669280" y="3108960"/>
            <a:ext cx="1828800" cy="320040"/>
          </a:xfrm>
          <a:prstGeom prst="rect">
            <a:avLst/>
          </a:prstGeom>
          <a:noFill/>
          <a:ln/>
        </p:spPr>
        <p:txBody>
          <a:bodyPr wrap="square" lIns="0" tIns="0" rIns="0" bIns="0" rtlCol="0" anchor="ctr"/>
          <a:lstStyle/>
          <a:p>
            <a:pPr marL="0" indent="0" algn="ctr">
              <a:buNone/>
            </a:pPr>
            <a:r>
              <a:rPr lang="en-US" sz="1100" i="1" dirty="0">
                <a:solidFill>
                  <a:srgbClr val="4036ED"/>
                </a:solidFill>
                <a:latin typeface="Malgun Gothic" pitchFamily="34" charset="0"/>
                <a:ea typeface="Malgun Gothic" pitchFamily="34" charset="-122"/>
                <a:cs typeface="Malgun Gothic" pitchFamily="34" charset="-120"/>
              </a:rPr>
              <a:t>기본</a:t>
            </a:r>
            <a:endParaRPr lang="en-US" sz="1100" dirty="0"/>
          </a:p>
        </p:txBody>
      </p:sp>
      <p:sp>
        <p:nvSpPr>
          <p:cNvPr id="14" name="Text 11"/>
          <p:cNvSpPr/>
          <p:nvPr/>
        </p:nvSpPr>
        <p:spPr>
          <a:xfrm>
            <a:off x="5669280" y="3566160"/>
            <a:ext cx="1828800" cy="265176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ㄱ</a:t>
            </a:r>
            <a:endParaRPr lang="en-US" sz="5000" dirty="0"/>
          </a:p>
        </p:txBody>
      </p:sp>
      <p:sp>
        <p:nvSpPr>
          <p:cNvPr id="15" name="Shape 12"/>
          <p:cNvSpPr/>
          <p:nvPr/>
        </p:nvSpPr>
        <p:spPr>
          <a:xfrm>
            <a:off x="7662672" y="2606040"/>
            <a:ext cx="1828800" cy="3657600"/>
          </a:xfrm>
          <a:prstGeom prst="roundRect">
            <a:avLst>
              <a:gd name="adj" fmla="val 7500"/>
            </a:avLst>
          </a:prstGeom>
          <a:solidFill>
            <a:srgbClr val="EDE8FF"/>
          </a:solidFill>
          <a:ln w="19050">
            <a:solidFill>
              <a:srgbClr val="4036ED"/>
            </a:solidFill>
            <a:prstDash val="solid"/>
          </a:ln>
        </p:spPr>
      </p:sp>
      <p:sp>
        <p:nvSpPr>
          <p:cNvPr id="16" name="Text 13"/>
          <p:cNvSpPr/>
          <p:nvPr/>
        </p:nvSpPr>
        <p:spPr>
          <a:xfrm>
            <a:off x="7662672"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4036ED"/>
                </a:solidFill>
                <a:latin typeface="Calibri" pitchFamily="34" charset="0"/>
                <a:ea typeface="Calibri" pitchFamily="34" charset="-122"/>
                <a:cs typeface="Calibri" pitchFamily="34" charset="-120"/>
              </a:rPr>
              <a:t>ASPIRADA</a:t>
            </a:r>
            <a:endParaRPr lang="en-US" sz="1000" dirty="0"/>
          </a:p>
        </p:txBody>
      </p:sp>
      <p:sp>
        <p:nvSpPr>
          <p:cNvPr id="17" name="Text 14"/>
          <p:cNvSpPr/>
          <p:nvPr/>
        </p:nvSpPr>
        <p:spPr>
          <a:xfrm>
            <a:off x="7662672" y="3108960"/>
            <a:ext cx="1828800" cy="320040"/>
          </a:xfrm>
          <a:prstGeom prst="rect">
            <a:avLst/>
          </a:prstGeom>
          <a:noFill/>
          <a:ln/>
        </p:spPr>
        <p:txBody>
          <a:bodyPr wrap="square" lIns="0" tIns="0" rIns="0" bIns="0" rtlCol="0" anchor="ctr"/>
          <a:lstStyle/>
          <a:p>
            <a:pPr marL="0" indent="0" algn="ctr">
              <a:buNone/>
            </a:pPr>
            <a:r>
              <a:rPr lang="en-US" sz="1100" i="1" dirty="0">
                <a:solidFill>
                  <a:srgbClr val="4036ED"/>
                </a:solidFill>
                <a:latin typeface="Malgun Gothic" pitchFamily="34" charset="0"/>
                <a:ea typeface="Malgun Gothic" pitchFamily="34" charset="-122"/>
                <a:cs typeface="Malgun Gothic" pitchFamily="34" charset="-120"/>
              </a:rPr>
              <a:t>거센소리</a:t>
            </a:r>
            <a:endParaRPr lang="en-US" sz="1100" dirty="0"/>
          </a:p>
        </p:txBody>
      </p:sp>
      <p:sp>
        <p:nvSpPr>
          <p:cNvPr id="18" name="Text 15"/>
          <p:cNvSpPr/>
          <p:nvPr/>
        </p:nvSpPr>
        <p:spPr>
          <a:xfrm>
            <a:off x="7662672" y="3566160"/>
            <a:ext cx="1828800" cy="265176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ㅋ</a:t>
            </a:r>
            <a:endParaRPr lang="en-US" sz="5000" dirty="0"/>
          </a:p>
        </p:txBody>
      </p:sp>
      <p:sp>
        <p:nvSpPr>
          <p:cNvPr id="19" name="Shape 16"/>
          <p:cNvSpPr/>
          <p:nvPr/>
        </p:nvSpPr>
        <p:spPr>
          <a:xfrm>
            <a:off x="9656064" y="2606040"/>
            <a:ext cx="1828800" cy="3657600"/>
          </a:xfrm>
          <a:prstGeom prst="roundRect">
            <a:avLst>
              <a:gd name="adj" fmla="val 7500"/>
            </a:avLst>
          </a:prstGeom>
          <a:solidFill>
            <a:srgbClr val="EDE8FF"/>
          </a:solidFill>
          <a:ln w="19050">
            <a:solidFill>
              <a:srgbClr val="4036ED"/>
            </a:solidFill>
            <a:prstDash val="solid"/>
          </a:ln>
        </p:spPr>
      </p:sp>
      <p:sp>
        <p:nvSpPr>
          <p:cNvPr id="20" name="Text 17"/>
          <p:cNvSpPr/>
          <p:nvPr/>
        </p:nvSpPr>
        <p:spPr>
          <a:xfrm>
            <a:off x="9656064"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4036ED"/>
                </a:solidFill>
                <a:latin typeface="Calibri" pitchFamily="34" charset="0"/>
                <a:ea typeface="Calibri" pitchFamily="34" charset="-122"/>
                <a:cs typeface="Calibri" pitchFamily="34" charset="-120"/>
              </a:rPr>
              <a:t>DOBLE</a:t>
            </a:r>
            <a:endParaRPr lang="en-US" sz="1000" dirty="0"/>
          </a:p>
        </p:txBody>
      </p:sp>
      <p:sp>
        <p:nvSpPr>
          <p:cNvPr id="21" name="Text 18"/>
          <p:cNvSpPr/>
          <p:nvPr/>
        </p:nvSpPr>
        <p:spPr>
          <a:xfrm>
            <a:off x="9656064" y="3108960"/>
            <a:ext cx="1828800" cy="320040"/>
          </a:xfrm>
          <a:prstGeom prst="rect">
            <a:avLst/>
          </a:prstGeom>
          <a:noFill/>
          <a:ln/>
        </p:spPr>
        <p:txBody>
          <a:bodyPr wrap="square" lIns="0" tIns="0" rIns="0" bIns="0" rtlCol="0" anchor="ctr"/>
          <a:lstStyle/>
          <a:p>
            <a:pPr marL="0" indent="0" algn="ctr">
              <a:buNone/>
            </a:pPr>
            <a:r>
              <a:rPr lang="en-US" sz="1100" i="1" dirty="0">
                <a:solidFill>
                  <a:srgbClr val="4036ED"/>
                </a:solidFill>
                <a:latin typeface="Malgun Gothic" pitchFamily="34" charset="0"/>
                <a:ea typeface="Malgun Gothic" pitchFamily="34" charset="-122"/>
                <a:cs typeface="Malgun Gothic" pitchFamily="34" charset="-120"/>
              </a:rPr>
              <a:t>쌍소리</a:t>
            </a:r>
            <a:endParaRPr lang="en-US" sz="1100" dirty="0"/>
          </a:p>
        </p:txBody>
      </p:sp>
      <p:sp>
        <p:nvSpPr>
          <p:cNvPr id="22" name="Text 19"/>
          <p:cNvSpPr/>
          <p:nvPr/>
        </p:nvSpPr>
        <p:spPr>
          <a:xfrm>
            <a:off x="9656064" y="3566160"/>
            <a:ext cx="1828800" cy="265176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ㄲ</a:t>
            </a:r>
            <a:endParaRPr lang="en-US" sz="5000" dirty="0"/>
          </a:p>
        </p:txBody>
      </p:sp>
      <p:pic>
        <p:nvPicPr>
          <p:cNvPr id="23"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4" name="Text 20"/>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5" name="Text 21"/>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35</a:t>
            </a:r>
            <a:endParaRPr lang="en-US" sz="800" dirty="0"/>
          </a:p>
        </p:txBody>
      </p:sp>
      <p:sp>
        <p:nvSpPr>
          <p:cNvPr id="26" name="TextBox 25">
            <a:extLst>
              <a:ext uri="{FF2B5EF4-FFF2-40B4-BE49-F238E27FC236}">
                <a16:creationId xmlns:a16="http://schemas.microsoft.com/office/drawing/2014/main" id="{71F89258-40B7-17BC-0706-F61F5193182A}"/>
              </a:ext>
            </a:extLst>
          </p:cNvPr>
          <p:cNvSpPr txBox="1"/>
          <p:nvPr/>
        </p:nvSpPr>
        <p:spPr>
          <a:xfrm>
            <a:off x="6622473" y="5384800"/>
            <a:ext cx="293670" cy="369332"/>
          </a:xfrm>
          <a:prstGeom prst="rect">
            <a:avLst/>
          </a:prstGeom>
          <a:noFill/>
        </p:spPr>
        <p:txBody>
          <a:bodyPr wrap="none" rtlCol="0">
            <a:spAutoFit/>
          </a:bodyPr>
          <a:lstStyle/>
          <a:p>
            <a:r>
              <a:rPr lang="es-CL" dirty="0"/>
              <a:t>g</a:t>
            </a:r>
          </a:p>
        </p:txBody>
      </p:sp>
      <p:sp>
        <p:nvSpPr>
          <p:cNvPr id="28" name="TextBox 27">
            <a:extLst>
              <a:ext uri="{FF2B5EF4-FFF2-40B4-BE49-F238E27FC236}">
                <a16:creationId xmlns:a16="http://schemas.microsoft.com/office/drawing/2014/main" id="{C8595E14-F07A-70AE-6AFA-1DB378C12FFF}"/>
              </a:ext>
            </a:extLst>
          </p:cNvPr>
          <p:cNvSpPr txBox="1"/>
          <p:nvPr/>
        </p:nvSpPr>
        <p:spPr>
          <a:xfrm>
            <a:off x="8492929" y="5309585"/>
            <a:ext cx="304892" cy="369332"/>
          </a:xfrm>
          <a:prstGeom prst="rect">
            <a:avLst/>
          </a:prstGeom>
          <a:noFill/>
        </p:spPr>
        <p:txBody>
          <a:bodyPr wrap="none" rtlCol="0">
            <a:spAutoFit/>
          </a:bodyPr>
          <a:lstStyle/>
          <a:p>
            <a:r>
              <a:rPr lang="es-CL" dirty="0"/>
              <a:t>K</a:t>
            </a:r>
          </a:p>
        </p:txBody>
      </p:sp>
      <p:sp>
        <p:nvSpPr>
          <p:cNvPr id="30" name="TextBox 29">
            <a:extLst>
              <a:ext uri="{FF2B5EF4-FFF2-40B4-BE49-F238E27FC236}">
                <a16:creationId xmlns:a16="http://schemas.microsoft.com/office/drawing/2014/main" id="{294AC01A-680C-1B22-9C2B-22A8E5E0B4CB}"/>
              </a:ext>
            </a:extLst>
          </p:cNvPr>
          <p:cNvSpPr txBox="1"/>
          <p:nvPr/>
        </p:nvSpPr>
        <p:spPr>
          <a:xfrm>
            <a:off x="10418018" y="5349240"/>
            <a:ext cx="308098" cy="646331"/>
          </a:xfrm>
          <a:prstGeom prst="rect">
            <a:avLst/>
          </a:prstGeom>
          <a:noFill/>
        </p:spPr>
        <p:txBody>
          <a:bodyPr wrap="none" rtlCol="0">
            <a:spAutoFit/>
          </a:bodyPr>
          <a:lstStyle/>
          <a:p>
            <a:r>
              <a:rPr lang="es-CL" dirty="0"/>
              <a:t>C</a:t>
            </a:r>
          </a:p>
          <a:p>
            <a:endParaRPr lang="es-CL"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36">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§2.3 · CONSONANTES · 아음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ㄱ</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"g" suave entre vocales, "k" al inicio de palabra</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4036ED"/>
                </a:solidFill>
                <a:latin typeface="Calibri" pitchFamily="34" charset="0"/>
                <a:ea typeface="Calibri" pitchFamily="34" charset="-122"/>
                <a:cs typeface="Calibri" pitchFamily="34" charset="-120"/>
              </a:rPr>
              <a:t>아음 · PALADAR (VELO)</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BÁSICA</a:t>
            </a:r>
            <a:endParaRPr lang="en-US" sz="900" dirty="0"/>
          </a:p>
        </p:txBody>
      </p:sp>
      <p:sp>
        <p:nvSpPr>
          <p:cNvPr id="7" name="Shape 5"/>
          <p:cNvSpPr/>
          <p:nvPr/>
        </p:nvSpPr>
        <p:spPr>
          <a:xfrm>
            <a:off x="640080" y="2606040"/>
            <a:ext cx="5120640" cy="3657600"/>
          </a:xfrm>
          <a:prstGeom prst="roundRect">
            <a:avLst>
              <a:gd name="adj" fmla="val 7500"/>
            </a:avLst>
          </a:prstGeom>
          <a:solidFill>
            <a:srgbClr val="4036ED"/>
          </a:solidFill>
          <a:ln w="12700">
            <a:solidFill>
              <a:srgbClr val="4036ED"/>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ㄱ</a:t>
            </a:r>
            <a:endParaRPr lang="en-US" sz="24000" dirty="0"/>
          </a:p>
        </p:txBody>
      </p:sp>
      <p:sp>
        <p:nvSpPr>
          <p:cNvPr id="9" name="Shape 7"/>
          <p:cNvSpPr/>
          <p:nvPr/>
        </p:nvSpPr>
        <p:spPr>
          <a:xfrm>
            <a:off x="6126480" y="2606040"/>
            <a:ext cx="5486400" cy="1097280"/>
          </a:xfrm>
          <a:prstGeom prst="roundRect">
            <a:avLst>
              <a:gd name="adj" fmla="val 12500"/>
            </a:avLst>
          </a:prstGeom>
          <a:solidFill>
            <a:srgbClr val="EDE8FF"/>
          </a:solidFill>
          <a:ln w="19050">
            <a:solidFill>
              <a:srgbClr val="4036ED"/>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4036ED"/>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"g / k"</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4036ED"/>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4036ED"/>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1 trazo</a:t>
            </a:r>
            <a:endParaRPr lang="en-US" sz="1200" dirty="0"/>
          </a:p>
        </p:txBody>
      </p:sp>
      <p:sp>
        <p:nvSpPr>
          <p:cNvPr id="16" name="Shape 13"/>
          <p:cNvSpPr/>
          <p:nvPr/>
        </p:nvSpPr>
        <p:spPr>
          <a:xfrm>
            <a:off x="8869680" y="3840480"/>
            <a:ext cx="2743200" cy="2423160"/>
          </a:xfrm>
          <a:prstGeom prst="roundRect">
            <a:avLst>
              <a:gd name="adj" fmla="val 5660"/>
            </a:avLst>
          </a:prstGeom>
          <a:solidFill>
            <a:srgbClr val="EDE8FF"/>
          </a:solidFill>
          <a:ln w="19050">
            <a:solidFill>
              <a:srgbClr val="4036ED"/>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4036ED"/>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가족</a:t>
            </a:r>
            <a:r>
              <a:rPr lang="en-US" sz="1300" i="1" dirty="0">
                <a:solidFill>
                  <a:srgbClr val="4A4A55"/>
                </a:solidFill>
              </a:rPr>
              <a:t>   familia</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고기</a:t>
            </a:r>
            <a:r>
              <a:rPr lang="en-US" sz="1300" i="1" dirty="0">
                <a:solidFill>
                  <a:srgbClr val="4A4A55"/>
                </a:solidFill>
              </a:rPr>
              <a:t>   carne</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36</a:t>
            </a:r>
            <a:endParaRPr lang="en-US" sz="800"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37">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§2.3 · CONSONANTES · 아음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ㅋ</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"k" aspirada — con un soplo de aire fuerte</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4036ED"/>
                </a:solidFill>
                <a:latin typeface="Calibri" pitchFamily="34" charset="0"/>
                <a:ea typeface="Calibri" pitchFamily="34" charset="-122"/>
                <a:cs typeface="Calibri" pitchFamily="34" charset="-120"/>
              </a:rPr>
              <a:t>아음 · PALADAR (VELO)</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ASPIRADA</a:t>
            </a:r>
            <a:endParaRPr lang="en-US" sz="900" dirty="0"/>
          </a:p>
        </p:txBody>
      </p:sp>
      <p:sp>
        <p:nvSpPr>
          <p:cNvPr id="7" name="Shape 5"/>
          <p:cNvSpPr/>
          <p:nvPr/>
        </p:nvSpPr>
        <p:spPr>
          <a:xfrm>
            <a:off x="640080" y="2606040"/>
            <a:ext cx="5120640" cy="3657600"/>
          </a:xfrm>
          <a:prstGeom prst="roundRect">
            <a:avLst>
              <a:gd name="adj" fmla="val 7500"/>
            </a:avLst>
          </a:prstGeom>
          <a:solidFill>
            <a:srgbClr val="4036ED"/>
          </a:solidFill>
          <a:ln w="12700">
            <a:solidFill>
              <a:srgbClr val="4036ED"/>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ㅋ</a:t>
            </a:r>
            <a:endParaRPr lang="en-US" sz="24000" dirty="0"/>
          </a:p>
        </p:txBody>
      </p:sp>
      <p:sp>
        <p:nvSpPr>
          <p:cNvPr id="9" name="Shape 7"/>
          <p:cNvSpPr/>
          <p:nvPr/>
        </p:nvSpPr>
        <p:spPr>
          <a:xfrm>
            <a:off x="6126480" y="2606040"/>
            <a:ext cx="5486400" cy="1097280"/>
          </a:xfrm>
          <a:prstGeom prst="roundRect">
            <a:avLst>
              <a:gd name="adj" fmla="val 12500"/>
            </a:avLst>
          </a:prstGeom>
          <a:solidFill>
            <a:srgbClr val="EDE8FF"/>
          </a:solidFill>
          <a:ln w="19050">
            <a:solidFill>
              <a:srgbClr val="4036ED"/>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4036ED"/>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"k"</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4036ED"/>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4036ED"/>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2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EDE8FF"/>
          </a:solidFill>
          <a:ln w="19050">
            <a:solidFill>
              <a:srgbClr val="4036ED"/>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4036ED"/>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커피</a:t>
            </a:r>
            <a:r>
              <a:rPr lang="en-US" sz="1300" i="1" dirty="0">
                <a:solidFill>
                  <a:srgbClr val="4A4A55"/>
                </a:solidFill>
              </a:rPr>
              <a:t>   café</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코</a:t>
            </a:r>
            <a:r>
              <a:rPr lang="en-US" sz="1300" i="1" dirty="0">
                <a:solidFill>
                  <a:srgbClr val="4A4A55"/>
                </a:solidFill>
              </a:rPr>
              <a:t>   nariz</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37</a:t>
            </a:r>
            <a:endParaRPr lang="en-US" sz="800"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38">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§2.3 · CONSONANTES · 아음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ㄲ</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"k" tensa — sin soplo, los músculos apretados</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4036ED"/>
                </a:solidFill>
                <a:latin typeface="Calibri" pitchFamily="34" charset="0"/>
                <a:ea typeface="Calibri" pitchFamily="34" charset="-122"/>
                <a:cs typeface="Calibri" pitchFamily="34" charset="-120"/>
              </a:rPr>
              <a:t>아음 · PALADAR (VELO)</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DOBLE</a:t>
            </a:r>
            <a:endParaRPr lang="en-US" sz="900" dirty="0"/>
          </a:p>
        </p:txBody>
      </p:sp>
      <p:sp>
        <p:nvSpPr>
          <p:cNvPr id="7" name="Shape 5"/>
          <p:cNvSpPr/>
          <p:nvPr/>
        </p:nvSpPr>
        <p:spPr>
          <a:xfrm>
            <a:off x="640080" y="2606040"/>
            <a:ext cx="5120640" cy="3657600"/>
          </a:xfrm>
          <a:prstGeom prst="roundRect">
            <a:avLst>
              <a:gd name="adj" fmla="val 7500"/>
            </a:avLst>
          </a:prstGeom>
          <a:solidFill>
            <a:srgbClr val="4036ED"/>
          </a:solidFill>
          <a:ln w="12700">
            <a:solidFill>
              <a:srgbClr val="4036ED"/>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ㄲ</a:t>
            </a:r>
            <a:endParaRPr lang="en-US" sz="24000" dirty="0"/>
          </a:p>
        </p:txBody>
      </p:sp>
      <p:sp>
        <p:nvSpPr>
          <p:cNvPr id="9" name="Shape 7"/>
          <p:cNvSpPr/>
          <p:nvPr/>
        </p:nvSpPr>
        <p:spPr>
          <a:xfrm>
            <a:off x="6126480" y="2606040"/>
            <a:ext cx="5486400" cy="1097280"/>
          </a:xfrm>
          <a:prstGeom prst="roundRect">
            <a:avLst>
              <a:gd name="adj" fmla="val 12500"/>
            </a:avLst>
          </a:prstGeom>
          <a:solidFill>
            <a:srgbClr val="EDE8FF"/>
          </a:solidFill>
          <a:ln w="19050">
            <a:solidFill>
              <a:srgbClr val="4036ED"/>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4036ED"/>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"kk"</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4036ED"/>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4036ED"/>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2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EDE8FF"/>
          </a:solidFill>
          <a:ln w="19050">
            <a:solidFill>
              <a:srgbClr val="4036ED"/>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4036ED"/>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까만</a:t>
            </a:r>
            <a:r>
              <a:rPr lang="en-US" sz="1300" i="1" dirty="0">
                <a:solidFill>
                  <a:srgbClr val="4A4A55"/>
                </a:solidFill>
              </a:rPr>
              <a:t>   negro</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꽃</a:t>
            </a:r>
            <a:r>
              <a:rPr lang="en-US" sz="1300" i="1" dirty="0">
                <a:solidFill>
                  <a:srgbClr val="4A4A55"/>
                </a:solidFill>
              </a:rPr>
              <a:t>   flor</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38</a:t>
            </a:r>
            <a:endParaRPr lang="en-US" sz="800"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39">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§2.4 · CONSONANTES</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Sonidos de la lengua · 설음</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La punta de la lengua toca los alvéolos (detrás de los dientes superiores).</a:t>
            </a:r>
            <a:endParaRPr lang="en-US" sz="1400" dirty="0"/>
          </a:p>
        </p:txBody>
      </p:sp>
      <p:sp>
        <p:nvSpPr>
          <p:cNvPr id="5" name="Shape 3"/>
          <p:cNvSpPr/>
          <p:nvPr/>
        </p:nvSpPr>
        <p:spPr>
          <a:xfrm>
            <a:off x="640080" y="2606040"/>
            <a:ext cx="4572000" cy="3657600"/>
          </a:xfrm>
          <a:prstGeom prst="roundRect">
            <a:avLst>
              <a:gd name="adj" fmla="val 6250"/>
            </a:avLst>
          </a:prstGeom>
          <a:solidFill>
            <a:srgbClr val="A79BFF"/>
          </a:solidFill>
          <a:ln w="12700">
            <a:solidFill>
              <a:srgbClr val="A79BFF"/>
            </a:solidFill>
            <a:prstDash val="solid"/>
          </a:ln>
        </p:spPr>
      </p:sp>
      <p:sp>
        <p:nvSpPr>
          <p:cNvPr id="6" name="Text 4"/>
          <p:cNvSpPr/>
          <p:nvPr/>
        </p:nvSpPr>
        <p:spPr>
          <a:xfrm>
            <a:off x="640080" y="2697480"/>
            <a:ext cx="4572000" cy="914400"/>
          </a:xfrm>
          <a:prstGeom prst="rect">
            <a:avLst/>
          </a:prstGeom>
          <a:noFill/>
          <a:ln/>
        </p:spPr>
        <p:txBody>
          <a:bodyPr wrap="square" lIns="0" tIns="0" rIns="0" bIns="0" rtlCol="0" anchor="ctr"/>
          <a:lstStyle/>
          <a:p>
            <a:pPr marL="0" indent="0" algn="ctr">
              <a:buNone/>
            </a:pPr>
            <a:r>
              <a:rPr lang="en-US" sz="6000" b="1" dirty="0">
                <a:solidFill>
                  <a:srgbClr val="F6F6F6"/>
                </a:solidFill>
                <a:latin typeface="Malgun Gothic" pitchFamily="34" charset="0"/>
                <a:ea typeface="Malgun Gothic" pitchFamily="34" charset="-122"/>
                <a:cs typeface="Malgun Gothic" pitchFamily="34" charset="-120"/>
              </a:rPr>
              <a:t>설음</a:t>
            </a:r>
            <a:endParaRPr lang="en-US" sz="6000" dirty="0"/>
          </a:p>
        </p:txBody>
      </p:sp>
      <p:sp>
        <p:nvSpPr>
          <p:cNvPr id="7" name="Text 5"/>
          <p:cNvSpPr/>
          <p:nvPr/>
        </p:nvSpPr>
        <p:spPr>
          <a:xfrm>
            <a:off x="640080" y="3611880"/>
            <a:ext cx="4572000" cy="320040"/>
          </a:xfrm>
          <a:prstGeom prst="rect">
            <a:avLst/>
          </a:prstGeom>
          <a:noFill/>
          <a:ln/>
        </p:spPr>
        <p:txBody>
          <a:bodyPr wrap="square" lIns="0" tIns="0" rIns="0" bIns="0" rtlCol="0" anchor="ctr"/>
          <a:lstStyle/>
          <a:p>
            <a:pPr marL="0" indent="0" algn="ctr">
              <a:buNone/>
            </a:pPr>
            <a:r>
              <a:rPr lang="en-US" sz="1400" i="1" dirty="0">
                <a:solidFill>
                  <a:srgbClr val="EDE8FF"/>
                </a:solidFill>
                <a:latin typeface="Calibri" pitchFamily="34" charset="0"/>
                <a:ea typeface="Calibri" pitchFamily="34" charset="-122"/>
                <a:cs typeface="Calibri" pitchFamily="34" charset="-120"/>
              </a:rPr>
              <a:t>seol-eum</a:t>
            </a:r>
            <a:endParaRPr lang="en-US" sz="1400" dirty="0"/>
          </a:p>
        </p:txBody>
      </p:sp>
      <p:pic>
        <p:nvPicPr>
          <p:cNvPr id="8" name="Image 0" descr="preencoded.png"/>
          <p:cNvPicPr>
            <a:picLocks noChangeAspect="1"/>
          </p:cNvPicPr>
          <p:nvPr/>
        </p:nvPicPr>
        <p:blipFill>
          <a:blip r:embed="rId3"/>
          <a:stretch>
            <a:fillRect/>
          </a:stretch>
        </p:blipFill>
        <p:spPr>
          <a:xfrm>
            <a:off x="2148840" y="4023360"/>
            <a:ext cx="1554480" cy="1554480"/>
          </a:xfrm>
          <a:prstGeom prst="rect">
            <a:avLst/>
          </a:prstGeom>
        </p:spPr>
      </p:pic>
      <p:sp>
        <p:nvSpPr>
          <p:cNvPr id="9" name="Text 6"/>
          <p:cNvSpPr/>
          <p:nvPr/>
        </p:nvSpPr>
        <p:spPr>
          <a:xfrm>
            <a:off x="640080" y="5623560"/>
            <a:ext cx="4572000" cy="320040"/>
          </a:xfrm>
          <a:prstGeom prst="rect">
            <a:avLst/>
          </a:prstGeom>
          <a:noFill/>
          <a:ln/>
        </p:spPr>
        <p:txBody>
          <a:bodyPr wrap="square" lIns="0" tIns="0" rIns="0" bIns="0" rtlCol="0" anchor="ctr"/>
          <a:lstStyle/>
          <a:p>
            <a:pPr marL="0" indent="0" algn="ctr">
              <a:buNone/>
            </a:pPr>
            <a:r>
              <a:rPr lang="en-US" sz="1200" b="1" kern="0" spc="500" dirty="0">
                <a:solidFill>
                  <a:srgbClr val="F6F6F6"/>
                </a:solidFill>
                <a:latin typeface="Calibri" pitchFamily="34" charset="0"/>
                <a:ea typeface="Calibri" pitchFamily="34" charset="-122"/>
                <a:cs typeface="Calibri" pitchFamily="34" charset="-120"/>
              </a:rPr>
              <a:t>LENGUA (ALVEOLAR)</a:t>
            </a:r>
            <a:endParaRPr lang="en-US" sz="1200" dirty="0"/>
          </a:p>
        </p:txBody>
      </p:sp>
      <p:sp>
        <p:nvSpPr>
          <p:cNvPr id="10" name="Text 7"/>
          <p:cNvSpPr/>
          <p:nvPr/>
        </p:nvSpPr>
        <p:spPr>
          <a:xfrm>
            <a:off x="640080" y="5943600"/>
            <a:ext cx="4572000" cy="365760"/>
          </a:xfrm>
          <a:prstGeom prst="rect">
            <a:avLst/>
          </a:prstGeom>
          <a:noFill/>
          <a:ln/>
        </p:spPr>
        <p:txBody>
          <a:bodyPr wrap="square" lIns="0" tIns="0" rIns="0" bIns="0" rtlCol="0" anchor="ctr"/>
          <a:lstStyle/>
          <a:p>
            <a:pPr marL="0" indent="0" algn="ctr">
              <a:buNone/>
            </a:pPr>
            <a:r>
              <a:rPr lang="en-US" sz="1000" i="1" dirty="0">
                <a:solidFill>
                  <a:srgbClr val="EDE8FF"/>
                </a:solidFill>
                <a:latin typeface="Calibri" pitchFamily="34" charset="0"/>
                <a:ea typeface="Calibri" pitchFamily="34" charset="-122"/>
                <a:cs typeface="Calibri" pitchFamily="34" charset="-120"/>
              </a:rPr>
              <a:t>La punta de la lengua</a:t>
            </a:r>
            <a:endParaRPr lang="en-US" sz="1000" dirty="0"/>
          </a:p>
          <a:p>
            <a:pPr marL="0" indent="0" algn="ctr">
              <a:buNone/>
            </a:pPr>
            <a:r>
              <a:rPr lang="en-US" sz="1000" i="1" dirty="0">
                <a:solidFill>
                  <a:srgbClr val="EDE8FF"/>
                </a:solidFill>
                <a:latin typeface="Calibri" pitchFamily="34" charset="0"/>
                <a:ea typeface="Calibri" pitchFamily="34" charset="-122"/>
                <a:cs typeface="Calibri" pitchFamily="34" charset="-120"/>
              </a:rPr>
              <a:t>toca atrás de los dientes</a:t>
            </a:r>
            <a:endParaRPr lang="en-US" sz="1000" dirty="0"/>
          </a:p>
        </p:txBody>
      </p:sp>
      <p:sp>
        <p:nvSpPr>
          <p:cNvPr id="11" name="Shape 8"/>
          <p:cNvSpPr/>
          <p:nvPr/>
        </p:nvSpPr>
        <p:spPr>
          <a:xfrm>
            <a:off x="5669280" y="2606040"/>
            <a:ext cx="1828800" cy="3657600"/>
          </a:xfrm>
          <a:prstGeom prst="roundRect">
            <a:avLst>
              <a:gd name="adj" fmla="val 7500"/>
            </a:avLst>
          </a:prstGeom>
          <a:solidFill>
            <a:srgbClr val="EDE8FF"/>
          </a:solidFill>
          <a:ln w="19050">
            <a:solidFill>
              <a:srgbClr val="A79BFF"/>
            </a:solidFill>
            <a:prstDash val="solid"/>
          </a:ln>
        </p:spPr>
      </p:sp>
      <p:sp>
        <p:nvSpPr>
          <p:cNvPr id="12" name="Text 9"/>
          <p:cNvSpPr/>
          <p:nvPr/>
        </p:nvSpPr>
        <p:spPr>
          <a:xfrm>
            <a:off x="5669280"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A79BFF"/>
                </a:solidFill>
                <a:latin typeface="Calibri" pitchFamily="34" charset="0"/>
                <a:ea typeface="Calibri" pitchFamily="34" charset="-122"/>
                <a:cs typeface="Calibri" pitchFamily="34" charset="-120"/>
              </a:rPr>
              <a:t>BÁSICA</a:t>
            </a:r>
            <a:endParaRPr lang="en-US" sz="1000" dirty="0"/>
          </a:p>
        </p:txBody>
      </p:sp>
      <p:sp>
        <p:nvSpPr>
          <p:cNvPr id="13" name="Text 10"/>
          <p:cNvSpPr/>
          <p:nvPr/>
        </p:nvSpPr>
        <p:spPr>
          <a:xfrm>
            <a:off x="5669280" y="3108960"/>
            <a:ext cx="1828800" cy="320040"/>
          </a:xfrm>
          <a:prstGeom prst="rect">
            <a:avLst/>
          </a:prstGeom>
          <a:noFill/>
          <a:ln/>
        </p:spPr>
        <p:txBody>
          <a:bodyPr wrap="square" lIns="0" tIns="0" rIns="0" bIns="0" rtlCol="0" anchor="ctr"/>
          <a:lstStyle/>
          <a:p>
            <a:pPr marL="0" indent="0" algn="ctr">
              <a:buNone/>
            </a:pPr>
            <a:r>
              <a:rPr lang="en-US" sz="1100" i="1" dirty="0">
                <a:solidFill>
                  <a:srgbClr val="A79BFF"/>
                </a:solidFill>
                <a:latin typeface="Malgun Gothic" pitchFamily="34" charset="0"/>
                <a:ea typeface="Malgun Gothic" pitchFamily="34" charset="-122"/>
                <a:cs typeface="Malgun Gothic" pitchFamily="34" charset="-120"/>
              </a:rPr>
              <a:t>기본</a:t>
            </a:r>
            <a:endParaRPr lang="en-US" sz="1100" dirty="0"/>
          </a:p>
        </p:txBody>
      </p:sp>
      <p:sp>
        <p:nvSpPr>
          <p:cNvPr id="14" name="Text 11"/>
          <p:cNvSpPr/>
          <p:nvPr/>
        </p:nvSpPr>
        <p:spPr>
          <a:xfrm>
            <a:off x="5669280" y="3566160"/>
            <a:ext cx="1828800" cy="883920"/>
          </a:xfrm>
          <a:prstGeom prst="rect">
            <a:avLst/>
          </a:prstGeom>
          <a:noFill/>
          <a:ln/>
        </p:spPr>
        <p:txBody>
          <a:bodyPr wrap="square" lIns="0" tIns="0" rIns="0" bIns="0" rtlCol="0" anchor="ctr"/>
          <a:lstStyle/>
          <a:p>
            <a:pPr marL="0" indent="0" algn="ctr">
              <a:buNone/>
            </a:pPr>
            <a:r>
              <a:rPr lang="en-US" sz="3800" b="1" dirty="0">
                <a:solidFill>
                  <a:srgbClr val="A79BFF"/>
                </a:solidFill>
                <a:latin typeface="Malgun Gothic" pitchFamily="34" charset="0"/>
                <a:ea typeface="Malgun Gothic" pitchFamily="34" charset="-122"/>
                <a:cs typeface="Malgun Gothic" pitchFamily="34" charset="-120"/>
              </a:rPr>
              <a:t>ㄴ</a:t>
            </a:r>
            <a:endParaRPr lang="en-US" sz="3800" dirty="0"/>
          </a:p>
        </p:txBody>
      </p:sp>
      <p:sp>
        <p:nvSpPr>
          <p:cNvPr id="15" name="Text 12"/>
          <p:cNvSpPr/>
          <p:nvPr/>
        </p:nvSpPr>
        <p:spPr>
          <a:xfrm>
            <a:off x="5669280" y="4450080"/>
            <a:ext cx="1828800" cy="883920"/>
          </a:xfrm>
          <a:prstGeom prst="rect">
            <a:avLst/>
          </a:prstGeom>
          <a:noFill/>
          <a:ln/>
        </p:spPr>
        <p:txBody>
          <a:bodyPr wrap="square" lIns="0" tIns="0" rIns="0" bIns="0" rtlCol="0" anchor="ctr"/>
          <a:lstStyle/>
          <a:p>
            <a:pPr marL="0" indent="0" algn="ctr">
              <a:buNone/>
            </a:pPr>
            <a:r>
              <a:rPr lang="en-US" sz="3800" b="1" dirty="0">
                <a:solidFill>
                  <a:srgbClr val="A79BFF"/>
                </a:solidFill>
                <a:latin typeface="Malgun Gothic" pitchFamily="34" charset="0"/>
                <a:ea typeface="Malgun Gothic" pitchFamily="34" charset="-122"/>
                <a:cs typeface="Malgun Gothic" pitchFamily="34" charset="-120"/>
              </a:rPr>
              <a:t>ㄷ</a:t>
            </a:r>
            <a:endParaRPr lang="en-US" sz="3800" dirty="0"/>
          </a:p>
        </p:txBody>
      </p:sp>
      <p:sp>
        <p:nvSpPr>
          <p:cNvPr id="16" name="Text 13"/>
          <p:cNvSpPr/>
          <p:nvPr/>
        </p:nvSpPr>
        <p:spPr>
          <a:xfrm>
            <a:off x="5669280" y="5334000"/>
            <a:ext cx="1828800" cy="883920"/>
          </a:xfrm>
          <a:prstGeom prst="rect">
            <a:avLst/>
          </a:prstGeom>
          <a:noFill/>
          <a:ln/>
        </p:spPr>
        <p:txBody>
          <a:bodyPr wrap="square" lIns="0" tIns="0" rIns="0" bIns="0" rtlCol="0" anchor="ctr"/>
          <a:lstStyle/>
          <a:p>
            <a:pPr marL="0" indent="0" algn="ctr">
              <a:buNone/>
            </a:pPr>
            <a:r>
              <a:rPr lang="en-US" sz="3800" b="1" dirty="0">
                <a:solidFill>
                  <a:srgbClr val="A79BFF"/>
                </a:solidFill>
                <a:latin typeface="Malgun Gothic" pitchFamily="34" charset="0"/>
                <a:ea typeface="Malgun Gothic" pitchFamily="34" charset="-122"/>
                <a:cs typeface="Malgun Gothic" pitchFamily="34" charset="-120"/>
              </a:rPr>
              <a:t>ㄹ</a:t>
            </a:r>
            <a:endParaRPr lang="en-US" sz="3800" dirty="0"/>
          </a:p>
        </p:txBody>
      </p:sp>
      <p:sp>
        <p:nvSpPr>
          <p:cNvPr id="17" name="Shape 14"/>
          <p:cNvSpPr/>
          <p:nvPr/>
        </p:nvSpPr>
        <p:spPr>
          <a:xfrm>
            <a:off x="7662672" y="2606040"/>
            <a:ext cx="1828800" cy="3657600"/>
          </a:xfrm>
          <a:prstGeom prst="roundRect">
            <a:avLst>
              <a:gd name="adj" fmla="val 7500"/>
            </a:avLst>
          </a:prstGeom>
          <a:solidFill>
            <a:srgbClr val="EDE8FF"/>
          </a:solidFill>
          <a:ln w="19050">
            <a:solidFill>
              <a:srgbClr val="A79BFF"/>
            </a:solidFill>
            <a:prstDash val="solid"/>
          </a:ln>
        </p:spPr>
      </p:sp>
      <p:sp>
        <p:nvSpPr>
          <p:cNvPr id="18" name="Text 15"/>
          <p:cNvSpPr/>
          <p:nvPr/>
        </p:nvSpPr>
        <p:spPr>
          <a:xfrm>
            <a:off x="7662672"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A79BFF"/>
                </a:solidFill>
                <a:latin typeface="Calibri" pitchFamily="34" charset="0"/>
                <a:ea typeface="Calibri" pitchFamily="34" charset="-122"/>
                <a:cs typeface="Calibri" pitchFamily="34" charset="-120"/>
              </a:rPr>
              <a:t>ASPIRADA</a:t>
            </a:r>
            <a:endParaRPr lang="en-US" sz="1000" dirty="0"/>
          </a:p>
        </p:txBody>
      </p:sp>
      <p:sp>
        <p:nvSpPr>
          <p:cNvPr id="19" name="Text 16"/>
          <p:cNvSpPr/>
          <p:nvPr/>
        </p:nvSpPr>
        <p:spPr>
          <a:xfrm>
            <a:off x="7662672" y="3108960"/>
            <a:ext cx="1828800" cy="320040"/>
          </a:xfrm>
          <a:prstGeom prst="rect">
            <a:avLst/>
          </a:prstGeom>
          <a:noFill/>
          <a:ln/>
        </p:spPr>
        <p:txBody>
          <a:bodyPr wrap="square" lIns="0" tIns="0" rIns="0" bIns="0" rtlCol="0" anchor="ctr"/>
          <a:lstStyle/>
          <a:p>
            <a:pPr marL="0" indent="0" algn="ctr">
              <a:buNone/>
            </a:pPr>
            <a:r>
              <a:rPr lang="en-US" sz="1100" i="1" dirty="0">
                <a:solidFill>
                  <a:srgbClr val="A79BFF"/>
                </a:solidFill>
                <a:latin typeface="Malgun Gothic" pitchFamily="34" charset="0"/>
                <a:ea typeface="Malgun Gothic" pitchFamily="34" charset="-122"/>
                <a:cs typeface="Malgun Gothic" pitchFamily="34" charset="-120"/>
              </a:rPr>
              <a:t>거센소리</a:t>
            </a:r>
            <a:endParaRPr lang="en-US" sz="1100" dirty="0"/>
          </a:p>
        </p:txBody>
      </p:sp>
      <p:sp>
        <p:nvSpPr>
          <p:cNvPr id="20" name="Text 17"/>
          <p:cNvSpPr/>
          <p:nvPr/>
        </p:nvSpPr>
        <p:spPr>
          <a:xfrm>
            <a:off x="7662672" y="3566160"/>
            <a:ext cx="1828800" cy="2651760"/>
          </a:xfrm>
          <a:prstGeom prst="rect">
            <a:avLst/>
          </a:prstGeom>
          <a:noFill/>
          <a:ln/>
        </p:spPr>
        <p:txBody>
          <a:bodyPr wrap="square" lIns="0" tIns="0" rIns="0" bIns="0" rtlCol="0" anchor="ctr"/>
          <a:lstStyle/>
          <a:p>
            <a:pPr marL="0" indent="0" algn="ctr">
              <a:buNone/>
            </a:pPr>
            <a:r>
              <a:rPr lang="en-US" sz="5000" b="1" dirty="0">
                <a:solidFill>
                  <a:srgbClr val="A79BFF"/>
                </a:solidFill>
                <a:latin typeface="Malgun Gothic" pitchFamily="34" charset="0"/>
                <a:ea typeface="Malgun Gothic" pitchFamily="34" charset="-122"/>
                <a:cs typeface="Malgun Gothic" pitchFamily="34" charset="-120"/>
              </a:rPr>
              <a:t>ㅌ</a:t>
            </a:r>
            <a:endParaRPr lang="en-US" sz="5000" dirty="0"/>
          </a:p>
        </p:txBody>
      </p:sp>
      <p:sp>
        <p:nvSpPr>
          <p:cNvPr id="21" name="Shape 18"/>
          <p:cNvSpPr/>
          <p:nvPr/>
        </p:nvSpPr>
        <p:spPr>
          <a:xfrm>
            <a:off x="9656064" y="2606040"/>
            <a:ext cx="1828800" cy="3657600"/>
          </a:xfrm>
          <a:prstGeom prst="roundRect">
            <a:avLst>
              <a:gd name="adj" fmla="val 7500"/>
            </a:avLst>
          </a:prstGeom>
          <a:solidFill>
            <a:srgbClr val="EDE8FF"/>
          </a:solidFill>
          <a:ln w="19050">
            <a:solidFill>
              <a:srgbClr val="A79BFF"/>
            </a:solidFill>
            <a:prstDash val="solid"/>
          </a:ln>
        </p:spPr>
      </p:sp>
      <p:sp>
        <p:nvSpPr>
          <p:cNvPr id="22" name="Text 19"/>
          <p:cNvSpPr/>
          <p:nvPr/>
        </p:nvSpPr>
        <p:spPr>
          <a:xfrm>
            <a:off x="9656064"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A79BFF"/>
                </a:solidFill>
                <a:latin typeface="Calibri" pitchFamily="34" charset="0"/>
                <a:ea typeface="Calibri" pitchFamily="34" charset="-122"/>
                <a:cs typeface="Calibri" pitchFamily="34" charset="-120"/>
              </a:rPr>
              <a:t>DOBLE</a:t>
            </a:r>
            <a:endParaRPr lang="en-US" sz="1000" dirty="0"/>
          </a:p>
        </p:txBody>
      </p:sp>
      <p:sp>
        <p:nvSpPr>
          <p:cNvPr id="23" name="Text 20"/>
          <p:cNvSpPr/>
          <p:nvPr/>
        </p:nvSpPr>
        <p:spPr>
          <a:xfrm>
            <a:off x="9656064" y="3108960"/>
            <a:ext cx="1828800" cy="320040"/>
          </a:xfrm>
          <a:prstGeom prst="rect">
            <a:avLst/>
          </a:prstGeom>
          <a:noFill/>
          <a:ln/>
        </p:spPr>
        <p:txBody>
          <a:bodyPr wrap="square" lIns="0" tIns="0" rIns="0" bIns="0" rtlCol="0" anchor="ctr"/>
          <a:lstStyle/>
          <a:p>
            <a:pPr marL="0" indent="0" algn="ctr">
              <a:buNone/>
            </a:pPr>
            <a:r>
              <a:rPr lang="en-US" sz="1100" i="1" dirty="0">
                <a:solidFill>
                  <a:srgbClr val="A79BFF"/>
                </a:solidFill>
                <a:latin typeface="Malgun Gothic" pitchFamily="34" charset="0"/>
                <a:ea typeface="Malgun Gothic" pitchFamily="34" charset="-122"/>
                <a:cs typeface="Malgun Gothic" pitchFamily="34" charset="-120"/>
              </a:rPr>
              <a:t>쌍소리</a:t>
            </a:r>
            <a:endParaRPr lang="en-US" sz="1100" dirty="0"/>
          </a:p>
        </p:txBody>
      </p:sp>
      <p:sp>
        <p:nvSpPr>
          <p:cNvPr id="24" name="Text 21"/>
          <p:cNvSpPr/>
          <p:nvPr/>
        </p:nvSpPr>
        <p:spPr>
          <a:xfrm>
            <a:off x="9656064" y="3566160"/>
            <a:ext cx="1828800" cy="2651760"/>
          </a:xfrm>
          <a:prstGeom prst="rect">
            <a:avLst/>
          </a:prstGeom>
          <a:noFill/>
          <a:ln/>
        </p:spPr>
        <p:txBody>
          <a:bodyPr wrap="square" lIns="0" tIns="0" rIns="0" bIns="0" rtlCol="0" anchor="ctr"/>
          <a:lstStyle/>
          <a:p>
            <a:pPr marL="0" indent="0" algn="ctr">
              <a:buNone/>
            </a:pPr>
            <a:r>
              <a:rPr lang="en-US" sz="5000" b="1" dirty="0">
                <a:solidFill>
                  <a:srgbClr val="A79BFF"/>
                </a:solidFill>
                <a:latin typeface="Malgun Gothic" pitchFamily="34" charset="0"/>
                <a:ea typeface="Malgun Gothic" pitchFamily="34" charset="-122"/>
                <a:cs typeface="Malgun Gothic" pitchFamily="34" charset="-120"/>
              </a:rPr>
              <a:t>ㄸ</a:t>
            </a:r>
            <a:endParaRPr lang="en-US" sz="5000" dirty="0"/>
          </a:p>
        </p:txBody>
      </p:sp>
      <p:pic>
        <p:nvPicPr>
          <p:cNvPr id="25"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6" name="Text 22"/>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7" name="Text 23"/>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39</a:t>
            </a:r>
            <a:endParaRPr lang="en-US" sz="800" dirty="0"/>
          </a:p>
        </p:txBody>
      </p:sp>
      <p:sp>
        <p:nvSpPr>
          <p:cNvPr id="28" name="TextBox 27">
            <a:extLst>
              <a:ext uri="{FF2B5EF4-FFF2-40B4-BE49-F238E27FC236}">
                <a16:creationId xmlns:a16="http://schemas.microsoft.com/office/drawing/2014/main" id="{3291D75E-1022-A44E-04A0-55489C3890DA}"/>
              </a:ext>
            </a:extLst>
          </p:cNvPr>
          <p:cNvSpPr txBox="1"/>
          <p:nvPr/>
        </p:nvSpPr>
        <p:spPr>
          <a:xfrm>
            <a:off x="6430433" y="4250174"/>
            <a:ext cx="306494" cy="369332"/>
          </a:xfrm>
          <a:prstGeom prst="rect">
            <a:avLst/>
          </a:prstGeom>
          <a:noFill/>
        </p:spPr>
        <p:txBody>
          <a:bodyPr wrap="none" rtlCol="0">
            <a:spAutoFit/>
          </a:bodyPr>
          <a:lstStyle/>
          <a:p>
            <a:r>
              <a:rPr lang="es-CL" dirty="0"/>
              <a:t>n</a:t>
            </a:r>
          </a:p>
        </p:txBody>
      </p:sp>
      <p:sp>
        <p:nvSpPr>
          <p:cNvPr id="30" name="TextBox 29">
            <a:extLst>
              <a:ext uri="{FF2B5EF4-FFF2-40B4-BE49-F238E27FC236}">
                <a16:creationId xmlns:a16="http://schemas.microsoft.com/office/drawing/2014/main" id="{1BFFF9BE-5423-B524-EEED-ECEE0B506D54}"/>
              </a:ext>
            </a:extLst>
          </p:cNvPr>
          <p:cNvSpPr txBox="1"/>
          <p:nvPr/>
        </p:nvSpPr>
        <p:spPr>
          <a:xfrm>
            <a:off x="6499706" y="5187664"/>
            <a:ext cx="306494" cy="369332"/>
          </a:xfrm>
          <a:prstGeom prst="rect">
            <a:avLst/>
          </a:prstGeom>
          <a:noFill/>
        </p:spPr>
        <p:txBody>
          <a:bodyPr wrap="none" rtlCol="0">
            <a:spAutoFit/>
          </a:bodyPr>
          <a:lstStyle/>
          <a:p>
            <a:r>
              <a:rPr lang="es-CL" dirty="0"/>
              <a:t>d</a:t>
            </a:r>
          </a:p>
        </p:txBody>
      </p:sp>
      <p:sp>
        <p:nvSpPr>
          <p:cNvPr id="32" name="TextBox 31">
            <a:extLst>
              <a:ext uri="{FF2B5EF4-FFF2-40B4-BE49-F238E27FC236}">
                <a16:creationId xmlns:a16="http://schemas.microsoft.com/office/drawing/2014/main" id="{4D834D2A-580E-816B-8A00-513738843974}"/>
              </a:ext>
            </a:extLst>
          </p:cNvPr>
          <p:cNvSpPr txBox="1"/>
          <p:nvPr/>
        </p:nvSpPr>
        <p:spPr>
          <a:xfrm>
            <a:off x="6430433" y="5821140"/>
            <a:ext cx="418331" cy="369332"/>
          </a:xfrm>
          <a:prstGeom prst="rect">
            <a:avLst/>
          </a:prstGeom>
          <a:noFill/>
        </p:spPr>
        <p:txBody>
          <a:bodyPr wrap="square" rtlCol="0">
            <a:spAutoFit/>
          </a:bodyPr>
          <a:lstStyle/>
          <a:p>
            <a:r>
              <a:rPr lang="es-CL" dirty="0"/>
              <a:t>r/l</a:t>
            </a:r>
          </a:p>
        </p:txBody>
      </p:sp>
      <p:sp>
        <p:nvSpPr>
          <p:cNvPr id="34" name="TextBox 33">
            <a:extLst>
              <a:ext uri="{FF2B5EF4-FFF2-40B4-BE49-F238E27FC236}">
                <a16:creationId xmlns:a16="http://schemas.microsoft.com/office/drawing/2014/main" id="{86FB8140-56CB-D213-FB3A-E7E37988C2A8}"/>
              </a:ext>
            </a:extLst>
          </p:cNvPr>
          <p:cNvSpPr txBox="1"/>
          <p:nvPr/>
        </p:nvSpPr>
        <p:spPr>
          <a:xfrm>
            <a:off x="8503996" y="5163189"/>
            <a:ext cx="362913" cy="369332"/>
          </a:xfrm>
          <a:prstGeom prst="rect">
            <a:avLst/>
          </a:prstGeom>
          <a:noFill/>
        </p:spPr>
        <p:txBody>
          <a:bodyPr wrap="square" rtlCol="0">
            <a:spAutoFit/>
          </a:bodyPr>
          <a:lstStyle/>
          <a:p>
            <a:r>
              <a:rPr lang="es-CL" dirty="0"/>
              <a:t>T</a:t>
            </a:r>
          </a:p>
        </p:txBody>
      </p:sp>
      <p:sp>
        <p:nvSpPr>
          <p:cNvPr id="36" name="TextBox 35">
            <a:extLst>
              <a:ext uri="{FF2B5EF4-FFF2-40B4-BE49-F238E27FC236}">
                <a16:creationId xmlns:a16="http://schemas.microsoft.com/office/drawing/2014/main" id="{FA021463-21B0-D7F9-682E-D98E19715F5B}"/>
              </a:ext>
            </a:extLst>
          </p:cNvPr>
          <p:cNvSpPr txBox="1"/>
          <p:nvPr/>
        </p:nvSpPr>
        <p:spPr>
          <a:xfrm>
            <a:off x="10389007" y="5149334"/>
            <a:ext cx="362913" cy="369332"/>
          </a:xfrm>
          <a:prstGeom prst="rect">
            <a:avLst/>
          </a:prstGeom>
          <a:noFill/>
        </p:spPr>
        <p:txBody>
          <a:bodyPr wrap="square" rtlCol="0">
            <a:spAutoFit/>
          </a:bodyPr>
          <a:lstStyle/>
          <a:p>
            <a:r>
              <a:rPr lang="es-CL" dirty="0"/>
              <a:t>t</a:t>
            </a: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40">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§2.4 · CONSONANTES · 설음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ㄴ</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"n" como en "no" — la lengua toca los alvéolos</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A79BFF"/>
                </a:solidFill>
                <a:latin typeface="Calibri" pitchFamily="34" charset="0"/>
                <a:ea typeface="Calibri" pitchFamily="34" charset="-122"/>
                <a:cs typeface="Calibri" pitchFamily="34" charset="-120"/>
              </a:rPr>
              <a:t>설음 · LENGUA (ALVEOLAR)</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BÁSICA</a:t>
            </a:r>
            <a:endParaRPr lang="en-US" sz="900" dirty="0"/>
          </a:p>
        </p:txBody>
      </p:sp>
      <p:sp>
        <p:nvSpPr>
          <p:cNvPr id="7" name="Shape 5"/>
          <p:cNvSpPr/>
          <p:nvPr/>
        </p:nvSpPr>
        <p:spPr>
          <a:xfrm>
            <a:off x="640080" y="2606040"/>
            <a:ext cx="5120640" cy="3657600"/>
          </a:xfrm>
          <a:prstGeom prst="roundRect">
            <a:avLst>
              <a:gd name="adj" fmla="val 7500"/>
            </a:avLst>
          </a:prstGeom>
          <a:solidFill>
            <a:srgbClr val="A79BFF"/>
          </a:solidFill>
          <a:ln w="12700">
            <a:solidFill>
              <a:srgbClr val="A79BFF"/>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ㄴ</a:t>
            </a:r>
            <a:endParaRPr lang="en-US" sz="24000" dirty="0"/>
          </a:p>
        </p:txBody>
      </p:sp>
      <p:sp>
        <p:nvSpPr>
          <p:cNvPr id="9" name="Shape 7"/>
          <p:cNvSpPr/>
          <p:nvPr/>
        </p:nvSpPr>
        <p:spPr>
          <a:xfrm>
            <a:off x="6126480" y="2606040"/>
            <a:ext cx="5486400" cy="1097280"/>
          </a:xfrm>
          <a:prstGeom prst="roundRect">
            <a:avLst>
              <a:gd name="adj" fmla="val 12500"/>
            </a:avLst>
          </a:prstGeom>
          <a:solidFill>
            <a:srgbClr val="EDE8FF"/>
          </a:solidFill>
          <a:ln w="19050">
            <a:solidFill>
              <a:srgbClr val="A79BFF"/>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A79BFF"/>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"n"</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A79BFF"/>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A79BFF"/>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1 trazo</a:t>
            </a:r>
            <a:endParaRPr lang="en-US" sz="1200" dirty="0"/>
          </a:p>
        </p:txBody>
      </p:sp>
      <p:sp>
        <p:nvSpPr>
          <p:cNvPr id="16" name="Shape 13"/>
          <p:cNvSpPr/>
          <p:nvPr/>
        </p:nvSpPr>
        <p:spPr>
          <a:xfrm>
            <a:off x="8869680" y="3840480"/>
            <a:ext cx="2743200" cy="2423160"/>
          </a:xfrm>
          <a:prstGeom prst="roundRect">
            <a:avLst>
              <a:gd name="adj" fmla="val 5660"/>
            </a:avLst>
          </a:prstGeom>
          <a:solidFill>
            <a:srgbClr val="EDE8FF"/>
          </a:solidFill>
          <a:ln w="19050">
            <a:solidFill>
              <a:srgbClr val="A79BFF"/>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A79BFF"/>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나</a:t>
            </a:r>
            <a:r>
              <a:rPr lang="en-US" sz="1300" i="1" dirty="0">
                <a:solidFill>
                  <a:srgbClr val="4A4A55"/>
                </a:solidFill>
              </a:rPr>
              <a:t>   yo</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누나</a:t>
            </a:r>
            <a:r>
              <a:rPr lang="en-US" sz="1300" i="1" dirty="0">
                <a:solidFill>
                  <a:srgbClr val="4A4A55"/>
                </a:solidFill>
              </a:rPr>
              <a:t>   hermana mayor</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40</a:t>
            </a:r>
            <a:endParaRPr lang="en-US" sz="800" dirty="0"/>
          </a:p>
        </p:txBody>
      </p:sp>
      <p:sp>
        <p:nvSpPr>
          <p:cNvPr id="22" name="TextBox 21">
            <a:extLst>
              <a:ext uri="{FF2B5EF4-FFF2-40B4-BE49-F238E27FC236}">
                <a16:creationId xmlns:a16="http://schemas.microsoft.com/office/drawing/2014/main" id="{FD773F38-B0FE-8942-F778-39B27B0FCCDD}"/>
              </a:ext>
            </a:extLst>
          </p:cNvPr>
          <p:cNvSpPr txBox="1"/>
          <p:nvPr/>
        </p:nvSpPr>
        <p:spPr>
          <a:xfrm>
            <a:off x="5760720" y="777240"/>
            <a:ext cx="1527982" cy="1200329"/>
          </a:xfrm>
          <a:prstGeom prst="rect">
            <a:avLst/>
          </a:prstGeom>
          <a:noFill/>
        </p:spPr>
        <p:txBody>
          <a:bodyPr wrap="none" rtlCol="0">
            <a:spAutoFit/>
          </a:bodyPr>
          <a:lstStyle/>
          <a:p>
            <a:r>
              <a:rPr lang="ko-KR" altLang="es-CL" dirty="0"/>
              <a:t>형  </a:t>
            </a:r>
            <a:r>
              <a:rPr lang="es-CL" altLang="ko-KR" dirty="0"/>
              <a:t>= h -&gt; h</a:t>
            </a:r>
          </a:p>
          <a:p>
            <a:r>
              <a:rPr lang="ko-KR" altLang="es-CL" dirty="0"/>
              <a:t>오빠 </a:t>
            </a:r>
            <a:r>
              <a:rPr lang="es-CL" altLang="ko-KR" dirty="0"/>
              <a:t>= m -&gt; h</a:t>
            </a:r>
          </a:p>
          <a:p>
            <a:r>
              <a:rPr lang="ko-KR" altLang="es-CL" dirty="0"/>
              <a:t>누나 </a:t>
            </a:r>
            <a:r>
              <a:rPr lang="es-CL" altLang="ko-KR" dirty="0"/>
              <a:t>= h -&gt; m</a:t>
            </a:r>
          </a:p>
          <a:p>
            <a:r>
              <a:rPr lang="ko-KR" altLang="es-CL" dirty="0"/>
              <a:t>언니</a:t>
            </a:r>
            <a:r>
              <a:rPr lang="es-CL" altLang="ko-KR" dirty="0"/>
              <a:t> = m -&gt; m</a:t>
            </a:r>
            <a:endParaRPr lang="es-CL"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41">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§2.4 · CONSONANTES · 설음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ㄷ</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"d" entre vocales, "t" al inicio</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A79BFF"/>
                </a:solidFill>
                <a:latin typeface="Calibri" pitchFamily="34" charset="0"/>
                <a:ea typeface="Calibri" pitchFamily="34" charset="-122"/>
                <a:cs typeface="Calibri" pitchFamily="34" charset="-120"/>
              </a:rPr>
              <a:t>설음 · LENGUA (ALVEOLAR)</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BÁSICA</a:t>
            </a:r>
            <a:endParaRPr lang="en-US" sz="900" dirty="0"/>
          </a:p>
        </p:txBody>
      </p:sp>
      <p:sp>
        <p:nvSpPr>
          <p:cNvPr id="7" name="Shape 5"/>
          <p:cNvSpPr/>
          <p:nvPr/>
        </p:nvSpPr>
        <p:spPr>
          <a:xfrm>
            <a:off x="640080" y="2606040"/>
            <a:ext cx="5120640" cy="3657600"/>
          </a:xfrm>
          <a:prstGeom prst="roundRect">
            <a:avLst>
              <a:gd name="adj" fmla="val 7500"/>
            </a:avLst>
          </a:prstGeom>
          <a:solidFill>
            <a:srgbClr val="A79BFF"/>
          </a:solidFill>
          <a:ln w="12700">
            <a:solidFill>
              <a:srgbClr val="A79BFF"/>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ㄷ</a:t>
            </a:r>
            <a:endParaRPr lang="en-US" sz="24000" dirty="0"/>
          </a:p>
        </p:txBody>
      </p:sp>
      <p:sp>
        <p:nvSpPr>
          <p:cNvPr id="9" name="Shape 7"/>
          <p:cNvSpPr/>
          <p:nvPr/>
        </p:nvSpPr>
        <p:spPr>
          <a:xfrm>
            <a:off x="6126480" y="2606040"/>
            <a:ext cx="5486400" cy="1097280"/>
          </a:xfrm>
          <a:prstGeom prst="roundRect">
            <a:avLst>
              <a:gd name="adj" fmla="val 12500"/>
            </a:avLst>
          </a:prstGeom>
          <a:solidFill>
            <a:srgbClr val="EDE8FF"/>
          </a:solidFill>
          <a:ln w="19050">
            <a:solidFill>
              <a:srgbClr val="A79BFF"/>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A79BFF"/>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"d / t"</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A79BFF"/>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A79BFF"/>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2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EDE8FF"/>
          </a:solidFill>
          <a:ln w="19050">
            <a:solidFill>
              <a:srgbClr val="A79BFF"/>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A79BFF"/>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err="1">
                <a:solidFill>
                  <a:srgbClr val="1E1E2A"/>
                </a:solidFill>
                <a:latin typeface="Malgun Gothic" pitchFamily="34" charset="0"/>
                <a:ea typeface="Malgun Gothic" pitchFamily="34" charset="-122"/>
                <a:cs typeface="Malgun Gothic" pitchFamily="34" charset="-120"/>
              </a:rPr>
              <a:t>다리</a:t>
            </a:r>
            <a:r>
              <a:rPr lang="en-US" sz="1300" i="1" dirty="0">
                <a:solidFill>
                  <a:srgbClr val="4A4A55"/>
                </a:solidFill>
              </a:rPr>
              <a:t>   </a:t>
            </a:r>
            <a:r>
              <a:rPr lang="en-US" sz="1300" i="1" dirty="0" err="1">
                <a:solidFill>
                  <a:srgbClr val="4A4A55"/>
                </a:solidFill>
              </a:rPr>
              <a:t>pierna</a:t>
            </a:r>
            <a:r>
              <a:rPr lang="en-US" sz="1300" i="1" dirty="0">
                <a:solidFill>
                  <a:srgbClr val="4A4A55"/>
                </a:solidFill>
              </a:rPr>
              <a:t>/</a:t>
            </a:r>
            <a:r>
              <a:rPr lang="en-US" sz="1300" i="1" dirty="0" err="1">
                <a:solidFill>
                  <a:srgbClr val="4A4A55"/>
                </a:solidFill>
              </a:rPr>
              <a:t>puente</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도시</a:t>
            </a:r>
            <a:r>
              <a:rPr lang="en-US" sz="1300" i="1" dirty="0">
                <a:solidFill>
                  <a:srgbClr val="4A4A55"/>
                </a:solidFill>
              </a:rPr>
              <a:t>   ciudad</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41</a:t>
            </a:r>
            <a:endParaRPr lang="en-US" sz="800"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42">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§2.4 · CONSONANTES · 설음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ㅌ</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"t" aspirada — con soplo de aire</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A79BFF"/>
                </a:solidFill>
                <a:latin typeface="Calibri" pitchFamily="34" charset="0"/>
                <a:ea typeface="Calibri" pitchFamily="34" charset="-122"/>
                <a:cs typeface="Calibri" pitchFamily="34" charset="-120"/>
              </a:rPr>
              <a:t>설음 · LENGUA (ALVEOLAR)</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ASPIRADA</a:t>
            </a:r>
            <a:endParaRPr lang="en-US" sz="900" dirty="0"/>
          </a:p>
        </p:txBody>
      </p:sp>
      <p:sp>
        <p:nvSpPr>
          <p:cNvPr id="7" name="Shape 5"/>
          <p:cNvSpPr/>
          <p:nvPr/>
        </p:nvSpPr>
        <p:spPr>
          <a:xfrm>
            <a:off x="640080" y="2606040"/>
            <a:ext cx="5120640" cy="3657600"/>
          </a:xfrm>
          <a:prstGeom prst="roundRect">
            <a:avLst>
              <a:gd name="adj" fmla="val 7500"/>
            </a:avLst>
          </a:prstGeom>
          <a:solidFill>
            <a:srgbClr val="A79BFF"/>
          </a:solidFill>
          <a:ln w="12700">
            <a:solidFill>
              <a:srgbClr val="A79BFF"/>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ㅌ</a:t>
            </a:r>
            <a:endParaRPr lang="en-US" sz="24000" dirty="0"/>
          </a:p>
        </p:txBody>
      </p:sp>
      <p:sp>
        <p:nvSpPr>
          <p:cNvPr id="9" name="Shape 7"/>
          <p:cNvSpPr/>
          <p:nvPr/>
        </p:nvSpPr>
        <p:spPr>
          <a:xfrm>
            <a:off x="6126480" y="2606040"/>
            <a:ext cx="5486400" cy="1097280"/>
          </a:xfrm>
          <a:prstGeom prst="roundRect">
            <a:avLst>
              <a:gd name="adj" fmla="val 12500"/>
            </a:avLst>
          </a:prstGeom>
          <a:solidFill>
            <a:srgbClr val="EDE8FF"/>
          </a:solidFill>
          <a:ln w="19050">
            <a:solidFill>
              <a:srgbClr val="A79BFF"/>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A79BFF"/>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"t"</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A79BFF"/>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A79BFF"/>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3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EDE8FF"/>
          </a:solidFill>
          <a:ln w="19050">
            <a:solidFill>
              <a:srgbClr val="A79BFF"/>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A79BFF"/>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타조</a:t>
            </a:r>
            <a:r>
              <a:rPr lang="en-US" sz="1300" i="1" dirty="0">
                <a:solidFill>
                  <a:srgbClr val="4A4A55"/>
                </a:solidFill>
              </a:rPr>
              <a:t>   avestruz</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토끼</a:t>
            </a:r>
            <a:r>
              <a:rPr lang="en-US" sz="1300" i="1" dirty="0">
                <a:solidFill>
                  <a:srgbClr val="4A4A55"/>
                </a:solidFill>
              </a:rPr>
              <a:t>   conejo</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42</a:t>
            </a:r>
            <a:endParaRPr lang="en-US" sz="800" dirty="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43">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§2.4 · CONSONANTES · 설음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ㄸ</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"t" tensa — sin soplo, apretada</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A79BFF"/>
                </a:solidFill>
                <a:latin typeface="Calibri" pitchFamily="34" charset="0"/>
                <a:ea typeface="Calibri" pitchFamily="34" charset="-122"/>
                <a:cs typeface="Calibri" pitchFamily="34" charset="-120"/>
              </a:rPr>
              <a:t>설음 · LENGUA (ALVEOLAR)</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DOBLE</a:t>
            </a:r>
            <a:endParaRPr lang="en-US" sz="900" dirty="0"/>
          </a:p>
        </p:txBody>
      </p:sp>
      <p:sp>
        <p:nvSpPr>
          <p:cNvPr id="7" name="Shape 5"/>
          <p:cNvSpPr/>
          <p:nvPr/>
        </p:nvSpPr>
        <p:spPr>
          <a:xfrm>
            <a:off x="640080" y="2606040"/>
            <a:ext cx="5120640" cy="3657600"/>
          </a:xfrm>
          <a:prstGeom prst="roundRect">
            <a:avLst>
              <a:gd name="adj" fmla="val 7500"/>
            </a:avLst>
          </a:prstGeom>
          <a:solidFill>
            <a:srgbClr val="A79BFF"/>
          </a:solidFill>
          <a:ln w="12700">
            <a:solidFill>
              <a:srgbClr val="A79BFF"/>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ㄸ</a:t>
            </a:r>
            <a:endParaRPr lang="en-US" sz="24000" dirty="0"/>
          </a:p>
        </p:txBody>
      </p:sp>
      <p:sp>
        <p:nvSpPr>
          <p:cNvPr id="9" name="Shape 7"/>
          <p:cNvSpPr/>
          <p:nvPr/>
        </p:nvSpPr>
        <p:spPr>
          <a:xfrm>
            <a:off x="6126480" y="2606040"/>
            <a:ext cx="5486400" cy="1097280"/>
          </a:xfrm>
          <a:prstGeom prst="roundRect">
            <a:avLst>
              <a:gd name="adj" fmla="val 12500"/>
            </a:avLst>
          </a:prstGeom>
          <a:solidFill>
            <a:srgbClr val="EDE8FF"/>
          </a:solidFill>
          <a:ln w="19050">
            <a:solidFill>
              <a:srgbClr val="A79BFF"/>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A79BFF"/>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"tt"</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A79BFF"/>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A79BFF"/>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4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EDE8FF"/>
          </a:solidFill>
          <a:ln w="19050">
            <a:solidFill>
              <a:srgbClr val="A79BFF"/>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A79BFF"/>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딸</a:t>
            </a:r>
            <a:r>
              <a:rPr lang="en-US" sz="1300" i="1" dirty="0">
                <a:solidFill>
                  <a:srgbClr val="4A4A55"/>
                </a:solidFill>
              </a:rPr>
              <a:t>   hija</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땅</a:t>
            </a:r>
            <a:r>
              <a:rPr lang="en-US" sz="1300" i="1" dirty="0">
                <a:solidFill>
                  <a:srgbClr val="4A4A55"/>
                </a:solidFill>
              </a:rPr>
              <a:t>   tierra</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43</a:t>
            </a:r>
            <a:endParaRPr lang="en-US" sz="800" dirty="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44">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§2.4 · CONSONANTES · 설음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ㄹ</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"r" suave entre vocales, "l" al final</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A79BFF"/>
                </a:solidFill>
                <a:latin typeface="Calibri" pitchFamily="34" charset="0"/>
                <a:ea typeface="Calibri" pitchFamily="34" charset="-122"/>
                <a:cs typeface="Calibri" pitchFamily="34" charset="-120"/>
              </a:rPr>
              <a:t>설음 · LENGUA (ALVEOLAR)</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BÁSICA</a:t>
            </a:r>
            <a:endParaRPr lang="en-US" sz="900" dirty="0"/>
          </a:p>
        </p:txBody>
      </p:sp>
      <p:sp>
        <p:nvSpPr>
          <p:cNvPr id="7" name="Shape 5"/>
          <p:cNvSpPr/>
          <p:nvPr/>
        </p:nvSpPr>
        <p:spPr>
          <a:xfrm>
            <a:off x="640080" y="2606040"/>
            <a:ext cx="5120640" cy="3657600"/>
          </a:xfrm>
          <a:prstGeom prst="roundRect">
            <a:avLst>
              <a:gd name="adj" fmla="val 7500"/>
            </a:avLst>
          </a:prstGeom>
          <a:solidFill>
            <a:srgbClr val="A79BFF"/>
          </a:solidFill>
          <a:ln w="12700">
            <a:solidFill>
              <a:srgbClr val="A79BFF"/>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ㄹ</a:t>
            </a:r>
            <a:endParaRPr lang="en-US" sz="24000" dirty="0"/>
          </a:p>
        </p:txBody>
      </p:sp>
      <p:sp>
        <p:nvSpPr>
          <p:cNvPr id="9" name="Shape 7"/>
          <p:cNvSpPr/>
          <p:nvPr/>
        </p:nvSpPr>
        <p:spPr>
          <a:xfrm>
            <a:off x="6126480" y="2606040"/>
            <a:ext cx="5486400" cy="1097280"/>
          </a:xfrm>
          <a:prstGeom prst="roundRect">
            <a:avLst>
              <a:gd name="adj" fmla="val 12500"/>
            </a:avLst>
          </a:prstGeom>
          <a:solidFill>
            <a:srgbClr val="EDE8FF"/>
          </a:solidFill>
          <a:ln w="19050">
            <a:solidFill>
              <a:srgbClr val="A79BFF"/>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A79BFF"/>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"r / l"</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A79BFF"/>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A79BFF"/>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3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EDE8FF"/>
          </a:solidFill>
          <a:ln w="19050">
            <a:solidFill>
              <a:srgbClr val="A79BFF"/>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A79BFF"/>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라면</a:t>
            </a:r>
            <a:r>
              <a:rPr lang="en-US" sz="1300" i="1" dirty="0">
                <a:solidFill>
                  <a:srgbClr val="4A4A55"/>
                </a:solidFill>
              </a:rPr>
              <a:t>   ramen</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서울</a:t>
            </a:r>
            <a:r>
              <a:rPr lang="en-US" sz="1300" i="1" dirty="0">
                <a:solidFill>
                  <a:srgbClr val="4A4A55"/>
                </a:solidFill>
              </a:rPr>
              <a:t>   Seúl</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44</a:t>
            </a:r>
            <a:endParaRPr lang="en-US" sz="800"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45">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§2.5 · CONSONANTES</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Sonidos de los labios · 순음</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Los dos labios se cierran y se abren para producir el sonido.</a:t>
            </a:r>
            <a:endParaRPr lang="en-US" sz="1400" dirty="0"/>
          </a:p>
        </p:txBody>
      </p:sp>
      <p:sp>
        <p:nvSpPr>
          <p:cNvPr id="5" name="Shape 3"/>
          <p:cNvSpPr/>
          <p:nvPr/>
        </p:nvSpPr>
        <p:spPr>
          <a:xfrm>
            <a:off x="640080" y="2606040"/>
            <a:ext cx="4572000" cy="3657600"/>
          </a:xfrm>
          <a:prstGeom prst="roundRect">
            <a:avLst>
              <a:gd name="adj" fmla="val 6250"/>
            </a:avLst>
          </a:prstGeom>
          <a:solidFill>
            <a:srgbClr val="FE6768"/>
          </a:solidFill>
          <a:ln w="12700">
            <a:solidFill>
              <a:srgbClr val="FE6768"/>
            </a:solidFill>
            <a:prstDash val="solid"/>
          </a:ln>
        </p:spPr>
      </p:sp>
      <p:sp>
        <p:nvSpPr>
          <p:cNvPr id="6" name="Text 4"/>
          <p:cNvSpPr/>
          <p:nvPr/>
        </p:nvSpPr>
        <p:spPr>
          <a:xfrm>
            <a:off x="640080" y="2697480"/>
            <a:ext cx="4572000" cy="914400"/>
          </a:xfrm>
          <a:prstGeom prst="rect">
            <a:avLst/>
          </a:prstGeom>
          <a:noFill/>
          <a:ln/>
        </p:spPr>
        <p:txBody>
          <a:bodyPr wrap="square" lIns="0" tIns="0" rIns="0" bIns="0" rtlCol="0" anchor="ctr"/>
          <a:lstStyle/>
          <a:p>
            <a:pPr marL="0" indent="0" algn="ctr">
              <a:buNone/>
            </a:pPr>
            <a:r>
              <a:rPr lang="en-US" sz="6000" b="1" dirty="0">
                <a:solidFill>
                  <a:srgbClr val="F6F6F6"/>
                </a:solidFill>
                <a:latin typeface="Malgun Gothic" pitchFamily="34" charset="0"/>
                <a:ea typeface="Malgun Gothic" pitchFamily="34" charset="-122"/>
                <a:cs typeface="Malgun Gothic" pitchFamily="34" charset="-120"/>
              </a:rPr>
              <a:t>순음</a:t>
            </a:r>
            <a:endParaRPr lang="en-US" sz="6000" dirty="0"/>
          </a:p>
        </p:txBody>
      </p:sp>
      <p:sp>
        <p:nvSpPr>
          <p:cNvPr id="7" name="Text 5"/>
          <p:cNvSpPr/>
          <p:nvPr/>
        </p:nvSpPr>
        <p:spPr>
          <a:xfrm>
            <a:off x="640080" y="3611880"/>
            <a:ext cx="4572000" cy="320040"/>
          </a:xfrm>
          <a:prstGeom prst="rect">
            <a:avLst/>
          </a:prstGeom>
          <a:noFill/>
          <a:ln/>
        </p:spPr>
        <p:txBody>
          <a:bodyPr wrap="square" lIns="0" tIns="0" rIns="0" bIns="0" rtlCol="0" anchor="ctr"/>
          <a:lstStyle/>
          <a:p>
            <a:pPr marL="0" indent="0" algn="ctr">
              <a:buNone/>
            </a:pPr>
            <a:r>
              <a:rPr lang="en-US" sz="1400" i="1" dirty="0">
                <a:solidFill>
                  <a:srgbClr val="FFE0E0"/>
                </a:solidFill>
                <a:latin typeface="Calibri" pitchFamily="34" charset="0"/>
                <a:ea typeface="Calibri" pitchFamily="34" charset="-122"/>
                <a:cs typeface="Calibri" pitchFamily="34" charset="-120"/>
              </a:rPr>
              <a:t>sun-eum</a:t>
            </a:r>
            <a:endParaRPr lang="en-US" sz="1400" dirty="0"/>
          </a:p>
        </p:txBody>
      </p:sp>
      <p:pic>
        <p:nvPicPr>
          <p:cNvPr id="8" name="Image 0" descr="preencoded.png"/>
          <p:cNvPicPr>
            <a:picLocks noChangeAspect="1"/>
          </p:cNvPicPr>
          <p:nvPr/>
        </p:nvPicPr>
        <p:blipFill>
          <a:blip r:embed="rId3"/>
          <a:stretch>
            <a:fillRect/>
          </a:stretch>
        </p:blipFill>
        <p:spPr>
          <a:xfrm>
            <a:off x="2148840" y="4023360"/>
            <a:ext cx="1554480" cy="1554480"/>
          </a:xfrm>
          <a:prstGeom prst="rect">
            <a:avLst/>
          </a:prstGeom>
        </p:spPr>
      </p:pic>
      <p:sp>
        <p:nvSpPr>
          <p:cNvPr id="9" name="Text 6"/>
          <p:cNvSpPr/>
          <p:nvPr/>
        </p:nvSpPr>
        <p:spPr>
          <a:xfrm>
            <a:off x="640080" y="5623560"/>
            <a:ext cx="4572000" cy="320040"/>
          </a:xfrm>
          <a:prstGeom prst="rect">
            <a:avLst/>
          </a:prstGeom>
          <a:noFill/>
          <a:ln/>
        </p:spPr>
        <p:txBody>
          <a:bodyPr wrap="square" lIns="0" tIns="0" rIns="0" bIns="0" rtlCol="0" anchor="ctr"/>
          <a:lstStyle/>
          <a:p>
            <a:pPr marL="0" indent="0" algn="ctr">
              <a:buNone/>
            </a:pPr>
            <a:r>
              <a:rPr lang="en-US" sz="1200" b="1" kern="0" spc="500" dirty="0">
                <a:solidFill>
                  <a:srgbClr val="F6F6F6"/>
                </a:solidFill>
                <a:latin typeface="Calibri" pitchFamily="34" charset="0"/>
                <a:ea typeface="Calibri" pitchFamily="34" charset="-122"/>
                <a:cs typeface="Calibri" pitchFamily="34" charset="-120"/>
              </a:rPr>
              <a:t>LABIOS (BILABIAL)</a:t>
            </a:r>
            <a:endParaRPr lang="en-US" sz="1200" dirty="0"/>
          </a:p>
        </p:txBody>
      </p:sp>
      <p:sp>
        <p:nvSpPr>
          <p:cNvPr id="10" name="Text 7"/>
          <p:cNvSpPr/>
          <p:nvPr/>
        </p:nvSpPr>
        <p:spPr>
          <a:xfrm>
            <a:off x="640080" y="5943600"/>
            <a:ext cx="4572000" cy="365760"/>
          </a:xfrm>
          <a:prstGeom prst="rect">
            <a:avLst/>
          </a:prstGeom>
          <a:noFill/>
          <a:ln/>
        </p:spPr>
        <p:txBody>
          <a:bodyPr wrap="square" lIns="0" tIns="0" rIns="0" bIns="0" rtlCol="0" anchor="ctr"/>
          <a:lstStyle/>
          <a:p>
            <a:pPr marL="0" indent="0" algn="ctr">
              <a:buNone/>
            </a:pPr>
            <a:r>
              <a:rPr lang="en-US" sz="1000" i="1" dirty="0">
                <a:solidFill>
                  <a:srgbClr val="FFE0E0"/>
                </a:solidFill>
                <a:latin typeface="Calibri" pitchFamily="34" charset="0"/>
                <a:ea typeface="Calibri" pitchFamily="34" charset="-122"/>
                <a:cs typeface="Calibri" pitchFamily="34" charset="-120"/>
              </a:rPr>
              <a:t>Los dos labios se cierran</a:t>
            </a:r>
            <a:endParaRPr lang="en-US" sz="1000" dirty="0"/>
          </a:p>
          <a:p>
            <a:pPr marL="0" indent="0" algn="ctr">
              <a:buNone/>
            </a:pPr>
            <a:r>
              <a:rPr lang="en-US" sz="1000" i="1" dirty="0">
                <a:solidFill>
                  <a:srgbClr val="FFE0E0"/>
                </a:solidFill>
                <a:latin typeface="Calibri" pitchFamily="34" charset="0"/>
                <a:ea typeface="Calibri" pitchFamily="34" charset="-122"/>
                <a:cs typeface="Calibri" pitchFamily="34" charset="-120"/>
              </a:rPr>
              <a:t>y se abren con el aire</a:t>
            </a:r>
            <a:endParaRPr lang="en-US" sz="1000" dirty="0"/>
          </a:p>
        </p:txBody>
      </p:sp>
      <p:sp>
        <p:nvSpPr>
          <p:cNvPr id="11" name="Shape 8"/>
          <p:cNvSpPr/>
          <p:nvPr/>
        </p:nvSpPr>
        <p:spPr>
          <a:xfrm>
            <a:off x="5669280" y="2606040"/>
            <a:ext cx="1828800" cy="3657600"/>
          </a:xfrm>
          <a:prstGeom prst="roundRect">
            <a:avLst>
              <a:gd name="adj" fmla="val 7500"/>
            </a:avLst>
          </a:prstGeom>
          <a:solidFill>
            <a:srgbClr val="FFE0E0"/>
          </a:solidFill>
          <a:ln w="19050">
            <a:solidFill>
              <a:srgbClr val="FE6768"/>
            </a:solidFill>
            <a:prstDash val="solid"/>
          </a:ln>
        </p:spPr>
      </p:sp>
      <p:sp>
        <p:nvSpPr>
          <p:cNvPr id="12" name="Text 9"/>
          <p:cNvSpPr/>
          <p:nvPr/>
        </p:nvSpPr>
        <p:spPr>
          <a:xfrm>
            <a:off x="5669280"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FE6768"/>
                </a:solidFill>
                <a:latin typeface="Calibri" pitchFamily="34" charset="0"/>
                <a:ea typeface="Calibri" pitchFamily="34" charset="-122"/>
                <a:cs typeface="Calibri" pitchFamily="34" charset="-120"/>
              </a:rPr>
              <a:t>BÁSICA</a:t>
            </a:r>
            <a:endParaRPr lang="en-US" sz="1000" dirty="0"/>
          </a:p>
        </p:txBody>
      </p:sp>
      <p:sp>
        <p:nvSpPr>
          <p:cNvPr id="13" name="Text 10"/>
          <p:cNvSpPr/>
          <p:nvPr/>
        </p:nvSpPr>
        <p:spPr>
          <a:xfrm>
            <a:off x="5669280" y="3108960"/>
            <a:ext cx="1828800" cy="320040"/>
          </a:xfrm>
          <a:prstGeom prst="rect">
            <a:avLst/>
          </a:prstGeom>
          <a:noFill/>
          <a:ln/>
        </p:spPr>
        <p:txBody>
          <a:bodyPr wrap="square" lIns="0" tIns="0" rIns="0" bIns="0" rtlCol="0" anchor="ctr"/>
          <a:lstStyle/>
          <a:p>
            <a:pPr marL="0" indent="0" algn="ctr">
              <a:buNone/>
            </a:pPr>
            <a:r>
              <a:rPr lang="en-US" sz="1100" i="1" dirty="0">
                <a:solidFill>
                  <a:srgbClr val="FE6768"/>
                </a:solidFill>
                <a:latin typeface="Malgun Gothic" pitchFamily="34" charset="0"/>
                <a:ea typeface="Malgun Gothic" pitchFamily="34" charset="-122"/>
                <a:cs typeface="Malgun Gothic" pitchFamily="34" charset="-120"/>
              </a:rPr>
              <a:t>기본</a:t>
            </a:r>
            <a:endParaRPr lang="en-US" sz="1100" dirty="0"/>
          </a:p>
        </p:txBody>
      </p:sp>
      <p:sp>
        <p:nvSpPr>
          <p:cNvPr id="14" name="Text 11"/>
          <p:cNvSpPr/>
          <p:nvPr/>
        </p:nvSpPr>
        <p:spPr>
          <a:xfrm>
            <a:off x="5669280" y="3566160"/>
            <a:ext cx="1828800" cy="132588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ㅁ</a:t>
            </a:r>
            <a:endParaRPr lang="en-US" sz="5000" dirty="0"/>
          </a:p>
        </p:txBody>
      </p:sp>
      <p:sp>
        <p:nvSpPr>
          <p:cNvPr id="15" name="Text 12"/>
          <p:cNvSpPr/>
          <p:nvPr/>
        </p:nvSpPr>
        <p:spPr>
          <a:xfrm>
            <a:off x="5669280" y="4892040"/>
            <a:ext cx="1828800" cy="132588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ㅂ</a:t>
            </a:r>
            <a:endParaRPr lang="en-US" sz="5000" dirty="0"/>
          </a:p>
        </p:txBody>
      </p:sp>
      <p:sp>
        <p:nvSpPr>
          <p:cNvPr id="16" name="Shape 13"/>
          <p:cNvSpPr/>
          <p:nvPr/>
        </p:nvSpPr>
        <p:spPr>
          <a:xfrm>
            <a:off x="7662672" y="2606040"/>
            <a:ext cx="1828800" cy="3657600"/>
          </a:xfrm>
          <a:prstGeom prst="roundRect">
            <a:avLst>
              <a:gd name="adj" fmla="val 7500"/>
            </a:avLst>
          </a:prstGeom>
          <a:solidFill>
            <a:srgbClr val="FFE0E0"/>
          </a:solidFill>
          <a:ln w="19050">
            <a:solidFill>
              <a:srgbClr val="FE6768"/>
            </a:solidFill>
            <a:prstDash val="solid"/>
          </a:ln>
        </p:spPr>
      </p:sp>
      <p:sp>
        <p:nvSpPr>
          <p:cNvPr id="17" name="Text 14"/>
          <p:cNvSpPr/>
          <p:nvPr/>
        </p:nvSpPr>
        <p:spPr>
          <a:xfrm>
            <a:off x="7662672"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FE6768"/>
                </a:solidFill>
                <a:latin typeface="Calibri" pitchFamily="34" charset="0"/>
                <a:ea typeface="Calibri" pitchFamily="34" charset="-122"/>
                <a:cs typeface="Calibri" pitchFamily="34" charset="-120"/>
              </a:rPr>
              <a:t>ASPIRADA</a:t>
            </a:r>
            <a:endParaRPr lang="en-US" sz="1000" dirty="0"/>
          </a:p>
        </p:txBody>
      </p:sp>
      <p:sp>
        <p:nvSpPr>
          <p:cNvPr id="18" name="Text 15"/>
          <p:cNvSpPr/>
          <p:nvPr/>
        </p:nvSpPr>
        <p:spPr>
          <a:xfrm>
            <a:off x="7662672" y="3108960"/>
            <a:ext cx="1828800" cy="320040"/>
          </a:xfrm>
          <a:prstGeom prst="rect">
            <a:avLst/>
          </a:prstGeom>
          <a:noFill/>
          <a:ln/>
        </p:spPr>
        <p:txBody>
          <a:bodyPr wrap="square" lIns="0" tIns="0" rIns="0" bIns="0" rtlCol="0" anchor="ctr"/>
          <a:lstStyle/>
          <a:p>
            <a:pPr marL="0" indent="0" algn="ctr">
              <a:buNone/>
            </a:pPr>
            <a:r>
              <a:rPr lang="en-US" sz="1100" i="1" dirty="0">
                <a:solidFill>
                  <a:srgbClr val="FE6768"/>
                </a:solidFill>
                <a:latin typeface="Malgun Gothic" pitchFamily="34" charset="0"/>
                <a:ea typeface="Malgun Gothic" pitchFamily="34" charset="-122"/>
                <a:cs typeface="Malgun Gothic" pitchFamily="34" charset="-120"/>
              </a:rPr>
              <a:t>거센소리</a:t>
            </a:r>
            <a:endParaRPr lang="en-US" sz="1100" dirty="0"/>
          </a:p>
        </p:txBody>
      </p:sp>
      <p:sp>
        <p:nvSpPr>
          <p:cNvPr id="19" name="Text 16"/>
          <p:cNvSpPr/>
          <p:nvPr/>
        </p:nvSpPr>
        <p:spPr>
          <a:xfrm>
            <a:off x="7662672" y="3566160"/>
            <a:ext cx="1828800" cy="265176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ㅍ</a:t>
            </a:r>
            <a:endParaRPr lang="en-US" sz="5000" dirty="0"/>
          </a:p>
        </p:txBody>
      </p:sp>
      <p:sp>
        <p:nvSpPr>
          <p:cNvPr id="20" name="Shape 17"/>
          <p:cNvSpPr/>
          <p:nvPr/>
        </p:nvSpPr>
        <p:spPr>
          <a:xfrm>
            <a:off x="9656064" y="2606040"/>
            <a:ext cx="1828800" cy="3657600"/>
          </a:xfrm>
          <a:prstGeom prst="roundRect">
            <a:avLst>
              <a:gd name="adj" fmla="val 7500"/>
            </a:avLst>
          </a:prstGeom>
          <a:solidFill>
            <a:srgbClr val="FFE0E0"/>
          </a:solidFill>
          <a:ln w="19050">
            <a:solidFill>
              <a:srgbClr val="FE6768"/>
            </a:solidFill>
            <a:prstDash val="solid"/>
          </a:ln>
        </p:spPr>
      </p:sp>
      <p:sp>
        <p:nvSpPr>
          <p:cNvPr id="21" name="Text 18"/>
          <p:cNvSpPr/>
          <p:nvPr/>
        </p:nvSpPr>
        <p:spPr>
          <a:xfrm>
            <a:off x="9656064"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FE6768"/>
                </a:solidFill>
                <a:latin typeface="Calibri" pitchFamily="34" charset="0"/>
                <a:ea typeface="Calibri" pitchFamily="34" charset="-122"/>
                <a:cs typeface="Calibri" pitchFamily="34" charset="-120"/>
              </a:rPr>
              <a:t>DOBLE</a:t>
            </a:r>
            <a:endParaRPr lang="en-US" sz="1000" dirty="0"/>
          </a:p>
        </p:txBody>
      </p:sp>
      <p:sp>
        <p:nvSpPr>
          <p:cNvPr id="22" name="Text 19"/>
          <p:cNvSpPr/>
          <p:nvPr/>
        </p:nvSpPr>
        <p:spPr>
          <a:xfrm>
            <a:off x="9656064" y="3108960"/>
            <a:ext cx="1828800" cy="320040"/>
          </a:xfrm>
          <a:prstGeom prst="rect">
            <a:avLst/>
          </a:prstGeom>
          <a:noFill/>
          <a:ln/>
        </p:spPr>
        <p:txBody>
          <a:bodyPr wrap="square" lIns="0" tIns="0" rIns="0" bIns="0" rtlCol="0" anchor="ctr"/>
          <a:lstStyle/>
          <a:p>
            <a:pPr marL="0" indent="0" algn="ctr">
              <a:buNone/>
            </a:pPr>
            <a:r>
              <a:rPr lang="en-US" sz="1100" i="1" dirty="0">
                <a:solidFill>
                  <a:srgbClr val="FE6768"/>
                </a:solidFill>
                <a:latin typeface="Malgun Gothic" pitchFamily="34" charset="0"/>
                <a:ea typeface="Malgun Gothic" pitchFamily="34" charset="-122"/>
                <a:cs typeface="Malgun Gothic" pitchFamily="34" charset="-120"/>
              </a:rPr>
              <a:t>쌍소리</a:t>
            </a:r>
            <a:endParaRPr lang="en-US" sz="1100" dirty="0"/>
          </a:p>
        </p:txBody>
      </p:sp>
      <p:sp>
        <p:nvSpPr>
          <p:cNvPr id="23" name="Text 20"/>
          <p:cNvSpPr/>
          <p:nvPr/>
        </p:nvSpPr>
        <p:spPr>
          <a:xfrm>
            <a:off x="9656064" y="3566160"/>
            <a:ext cx="1828800" cy="265176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ㅃ</a:t>
            </a:r>
            <a:endParaRPr lang="en-US" sz="5000" dirty="0"/>
          </a:p>
        </p:txBody>
      </p:sp>
      <p:pic>
        <p:nvPicPr>
          <p:cNvPr id="24"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5" name="Text 21"/>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6" name="Text 22"/>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45</a:t>
            </a:r>
            <a:endParaRPr lang="en-US" sz="800" dirty="0"/>
          </a:p>
        </p:txBody>
      </p:sp>
      <p:sp>
        <p:nvSpPr>
          <p:cNvPr id="27" name="TextBox 26">
            <a:extLst>
              <a:ext uri="{FF2B5EF4-FFF2-40B4-BE49-F238E27FC236}">
                <a16:creationId xmlns:a16="http://schemas.microsoft.com/office/drawing/2014/main" id="{FAA441D0-B854-AAA5-F0C8-440D66B48780}"/>
              </a:ext>
            </a:extLst>
          </p:cNvPr>
          <p:cNvSpPr txBox="1"/>
          <p:nvPr/>
        </p:nvSpPr>
        <p:spPr>
          <a:xfrm>
            <a:off x="6320444" y="4659868"/>
            <a:ext cx="526472" cy="369332"/>
          </a:xfrm>
          <a:prstGeom prst="rect">
            <a:avLst/>
          </a:prstGeom>
          <a:noFill/>
        </p:spPr>
        <p:txBody>
          <a:bodyPr wrap="square" rtlCol="0">
            <a:spAutoFit/>
          </a:bodyPr>
          <a:lstStyle/>
          <a:p>
            <a:r>
              <a:rPr lang="es-CL" dirty="0"/>
              <a:t>M</a:t>
            </a:r>
          </a:p>
        </p:txBody>
      </p:sp>
      <p:sp>
        <p:nvSpPr>
          <p:cNvPr id="29" name="TextBox 28">
            <a:extLst>
              <a:ext uri="{FF2B5EF4-FFF2-40B4-BE49-F238E27FC236}">
                <a16:creationId xmlns:a16="http://schemas.microsoft.com/office/drawing/2014/main" id="{75510593-197D-3717-2E2A-094288B3E973}"/>
              </a:ext>
            </a:extLst>
          </p:cNvPr>
          <p:cNvSpPr txBox="1"/>
          <p:nvPr/>
        </p:nvSpPr>
        <p:spPr>
          <a:xfrm>
            <a:off x="6440516" y="5758934"/>
            <a:ext cx="526472" cy="369332"/>
          </a:xfrm>
          <a:prstGeom prst="rect">
            <a:avLst/>
          </a:prstGeom>
          <a:noFill/>
        </p:spPr>
        <p:txBody>
          <a:bodyPr wrap="square" rtlCol="0">
            <a:spAutoFit/>
          </a:bodyPr>
          <a:lstStyle/>
          <a:p>
            <a:r>
              <a:rPr lang="es-CL" dirty="0"/>
              <a:t>B</a:t>
            </a:r>
          </a:p>
        </p:txBody>
      </p:sp>
      <p:sp>
        <p:nvSpPr>
          <p:cNvPr id="31" name="TextBox 30">
            <a:extLst>
              <a:ext uri="{FF2B5EF4-FFF2-40B4-BE49-F238E27FC236}">
                <a16:creationId xmlns:a16="http://schemas.microsoft.com/office/drawing/2014/main" id="{7338658C-6C7C-AE6E-7EB3-41EECE72C51A}"/>
              </a:ext>
            </a:extLst>
          </p:cNvPr>
          <p:cNvSpPr txBox="1"/>
          <p:nvPr/>
        </p:nvSpPr>
        <p:spPr>
          <a:xfrm>
            <a:off x="8210760" y="5166360"/>
            <a:ext cx="777701" cy="369332"/>
          </a:xfrm>
          <a:prstGeom prst="rect">
            <a:avLst/>
          </a:prstGeom>
          <a:noFill/>
        </p:spPr>
        <p:txBody>
          <a:bodyPr wrap="square" rtlCol="0">
            <a:spAutoFit/>
          </a:bodyPr>
          <a:lstStyle/>
          <a:p>
            <a:r>
              <a:rPr lang="es-CL" dirty="0"/>
              <a:t>P(</a:t>
            </a:r>
            <a:r>
              <a:rPr lang="es-CL" dirty="0" err="1"/>
              <a:t>ing</a:t>
            </a:r>
            <a:r>
              <a:rPr lang="es-CL" dirty="0"/>
              <a:t>)</a:t>
            </a:r>
          </a:p>
        </p:txBody>
      </p:sp>
      <p:sp>
        <p:nvSpPr>
          <p:cNvPr id="33" name="TextBox 32">
            <a:extLst>
              <a:ext uri="{FF2B5EF4-FFF2-40B4-BE49-F238E27FC236}">
                <a16:creationId xmlns:a16="http://schemas.microsoft.com/office/drawing/2014/main" id="{F7F81332-E5F4-085C-A762-042863C586D8}"/>
              </a:ext>
            </a:extLst>
          </p:cNvPr>
          <p:cNvSpPr txBox="1"/>
          <p:nvPr/>
        </p:nvSpPr>
        <p:spPr>
          <a:xfrm>
            <a:off x="10213569" y="5257829"/>
            <a:ext cx="777701" cy="369332"/>
          </a:xfrm>
          <a:prstGeom prst="rect">
            <a:avLst/>
          </a:prstGeom>
          <a:noFill/>
        </p:spPr>
        <p:txBody>
          <a:bodyPr wrap="square" rtlCol="0">
            <a:spAutoFit/>
          </a:bodyPr>
          <a:lstStyle/>
          <a:p>
            <a:r>
              <a:rPr lang="es-CL" dirty="0"/>
              <a:t>P(</a:t>
            </a:r>
            <a:r>
              <a:rPr lang="es-CL" dirty="0" err="1"/>
              <a:t>esp</a:t>
            </a:r>
            <a:r>
              <a:rPr lang="es-CL" dirty="0"/>
              <a:t>)</a:t>
            </a: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46">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§2.5 · CONSONANTES · 순음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ㅁ</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"m" como en "mamá" — labios cerrados, voz nasal</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순음 · LABIOS (BILABIAL)</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BÁSICA</a:t>
            </a:r>
            <a:endParaRPr lang="en-US" sz="900" dirty="0"/>
          </a:p>
        </p:txBody>
      </p:sp>
      <p:sp>
        <p:nvSpPr>
          <p:cNvPr id="7" name="Shape 5"/>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ㅁ</a:t>
            </a:r>
            <a:endParaRPr lang="en-US" sz="24000" dirty="0"/>
          </a:p>
        </p:txBody>
      </p:sp>
      <p:sp>
        <p:nvSpPr>
          <p:cNvPr id="9" name="Shape 7"/>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"m"</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3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엄마</a:t>
            </a:r>
            <a:r>
              <a:rPr lang="en-US" sz="1300" i="1" dirty="0">
                <a:solidFill>
                  <a:srgbClr val="4A4A55"/>
                </a:solidFill>
              </a:rPr>
              <a:t>   mamá</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물</a:t>
            </a:r>
            <a:r>
              <a:rPr lang="en-US" sz="1300" i="1" dirty="0">
                <a:solidFill>
                  <a:srgbClr val="4A4A55"/>
                </a:solidFill>
              </a:rPr>
              <a:t>   agua</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46</a:t>
            </a:r>
            <a:endParaRPr lang="en-US" sz="800" dirty="0"/>
          </a:p>
        </p:txBody>
      </p:sp>
      <p:sp>
        <p:nvSpPr>
          <p:cNvPr id="22" name="TextBox 21">
            <a:extLst>
              <a:ext uri="{FF2B5EF4-FFF2-40B4-BE49-F238E27FC236}">
                <a16:creationId xmlns:a16="http://schemas.microsoft.com/office/drawing/2014/main" id="{0C9BA370-819D-505E-D343-CA8D5D0B734A}"/>
              </a:ext>
            </a:extLst>
          </p:cNvPr>
          <p:cNvSpPr txBox="1"/>
          <p:nvPr/>
        </p:nvSpPr>
        <p:spPr>
          <a:xfrm>
            <a:off x="6096000" y="475488"/>
            <a:ext cx="1696875" cy="923330"/>
          </a:xfrm>
          <a:prstGeom prst="rect">
            <a:avLst/>
          </a:prstGeom>
          <a:noFill/>
        </p:spPr>
        <p:txBody>
          <a:bodyPr wrap="none" rtlCol="0">
            <a:spAutoFit/>
          </a:bodyPr>
          <a:lstStyle/>
          <a:p>
            <a:r>
              <a:rPr lang="ko-KR" altLang="es-CL" dirty="0"/>
              <a:t>물 주세요</a:t>
            </a:r>
            <a:endParaRPr lang="es-CL" altLang="ko-KR" dirty="0"/>
          </a:p>
          <a:p>
            <a:r>
              <a:rPr lang="es-CL" dirty="0"/>
              <a:t>[MUL YU-SE-YO]</a:t>
            </a:r>
          </a:p>
          <a:p>
            <a:r>
              <a:rPr lang="es-CL" dirty="0"/>
              <a:t>AGUA DAME</a:t>
            </a: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47">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§2.5 · CONSONANTES · 순음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ㅂ</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"b" entre vocales, "p" al inicio</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순음 · LABIOS (BILABIAL)</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BÁSICA</a:t>
            </a:r>
            <a:endParaRPr lang="en-US" sz="900" dirty="0"/>
          </a:p>
        </p:txBody>
      </p:sp>
      <p:sp>
        <p:nvSpPr>
          <p:cNvPr id="7" name="Shape 5"/>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ㅂ</a:t>
            </a:r>
            <a:endParaRPr lang="en-US" sz="24000" dirty="0"/>
          </a:p>
        </p:txBody>
      </p:sp>
      <p:sp>
        <p:nvSpPr>
          <p:cNvPr id="9" name="Shape 7"/>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"b / p"</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4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바다</a:t>
            </a:r>
            <a:r>
              <a:rPr lang="en-US" sz="1300" i="1" dirty="0">
                <a:solidFill>
                  <a:srgbClr val="4A4A55"/>
                </a:solidFill>
              </a:rPr>
              <a:t>   mar</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비</a:t>
            </a:r>
            <a:r>
              <a:rPr lang="en-US" sz="1300" i="1" dirty="0">
                <a:solidFill>
                  <a:srgbClr val="4A4A55"/>
                </a:solidFill>
              </a:rPr>
              <a:t>   lluvia</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47</a:t>
            </a:r>
            <a:endParaRPr lang="en-US" sz="800" dirty="0"/>
          </a:p>
        </p:txBody>
      </p:sp>
      <p:sp>
        <p:nvSpPr>
          <p:cNvPr id="22" name="TextBox 21">
            <a:extLst>
              <a:ext uri="{FF2B5EF4-FFF2-40B4-BE49-F238E27FC236}">
                <a16:creationId xmlns:a16="http://schemas.microsoft.com/office/drawing/2014/main" id="{26B9B59B-0A39-8BC6-95CC-F3404C8FB1FC}"/>
              </a:ext>
            </a:extLst>
          </p:cNvPr>
          <p:cNvSpPr txBox="1"/>
          <p:nvPr/>
        </p:nvSpPr>
        <p:spPr>
          <a:xfrm>
            <a:off x="7028873" y="914400"/>
            <a:ext cx="1616148" cy="584775"/>
          </a:xfrm>
          <a:prstGeom prst="rect">
            <a:avLst/>
          </a:prstGeom>
          <a:noFill/>
        </p:spPr>
        <p:txBody>
          <a:bodyPr wrap="none" rtlCol="0">
            <a:spAutoFit/>
          </a:bodyPr>
          <a:lstStyle/>
          <a:p>
            <a:r>
              <a:rPr lang="ko-KR" altLang="es-CL" sz="3200" dirty="0"/>
              <a:t>밥 </a:t>
            </a:r>
            <a:r>
              <a:rPr lang="es-CL" altLang="ko-KR" sz="3200" dirty="0"/>
              <a:t>= </a:t>
            </a:r>
            <a:r>
              <a:rPr lang="es-CL" altLang="ko-KR" sz="3200" dirty="0" err="1"/>
              <a:t>bap</a:t>
            </a:r>
            <a:endParaRPr lang="es-CL" sz="3200" dirty="0"/>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48">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§2.5 · CONSONANTES · 순음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ㅍ</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"p" aspirada — con un soplo de aire</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순음 · LABIOS (BILABIAL)</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ASPIRADA</a:t>
            </a:r>
            <a:endParaRPr lang="en-US" sz="900" dirty="0"/>
          </a:p>
        </p:txBody>
      </p:sp>
      <p:sp>
        <p:nvSpPr>
          <p:cNvPr id="7" name="Shape 5"/>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ㅍ</a:t>
            </a:r>
            <a:endParaRPr lang="en-US" sz="24000" dirty="0"/>
          </a:p>
        </p:txBody>
      </p:sp>
      <p:sp>
        <p:nvSpPr>
          <p:cNvPr id="9" name="Shape 7"/>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"p“ (</a:t>
            </a:r>
            <a:r>
              <a:rPr lang="en-US" sz="3800" b="1" i="1" dirty="0" err="1">
                <a:solidFill>
                  <a:srgbClr val="1E1E2A"/>
                </a:solidFill>
                <a:latin typeface="Calibri" pitchFamily="34" charset="0"/>
                <a:ea typeface="Calibri" pitchFamily="34" charset="-122"/>
                <a:cs typeface="Calibri" pitchFamily="34" charset="-120"/>
              </a:rPr>
              <a:t>ing</a:t>
            </a:r>
            <a:r>
              <a:rPr lang="en-US" sz="3800" b="1" i="1" dirty="0">
                <a:solidFill>
                  <a:srgbClr val="1E1E2A"/>
                </a:solidFill>
                <a:latin typeface="Calibri" pitchFamily="34" charset="0"/>
                <a:ea typeface="Calibri" pitchFamily="34" charset="-122"/>
                <a:cs typeface="Calibri" pitchFamily="34" charset="-120"/>
              </a:rPr>
              <a:t>) +</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4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파</a:t>
            </a:r>
            <a:r>
              <a:rPr lang="en-US" sz="1300" i="1" dirty="0">
                <a:solidFill>
                  <a:srgbClr val="4A4A55"/>
                </a:solidFill>
              </a:rPr>
              <a:t>   cebollín</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포도</a:t>
            </a:r>
            <a:r>
              <a:rPr lang="en-US" sz="1300" i="1" dirty="0">
                <a:solidFill>
                  <a:srgbClr val="4A4A55"/>
                </a:solidFill>
              </a:rPr>
              <a:t>   uva</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48</a:t>
            </a:r>
            <a:endParaRPr lang="en-US" sz="800" dirty="0"/>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49">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§2.5 · CONSONANTES · 순음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ㅃ</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"p" tensa — sin soplo, apretada</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순음 · LABIOS (BILABIAL)</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DOBLE</a:t>
            </a:r>
            <a:endParaRPr lang="en-US" sz="900" dirty="0"/>
          </a:p>
        </p:txBody>
      </p:sp>
      <p:sp>
        <p:nvSpPr>
          <p:cNvPr id="7" name="Shape 5"/>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ㅃ</a:t>
            </a:r>
            <a:endParaRPr lang="en-US" sz="24000" dirty="0"/>
          </a:p>
        </p:txBody>
      </p:sp>
      <p:sp>
        <p:nvSpPr>
          <p:cNvPr id="9" name="Shape 7"/>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"pp“ </a:t>
            </a:r>
            <a:r>
              <a:rPr lang="en-US" sz="3800" b="1" i="1" dirty="0" err="1">
                <a:solidFill>
                  <a:srgbClr val="1E1E2A"/>
                </a:solidFill>
                <a:latin typeface="Calibri" pitchFamily="34" charset="0"/>
                <a:ea typeface="Calibri" pitchFamily="34" charset="-122"/>
                <a:cs typeface="Calibri" pitchFamily="34" charset="-120"/>
              </a:rPr>
              <a:t>esp</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8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아빠</a:t>
            </a:r>
            <a:r>
              <a:rPr lang="en-US" sz="1300" i="1" dirty="0">
                <a:solidFill>
                  <a:srgbClr val="4A4A55"/>
                </a:solidFill>
              </a:rPr>
              <a:t>   papá</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빵</a:t>
            </a:r>
            <a:r>
              <a:rPr lang="en-US" sz="1300" i="1" dirty="0">
                <a:solidFill>
                  <a:srgbClr val="4A4A55"/>
                </a:solidFill>
              </a:rPr>
              <a:t>   pan</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49</a:t>
            </a:r>
            <a:endParaRPr lang="en-US" sz="800" dirty="0"/>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lide 50">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§2.6 · CONSONANTES</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Sonidos de los dientes · 치음</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El aire pasa entre los dientes produciendo un silbido o "ch" suave.</a:t>
            </a:r>
            <a:endParaRPr lang="en-US" sz="1400" dirty="0"/>
          </a:p>
        </p:txBody>
      </p:sp>
      <p:sp>
        <p:nvSpPr>
          <p:cNvPr id="5" name="Shape 3"/>
          <p:cNvSpPr/>
          <p:nvPr/>
        </p:nvSpPr>
        <p:spPr>
          <a:xfrm>
            <a:off x="640080" y="2606040"/>
            <a:ext cx="4572000" cy="3657600"/>
          </a:xfrm>
          <a:prstGeom prst="roundRect">
            <a:avLst>
              <a:gd name="adj" fmla="val 6250"/>
            </a:avLst>
          </a:prstGeom>
          <a:solidFill>
            <a:srgbClr val="FE6768"/>
          </a:solidFill>
          <a:ln w="12700">
            <a:solidFill>
              <a:srgbClr val="FE6768"/>
            </a:solidFill>
            <a:prstDash val="solid"/>
          </a:ln>
        </p:spPr>
      </p:sp>
      <p:sp>
        <p:nvSpPr>
          <p:cNvPr id="6" name="Text 4"/>
          <p:cNvSpPr/>
          <p:nvPr/>
        </p:nvSpPr>
        <p:spPr>
          <a:xfrm>
            <a:off x="640080" y="2697480"/>
            <a:ext cx="4572000" cy="914400"/>
          </a:xfrm>
          <a:prstGeom prst="rect">
            <a:avLst/>
          </a:prstGeom>
          <a:noFill/>
          <a:ln/>
        </p:spPr>
        <p:txBody>
          <a:bodyPr wrap="square" lIns="0" tIns="0" rIns="0" bIns="0" rtlCol="0" anchor="ctr"/>
          <a:lstStyle/>
          <a:p>
            <a:pPr marL="0" indent="0" algn="ctr">
              <a:buNone/>
            </a:pPr>
            <a:r>
              <a:rPr lang="en-US" sz="6000" b="1" dirty="0">
                <a:solidFill>
                  <a:srgbClr val="F6F6F6"/>
                </a:solidFill>
                <a:latin typeface="Malgun Gothic" pitchFamily="34" charset="0"/>
                <a:ea typeface="Malgun Gothic" pitchFamily="34" charset="-122"/>
                <a:cs typeface="Malgun Gothic" pitchFamily="34" charset="-120"/>
              </a:rPr>
              <a:t>치음</a:t>
            </a:r>
            <a:endParaRPr lang="en-US" sz="6000" dirty="0"/>
          </a:p>
        </p:txBody>
      </p:sp>
      <p:sp>
        <p:nvSpPr>
          <p:cNvPr id="7" name="Text 5"/>
          <p:cNvSpPr/>
          <p:nvPr/>
        </p:nvSpPr>
        <p:spPr>
          <a:xfrm>
            <a:off x="640080" y="3611880"/>
            <a:ext cx="4572000" cy="320040"/>
          </a:xfrm>
          <a:prstGeom prst="rect">
            <a:avLst/>
          </a:prstGeom>
          <a:noFill/>
          <a:ln/>
        </p:spPr>
        <p:txBody>
          <a:bodyPr wrap="square" lIns="0" tIns="0" rIns="0" bIns="0" rtlCol="0" anchor="ctr"/>
          <a:lstStyle/>
          <a:p>
            <a:pPr marL="0" indent="0" algn="ctr">
              <a:buNone/>
            </a:pPr>
            <a:r>
              <a:rPr lang="en-US" sz="1400" i="1" dirty="0">
                <a:solidFill>
                  <a:srgbClr val="FFE0E0"/>
                </a:solidFill>
                <a:latin typeface="Calibri" pitchFamily="34" charset="0"/>
                <a:ea typeface="Calibri" pitchFamily="34" charset="-122"/>
                <a:cs typeface="Calibri" pitchFamily="34" charset="-120"/>
              </a:rPr>
              <a:t>chi-eum</a:t>
            </a:r>
            <a:endParaRPr lang="en-US" sz="1400" dirty="0"/>
          </a:p>
        </p:txBody>
      </p:sp>
      <p:pic>
        <p:nvPicPr>
          <p:cNvPr id="8" name="Image 0" descr="preencoded.png"/>
          <p:cNvPicPr>
            <a:picLocks noChangeAspect="1"/>
          </p:cNvPicPr>
          <p:nvPr/>
        </p:nvPicPr>
        <p:blipFill>
          <a:blip r:embed="rId3"/>
          <a:stretch>
            <a:fillRect/>
          </a:stretch>
        </p:blipFill>
        <p:spPr>
          <a:xfrm>
            <a:off x="2148840" y="4023360"/>
            <a:ext cx="1554480" cy="1554480"/>
          </a:xfrm>
          <a:prstGeom prst="rect">
            <a:avLst/>
          </a:prstGeom>
        </p:spPr>
      </p:pic>
      <p:sp>
        <p:nvSpPr>
          <p:cNvPr id="9" name="Text 6"/>
          <p:cNvSpPr/>
          <p:nvPr/>
        </p:nvSpPr>
        <p:spPr>
          <a:xfrm>
            <a:off x="640080" y="5623560"/>
            <a:ext cx="4572000" cy="320040"/>
          </a:xfrm>
          <a:prstGeom prst="rect">
            <a:avLst/>
          </a:prstGeom>
          <a:noFill/>
          <a:ln/>
        </p:spPr>
        <p:txBody>
          <a:bodyPr wrap="square" lIns="0" tIns="0" rIns="0" bIns="0" rtlCol="0" anchor="ctr"/>
          <a:lstStyle/>
          <a:p>
            <a:pPr marL="0" indent="0" algn="ctr">
              <a:buNone/>
            </a:pPr>
            <a:r>
              <a:rPr lang="en-US" sz="1200" b="1" kern="0" spc="500" dirty="0">
                <a:solidFill>
                  <a:srgbClr val="F6F6F6"/>
                </a:solidFill>
                <a:latin typeface="Calibri" pitchFamily="34" charset="0"/>
                <a:ea typeface="Calibri" pitchFamily="34" charset="-122"/>
                <a:cs typeface="Calibri" pitchFamily="34" charset="-120"/>
              </a:rPr>
              <a:t>DIENTES (SIBILANTE)</a:t>
            </a:r>
            <a:endParaRPr lang="en-US" sz="1200" dirty="0"/>
          </a:p>
        </p:txBody>
      </p:sp>
      <p:sp>
        <p:nvSpPr>
          <p:cNvPr id="10" name="Text 7"/>
          <p:cNvSpPr/>
          <p:nvPr/>
        </p:nvSpPr>
        <p:spPr>
          <a:xfrm>
            <a:off x="640080" y="5943600"/>
            <a:ext cx="4572000" cy="365760"/>
          </a:xfrm>
          <a:prstGeom prst="rect">
            <a:avLst/>
          </a:prstGeom>
          <a:noFill/>
          <a:ln/>
        </p:spPr>
        <p:txBody>
          <a:bodyPr wrap="square" lIns="0" tIns="0" rIns="0" bIns="0" rtlCol="0" anchor="ctr"/>
          <a:lstStyle/>
          <a:p>
            <a:pPr marL="0" indent="0" algn="ctr">
              <a:buNone/>
            </a:pPr>
            <a:r>
              <a:rPr lang="en-US" sz="1000" i="1" dirty="0">
                <a:solidFill>
                  <a:srgbClr val="FFE0E0"/>
                </a:solidFill>
                <a:latin typeface="Calibri" pitchFamily="34" charset="0"/>
                <a:ea typeface="Calibri" pitchFamily="34" charset="-122"/>
                <a:cs typeface="Calibri" pitchFamily="34" charset="-120"/>
              </a:rPr>
              <a:t>El aire silba</a:t>
            </a:r>
            <a:endParaRPr lang="en-US" sz="1000" dirty="0"/>
          </a:p>
          <a:p>
            <a:pPr marL="0" indent="0" algn="ctr">
              <a:buNone/>
            </a:pPr>
            <a:r>
              <a:rPr lang="en-US" sz="1000" i="1" dirty="0">
                <a:solidFill>
                  <a:srgbClr val="FFE0E0"/>
                </a:solidFill>
                <a:latin typeface="Calibri" pitchFamily="34" charset="0"/>
                <a:ea typeface="Calibri" pitchFamily="34" charset="-122"/>
                <a:cs typeface="Calibri" pitchFamily="34" charset="-120"/>
              </a:rPr>
              <a:t>entre los dientes</a:t>
            </a:r>
            <a:endParaRPr lang="en-US" sz="1000" dirty="0"/>
          </a:p>
        </p:txBody>
      </p:sp>
      <p:sp>
        <p:nvSpPr>
          <p:cNvPr id="11" name="Shape 8"/>
          <p:cNvSpPr/>
          <p:nvPr/>
        </p:nvSpPr>
        <p:spPr>
          <a:xfrm>
            <a:off x="5669280" y="2606040"/>
            <a:ext cx="1828800" cy="3657600"/>
          </a:xfrm>
          <a:prstGeom prst="roundRect">
            <a:avLst>
              <a:gd name="adj" fmla="val 7500"/>
            </a:avLst>
          </a:prstGeom>
          <a:solidFill>
            <a:srgbClr val="FFE0E0"/>
          </a:solidFill>
          <a:ln w="19050">
            <a:solidFill>
              <a:srgbClr val="FE6768"/>
            </a:solidFill>
            <a:prstDash val="solid"/>
          </a:ln>
        </p:spPr>
      </p:sp>
      <p:sp>
        <p:nvSpPr>
          <p:cNvPr id="12" name="Text 9"/>
          <p:cNvSpPr/>
          <p:nvPr/>
        </p:nvSpPr>
        <p:spPr>
          <a:xfrm>
            <a:off x="5669280"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FE6768"/>
                </a:solidFill>
                <a:latin typeface="Calibri" pitchFamily="34" charset="0"/>
                <a:ea typeface="Calibri" pitchFamily="34" charset="-122"/>
                <a:cs typeface="Calibri" pitchFamily="34" charset="-120"/>
              </a:rPr>
              <a:t>BÁSICA</a:t>
            </a:r>
            <a:endParaRPr lang="en-US" sz="1000" dirty="0"/>
          </a:p>
        </p:txBody>
      </p:sp>
      <p:sp>
        <p:nvSpPr>
          <p:cNvPr id="13" name="Text 10"/>
          <p:cNvSpPr/>
          <p:nvPr/>
        </p:nvSpPr>
        <p:spPr>
          <a:xfrm>
            <a:off x="5669280" y="3108960"/>
            <a:ext cx="1828800" cy="320040"/>
          </a:xfrm>
          <a:prstGeom prst="rect">
            <a:avLst/>
          </a:prstGeom>
          <a:noFill/>
          <a:ln/>
        </p:spPr>
        <p:txBody>
          <a:bodyPr wrap="square" lIns="0" tIns="0" rIns="0" bIns="0" rtlCol="0" anchor="ctr"/>
          <a:lstStyle/>
          <a:p>
            <a:pPr marL="0" indent="0" algn="ctr">
              <a:buNone/>
            </a:pPr>
            <a:r>
              <a:rPr lang="en-US" sz="1100" i="1" dirty="0">
                <a:solidFill>
                  <a:srgbClr val="FE6768"/>
                </a:solidFill>
                <a:latin typeface="Malgun Gothic" pitchFamily="34" charset="0"/>
                <a:ea typeface="Malgun Gothic" pitchFamily="34" charset="-122"/>
                <a:cs typeface="Malgun Gothic" pitchFamily="34" charset="-120"/>
              </a:rPr>
              <a:t>기본</a:t>
            </a:r>
            <a:endParaRPr lang="en-US" sz="1100" dirty="0"/>
          </a:p>
        </p:txBody>
      </p:sp>
      <p:sp>
        <p:nvSpPr>
          <p:cNvPr id="14" name="Text 11"/>
          <p:cNvSpPr/>
          <p:nvPr/>
        </p:nvSpPr>
        <p:spPr>
          <a:xfrm>
            <a:off x="5669280" y="3566160"/>
            <a:ext cx="1828800" cy="132588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ㅅ</a:t>
            </a:r>
            <a:endParaRPr lang="en-US" sz="5000" dirty="0"/>
          </a:p>
        </p:txBody>
      </p:sp>
      <p:sp>
        <p:nvSpPr>
          <p:cNvPr id="15" name="Text 12"/>
          <p:cNvSpPr/>
          <p:nvPr/>
        </p:nvSpPr>
        <p:spPr>
          <a:xfrm>
            <a:off x="5669280" y="4892040"/>
            <a:ext cx="1828800" cy="132588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ㅈ</a:t>
            </a:r>
            <a:endParaRPr lang="en-US" sz="5000" dirty="0"/>
          </a:p>
        </p:txBody>
      </p:sp>
      <p:sp>
        <p:nvSpPr>
          <p:cNvPr id="16" name="Shape 13"/>
          <p:cNvSpPr/>
          <p:nvPr/>
        </p:nvSpPr>
        <p:spPr>
          <a:xfrm>
            <a:off x="7662672" y="2606040"/>
            <a:ext cx="1828800" cy="3657600"/>
          </a:xfrm>
          <a:prstGeom prst="roundRect">
            <a:avLst>
              <a:gd name="adj" fmla="val 7500"/>
            </a:avLst>
          </a:prstGeom>
          <a:solidFill>
            <a:srgbClr val="FFE0E0"/>
          </a:solidFill>
          <a:ln w="19050">
            <a:solidFill>
              <a:srgbClr val="FE6768"/>
            </a:solidFill>
            <a:prstDash val="solid"/>
          </a:ln>
        </p:spPr>
      </p:sp>
      <p:sp>
        <p:nvSpPr>
          <p:cNvPr id="17" name="Text 14"/>
          <p:cNvSpPr/>
          <p:nvPr/>
        </p:nvSpPr>
        <p:spPr>
          <a:xfrm>
            <a:off x="7662672"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FE6768"/>
                </a:solidFill>
                <a:latin typeface="Calibri" pitchFamily="34" charset="0"/>
                <a:ea typeface="Calibri" pitchFamily="34" charset="-122"/>
                <a:cs typeface="Calibri" pitchFamily="34" charset="-120"/>
              </a:rPr>
              <a:t>ASPIRADA</a:t>
            </a:r>
            <a:endParaRPr lang="en-US" sz="1000" dirty="0"/>
          </a:p>
        </p:txBody>
      </p:sp>
      <p:sp>
        <p:nvSpPr>
          <p:cNvPr id="18" name="Text 15"/>
          <p:cNvSpPr/>
          <p:nvPr/>
        </p:nvSpPr>
        <p:spPr>
          <a:xfrm>
            <a:off x="7662672" y="3108960"/>
            <a:ext cx="1828800" cy="320040"/>
          </a:xfrm>
          <a:prstGeom prst="rect">
            <a:avLst/>
          </a:prstGeom>
          <a:noFill/>
          <a:ln/>
        </p:spPr>
        <p:txBody>
          <a:bodyPr wrap="square" lIns="0" tIns="0" rIns="0" bIns="0" rtlCol="0" anchor="ctr"/>
          <a:lstStyle/>
          <a:p>
            <a:pPr marL="0" indent="0" algn="ctr">
              <a:buNone/>
            </a:pPr>
            <a:r>
              <a:rPr lang="en-US" sz="1100" i="1" dirty="0">
                <a:solidFill>
                  <a:srgbClr val="FE6768"/>
                </a:solidFill>
                <a:latin typeface="Malgun Gothic" pitchFamily="34" charset="0"/>
                <a:ea typeface="Malgun Gothic" pitchFamily="34" charset="-122"/>
                <a:cs typeface="Malgun Gothic" pitchFamily="34" charset="-120"/>
              </a:rPr>
              <a:t>거센소리</a:t>
            </a:r>
            <a:endParaRPr lang="en-US" sz="1100" dirty="0"/>
          </a:p>
        </p:txBody>
      </p:sp>
      <p:sp>
        <p:nvSpPr>
          <p:cNvPr id="19" name="Text 16"/>
          <p:cNvSpPr/>
          <p:nvPr/>
        </p:nvSpPr>
        <p:spPr>
          <a:xfrm>
            <a:off x="7662672" y="3566160"/>
            <a:ext cx="1828800" cy="265176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ㅊ</a:t>
            </a:r>
            <a:endParaRPr lang="en-US" sz="5000" dirty="0"/>
          </a:p>
        </p:txBody>
      </p:sp>
      <p:sp>
        <p:nvSpPr>
          <p:cNvPr id="20" name="Shape 17"/>
          <p:cNvSpPr/>
          <p:nvPr/>
        </p:nvSpPr>
        <p:spPr>
          <a:xfrm>
            <a:off x="9656064" y="2606040"/>
            <a:ext cx="1828800" cy="3657600"/>
          </a:xfrm>
          <a:prstGeom prst="roundRect">
            <a:avLst>
              <a:gd name="adj" fmla="val 7500"/>
            </a:avLst>
          </a:prstGeom>
          <a:solidFill>
            <a:srgbClr val="FFE0E0"/>
          </a:solidFill>
          <a:ln w="19050">
            <a:solidFill>
              <a:srgbClr val="FE6768"/>
            </a:solidFill>
            <a:prstDash val="solid"/>
          </a:ln>
        </p:spPr>
      </p:sp>
      <p:sp>
        <p:nvSpPr>
          <p:cNvPr id="21" name="Text 18"/>
          <p:cNvSpPr/>
          <p:nvPr/>
        </p:nvSpPr>
        <p:spPr>
          <a:xfrm>
            <a:off x="9656064"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FE6768"/>
                </a:solidFill>
                <a:latin typeface="Calibri" pitchFamily="34" charset="0"/>
                <a:ea typeface="Calibri" pitchFamily="34" charset="-122"/>
                <a:cs typeface="Calibri" pitchFamily="34" charset="-120"/>
              </a:rPr>
              <a:t>DOBLE</a:t>
            </a:r>
            <a:endParaRPr lang="en-US" sz="1000" dirty="0"/>
          </a:p>
        </p:txBody>
      </p:sp>
      <p:sp>
        <p:nvSpPr>
          <p:cNvPr id="22" name="Text 19"/>
          <p:cNvSpPr/>
          <p:nvPr/>
        </p:nvSpPr>
        <p:spPr>
          <a:xfrm>
            <a:off x="9656064" y="3108960"/>
            <a:ext cx="1828800" cy="320040"/>
          </a:xfrm>
          <a:prstGeom prst="rect">
            <a:avLst/>
          </a:prstGeom>
          <a:noFill/>
          <a:ln/>
        </p:spPr>
        <p:txBody>
          <a:bodyPr wrap="square" lIns="0" tIns="0" rIns="0" bIns="0" rtlCol="0" anchor="ctr"/>
          <a:lstStyle/>
          <a:p>
            <a:pPr marL="0" indent="0" algn="ctr">
              <a:buNone/>
            </a:pPr>
            <a:r>
              <a:rPr lang="en-US" sz="1100" i="1" dirty="0">
                <a:solidFill>
                  <a:srgbClr val="FE6768"/>
                </a:solidFill>
                <a:latin typeface="Malgun Gothic" pitchFamily="34" charset="0"/>
                <a:ea typeface="Malgun Gothic" pitchFamily="34" charset="-122"/>
                <a:cs typeface="Malgun Gothic" pitchFamily="34" charset="-120"/>
              </a:rPr>
              <a:t>쌍소리</a:t>
            </a:r>
            <a:endParaRPr lang="en-US" sz="1100" dirty="0"/>
          </a:p>
        </p:txBody>
      </p:sp>
      <p:sp>
        <p:nvSpPr>
          <p:cNvPr id="23" name="Text 20"/>
          <p:cNvSpPr/>
          <p:nvPr/>
        </p:nvSpPr>
        <p:spPr>
          <a:xfrm>
            <a:off x="9656064" y="3566160"/>
            <a:ext cx="1828800" cy="132588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ㅆ</a:t>
            </a:r>
            <a:endParaRPr lang="en-US" sz="5000" dirty="0"/>
          </a:p>
        </p:txBody>
      </p:sp>
      <p:sp>
        <p:nvSpPr>
          <p:cNvPr id="24" name="Text 21"/>
          <p:cNvSpPr/>
          <p:nvPr/>
        </p:nvSpPr>
        <p:spPr>
          <a:xfrm>
            <a:off x="9656064" y="4892040"/>
            <a:ext cx="1828800" cy="132588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ㅉ</a:t>
            </a:r>
            <a:endParaRPr lang="en-US" sz="5000" dirty="0"/>
          </a:p>
        </p:txBody>
      </p:sp>
      <p:pic>
        <p:nvPicPr>
          <p:cNvPr id="25"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6" name="Text 22"/>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7" name="Text 23"/>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50</a:t>
            </a:r>
            <a:endParaRPr lang="en-US" sz="800" dirty="0"/>
          </a:p>
        </p:txBody>
      </p:sp>
      <p:sp>
        <p:nvSpPr>
          <p:cNvPr id="28" name="TextBox 27">
            <a:extLst>
              <a:ext uri="{FF2B5EF4-FFF2-40B4-BE49-F238E27FC236}">
                <a16:creationId xmlns:a16="http://schemas.microsoft.com/office/drawing/2014/main" id="{A5230E12-5995-2424-325A-B474E2A1D423}"/>
              </a:ext>
            </a:extLst>
          </p:cNvPr>
          <p:cNvSpPr txBox="1"/>
          <p:nvPr/>
        </p:nvSpPr>
        <p:spPr>
          <a:xfrm>
            <a:off x="6428509" y="4729018"/>
            <a:ext cx="397164" cy="369332"/>
          </a:xfrm>
          <a:prstGeom prst="rect">
            <a:avLst/>
          </a:prstGeom>
          <a:noFill/>
        </p:spPr>
        <p:txBody>
          <a:bodyPr wrap="square" rtlCol="0">
            <a:spAutoFit/>
          </a:bodyPr>
          <a:lstStyle/>
          <a:p>
            <a:r>
              <a:rPr lang="es-CL" dirty="0"/>
              <a:t>S</a:t>
            </a:r>
          </a:p>
        </p:txBody>
      </p:sp>
      <p:sp>
        <p:nvSpPr>
          <p:cNvPr id="30" name="TextBox 29">
            <a:extLst>
              <a:ext uri="{FF2B5EF4-FFF2-40B4-BE49-F238E27FC236}">
                <a16:creationId xmlns:a16="http://schemas.microsoft.com/office/drawing/2014/main" id="{066D038C-439B-5BE6-29D9-BD603327708D}"/>
              </a:ext>
            </a:extLst>
          </p:cNvPr>
          <p:cNvSpPr txBox="1"/>
          <p:nvPr/>
        </p:nvSpPr>
        <p:spPr>
          <a:xfrm>
            <a:off x="6351384" y="5808518"/>
            <a:ext cx="551413" cy="369332"/>
          </a:xfrm>
          <a:prstGeom prst="rect">
            <a:avLst/>
          </a:prstGeom>
          <a:noFill/>
        </p:spPr>
        <p:txBody>
          <a:bodyPr wrap="square" rtlCol="0">
            <a:spAutoFit/>
          </a:bodyPr>
          <a:lstStyle/>
          <a:p>
            <a:r>
              <a:rPr lang="es-CL" dirty="0"/>
              <a:t>Y/J</a:t>
            </a:r>
          </a:p>
        </p:txBody>
      </p:sp>
      <p:sp>
        <p:nvSpPr>
          <p:cNvPr id="32" name="TextBox 31">
            <a:extLst>
              <a:ext uri="{FF2B5EF4-FFF2-40B4-BE49-F238E27FC236}">
                <a16:creationId xmlns:a16="http://schemas.microsoft.com/office/drawing/2014/main" id="{0C909506-3374-B8FC-8C27-C9EF56F1B589}"/>
              </a:ext>
            </a:extLst>
          </p:cNvPr>
          <p:cNvSpPr txBox="1"/>
          <p:nvPr/>
        </p:nvSpPr>
        <p:spPr>
          <a:xfrm>
            <a:off x="8423562" y="5155969"/>
            <a:ext cx="551413" cy="369332"/>
          </a:xfrm>
          <a:prstGeom prst="rect">
            <a:avLst/>
          </a:prstGeom>
          <a:noFill/>
        </p:spPr>
        <p:txBody>
          <a:bodyPr wrap="square" rtlCol="0">
            <a:spAutoFit/>
          </a:bodyPr>
          <a:lstStyle/>
          <a:p>
            <a:r>
              <a:rPr lang="es-CL" dirty="0"/>
              <a:t>CH</a:t>
            </a:r>
          </a:p>
        </p:txBody>
      </p:sp>
      <p:sp>
        <p:nvSpPr>
          <p:cNvPr id="34" name="TextBox 33">
            <a:extLst>
              <a:ext uri="{FF2B5EF4-FFF2-40B4-BE49-F238E27FC236}">
                <a16:creationId xmlns:a16="http://schemas.microsoft.com/office/drawing/2014/main" id="{F45A10E2-D988-8487-B1B0-94BE2BD5143F}"/>
              </a:ext>
            </a:extLst>
          </p:cNvPr>
          <p:cNvSpPr txBox="1"/>
          <p:nvPr/>
        </p:nvSpPr>
        <p:spPr>
          <a:xfrm>
            <a:off x="10373730" y="4570214"/>
            <a:ext cx="765325" cy="369332"/>
          </a:xfrm>
          <a:prstGeom prst="rect">
            <a:avLst/>
          </a:prstGeom>
          <a:noFill/>
        </p:spPr>
        <p:txBody>
          <a:bodyPr wrap="square" rtlCol="0">
            <a:spAutoFit/>
          </a:bodyPr>
          <a:lstStyle/>
          <a:p>
            <a:r>
              <a:rPr lang="es-CL" dirty="0"/>
              <a:t>S(ESP)</a:t>
            </a:r>
          </a:p>
        </p:txBody>
      </p:sp>
      <p:sp>
        <p:nvSpPr>
          <p:cNvPr id="36" name="TextBox 35">
            <a:extLst>
              <a:ext uri="{FF2B5EF4-FFF2-40B4-BE49-F238E27FC236}">
                <a16:creationId xmlns:a16="http://schemas.microsoft.com/office/drawing/2014/main" id="{0DF69630-AD31-CCBA-7BE5-D1A7AA9C013C}"/>
              </a:ext>
            </a:extLst>
          </p:cNvPr>
          <p:cNvSpPr txBox="1"/>
          <p:nvPr/>
        </p:nvSpPr>
        <p:spPr>
          <a:xfrm>
            <a:off x="10304457" y="5705347"/>
            <a:ext cx="765325" cy="646331"/>
          </a:xfrm>
          <a:prstGeom prst="rect">
            <a:avLst/>
          </a:prstGeom>
          <a:noFill/>
        </p:spPr>
        <p:txBody>
          <a:bodyPr wrap="square" rtlCol="0">
            <a:spAutoFit/>
          </a:bodyPr>
          <a:lstStyle/>
          <a:p>
            <a:r>
              <a:rPr lang="es-CL" dirty="0"/>
              <a:t>ZZA</a:t>
            </a:r>
          </a:p>
          <a:p>
            <a:r>
              <a:rPr lang="es-CL" dirty="0"/>
              <a:t>TCHA</a:t>
            </a: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lide 51">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§2.6 · CONSONANTES · 치음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ㅅ</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"s" como en "sopa", "sh" antes de ㅣ</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치음 · DIENTES (SIBILANTE)</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BÁSICA</a:t>
            </a:r>
            <a:endParaRPr lang="en-US" sz="900" dirty="0"/>
          </a:p>
        </p:txBody>
      </p:sp>
      <p:sp>
        <p:nvSpPr>
          <p:cNvPr id="7" name="Shape 5"/>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ㅅ</a:t>
            </a:r>
            <a:endParaRPr lang="en-US" sz="24000" dirty="0"/>
          </a:p>
        </p:txBody>
      </p:sp>
      <p:sp>
        <p:nvSpPr>
          <p:cNvPr id="9" name="Shape 7"/>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"s / sh"</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2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사랑</a:t>
            </a:r>
            <a:r>
              <a:rPr lang="en-US" sz="1300" i="1" dirty="0">
                <a:solidFill>
                  <a:srgbClr val="4A4A55"/>
                </a:solidFill>
              </a:rPr>
              <a:t>   amor</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시간</a:t>
            </a:r>
            <a:r>
              <a:rPr lang="en-US" sz="1300" i="1" dirty="0">
                <a:solidFill>
                  <a:srgbClr val="4A4A55"/>
                </a:solidFill>
              </a:rPr>
              <a:t>   tiempo</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51</a:t>
            </a:r>
            <a:endParaRPr lang="en-US" sz="800" dirty="0"/>
          </a:p>
        </p:txBody>
      </p:sp>
      <p:sp>
        <p:nvSpPr>
          <p:cNvPr id="22" name="TextBox 21">
            <a:extLst>
              <a:ext uri="{FF2B5EF4-FFF2-40B4-BE49-F238E27FC236}">
                <a16:creationId xmlns:a16="http://schemas.microsoft.com/office/drawing/2014/main" id="{2E7D48AD-B26B-864B-7570-74CF6C7D152A}"/>
              </a:ext>
            </a:extLst>
          </p:cNvPr>
          <p:cNvSpPr txBox="1"/>
          <p:nvPr/>
        </p:nvSpPr>
        <p:spPr>
          <a:xfrm>
            <a:off x="5148464" y="842695"/>
            <a:ext cx="3626081" cy="646331"/>
          </a:xfrm>
          <a:prstGeom prst="rect">
            <a:avLst/>
          </a:prstGeom>
          <a:noFill/>
        </p:spPr>
        <p:txBody>
          <a:bodyPr wrap="square" rtlCol="0">
            <a:spAutoFit/>
          </a:bodyPr>
          <a:lstStyle/>
          <a:p>
            <a:r>
              <a:rPr lang="ko-KR" altLang="es-CL" dirty="0"/>
              <a:t>사랑해 </a:t>
            </a:r>
            <a:r>
              <a:rPr lang="es-CL" altLang="ko-KR" dirty="0"/>
              <a:t>= TE AMO (INFORMAL)</a:t>
            </a:r>
          </a:p>
          <a:p>
            <a:r>
              <a:rPr lang="ko-KR" altLang="es-CL" dirty="0"/>
              <a:t>사랑해</a:t>
            </a:r>
            <a:r>
              <a:rPr lang="ko-KR" altLang="es-CL" dirty="0">
                <a:highlight>
                  <a:srgbClr val="FFFF00"/>
                </a:highlight>
              </a:rPr>
              <a:t>요 </a:t>
            </a:r>
            <a:r>
              <a:rPr lang="ko-KR" altLang="es-CL" dirty="0"/>
              <a:t> </a:t>
            </a:r>
            <a:r>
              <a:rPr lang="es-CL" altLang="ko-KR" dirty="0"/>
              <a:t>= (FORMAL/COTIDIANO)</a:t>
            </a:r>
            <a:endParaRPr lang="es-CL" dirty="0"/>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Slide 52">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§2.6 · CONSONANTES · 치음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ㅈ</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"y" suave entre vocales, "ch" suave al inicio</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치음 · DIENTES (SIBILANTE)</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BÁSICA</a:t>
            </a:r>
            <a:endParaRPr lang="en-US" sz="900" dirty="0"/>
          </a:p>
        </p:txBody>
      </p:sp>
      <p:sp>
        <p:nvSpPr>
          <p:cNvPr id="7" name="Shape 5"/>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ㅈ</a:t>
            </a:r>
            <a:endParaRPr lang="en-US" sz="24000" dirty="0"/>
          </a:p>
        </p:txBody>
      </p:sp>
      <p:sp>
        <p:nvSpPr>
          <p:cNvPr id="9" name="Shape 7"/>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"j / ch"</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3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집</a:t>
            </a:r>
            <a:r>
              <a:rPr lang="en-US" sz="1300" i="1" dirty="0">
                <a:solidFill>
                  <a:srgbClr val="4A4A55"/>
                </a:solidFill>
              </a:rPr>
              <a:t>   casa</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주말</a:t>
            </a:r>
            <a:r>
              <a:rPr lang="en-US" sz="1300" i="1" dirty="0">
                <a:solidFill>
                  <a:srgbClr val="4A4A55"/>
                </a:solidFill>
              </a:rPr>
              <a:t>   fin de semana</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52</a:t>
            </a:r>
            <a:endParaRPr lang="en-US" sz="800" dirty="0"/>
          </a:p>
        </p:txBody>
      </p:sp>
      <p:sp>
        <p:nvSpPr>
          <p:cNvPr id="22" name="TextBox 21">
            <a:extLst>
              <a:ext uri="{FF2B5EF4-FFF2-40B4-BE49-F238E27FC236}">
                <a16:creationId xmlns:a16="http://schemas.microsoft.com/office/drawing/2014/main" id="{7A90EAD2-1190-577A-0F3E-2FFB7D19598A}"/>
              </a:ext>
            </a:extLst>
          </p:cNvPr>
          <p:cNvSpPr txBox="1"/>
          <p:nvPr/>
        </p:nvSpPr>
        <p:spPr>
          <a:xfrm>
            <a:off x="5975927" y="1043709"/>
            <a:ext cx="2540439" cy="646331"/>
          </a:xfrm>
          <a:prstGeom prst="rect">
            <a:avLst/>
          </a:prstGeom>
          <a:noFill/>
        </p:spPr>
        <p:txBody>
          <a:bodyPr wrap="none" rtlCol="0">
            <a:spAutoFit/>
          </a:bodyPr>
          <a:lstStyle/>
          <a:p>
            <a:r>
              <a:rPr lang="ko-KR" altLang="es-CL" dirty="0"/>
              <a:t>잘자 </a:t>
            </a:r>
            <a:r>
              <a:rPr lang="es-CL" altLang="ko-KR" dirty="0"/>
              <a:t>BUENO DORMIR</a:t>
            </a:r>
          </a:p>
          <a:p>
            <a:r>
              <a:rPr lang="ko-KR" altLang="es-CL" dirty="0"/>
              <a:t>잘자</a:t>
            </a:r>
            <a:r>
              <a:rPr lang="ko-KR" altLang="es-CL" dirty="0">
                <a:highlight>
                  <a:srgbClr val="FFFF00"/>
                </a:highlight>
              </a:rPr>
              <a:t>요</a:t>
            </a:r>
            <a:r>
              <a:rPr lang="ko-KR" altLang="es-CL" dirty="0"/>
              <a:t> </a:t>
            </a:r>
            <a:r>
              <a:rPr lang="es-CL" altLang="ko-KR" dirty="0"/>
              <a:t>BUENAS NOCHES</a:t>
            </a:r>
            <a:endParaRPr lang="es-CL" dirty="0"/>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name="Slide 53">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§2.6 · CONSONANTES · 치음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ㅊ</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"ch" aspirada — con soplo fuerte</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치음 · DIENTES (SIBILANTE)</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ASPIRADA</a:t>
            </a:r>
            <a:endParaRPr lang="en-US" sz="900" dirty="0"/>
          </a:p>
        </p:txBody>
      </p:sp>
      <p:sp>
        <p:nvSpPr>
          <p:cNvPr id="7" name="Shape 5"/>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ㅊ</a:t>
            </a:r>
            <a:endParaRPr lang="en-US" sz="24000" dirty="0"/>
          </a:p>
        </p:txBody>
      </p:sp>
      <p:sp>
        <p:nvSpPr>
          <p:cNvPr id="9" name="Shape 7"/>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"ch"</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4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차</a:t>
            </a:r>
            <a:r>
              <a:rPr lang="en-US" sz="1300" i="1" dirty="0">
                <a:solidFill>
                  <a:srgbClr val="4A4A55"/>
                </a:solidFill>
              </a:rPr>
              <a:t>   té / coche</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책</a:t>
            </a:r>
            <a:r>
              <a:rPr lang="en-US" sz="1300" i="1" dirty="0">
                <a:solidFill>
                  <a:srgbClr val="4A4A55"/>
                </a:solidFill>
              </a:rPr>
              <a:t>   libro</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53</a:t>
            </a:r>
            <a:endParaRPr lang="en-US" sz="800" dirty="0"/>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name="Slide 54">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§2.6 · CONSONANTES · 치음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ㅆ</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"s" tensa — más fuerte y apretada</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치음 · DIENTES (SIBILANTE)</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DOBLE</a:t>
            </a:r>
            <a:endParaRPr lang="en-US" sz="900" dirty="0"/>
          </a:p>
        </p:txBody>
      </p:sp>
      <p:sp>
        <p:nvSpPr>
          <p:cNvPr id="7" name="Shape 5"/>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ㅆ</a:t>
            </a:r>
            <a:endParaRPr lang="en-US" sz="24000" dirty="0"/>
          </a:p>
        </p:txBody>
      </p:sp>
      <p:sp>
        <p:nvSpPr>
          <p:cNvPr id="9" name="Shape 7"/>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"ss“ </a:t>
            </a:r>
            <a:r>
              <a:rPr lang="en-US" sz="3800" b="1" i="1" dirty="0" err="1">
                <a:solidFill>
                  <a:srgbClr val="1E1E2A"/>
                </a:solidFill>
                <a:latin typeface="Calibri" pitchFamily="34" charset="0"/>
                <a:ea typeface="Calibri" pitchFamily="34" charset="-122"/>
                <a:cs typeface="Calibri" pitchFamily="34" charset="-120"/>
              </a:rPr>
              <a:t>esp</a:t>
            </a:r>
            <a:r>
              <a:rPr lang="en-US" sz="3800" b="1" i="1" dirty="0">
                <a:solidFill>
                  <a:srgbClr val="1E1E2A"/>
                </a:solidFill>
                <a:latin typeface="Calibri" pitchFamily="34" charset="0"/>
                <a:ea typeface="Calibri" pitchFamily="34" charset="-122"/>
                <a:cs typeface="Calibri" pitchFamily="34" charset="-120"/>
              </a:rPr>
              <a:t> x</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4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쌀</a:t>
            </a:r>
            <a:r>
              <a:rPr lang="en-US" sz="1300" i="1" dirty="0">
                <a:solidFill>
                  <a:srgbClr val="4A4A55"/>
                </a:solidFill>
              </a:rPr>
              <a:t>   arroz</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싸다</a:t>
            </a:r>
            <a:r>
              <a:rPr lang="en-US" sz="1300" i="1" dirty="0">
                <a:solidFill>
                  <a:srgbClr val="4A4A55"/>
                </a:solidFill>
              </a:rPr>
              <a:t>   barato</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54</a:t>
            </a:r>
            <a:endParaRPr lang="en-US" sz="800" dirty="0"/>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name="Slide 55">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§2.6 · CONSONANTES · 치음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ㅉ</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"ch" tensa — sin soplo, apretada</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치음 · DIENTES (SIBILANTE)</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DOBLE</a:t>
            </a:r>
            <a:endParaRPr lang="en-US" sz="900" dirty="0"/>
          </a:p>
        </p:txBody>
      </p:sp>
      <p:sp>
        <p:nvSpPr>
          <p:cNvPr id="7" name="Shape 5"/>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ㅉ</a:t>
            </a:r>
            <a:endParaRPr lang="en-US" sz="24000" dirty="0"/>
          </a:p>
        </p:txBody>
      </p:sp>
      <p:sp>
        <p:nvSpPr>
          <p:cNvPr id="9" name="Shape 7"/>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a:t>
            </a:r>
            <a:r>
              <a:rPr lang="en-US" sz="3800" b="1" i="1" dirty="0" err="1">
                <a:solidFill>
                  <a:srgbClr val="1E1E2A"/>
                </a:solidFill>
                <a:latin typeface="Calibri" pitchFamily="34" charset="0"/>
                <a:ea typeface="Calibri" pitchFamily="34" charset="-122"/>
                <a:cs typeface="Calibri" pitchFamily="34" charset="-120"/>
              </a:rPr>
              <a:t>jj</a:t>
            </a:r>
            <a:r>
              <a:rPr lang="en-US" sz="3800" b="1" i="1" dirty="0">
                <a:solidFill>
                  <a:srgbClr val="1E1E2A"/>
                </a:solidFill>
                <a:latin typeface="Calibri" pitchFamily="34" charset="0"/>
                <a:ea typeface="Calibri" pitchFamily="34" charset="-122"/>
                <a:cs typeface="Calibri" pitchFamily="34" charset="-120"/>
              </a:rPr>
              <a:t>“ </a:t>
            </a:r>
            <a:r>
              <a:rPr lang="en-US" sz="3800" b="1" i="1" dirty="0" err="1">
                <a:solidFill>
                  <a:srgbClr val="1E1E2A"/>
                </a:solidFill>
                <a:latin typeface="Calibri" pitchFamily="34" charset="0"/>
                <a:ea typeface="Calibri" pitchFamily="34" charset="-122"/>
                <a:cs typeface="Calibri" pitchFamily="34" charset="-120"/>
              </a:rPr>
              <a:t>zz</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6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짜다</a:t>
            </a:r>
            <a:r>
              <a:rPr lang="en-US" sz="1300" i="1" dirty="0">
                <a:solidFill>
                  <a:srgbClr val="4A4A55"/>
                </a:solidFill>
              </a:rPr>
              <a:t>   salado</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찌개</a:t>
            </a:r>
            <a:r>
              <a:rPr lang="en-US" sz="1300" i="1" dirty="0">
                <a:solidFill>
                  <a:srgbClr val="4A4A55"/>
                </a:solidFill>
              </a:rPr>
              <a:t>   guiso</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55</a:t>
            </a:r>
            <a:endParaRPr lang="en-US" sz="800" dirty="0"/>
          </a:p>
        </p:txBody>
      </p:sp>
      <p:sp>
        <p:nvSpPr>
          <p:cNvPr id="22" name="TextBox 21">
            <a:extLst>
              <a:ext uri="{FF2B5EF4-FFF2-40B4-BE49-F238E27FC236}">
                <a16:creationId xmlns:a16="http://schemas.microsoft.com/office/drawing/2014/main" id="{0D08D518-CB8F-0696-8148-44A1ADE567BA}"/>
              </a:ext>
            </a:extLst>
          </p:cNvPr>
          <p:cNvSpPr txBox="1"/>
          <p:nvPr/>
        </p:nvSpPr>
        <p:spPr>
          <a:xfrm>
            <a:off x="5760720" y="979517"/>
            <a:ext cx="3200400" cy="369332"/>
          </a:xfrm>
          <a:prstGeom prst="rect">
            <a:avLst/>
          </a:prstGeom>
          <a:noFill/>
        </p:spPr>
        <p:txBody>
          <a:bodyPr wrap="square" rtlCol="0">
            <a:spAutoFit/>
          </a:bodyPr>
          <a:lstStyle/>
          <a:p>
            <a:r>
              <a:rPr lang="ko-KR" altLang="es-CL" dirty="0"/>
              <a:t>짜장면 </a:t>
            </a:r>
            <a:r>
              <a:rPr lang="es-CL" altLang="ko-KR" dirty="0"/>
              <a:t>= </a:t>
            </a:r>
            <a:r>
              <a:rPr lang="es-CL" altLang="ko-KR" dirty="0" err="1"/>
              <a:t>zzajangmyeon</a:t>
            </a:r>
            <a:endParaRPr lang="es-CL" altLang="ko-KR" dirty="0"/>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name="Slide 56">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§2.7 · CONSONANTES</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Sonidos de la garganta · 후음</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El sonido nace en la glotis, en lo más profundo de la garganta.</a:t>
            </a:r>
            <a:endParaRPr lang="en-US" sz="1400" dirty="0"/>
          </a:p>
        </p:txBody>
      </p:sp>
      <p:sp>
        <p:nvSpPr>
          <p:cNvPr id="5" name="Shape 3"/>
          <p:cNvSpPr/>
          <p:nvPr/>
        </p:nvSpPr>
        <p:spPr>
          <a:xfrm>
            <a:off x="640080" y="2606040"/>
            <a:ext cx="4572000" cy="3657600"/>
          </a:xfrm>
          <a:prstGeom prst="roundRect">
            <a:avLst>
              <a:gd name="adj" fmla="val 6250"/>
            </a:avLst>
          </a:prstGeom>
          <a:solidFill>
            <a:srgbClr val="4036ED"/>
          </a:solidFill>
          <a:ln w="12700">
            <a:solidFill>
              <a:srgbClr val="4036ED"/>
            </a:solidFill>
            <a:prstDash val="solid"/>
          </a:ln>
        </p:spPr>
      </p:sp>
      <p:sp>
        <p:nvSpPr>
          <p:cNvPr id="6" name="Text 4"/>
          <p:cNvSpPr/>
          <p:nvPr/>
        </p:nvSpPr>
        <p:spPr>
          <a:xfrm>
            <a:off x="640080" y="2697480"/>
            <a:ext cx="4572000" cy="914400"/>
          </a:xfrm>
          <a:prstGeom prst="rect">
            <a:avLst/>
          </a:prstGeom>
          <a:noFill/>
          <a:ln/>
        </p:spPr>
        <p:txBody>
          <a:bodyPr wrap="square" lIns="0" tIns="0" rIns="0" bIns="0" rtlCol="0" anchor="ctr"/>
          <a:lstStyle/>
          <a:p>
            <a:pPr marL="0" indent="0" algn="ctr">
              <a:buNone/>
            </a:pPr>
            <a:r>
              <a:rPr lang="en-US" sz="6000" b="1" dirty="0">
                <a:solidFill>
                  <a:srgbClr val="F6F6F6"/>
                </a:solidFill>
                <a:latin typeface="Malgun Gothic" pitchFamily="34" charset="0"/>
                <a:ea typeface="Malgun Gothic" pitchFamily="34" charset="-122"/>
                <a:cs typeface="Malgun Gothic" pitchFamily="34" charset="-120"/>
              </a:rPr>
              <a:t>후음</a:t>
            </a:r>
            <a:endParaRPr lang="en-US" sz="6000" dirty="0"/>
          </a:p>
        </p:txBody>
      </p:sp>
      <p:sp>
        <p:nvSpPr>
          <p:cNvPr id="7" name="Text 5"/>
          <p:cNvSpPr/>
          <p:nvPr/>
        </p:nvSpPr>
        <p:spPr>
          <a:xfrm>
            <a:off x="640080" y="3611880"/>
            <a:ext cx="4572000" cy="320040"/>
          </a:xfrm>
          <a:prstGeom prst="rect">
            <a:avLst/>
          </a:prstGeom>
          <a:noFill/>
          <a:ln/>
        </p:spPr>
        <p:txBody>
          <a:bodyPr wrap="square" lIns="0" tIns="0" rIns="0" bIns="0" rtlCol="0" anchor="ctr"/>
          <a:lstStyle/>
          <a:p>
            <a:pPr marL="0" indent="0" algn="ctr">
              <a:buNone/>
            </a:pPr>
            <a:r>
              <a:rPr lang="en-US" sz="1400" i="1" dirty="0">
                <a:solidFill>
                  <a:srgbClr val="EDE8FF"/>
                </a:solidFill>
                <a:latin typeface="Calibri" pitchFamily="34" charset="0"/>
                <a:ea typeface="Calibri" pitchFamily="34" charset="-122"/>
                <a:cs typeface="Calibri" pitchFamily="34" charset="-120"/>
              </a:rPr>
              <a:t>hu-eum</a:t>
            </a:r>
            <a:endParaRPr lang="en-US" sz="1400" dirty="0"/>
          </a:p>
        </p:txBody>
      </p:sp>
      <p:pic>
        <p:nvPicPr>
          <p:cNvPr id="8" name="Image 0" descr="preencoded.png"/>
          <p:cNvPicPr>
            <a:picLocks noChangeAspect="1"/>
          </p:cNvPicPr>
          <p:nvPr/>
        </p:nvPicPr>
        <p:blipFill>
          <a:blip r:embed="rId3"/>
          <a:stretch>
            <a:fillRect/>
          </a:stretch>
        </p:blipFill>
        <p:spPr>
          <a:xfrm>
            <a:off x="2148840" y="4023360"/>
            <a:ext cx="1554480" cy="1554480"/>
          </a:xfrm>
          <a:prstGeom prst="rect">
            <a:avLst/>
          </a:prstGeom>
        </p:spPr>
      </p:pic>
      <p:sp>
        <p:nvSpPr>
          <p:cNvPr id="9" name="Text 6"/>
          <p:cNvSpPr/>
          <p:nvPr/>
        </p:nvSpPr>
        <p:spPr>
          <a:xfrm>
            <a:off x="640080" y="5623560"/>
            <a:ext cx="4572000" cy="320040"/>
          </a:xfrm>
          <a:prstGeom prst="rect">
            <a:avLst/>
          </a:prstGeom>
          <a:noFill/>
          <a:ln/>
        </p:spPr>
        <p:txBody>
          <a:bodyPr wrap="square" lIns="0" tIns="0" rIns="0" bIns="0" rtlCol="0" anchor="ctr"/>
          <a:lstStyle/>
          <a:p>
            <a:pPr marL="0" indent="0" algn="ctr">
              <a:buNone/>
            </a:pPr>
            <a:r>
              <a:rPr lang="en-US" sz="1200" b="1" kern="0" spc="500" dirty="0">
                <a:solidFill>
                  <a:srgbClr val="F6F6F6"/>
                </a:solidFill>
                <a:latin typeface="Calibri" pitchFamily="34" charset="0"/>
                <a:ea typeface="Calibri" pitchFamily="34" charset="-122"/>
                <a:cs typeface="Calibri" pitchFamily="34" charset="-120"/>
              </a:rPr>
              <a:t>GARGANTA (GLOTAL)</a:t>
            </a:r>
            <a:endParaRPr lang="en-US" sz="1200" dirty="0"/>
          </a:p>
        </p:txBody>
      </p:sp>
      <p:sp>
        <p:nvSpPr>
          <p:cNvPr id="10" name="Text 7"/>
          <p:cNvSpPr/>
          <p:nvPr/>
        </p:nvSpPr>
        <p:spPr>
          <a:xfrm>
            <a:off x="640080" y="5943600"/>
            <a:ext cx="4572000" cy="365760"/>
          </a:xfrm>
          <a:prstGeom prst="rect">
            <a:avLst/>
          </a:prstGeom>
          <a:noFill/>
          <a:ln/>
        </p:spPr>
        <p:txBody>
          <a:bodyPr wrap="square" lIns="0" tIns="0" rIns="0" bIns="0" rtlCol="0" anchor="ctr"/>
          <a:lstStyle/>
          <a:p>
            <a:pPr marL="0" indent="0" algn="ctr">
              <a:buNone/>
            </a:pPr>
            <a:r>
              <a:rPr lang="en-US" sz="1000" i="1" dirty="0">
                <a:solidFill>
                  <a:srgbClr val="EDE8FF"/>
                </a:solidFill>
                <a:latin typeface="Calibri" pitchFamily="34" charset="0"/>
                <a:ea typeface="Calibri" pitchFamily="34" charset="-122"/>
                <a:cs typeface="Calibri" pitchFamily="34" charset="-120"/>
              </a:rPr>
              <a:t>El aire sale</a:t>
            </a:r>
            <a:endParaRPr lang="en-US" sz="1000" dirty="0"/>
          </a:p>
          <a:p>
            <a:pPr marL="0" indent="0" algn="ctr">
              <a:buNone/>
            </a:pPr>
            <a:r>
              <a:rPr lang="en-US" sz="1000" i="1" dirty="0">
                <a:solidFill>
                  <a:srgbClr val="EDE8FF"/>
                </a:solidFill>
                <a:latin typeface="Calibri" pitchFamily="34" charset="0"/>
                <a:ea typeface="Calibri" pitchFamily="34" charset="-122"/>
                <a:cs typeface="Calibri" pitchFamily="34" charset="-120"/>
              </a:rPr>
              <a:t>directamente de la garganta</a:t>
            </a:r>
            <a:endParaRPr lang="en-US" sz="1000" dirty="0"/>
          </a:p>
        </p:txBody>
      </p:sp>
      <p:sp>
        <p:nvSpPr>
          <p:cNvPr id="11" name="Shape 8"/>
          <p:cNvSpPr/>
          <p:nvPr/>
        </p:nvSpPr>
        <p:spPr>
          <a:xfrm>
            <a:off x="5669280" y="2606040"/>
            <a:ext cx="1828800" cy="3657600"/>
          </a:xfrm>
          <a:prstGeom prst="roundRect">
            <a:avLst>
              <a:gd name="adj" fmla="val 7500"/>
            </a:avLst>
          </a:prstGeom>
          <a:solidFill>
            <a:srgbClr val="EDE8FF"/>
          </a:solidFill>
          <a:ln w="19050">
            <a:solidFill>
              <a:srgbClr val="4036ED"/>
            </a:solidFill>
            <a:prstDash val="solid"/>
          </a:ln>
        </p:spPr>
      </p:sp>
      <p:sp>
        <p:nvSpPr>
          <p:cNvPr id="12" name="Text 9"/>
          <p:cNvSpPr/>
          <p:nvPr/>
        </p:nvSpPr>
        <p:spPr>
          <a:xfrm>
            <a:off x="5669280"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4036ED"/>
                </a:solidFill>
                <a:latin typeface="Calibri" pitchFamily="34" charset="0"/>
                <a:ea typeface="Calibri" pitchFamily="34" charset="-122"/>
                <a:cs typeface="Calibri" pitchFamily="34" charset="-120"/>
              </a:rPr>
              <a:t>BÁSICA</a:t>
            </a:r>
            <a:endParaRPr lang="en-US" sz="1000" dirty="0"/>
          </a:p>
        </p:txBody>
      </p:sp>
      <p:sp>
        <p:nvSpPr>
          <p:cNvPr id="13" name="Text 10"/>
          <p:cNvSpPr/>
          <p:nvPr/>
        </p:nvSpPr>
        <p:spPr>
          <a:xfrm>
            <a:off x="5669280" y="3108960"/>
            <a:ext cx="1828800" cy="320040"/>
          </a:xfrm>
          <a:prstGeom prst="rect">
            <a:avLst/>
          </a:prstGeom>
          <a:noFill/>
          <a:ln/>
        </p:spPr>
        <p:txBody>
          <a:bodyPr wrap="square" lIns="0" tIns="0" rIns="0" bIns="0" rtlCol="0" anchor="ctr"/>
          <a:lstStyle/>
          <a:p>
            <a:pPr marL="0" indent="0" algn="ctr">
              <a:buNone/>
            </a:pPr>
            <a:r>
              <a:rPr lang="en-US" sz="1100" i="1" dirty="0">
                <a:solidFill>
                  <a:srgbClr val="4036ED"/>
                </a:solidFill>
                <a:latin typeface="Malgun Gothic" pitchFamily="34" charset="0"/>
                <a:ea typeface="Malgun Gothic" pitchFamily="34" charset="-122"/>
                <a:cs typeface="Malgun Gothic" pitchFamily="34" charset="-120"/>
              </a:rPr>
              <a:t>기본</a:t>
            </a:r>
            <a:endParaRPr lang="en-US" sz="1100" dirty="0"/>
          </a:p>
        </p:txBody>
      </p:sp>
      <p:sp>
        <p:nvSpPr>
          <p:cNvPr id="14" name="Text 11"/>
          <p:cNvSpPr/>
          <p:nvPr/>
        </p:nvSpPr>
        <p:spPr>
          <a:xfrm>
            <a:off x="5669280" y="3566160"/>
            <a:ext cx="1828800" cy="132588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ㅇ</a:t>
            </a:r>
            <a:endParaRPr lang="en-US" sz="5000" dirty="0"/>
          </a:p>
        </p:txBody>
      </p:sp>
      <p:sp>
        <p:nvSpPr>
          <p:cNvPr id="15" name="Text 12"/>
          <p:cNvSpPr/>
          <p:nvPr/>
        </p:nvSpPr>
        <p:spPr>
          <a:xfrm>
            <a:off x="5669280" y="4892040"/>
            <a:ext cx="1828800" cy="132588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ㅎ</a:t>
            </a:r>
            <a:endParaRPr lang="en-US" sz="5000" dirty="0"/>
          </a:p>
        </p:txBody>
      </p:sp>
      <p:sp>
        <p:nvSpPr>
          <p:cNvPr id="16" name="Shape 13"/>
          <p:cNvSpPr/>
          <p:nvPr/>
        </p:nvSpPr>
        <p:spPr>
          <a:xfrm>
            <a:off x="7662672" y="2606040"/>
            <a:ext cx="1828800" cy="3657600"/>
          </a:xfrm>
          <a:prstGeom prst="roundRect">
            <a:avLst>
              <a:gd name="adj" fmla="val 7500"/>
            </a:avLst>
          </a:prstGeom>
          <a:solidFill>
            <a:srgbClr val="EDE8FF"/>
          </a:solidFill>
          <a:ln w="19050">
            <a:solidFill>
              <a:srgbClr val="4036ED"/>
            </a:solidFill>
            <a:prstDash val="solid"/>
          </a:ln>
        </p:spPr>
      </p:sp>
      <p:sp>
        <p:nvSpPr>
          <p:cNvPr id="17" name="Text 14"/>
          <p:cNvSpPr/>
          <p:nvPr/>
        </p:nvSpPr>
        <p:spPr>
          <a:xfrm>
            <a:off x="7662672"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4036ED"/>
                </a:solidFill>
                <a:latin typeface="Calibri" pitchFamily="34" charset="0"/>
                <a:ea typeface="Calibri" pitchFamily="34" charset="-122"/>
                <a:cs typeface="Calibri" pitchFamily="34" charset="-120"/>
              </a:rPr>
              <a:t>ASPIRADA</a:t>
            </a:r>
            <a:endParaRPr lang="en-US" sz="1000" dirty="0"/>
          </a:p>
        </p:txBody>
      </p:sp>
      <p:sp>
        <p:nvSpPr>
          <p:cNvPr id="18" name="Text 15"/>
          <p:cNvSpPr/>
          <p:nvPr/>
        </p:nvSpPr>
        <p:spPr>
          <a:xfrm>
            <a:off x="7662672" y="3108960"/>
            <a:ext cx="1828800" cy="320040"/>
          </a:xfrm>
          <a:prstGeom prst="rect">
            <a:avLst/>
          </a:prstGeom>
          <a:noFill/>
          <a:ln/>
        </p:spPr>
        <p:txBody>
          <a:bodyPr wrap="square" lIns="0" tIns="0" rIns="0" bIns="0" rtlCol="0" anchor="ctr"/>
          <a:lstStyle/>
          <a:p>
            <a:pPr marL="0" indent="0" algn="ctr">
              <a:buNone/>
            </a:pPr>
            <a:r>
              <a:rPr lang="en-US" sz="1100" i="1" dirty="0">
                <a:solidFill>
                  <a:srgbClr val="4036ED"/>
                </a:solidFill>
                <a:latin typeface="Malgun Gothic" pitchFamily="34" charset="0"/>
                <a:ea typeface="Malgun Gothic" pitchFamily="34" charset="-122"/>
                <a:cs typeface="Malgun Gothic" pitchFamily="34" charset="-120"/>
              </a:rPr>
              <a:t>거센소리</a:t>
            </a:r>
            <a:endParaRPr lang="en-US" sz="1100" dirty="0"/>
          </a:p>
        </p:txBody>
      </p:sp>
      <p:sp>
        <p:nvSpPr>
          <p:cNvPr id="19" name="Shape 16"/>
          <p:cNvSpPr/>
          <p:nvPr/>
        </p:nvSpPr>
        <p:spPr>
          <a:xfrm>
            <a:off x="9656064" y="2606040"/>
            <a:ext cx="1828800" cy="3657600"/>
          </a:xfrm>
          <a:prstGeom prst="roundRect">
            <a:avLst>
              <a:gd name="adj" fmla="val 7500"/>
            </a:avLst>
          </a:prstGeom>
          <a:solidFill>
            <a:srgbClr val="EDE8FF"/>
          </a:solidFill>
          <a:ln w="19050">
            <a:solidFill>
              <a:srgbClr val="4036ED"/>
            </a:solidFill>
            <a:prstDash val="solid"/>
          </a:ln>
        </p:spPr>
      </p:sp>
      <p:sp>
        <p:nvSpPr>
          <p:cNvPr id="20" name="Text 17"/>
          <p:cNvSpPr/>
          <p:nvPr/>
        </p:nvSpPr>
        <p:spPr>
          <a:xfrm>
            <a:off x="9656064"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4036ED"/>
                </a:solidFill>
                <a:latin typeface="Calibri" pitchFamily="34" charset="0"/>
                <a:ea typeface="Calibri" pitchFamily="34" charset="-122"/>
                <a:cs typeface="Calibri" pitchFamily="34" charset="-120"/>
              </a:rPr>
              <a:t>DOBLE</a:t>
            </a:r>
            <a:endParaRPr lang="en-US" sz="1000" dirty="0"/>
          </a:p>
        </p:txBody>
      </p:sp>
      <p:sp>
        <p:nvSpPr>
          <p:cNvPr id="21" name="Text 18"/>
          <p:cNvSpPr/>
          <p:nvPr/>
        </p:nvSpPr>
        <p:spPr>
          <a:xfrm>
            <a:off x="9656064" y="3108960"/>
            <a:ext cx="1828800" cy="320040"/>
          </a:xfrm>
          <a:prstGeom prst="rect">
            <a:avLst/>
          </a:prstGeom>
          <a:noFill/>
          <a:ln/>
        </p:spPr>
        <p:txBody>
          <a:bodyPr wrap="square" lIns="0" tIns="0" rIns="0" bIns="0" rtlCol="0" anchor="ctr"/>
          <a:lstStyle/>
          <a:p>
            <a:pPr marL="0" indent="0" algn="ctr">
              <a:buNone/>
            </a:pPr>
            <a:r>
              <a:rPr lang="en-US" sz="1100" i="1" dirty="0">
                <a:solidFill>
                  <a:srgbClr val="4036ED"/>
                </a:solidFill>
                <a:latin typeface="Malgun Gothic" pitchFamily="34" charset="0"/>
                <a:ea typeface="Malgun Gothic" pitchFamily="34" charset="-122"/>
                <a:cs typeface="Malgun Gothic" pitchFamily="34" charset="-120"/>
              </a:rPr>
              <a:t>쌍소리</a:t>
            </a:r>
            <a:endParaRPr lang="en-US" sz="1100" dirty="0"/>
          </a:p>
        </p:txBody>
      </p:sp>
      <p:pic>
        <p:nvPicPr>
          <p:cNvPr id="22"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3" name="Text 19"/>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4" name="Text 20"/>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56</a:t>
            </a:r>
            <a:endParaRPr lang="en-US" sz="800" dirty="0"/>
          </a:p>
        </p:txBody>
      </p:sp>
      <p:sp>
        <p:nvSpPr>
          <p:cNvPr id="25" name="TextBox 24">
            <a:extLst>
              <a:ext uri="{FF2B5EF4-FFF2-40B4-BE49-F238E27FC236}">
                <a16:creationId xmlns:a16="http://schemas.microsoft.com/office/drawing/2014/main" id="{532A3377-DA14-3E28-959A-89119B35D789}"/>
              </a:ext>
            </a:extLst>
          </p:cNvPr>
          <p:cNvSpPr txBox="1"/>
          <p:nvPr/>
        </p:nvSpPr>
        <p:spPr>
          <a:xfrm>
            <a:off x="6430433" y="4570214"/>
            <a:ext cx="1019831" cy="369332"/>
          </a:xfrm>
          <a:prstGeom prst="rect">
            <a:avLst/>
          </a:prstGeom>
          <a:noFill/>
        </p:spPr>
        <p:txBody>
          <a:bodyPr wrap="none" rtlCol="0">
            <a:spAutoFit/>
          </a:bodyPr>
          <a:lstStyle/>
          <a:p>
            <a:r>
              <a:rPr lang="es-CL" dirty="0"/>
              <a:t>H(mudo)</a:t>
            </a:r>
          </a:p>
        </p:txBody>
      </p:sp>
      <p:sp>
        <p:nvSpPr>
          <p:cNvPr id="27" name="TextBox 26">
            <a:extLst>
              <a:ext uri="{FF2B5EF4-FFF2-40B4-BE49-F238E27FC236}">
                <a16:creationId xmlns:a16="http://schemas.microsoft.com/office/drawing/2014/main" id="{9B2EAE48-D229-970A-B760-AD9548D2FC8D}"/>
              </a:ext>
            </a:extLst>
          </p:cNvPr>
          <p:cNvSpPr txBox="1"/>
          <p:nvPr/>
        </p:nvSpPr>
        <p:spPr>
          <a:xfrm>
            <a:off x="6430433" y="5801082"/>
            <a:ext cx="239168" cy="369332"/>
          </a:xfrm>
          <a:prstGeom prst="rect">
            <a:avLst/>
          </a:prstGeom>
          <a:noFill/>
        </p:spPr>
        <p:txBody>
          <a:bodyPr wrap="none" rtlCol="0">
            <a:spAutoFit/>
          </a:bodyPr>
          <a:lstStyle/>
          <a:p>
            <a:r>
              <a:rPr lang="es-CL" dirty="0"/>
              <a:t>j</a:t>
            </a: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name="Slide 57">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§2.7 · CONSONANTES · 후음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ㅇ</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silenciosa al inicio, "ng" al final de sílaba</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4036ED"/>
                </a:solidFill>
                <a:latin typeface="Calibri" pitchFamily="34" charset="0"/>
                <a:ea typeface="Calibri" pitchFamily="34" charset="-122"/>
                <a:cs typeface="Calibri" pitchFamily="34" charset="-120"/>
              </a:rPr>
              <a:t>후음 · GARGANTA (GLOTAL)</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BÁSICA</a:t>
            </a:r>
            <a:endParaRPr lang="en-US" sz="900" dirty="0"/>
          </a:p>
        </p:txBody>
      </p:sp>
      <p:sp>
        <p:nvSpPr>
          <p:cNvPr id="7" name="Shape 5"/>
          <p:cNvSpPr/>
          <p:nvPr/>
        </p:nvSpPr>
        <p:spPr>
          <a:xfrm>
            <a:off x="640080" y="2606040"/>
            <a:ext cx="5120640" cy="3657600"/>
          </a:xfrm>
          <a:prstGeom prst="roundRect">
            <a:avLst>
              <a:gd name="adj" fmla="val 7500"/>
            </a:avLst>
          </a:prstGeom>
          <a:solidFill>
            <a:srgbClr val="4036ED"/>
          </a:solidFill>
          <a:ln w="12700">
            <a:solidFill>
              <a:srgbClr val="4036ED"/>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ㅇ</a:t>
            </a:r>
            <a:endParaRPr lang="en-US" sz="24000" dirty="0"/>
          </a:p>
        </p:txBody>
      </p:sp>
      <p:sp>
        <p:nvSpPr>
          <p:cNvPr id="9" name="Shape 7"/>
          <p:cNvSpPr/>
          <p:nvPr/>
        </p:nvSpPr>
        <p:spPr>
          <a:xfrm>
            <a:off x="6126480" y="2606040"/>
            <a:ext cx="5486400" cy="1097280"/>
          </a:xfrm>
          <a:prstGeom prst="roundRect">
            <a:avLst>
              <a:gd name="adj" fmla="val 12500"/>
            </a:avLst>
          </a:prstGeom>
          <a:solidFill>
            <a:srgbClr val="EDE8FF"/>
          </a:solidFill>
          <a:ln w="19050">
            <a:solidFill>
              <a:srgbClr val="4036ED"/>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4036ED"/>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"silenciosa / ng"</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4036ED"/>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4036ED"/>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1 trazo</a:t>
            </a:r>
            <a:endParaRPr lang="en-US" sz="1200" dirty="0"/>
          </a:p>
        </p:txBody>
      </p:sp>
      <p:sp>
        <p:nvSpPr>
          <p:cNvPr id="16" name="Shape 13"/>
          <p:cNvSpPr/>
          <p:nvPr/>
        </p:nvSpPr>
        <p:spPr>
          <a:xfrm>
            <a:off x="8869680" y="3840480"/>
            <a:ext cx="2743200" cy="2423160"/>
          </a:xfrm>
          <a:prstGeom prst="roundRect">
            <a:avLst>
              <a:gd name="adj" fmla="val 5660"/>
            </a:avLst>
          </a:prstGeom>
          <a:solidFill>
            <a:srgbClr val="EDE8FF"/>
          </a:solidFill>
          <a:ln w="19050">
            <a:solidFill>
              <a:srgbClr val="4036ED"/>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4036ED"/>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아이</a:t>
            </a:r>
            <a:r>
              <a:rPr lang="en-US" sz="1300" i="1" dirty="0">
                <a:solidFill>
                  <a:srgbClr val="4A4A55"/>
                </a:solidFill>
              </a:rPr>
              <a:t>   niño</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강</a:t>
            </a:r>
            <a:r>
              <a:rPr lang="en-US" sz="1300" i="1" dirty="0">
                <a:solidFill>
                  <a:srgbClr val="4A4A55"/>
                </a:solidFill>
              </a:rPr>
              <a:t>   río</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57</a:t>
            </a:r>
            <a:endParaRPr lang="en-US" sz="800" dirty="0"/>
          </a:p>
        </p:txBody>
      </p:sp>
      <p:sp>
        <p:nvSpPr>
          <p:cNvPr id="22" name="TextBox 21">
            <a:extLst>
              <a:ext uri="{FF2B5EF4-FFF2-40B4-BE49-F238E27FC236}">
                <a16:creationId xmlns:a16="http://schemas.microsoft.com/office/drawing/2014/main" id="{7A82BF95-006C-3336-2CDE-5EB675E7171A}"/>
              </a:ext>
            </a:extLst>
          </p:cNvPr>
          <p:cNvSpPr txBox="1"/>
          <p:nvPr/>
        </p:nvSpPr>
        <p:spPr>
          <a:xfrm>
            <a:off x="6309360" y="914400"/>
            <a:ext cx="1423788" cy="369332"/>
          </a:xfrm>
          <a:prstGeom prst="rect">
            <a:avLst/>
          </a:prstGeom>
          <a:noFill/>
        </p:spPr>
        <p:txBody>
          <a:bodyPr wrap="none" rtlCol="0">
            <a:spAutoFit/>
          </a:bodyPr>
          <a:lstStyle/>
          <a:p>
            <a:r>
              <a:rPr lang="ko-KR" altLang="es-CL" dirty="0"/>
              <a:t>우유 </a:t>
            </a:r>
            <a:r>
              <a:rPr lang="es-CL" altLang="ko-KR" dirty="0"/>
              <a:t>=  leche</a:t>
            </a:r>
            <a:endParaRPr lang="es-CL" dirty="0"/>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name="Slide 58">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§2.7 · CONSONANTES · 후음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ㅎ</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"h" aspirada como </a:t>
            </a:r>
            <a:r>
              <a:rPr lang="en-US" sz="1400" i="1" dirty="0" err="1">
                <a:solidFill>
                  <a:srgbClr val="4A4A55"/>
                </a:solidFill>
                <a:latin typeface="Calibri" pitchFamily="34" charset="0"/>
                <a:ea typeface="Calibri" pitchFamily="34" charset="-122"/>
                <a:cs typeface="Calibri" pitchFamily="34" charset="-120"/>
              </a:rPr>
              <a:t>en</a:t>
            </a:r>
            <a:r>
              <a:rPr lang="en-US" sz="1400" i="1" dirty="0">
                <a:solidFill>
                  <a:srgbClr val="4A4A55"/>
                </a:solidFill>
                <a:latin typeface="Calibri" pitchFamily="34" charset="0"/>
                <a:ea typeface="Calibri" pitchFamily="34" charset="-122"/>
                <a:cs typeface="Calibri" pitchFamily="34" charset="-120"/>
              </a:rPr>
              <a:t> </a:t>
            </a:r>
            <a:r>
              <a:rPr lang="en-US" sz="1400" i="1" dirty="0" err="1">
                <a:solidFill>
                  <a:srgbClr val="4A4A55"/>
                </a:solidFill>
                <a:latin typeface="Calibri" pitchFamily="34" charset="0"/>
                <a:ea typeface="Calibri" pitchFamily="34" charset="-122"/>
                <a:cs typeface="Calibri" pitchFamily="34" charset="-120"/>
              </a:rPr>
              <a:t>esp</a:t>
            </a:r>
            <a:r>
              <a:rPr lang="en-US" sz="1400" i="1" dirty="0">
                <a:solidFill>
                  <a:srgbClr val="4A4A55"/>
                </a:solidFill>
                <a:latin typeface="Calibri" pitchFamily="34" charset="0"/>
                <a:ea typeface="Calibri" pitchFamily="34" charset="-122"/>
                <a:cs typeface="Calibri" pitchFamily="34" charset="-120"/>
              </a:rPr>
              <a:t> “</a:t>
            </a:r>
            <a:r>
              <a:rPr lang="en-US" sz="1400" i="1" dirty="0" err="1">
                <a:solidFill>
                  <a:srgbClr val="4A4A55"/>
                </a:solidFill>
                <a:latin typeface="Calibri" pitchFamily="34" charset="0"/>
                <a:ea typeface="Calibri" pitchFamily="34" charset="-122"/>
                <a:cs typeface="Calibri" pitchFamily="34" charset="-120"/>
              </a:rPr>
              <a:t>jaja</a:t>
            </a:r>
            <a:r>
              <a:rPr lang="en-US" sz="1400" i="1" dirty="0">
                <a:solidFill>
                  <a:srgbClr val="4A4A55"/>
                </a:solidFill>
                <a:latin typeface="Calibri" pitchFamily="34" charset="0"/>
                <a:ea typeface="Calibri" pitchFamily="34" charset="-122"/>
                <a:cs typeface="Calibri" pitchFamily="34" charset="-120"/>
              </a:rPr>
              <a:t>"</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4036ED"/>
                </a:solidFill>
                <a:latin typeface="Calibri" pitchFamily="34" charset="0"/>
                <a:ea typeface="Calibri" pitchFamily="34" charset="-122"/>
                <a:cs typeface="Calibri" pitchFamily="34" charset="-120"/>
              </a:rPr>
              <a:t>후음 · GARGANTA (GLOTAL)</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BÁSICA</a:t>
            </a:r>
            <a:endParaRPr lang="en-US" sz="900" dirty="0"/>
          </a:p>
        </p:txBody>
      </p:sp>
      <p:sp>
        <p:nvSpPr>
          <p:cNvPr id="7" name="Shape 5"/>
          <p:cNvSpPr/>
          <p:nvPr/>
        </p:nvSpPr>
        <p:spPr>
          <a:xfrm>
            <a:off x="640080" y="2606040"/>
            <a:ext cx="5120640" cy="3657600"/>
          </a:xfrm>
          <a:prstGeom prst="roundRect">
            <a:avLst>
              <a:gd name="adj" fmla="val 7500"/>
            </a:avLst>
          </a:prstGeom>
          <a:solidFill>
            <a:srgbClr val="4036ED"/>
          </a:solidFill>
          <a:ln w="12700">
            <a:solidFill>
              <a:srgbClr val="4036ED"/>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ㅎ</a:t>
            </a:r>
            <a:endParaRPr lang="en-US" sz="24000" dirty="0"/>
          </a:p>
        </p:txBody>
      </p:sp>
      <p:sp>
        <p:nvSpPr>
          <p:cNvPr id="9" name="Shape 7"/>
          <p:cNvSpPr/>
          <p:nvPr/>
        </p:nvSpPr>
        <p:spPr>
          <a:xfrm>
            <a:off x="6126480" y="2606040"/>
            <a:ext cx="5486400" cy="1097280"/>
          </a:xfrm>
          <a:prstGeom prst="roundRect">
            <a:avLst>
              <a:gd name="adj" fmla="val 12500"/>
            </a:avLst>
          </a:prstGeom>
          <a:solidFill>
            <a:srgbClr val="EDE8FF"/>
          </a:solidFill>
          <a:ln w="19050">
            <a:solidFill>
              <a:srgbClr val="4036ED"/>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4036ED"/>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“j"</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4036ED"/>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4036ED"/>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3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EDE8FF"/>
          </a:solidFill>
          <a:ln w="19050">
            <a:solidFill>
              <a:srgbClr val="4036ED"/>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4036ED"/>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하늘</a:t>
            </a:r>
            <a:r>
              <a:rPr lang="en-US" sz="1300" i="1" dirty="0">
                <a:solidFill>
                  <a:srgbClr val="4A4A55"/>
                </a:solidFill>
              </a:rPr>
              <a:t>   cielo</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학교</a:t>
            </a:r>
            <a:r>
              <a:rPr lang="en-US" sz="1300" i="1" dirty="0">
                <a:solidFill>
                  <a:srgbClr val="4A4A55"/>
                </a:solidFill>
              </a:rPr>
              <a:t>   escuela</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58</a:t>
            </a:r>
            <a:endParaRPr lang="en-US" sz="800" dirty="0"/>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name="Slide 59">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§2.8</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Las 19 consonantes</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14 básicas / aspiradas  +  5 dobles  =  el sistema completo.</a:t>
            </a:r>
            <a:endParaRPr lang="en-US" sz="1400" dirty="0"/>
          </a:p>
        </p:txBody>
      </p:sp>
      <p:sp>
        <p:nvSpPr>
          <p:cNvPr id="5" name="Shape 3"/>
          <p:cNvSpPr/>
          <p:nvPr/>
        </p:nvSpPr>
        <p:spPr>
          <a:xfrm>
            <a:off x="640080" y="2468880"/>
            <a:ext cx="10911535" cy="685800"/>
          </a:xfrm>
          <a:prstGeom prst="roundRect">
            <a:avLst>
              <a:gd name="adj" fmla="val 16000"/>
            </a:avLst>
          </a:prstGeom>
          <a:solidFill>
            <a:srgbClr val="F6F6F6"/>
          </a:solidFill>
          <a:ln w="19050">
            <a:solidFill>
              <a:srgbClr val="4036ED"/>
            </a:solidFill>
            <a:prstDash val="solid"/>
          </a:ln>
        </p:spPr>
      </p:sp>
      <p:sp>
        <p:nvSpPr>
          <p:cNvPr id="6" name="Text 4"/>
          <p:cNvSpPr/>
          <p:nvPr/>
        </p:nvSpPr>
        <p:spPr>
          <a:xfrm>
            <a:off x="822960" y="2468880"/>
            <a:ext cx="2743200" cy="685800"/>
          </a:xfrm>
          <a:prstGeom prst="rect">
            <a:avLst/>
          </a:prstGeom>
          <a:noFill/>
          <a:ln/>
        </p:spPr>
        <p:txBody>
          <a:bodyPr wrap="square" lIns="0" tIns="0" rIns="0" bIns="0" rtlCol="0" anchor="ctr"/>
          <a:lstStyle/>
          <a:p>
            <a:pPr marL="0" indent="0">
              <a:buNone/>
            </a:pPr>
            <a:r>
              <a:rPr lang="en-US" sz="1200" b="1" kern="0" spc="300" dirty="0">
                <a:solidFill>
                  <a:srgbClr val="4036ED"/>
                </a:solidFill>
                <a:latin typeface="Calibri" pitchFamily="34" charset="0"/>
                <a:ea typeface="Calibri" pitchFamily="34" charset="-122"/>
                <a:cs typeface="Calibri" pitchFamily="34" charset="-120"/>
              </a:rPr>
              <a:t>아음 · paladar</a:t>
            </a:r>
            <a:endParaRPr lang="en-US" sz="1200" dirty="0"/>
          </a:p>
        </p:txBody>
      </p:sp>
      <p:sp>
        <p:nvSpPr>
          <p:cNvPr id="7" name="Text 5"/>
          <p:cNvSpPr/>
          <p:nvPr/>
        </p:nvSpPr>
        <p:spPr>
          <a:xfrm>
            <a:off x="3566160" y="2468880"/>
            <a:ext cx="2661818"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ㄱ</a:t>
            </a:r>
            <a:endParaRPr lang="en-US" sz="3200" dirty="0"/>
          </a:p>
        </p:txBody>
      </p:sp>
      <p:sp>
        <p:nvSpPr>
          <p:cNvPr id="8" name="Text 6"/>
          <p:cNvSpPr/>
          <p:nvPr/>
        </p:nvSpPr>
        <p:spPr>
          <a:xfrm>
            <a:off x="6227978" y="2468880"/>
            <a:ext cx="2661818"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ㅋ</a:t>
            </a:r>
            <a:endParaRPr lang="en-US" sz="3200" dirty="0"/>
          </a:p>
        </p:txBody>
      </p:sp>
      <p:sp>
        <p:nvSpPr>
          <p:cNvPr id="9" name="Text 7"/>
          <p:cNvSpPr/>
          <p:nvPr/>
        </p:nvSpPr>
        <p:spPr>
          <a:xfrm>
            <a:off x="8889797" y="2468880"/>
            <a:ext cx="2661818"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ㄲ</a:t>
            </a:r>
            <a:endParaRPr lang="en-US" sz="3200" dirty="0"/>
          </a:p>
        </p:txBody>
      </p:sp>
      <p:sp>
        <p:nvSpPr>
          <p:cNvPr id="10" name="Shape 8"/>
          <p:cNvSpPr/>
          <p:nvPr/>
        </p:nvSpPr>
        <p:spPr>
          <a:xfrm>
            <a:off x="640080" y="3246120"/>
            <a:ext cx="10911535" cy="685800"/>
          </a:xfrm>
          <a:prstGeom prst="roundRect">
            <a:avLst>
              <a:gd name="adj" fmla="val 16000"/>
            </a:avLst>
          </a:prstGeom>
          <a:solidFill>
            <a:srgbClr val="F6F6F6"/>
          </a:solidFill>
          <a:ln w="19050">
            <a:solidFill>
              <a:srgbClr val="A79BFF"/>
            </a:solidFill>
            <a:prstDash val="solid"/>
          </a:ln>
        </p:spPr>
      </p:sp>
      <p:sp>
        <p:nvSpPr>
          <p:cNvPr id="11" name="Text 9"/>
          <p:cNvSpPr/>
          <p:nvPr/>
        </p:nvSpPr>
        <p:spPr>
          <a:xfrm>
            <a:off x="822960" y="3246120"/>
            <a:ext cx="2743200" cy="685800"/>
          </a:xfrm>
          <a:prstGeom prst="rect">
            <a:avLst/>
          </a:prstGeom>
          <a:noFill/>
          <a:ln/>
        </p:spPr>
        <p:txBody>
          <a:bodyPr wrap="square" lIns="0" tIns="0" rIns="0" bIns="0" rtlCol="0" anchor="ctr"/>
          <a:lstStyle/>
          <a:p>
            <a:pPr marL="0" indent="0">
              <a:buNone/>
            </a:pPr>
            <a:r>
              <a:rPr lang="en-US" sz="1200" b="1" kern="0" spc="300" dirty="0">
                <a:solidFill>
                  <a:srgbClr val="A79BFF"/>
                </a:solidFill>
                <a:latin typeface="Calibri" pitchFamily="34" charset="0"/>
                <a:ea typeface="Calibri" pitchFamily="34" charset="-122"/>
                <a:cs typeface="Calibri" pitchFamily="34" charset="-120"/>
              </a:rPr>
              <a:t>설음 · lengua</a:t>
            </a:r>
            <a:endParaRPr lang="en-US" sz="1200" dirty="0"/>
          </a:p>
        </p:txBody>
      </p:sp>
      <p:sp>
        <p:nvSpPr>
          <p:cNvPr id="12" name="Text 10"/>
          <p:cNvSpPr/>
          <p:nvPr/>
        </p:nvSpPr>
        <p:spPr>
          <a:xfrm>
            <a:off x="3566160" y="3246120"/>
            <a:ext cx="1597091"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ㄴ</a:t>
            </a:r>
            <a:endParaRPr lang="en-US" sz="3200" dirty="0"/>
          </a:p>
        </p:txBody>
      </p:sp>
      <p:sp>
        <p:nvSpPr>
          <p:cNvPr id="13" name="Text 11"/>
          <p:cNvSpPr/>
          <p:nvPr/>
        </p:nvSpPr>
        <p:spPr>
          <a:xfrm>
            <a:off x="5163251" y="3246120"/>
            <a:ext cx="1597091"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ㄷ</a:t>
            </a:r>
            <a:endParaRPr lang="en-US" sz="3200" dirty="0"/>
          </a:p>
        </p:txBody>
      </p:sp>
      <p:sp>
        <p:nvSpPr>
          <p:cNvPr id="14" name="Text 12"/>
          <p:cNvSpPr/>
          <p:nvPr/>
        </p:nvSpPr>
        <p:spPr>
          <a:xfrm>
            <a:off x="6760342" y="3246120"/>
            <a:ext cx="1597091"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ㅌ</a:t>
            </a:r>
            <a:endParaRPr lang="en-US" sz="3200" dirty="0"/>
          </a:p>
        </p:txBody>
      </p:sp>
      <p:sp>
        <p:nvSpPr>
          <p:cNvPr id="15" name="Text 13"/>
          <p:cNvSpPr/>
          <p:nvPr/>
        </p:nvSpPr>
        <p:spPr>
          <a:xfrm>
            <a:off x="8357433" y="3246120"/>
            <a:ext cx="1597091"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ㄸ</a:t>
            </a:r>
            <a:endParaRPr lang="en-US" sz="3200" dirty="0"/>
          </a:p>
        </p:txBody>
      </p:sp>
      <p:sp>
        <p:nvSpPr>
          <p:cNvPr id="16" name="Text 14"/>
          <p:cNvSpPr/>
          <p:nvPr/>
        </p:nvSpPr>
        <p:spPr>
          <a:xfrm>
            <a:off x="9954524" y="3246120"/>
            <a:ext cx="1597091"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ㄹ</a:t>
            </a:r>
            <a:endParaRPr lang="en-US" sz="3200" dirty="0"/>
          </a:p>
        </p:txBody>
      </p:sp>
      <p:sp>
        <p:nvSpPr>
          <p:cNvPr id="17" name="Shape 15"/>
          <p:cNvSpPr/>
          <p:nvPr/>
        </p:nvSpPr>
        <p:spPr>
          <a:xfrm>
            <a:off x="640080" y="4023360"/>
            <a:ext cx="10911535" cy="685800"/>
          </a:xfrm>
          <a:prstGeom prst="roundRect">
            <a:avLst>
              <a:gd name="adj" fmla="val 16000"/>
            </a:avLst>
          </a:prstGeom>
          <a:solidFill>
            <a:srgbClr val="F6F6F6"/>
          </a:solidFill>
          <a:ln w="19050">
            <a:solidFill>
              <a:srgbClr val="FE6768"/>
            </a:solidFill>
            <a:prstDash val="solid"/>
          </a:ln>
        </p:spPr>
      </p:sp>
      <p:sp>
        <p:nvSpPr>
          <p:cNvPr id="18" name="Text 16"/>
          <p:cNvSpPr/>
          <p:nvPr/>
        </p:nvSpPr>
        <p:spPr>
          <a:xfrm>
            <a:off x="822960" y="4023360"/>
            <a:ext cx="2743200" cy="685800"/>
          </a:xfrm>
          <a:prstGeom prst="rect">
            <a:avLst/>
          </a:prstGeom>
          <a:noFill/>
          <a:ln/>
        </p:spPr>
        <p:txBody>
          <a:bodyPr wrap="square" lIns="0" tIns="0" rIns="0" bIns="0" rtlCol="0" anchor="ctr"/>
          <a:lstStyle/>
          <a:p>
            <a:pPr marL="0" indent="0">
              <a:buNone/>
            </a:pPr>
            <a:r>
              <a:rPr lang="en-US" sz="1200" b="1" kern="0" spc="300" dirty="0">
                <a:solidFill>
                  <a:srgbClr val="FE6768"/>
                </a:solidFill>
                <a:latin typeface="Calibri" pitchFamily="34" charset="0"/>
                <a:ea typeface="Calibri" pitchFamily="34" charset="-122"/>
                <a:cs typeface="Calibri" pitchFamily="34" charset="-120"/>
              </a:rPr>
              <a:t>순음 · labios</a:t>
            </a:r>
            <a:endParaRPr lang="en-US" sz="1200" dirty="0"/>
          </a:p>
        </p:txBody>
      </p:sp>
      <p:sp>
        <p:nvSpPr>
          <p:cNvPr id="19" name="Text 17"/>
          <p:cNvSpPr/>
          <p:nvPr/>
        </p:nvSpPr>
        <p:spPr>
          <a:xfrm>
            <a:off x="3566160" y="4023360"/>
            <a:ext cx="1996364"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ㅁ</a:t>
            </a:r>
            <a:endParaRPr lang="en-US" sz="3200" dirty="0"/>
          </a:p>
        </p:txBody>
      </p:sp>
      <p:sp>
        <p:nvSpPr>
          <p:cNvPr id="20" name="Text 18"/>
          <p:cNvSpPr/>
          <p:nvPr/>
        </p:nvSpPr>
        <p:spPr>
          <a:xfrm>
            <a:off x="5562524" y="4023360"/>
            <a:ext cx="1996364"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ㅂ</a:t>
            </a:r>
            <a:endParaRPr lang="en-US" sz="3200" dirty="0"/>
          </a:p>
        </p:txBody>
      </p:sp>
      <p:sp>
        <p:nvSpPr>
          <p:cNvPr id="21" name="Text 19"/>
          <p:cNvSpPr/>
          <p:nvPr/>
        </p:nvSpPr>
        <p:spPr>
          <a:xfrm>
            <a:off x="7558888" y="4023360"/>
            <a:ext cx="1996364"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ㅍ</a:t>
            </a:r>
            <a:endParaRPr lang="en-US" sz="3200" dirty="0"/>
          </a:p>
        </p:txBody>
      </p:sp>
      <p:sp>
        <p:nvSpPr>
          <p:cNvPr id="22" name="Text 20"/>
          <p:cNvSpPr/>
          <p:nvPr/>
        </p:nvSpPr>
        <p:spPr>
          <a:xfrm>
            <a:off x="9555251" y="4023360"/>
            <a:ext cx="1996364"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ㅃ</a:t>
            </a:r>
            <a:endParaRPr lang="en-US" sz="3200" dirty="0"/>
          </a:p>
        </p:txBody>
      </p:sp>
      <p:sp>
        <p:nvSpPr>
          <p:cNvPr id="23" name="Shape 21"/>
          <p:cNvSpPr/>
          <p:nvPr/>
        </p:nvSpPr>
        <p:spPr>
          <a:xfrm>
            <a:off x="640080" y="4800600"/>
            <a:ext cx="10911535" cy="685800"/>
          </a:xfrm>
          <a:prstGeom prst="roundRect">
            <a:avLst>
              <a:gd name="adj" fmla="val 16000"/>
            </a:avLst>
          </a:prstGeom>
          <a:solidFill>
            <a:srgbClr val="F6F6F6"/>
          </a:solidFill>
          <a:ln w="19050">
            <a:solidFill>
              <a:srgbClr val="FE6768"/>
            </a:solidFill>
            <a:prstDash val="solid"/>
          </a:ln>
        </p:spPr>
      </p:sp>
      <p:sp>
        <p:nvSpPr>
          <p:cNvPr id="24" name="Text 22"/>
          <p:cNvSpPr/>
          <p:nvPr/>
        </p:nvSpPr>
        <p:spPr>
          <a:xfrm>
            <a:off x="822960" y="4800600"/>
            <a:ext cx="2743200" cy="685800"/>
          </a:xfrm>
          <a:prstGeom prst="rect">
            <a:avLst/>
          </a:prstGeom>
          <a:noFill/>
          <a:ln/>
        </p:spPr>
        <p:txBody>
          <a:bodyPr wrap="square" lIns="0" tIns="0" rIns="0" bIns="0" rtlCol="0" anchor="ctr"/>
          <a:lstStyle/>
          <a:p>
            <a:pPr marL="0" indent="0">
              <a:buNone/>
            </a:pPr>
            <a:r>
              <a:rPr lang="en-US" sz="1200" b="1" kern="0" spc="300" dirty="0">
                <a:solidFill>
                  <a:srgbClr val="FE6768"/>
                </a:solidFill>
                <a:latin typeface="Calibri" pitchFamily="34" charset="0"/>
                <a:ea typeface="Calibri" pitchFamily="34" charset="-122"/>
                <a:cs typeface="Calibri" pitchFamily="34" charset="-120"/>
              </a:rPr>
              <a:t>치음 · dientes</a:t>
            </a:r>
            <a:endParaRPr lang="en-US" sz="1200" dirty="0"/>
          </a:p>
        </p:txBody>
      </p:sp>
      <p:sp>
        <p:nvSpPr>
          <p:cNvPr id="25" name="Text 23"/>
          <p:cNvSpPr/>
          <p:nvPr/>
        </p:nvSpPr>
        <p:spPr>
          <a:xfrm>
            <a:off x="3566160" y="4800600"/>
            <a:ext cx="1597091"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ㅅ</a:t>
            </a:r>
            <a:endParaRPr lang="en-US" sz="3200" dirty="0"/>
          </a:p>
        </p:txBody>
      </p:sp>
      <p:sp>
        <p:nvSpPr>
          <p:cNvPr id="26" name="Text 24"/>
          <p:cNvSpPr/>
          <p:nvPr/>
        </p:nvSpPr>
        <p:spPr>
          <a:xfrm>
            <a:off x="5163251" y="4800600"/>
            <a:ext cx="1597091"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ㅈ</a:t>
            </a:r>
            <a:endParaRPr lang="en-US" sz="3200" dirty="0"/>
          </a:p>
        </p:txBody>
      </p:sp>
      <p:sp>
        <p:nvSpPr>
          <p:cNvPr id="27" name="Text 25"/>
          <p:cNvSpPr/>
          <p:nvPr/>
        </p:nvSpPr>
        <p:spPr>
          <a:xfrm>
            <a:off x="6760342" y="4800600"/>
            <a:ext cx="1597091"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ㅊ</a:t>
            </a:r>
            <a:endParaRPr lang="en-US" sz="3200" dirty="0"/>
          </a:p>
        </p:txBody>
      </p:sp>
      <p:sp>
        <p:nvSpPr>
          <p:cNvPr id="28" name="Text 26"/>
          <p:cNvSpPr/>
          <p:nvPr/>
        </p:nvSpPr>
        <p:spPr>
          <a:xfrm>
            <a:off x="8357433" y="4800600"/>
            <a:ext cx="1597091"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ㅆ</a:t>
            </a:r>
            <a:endParaRPr lang="en-US" sz="3200" dirty="0"/>
          </a:p>
        </p:txBody>
      </p:sp>
      <p:sp>
        <p:nvSpPr>
          <p:cNvPr id="29" name="Text 27"/>
          <p:cNvSpPr/>
          <p:nvPr/>
        </p:nvSpPr>
        <p:spPr>
          <a:xfrm>
            <a:off x="9954524" y="4800600"/>
            <a:ext cx="1597091"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ㅉ</a:t>
            </a:r>
            <a:endParaRPr lang="en-US" sz="3200" dirty="0"/>
          </a:p>
        </p:txBody>
      </p:sp>
      <p:sp>
        <p:nvSpPr>
          <p:cNvPr id="30" name="Shape 28"/>
          <p:cNvSpPr/>
          <p:nvPr/>
        </p:nvSpPr>
        <p:spPr>
          <a:xfrm>
            <a:off x="640080" y="5577840"/>
            <a:ext cx="10911535" cy="685800"/>
          </a:xfrm>
          <a:prstGeom prst="roundRect">
            <a:avLst>
              <a:gd name="adj" fmla="val 16000"/>
            </a:avLst>
          </a:prstGeom>
          <a:solidFill>
            <a:srgbClr val="F6F6F6"/>
          </a:solidFill>
          <a:ln w="19050">
            <a:solidFill>
              <a:srgbClr val="4036ED"/>
            </a:solidFill>
            <a:prstDash val="solid"/>
          </a:ln>
        </p:spPr>
      </p:sp>
      <p:sp>
        <p:nvSpPr>
          <p:cNvPr id="31" name="Text 29"/>
          <p:cNvSpPr/>
          <p:nvPr/>
        </p:nvSpPr>
        <p:spPr>
          <a:xfrm>
            <a:off x="822960" y="5577840"/>
            <a:ext cx="2743200" cy="685800"/>
          </a:xfrm>
          <a:prstGeom prst="rect">
            <a:avLst/>
          </a:prstGeom>
          <a:noFill/>
          <a:ln/>
        </p:spPr>
        <p:txBody>
          <a:bodyPr wrap="square" lIns="0" tIns="0" rIns="0" bIns="0" rtlCol="0" anchor="ctr"/>
          <a:lstStyle/>
          <a:p>
            <a:pPr marL="0" indent="0">
              <a:buNone/>
            </a:pPr>
            <a:r>
              <a:rPr lang="en-US" sz="1200" b="1" kern="0" spc="300" dirty="0">
                <a:solidFill>
                  <a:srgbClr val="4036ED"/>
                </a:solidFill>
                <a:latin typeface="Calibri" pitchFamily="34" charset="0"/>
                <a:ea typeface="Calibri" pitchFamily="34" charset="-122"/>
                <a:cs typeface="Calibri" pitchFamily="34" charset="-120"/>
              </a:rPr>
              <a:t>후음 · garganta</a:t>
            </a:r>
            <a:endParaRPr lang="en-US" sz="1200" dirty="0"/>
          </a:p>
        </p:txBody>
      </p:sp>
      <p:sp>
        <p:nvSpPr>
          <p:cNvPr id="32" name="Text 30"/>
          <p:cNvSpPr/>
          <p:nvPr/>
        </p:nvSpPr>
        <p:spPr>
          <a:xfrm>
            <a:off x="3566160" y="5577840"/>
            <a:ext cx="3992728"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ㅇ</a:t>
            </a:r>
            <a:endParaRPr lang="en-US" sz="3200" dirty="0"/>
          </a:p>
        </p:txBody>
      </p:sp>
      <p:sp>
        <p:nvSpPr>
          <p:cNvPr id="33" name="Text 31"/>
          <p:cNvSpPr/>
          <p:nvPr/>
        </p:nvSpPr>
        <p:spPr>
          <a:xfrm>
            <a:off x="7558888" y="5577840"/>
            <a:ext cx="3992728"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ㅎ</a:t>
            </a:r>
            <a:endParaRPr lang="en-US" sz="3200" dirty="0"/>
          </a:p>
        </p:txBody>
      </p:sp>
      <p:pic>
        <p:nvPicPr>
          <p:cNvPr id="34"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35" name="Text 32"/>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6" name="Text 33"/>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59</a:t>
            </a:r>
            <a:endParaRPr lang="en-US" sz="800" dirty="0"/>
          </a:p>
        </p:txBody>
      </p:sp>
      <p:sp>
        <p:nvSpPr>
          <p:cNvPr id="37" name="TextBox 36">
            <a:extLst>
              <a:ext uri="{FF2B5EF4-FFF2-40B4-BE49-F238E27FC236}">
                <a16:creationId xmlns:a16="http://schemas.microsoft.com/office/drawing/2014/main" id="{9824A354-97DF-7CD1-58DF-BEB41EC2D111}"/>
              </a:ext>
            </a:extLst>
          </p:cNvPr>
          <p:cNvSpPr txBox="1"/>
          <p:nvPr/>
        </p:nvSpPr>
        <p:spPr>
          <a:xfrm>
            <a:off x="5163251" y="2649974"/>
            <a:ext cx="330540" cy="369332"/>
          </a:xfrm>
          <a:prstGeom prst="rect">
            <a:avLst/>
          </a:prstGeom>
          <a:noFill/>
        </p:spPr>
        <p:txBody>
          <a:bodyPr wrap="square" rtlCol="0">
            <a:spAutoFit/>
          </a:bodyPr>
          <a:lstStyle/>
          <a:p>
            <a:r>
              <a:rPr lang="es-CL" dirty="0"/>
              <a:t>G</a:t>
            </a:r>
          </a:p>
        </p:txBody>
      </p:sp>
      <p:sp>
        <p:nvSpPr>
          <p:cNvPr id="41" name="TextBox 40">
            <a:extLst>
              <a:ext uri="{FF2B5EF4-FFF2-40B4-BE49-F238E27FC236}">
                <a16:creationId xmlns:a16="http://schemas.microsoft.com/office/drawing/2014/main" id="{9495EAA3-EDBB-EBB8-BB16-5AB43FE9E248}"/>
              </a:ext>
            </a:extLst>
          </p:cNvPr>
          <p:cNvSpPr txBox="1"/>
          <p:nvPr/>
        </p:nvSpPr>
        <p:spPr>
          <a:xfrm>
            <a:off x="7825069" y="2617708"/>
            <a:ext cx="330540" cy="369332"/>
          </a:xfrm>
          <a:prstGeom prst="rect">
            <a:avLst/>
          </a:prstGeom>
          <a:noFill/>
        </p:spPr>
        <p:txBody>
          <a:bodyPr wrap="square" rtlCol="0">
            <a:spAutoFit/>
          </a:bodyPr>
          <a:lstStyle/>
          <a:p>
            <a:r>
              <a:rPr lang="es-CL" dirty="0"/>
              <a:t>K</a:t>
            </a:r>
          </a:p>
        </p:txBody>
      </p:sp>
      <p:sp>
        <p:nvSpPr>
          <p:cNvPr id="43" name="TextBox 42">
            <a:extLst>
              <a:ext uri="{FF2B5EF4-FFF2-40B4-BE49-F238E27FC236}">
                <a16:creationId xmlns:a16="http://schemas.microsoft.com/office/drawing/2014/main" id="{90D66A65-88B6-649A-0868-AC8484FE2C9F}"/>
              </a:ext>
            </a:extLst>
          </p:cNvPr>
          <p:cNvSpPr txBox="1"/>
          <p:nvPr/>
        </p:nvSpPr>
        <p:spPr>
          <a:xfrm>
            <a:off x="10422528" y="2646402"/>
            <a:ext cx="946511" cy="369332"/>
          </a:xfrm>
          <a:prstGeom prst="rect">
            <a:avLst/>
          </a:prstGeom>
          <a:noFill/>
        </p:spPr>
        <p:txBody>
          <a:bodyPr wrap="square" rtlCol="0">
            <a:spAutoFit/>
          </a:bodyPr>
          <a:lstStyle/>
          <a:p>
            <a:r>
              <a:rPr lang="es-CL" dirty="0"/>
              <a:t>C(ESP)</a:t>
            </a:r>
          </a:p>
        </p:txBody>
      </p:sp>
      <p:sp>
        <p:nvSpPr>
          <p:cNvPr id="44" name="TextBox 43">
            <a:extLst>
              <a:ext uri="{FF2B5EF4-FFF2-40B4-BE49-F238E27FC236}">
                <a16:creationId xmlns:a16="http://schemas.microsoft.com/office/drawing/2014/main" id="{6326F73A-1EBE-F98F-8F27-F9B26122297E}"/>
              </a:ext>
            </a:extLst>
          </p:cNvPr>
          <p:cNvSpPr txBox="1"/>
          <p:nvPr/>
        </p:nvSpPr>
        <p:spPr>
          <a:xfrm>
            <a:off x="9954796" y="1964174"/>
            <a:ext cx="1000915" cy="369332"/>
          </a:xfrm>
          <a:prstGeom prst="rect">
            <a:avLst/>
          </a:prstGeom>
          <a:noFill/>
        </p:spPr>
        <p:txBody>
          <a:bodyPr wrap="none" rtlCol="0">
            <a:spAutoFit/>
          </a:bodyPr>
          <a:lstStyle/>
          <a:p>
            <a:r>
              <a:rPr lang="es-CL" dirty="0"/>
              <a:t>FUERTES</a:t>
            </a:r>
          </a:p>
        </p:txBody>
      </p:sp>
      <p:sp>
        <p:nvSpPr>
          <p:cNvPr id="45" name="TextBox 44">
            <a:extLst>
              <a:ext uri="{FF2B5EF4-FFF2-40B4-BE49-F238E27FC236}">
                <a16:creationId xmlns:a16="http://schemas.microsoft.com/office/drawing/2014/main" id="{E716100C-D3E2-2090-0213-33BF6E7C6A08}"/>
              </a:ext>
            </a:extLst>
          </p:cNvPr>
          <p:cNvSpPr txBox="1"/>
          <p:nvPr/>
        </p:nvSpPr>
        <p:spPr>
          <a:xfrm>
            <a:off x="4868686" y="2097762"/>
            <a:ext cx="983474" cy="369332"/>
          </a:xfrm>
          <a:prstGeom prst="rect">
            <a:avLst/>
          </a:prstGeom>
          <a:noFill/>
        </p:spPr>
        <p:txBody>
          <a:bodyPr wrap="none" rtlCol="0">
            <a:spAutoFit/>
          </a:bodyPr>
          <a:lstStyle/>
          <a:p>
            <a:r>
              <a:rPr lang="es-CL" dirty="0"/>
              <a:t>BASICOS</a:t>
            </a:r>
          </a:p>
        </p:txBody>
      </p:sp>
      <p:sp>
        <p:nvSpPr>
          <p:cNvPr id="47" name="TextBox 46">
            <a:extLst>
              <a:ext uri="{FF2B5EF4-FFF2-40B4-BE49-F238E27FC236}">
                <a16:creationId xmlns:a16="http://schemas.microsoft.com/office/drawing/2014/main" id="{7602DDA6-0B0B-59A6-7841-D70A46DB48FF}"/>
              </a:ext>
            </a:extLst>
          </p:cNvPr>
          <p:cNvSpPr txBox="1"/>
          <p:nvPr/>
        </p:nvSpPr>
        <p:spPr>
          <a:xfrm>
            <a:off x="6971968" y="2047994"/>
            <a:ext cx="1236044" cy="369332"/>
          </a:xfrm>
          <a:prstGeom prst="rect">
            <a:avLst/>
          </a:prstGeom>
          <a:noFill/>
        </p:spPr>
        <p:txBody>
          <a:bodyPr wrap="none" rtlCol="0">
            <a:spAutoFit/>
          </a:bodyPr>
          <a:lstStyle/>
          <a:p>
            <a:r>
              <a:rPr lang="es-CL" dirty="0"/>
              <a:t>ASPIRADAS</a:t>
            </a:r>
          </a:p>
        </p:txBody>
      </p:sp>
      <p:sp>
        <p:nvSpPr>
          <p:cNvPr id="51" name="TextBox 50">
            <a:extLst>
              <a:ext uri="{FF2B5EF4-FFF2-40B4-BE49-F238E27FC236}">
                <a16:creationId xmlns:a16="http://schemas.microsoft.com/office/drawing/2014/main" id="{FA36B94B-6AB0-79F8-E885-9B1173710BF6}"/>
              </a:ext>
            </a:extLst>
          </p:cNvPr>
          <p:cNvSpPr txBox="1"/>
          <p:nvPr/>
        </p:nvSpPr>
        <p:spPr>
          <a:xfrm>
            <a:off x="4653458" y="3419363"/>
            <a:ext cx="333746" cy="369332"/>
          </a:xfrm>
          <a:prstGeom prst="rect">
            <a:avLst/>
          </a:prstGeom>
          <a:noFill/>
        </p:spPr>
        <p:txBody>
          <a:bodyPr wrap="none" rtlCol="0">
            <a:spAutoFit/>
          </a:bodyPr>
          <a:lstStyle/>
          <a:p>
            <a:r>
              <a:rPr lang="es-CL" dirty="0"/>
              <a:t>N</a:t>
            </a:r>
          </a:p>
        </p:txBody>
      </p:sp>
      <p:sp>
        <p:nvSpPr>
          <p:cNvPr id="53" name="TextBox 52">
            <a:extLst>
              <a:ext uri="{FF2B5EF4-FFF2-40B4-BE49-F238E27FC236}">
                <a16:creationId xmlns:a16="http://schemas.microsoft.com/office/drawing/2014/main" id="{B1C23629-3CAD-F5EE-6C60-909639605DA6}"/>
              </a:ext>
            </a:extLst>
          </p:cNvPr>
          <p:cNvSpPr txBox="1"/>
          <p:nvPr/>
        </p:nvSpPr>
        <p:spPr>
          <a:xfrm>
            <a:off x="6309360" y="3345255"/>
            <a:ext cx="327334" cy="369332"/>
          </a:xfrm>
          <a:prstGeom prst="rect">
            <a:avLst/>
          </a:prstGeom>
          <a:noFill/>
        </p:spPr>
        <p:txBody>
          <a:bodyPr wrap="none" rtlCol="0">
            <a:spAutoFit/>
          </a:bodyPr>
          <a:lstStyle/>
          <a:p>
            <a:r>
              <a:rPr lang="es-CL" dirty="0"/>
              <a:t>D</a:t>
            </a:r>
          </a:p>
        </p:txBody>
      </p:sp>
      <p:sp>
        <p:nvSpPr>
          <p:cNvPr id="55" name="TextBox 54">
            <a:extLst>
              <a:ext uri="{FF2B5EF4-FFF2-40B4-BE49-F238E27FC236}">
                <a16:creationId xmlns:a16="http://schemas.microsoft.com/office/drawing/2014/main" id="{69088802-0E6D-39A6-A800-431849C769FF}"/>
              </a:ext>
            </a:extLst>
          </p:cNvPr>
          <p:cNvSpPr txBox="1"/>
          <p:nvPr/>
        </p:nvSpPr>
        <p:spPr>
          <a:xfrm>
            <a:off x="7742048" y="3383280"/>
            <a:ext cx="296876" cy="369332"/>
          </a:xfrm>
          <a:prstGeom prst="rect">
            <a:avLst/>
          </a:prstGeom>
          <a:noFill/>
        </p:spPr>
        <p:txBody>
          <a:bodyPr wrap="none" rtlCol="0">
            <a:spAutoFit/>
          </a:bodyPr>
          <a:lstStyle/>
          <a:p>
            <a:r>
              <a:rPr lang="es-CL" dirty="0"/>
              <a:t>T</a:t>
            </a:r>
          </a:p>
        </p:txBody>
      </p:sp>
      <p:sp>
        <p:nvSpPr>
          <p:cNvPr id="57" name="TextBox 56">
            <a:extLst>
              <a:ext uri="{FF2B5EF4-FFF2-40B4-BE49-F238E27FC236}">
                <a16:creationId xmlns:a16="http://schemas.microsoft.com/office/drawing/2014/main" id="{2D8DBC50-939C-3401-C1A6-961382F49E9F}"/>
              </a:ext>
            </a:extLst>
          </p:cNvPr>
          <p:cNvSpPr txBox="1"/>
          <p:nvPr/>
        </p:nvSpPr>
        <p:spPr>
          <a:xfrm>
            <a:off x="9339139" y="3349072"/>
            <a:ext cx="772327" cy="369332"/>
          </a:xfrm>
          <a:prstGeom prst="rect">
            <a:avLst/>
          </a:prstGeom>
          <a:noFill/>
        </p:spPr>
        <p:txBody>
          <a:bodyPr wrap="none" rtlCol="0">
            <a:spAutoFit/>
          </a:bodyPr>
          <a:lstStyle/>
          <a:p>
            <a:r>
              <a:rPr lang="es-CL" dirty="0"/>
              <a:t>T(ESP)</a:t>
            </a:r>
          </a:p>
        </p:txBody>
      </p:sp>
      <p:sp>
        <p:nvSpPr>
          <p:cNvPr id="58" name="TextBox 57">
            <a:extLst>
              <a:ext uri="{FF2B5EF4-FFF2-40B4-BE49-F238E27FC236}">
                <a16:creationId xmlns:a16="http://schemas.microsoft.com/office/drawing/2014/main" id="{CA6DC081-1A8A-F81C-A2A0-CA879CD7CF55}"/>
              </a:ext>
            </a:extLst>
          </p:cNvPr>
          <p:cNvSpPr txBox="1"/>
          <p:nvPr/>
        </p:nvSpPr>
        <p:spPr>
          <a:xfrm>
            <a:off x="10955711" y="3404354"/>
            <a:ext cx="497252" cy="369332"/>
          </a:xfrm>
          <a:prstGeom prst="rect">
            <a:avLst/>
          </a:prstGeom>
          <a:noFill/>
        </p:spPr>
        <p:txBody>
          <a:bodyPr wrap="none" rtlCol="0">
            <a:spAutoFit/>
          </a:bodyPr>
          <a:lstStyle/>
          <a:p>
            <a:r>
              <a:rPr lang="es-CL" dirty="0"/>
              <a:t>R/L</a:t>
            </a:r>
          </a:p>
        </p:txBody>
      </p:sp>
      <p:sp>
        <p:nvSpPr>
          <p:cNvPr id="59" name="TextBox 58">
            <a:extLst>
              <a:ext uri="{FF2B5EF4-FFF2-40B4-BE49-F238E27FC236}">
                <a16:creationId xmlns:a16="http://schemas.microsoft.com/office/drawing/2014/main" id="{EB9902F0-34F6-3B42-2F2F-40FED1F190DD}"/>
              </a:ext>
            </a:extLst>
          </p:cNvPr>
          <p:cNvSpPr txBox="1"/>
          <p:nvPr/>
        </p:nvSpPr>
        <p:spPr>
          <a:xfrm>
            <a:off x="4914625" y="4118264"/>
            <a:ext cx="381836" cy="369332"/>
          </a:xfrm>
          <a:prstGeom prst="rect">
            <a:avLst/>
          </a:prstGeom>
          <a:noFill/>
        </p:spPr>
        <p:txBody>
          <a:bodyPr wrap="none" rtlCol="0">
            <a:spAutoFit/>
          </a:bodyPr>
          <a:lstStyle/>
          <a:p>
            <a:r>
              <a:rPr lang="es-CL" dirty="0"/>
              <a:t>M</a:t>
            </a:r>
          </a:p>
        </p:txBody>
      </p:sp>
      <p:sp>
        <p:nvSpPr>
          <p:cNvPr id="60" name="TextBox 59">
            <a:extLst>
              <a:ext uri="{FF2B5EF4-FFF2-40B4-BE49-F238E27FC236}">
                <a16:creationId xmlns:a16="http://schemas.microsoft.com/office/drawing/2014/main" id="{B7D67E8A-4938-4C44-1D81-0D749EA09A64}"/>
              </a:ext>
            </a:extLst>
          </p:cNvPr>
          <p:cNvSpPr txBox="1"/>
          <p:nvPr/>
        </p:nvSpPr>
        <p:spPr>
          <a:xfrm>
            <a:off x="8928539" y="4161845"/>
            <a:ext cx="303288" cy="369332"/>
          </a:xfrm>
          <a:prstGeom prst="rect">
            <a:avLst/>
          </a:prstGeom>
          <a:noFill/>
        </p:spPr>
        <p:txBody>
          <a:bodyPr wrap="none" rtlCol="0">
            <a:spAutoFit/>
          </a:bodyPr>
          <a:lstStyle/>
          <a:p>
            <a:r>
              <a:rPr lang="es-CL" dirty="0"/>
              <a:t>P</a:t>
            </a:r>
          </a:p>
        </p:txBody>
      </p:sp>
      <p:sp>
        <p:nvSpPr>
          <p:cNvPr id="61" name="TextBox 60">
            <a:extLst>
              <a:ext uri="{FF2B5EF4-FFF2-40B4-BE49-F238E27FC236}">
                <a16:creationId xmlns:a16="http://schemas.microsoft.com/office/drawing/2014/main" id="{22192E1F-8E2C-67AC-3E54-53E8120533EB}"/>
              </a:ext>
            </a:extLst>
          </p:cNvPr>
          <p:cNvSpPr txBox="1"/>
          <p:nvPr/>
        </p:nvSpPr>
        <p:spPr>
          <a:xfrm>
            <a:off x="10924903" y="4200882"/>
            <a:ext cx="778739" cy="369332"/>
          </a:xfrm>
          <a:prstGeom prst="rect">
            <a:avLst/>
          </a:prstGeom>
          <a:noFill/>
        </p:spPr>
        <p:txBody>
          <a:bodyPr wrap="none" rtlCol="0">
            <a:spAutoFit/>
          </a:bodyPr>
          <a:lstStyle/>
          <a:p>
            <a:r>
              <a:rPr lang="es-CL" dirty="0"/>
              <a:t>P(ESP)</a:t>
            </a:r>
          </a:p>
        </p:txBody>
      </p:sp>
      <p:sp>
        <p:nvSpPr>
          <p:cNvPr id="62" name="TextBox 61">
            <a:extLst>
              <a:ext uri="{FF2B5EF4-FFF2-40B4-BE49-F238E27FC236}">
                <a16:creationId xmlns:a16="http://schemas.microsoft.com/office/drawing/2014/main" id="{E8673E0B-3CA3-62C3-241F-24BA7699F95E}"/>
              </a:ext>
            </a:extLst>
          </p:cNvPr>
          <p:cNvSpPr txBox="1"/>
          <p:nvPr/>
        </p:nvSpPr>
        <p:spPr>
          <a:xfrm>
            <a:off x="7006854" y="4161736"/>
            <a:ext cx="309700" cy="369332"/>
          </a:xfrm>
          <a:prstGeom prst="rect">
            <a:avLst/>
          </a:prstGeom>
          <a:noFill/>
        </p:spPr>
        <p:txBody>
          <a:bodyPr wrap="none" rtlCol="0">
            <a:spAutoFit/>
          </a:bodyPr>
          <a:lstStyle/>
          <a:p>
            <a:r>
              <a:rPr lang="es-CL" dirty="0"/>
              <a:t>B</a:t>
            </a:r>
          </a:p>
        </p:txBody>
      </p:sp>
      <p:sp>
        <p:nvSpPr>
          <p:cNvPr id="63" name="TextBox 62">
            <a:extLst>
              <a:ext uri="{FF2B5EF4-FFF2-40B4-BE49-F238E27FC236}">
                <a16:creationId xmlns:a16="http://schemas.microsoft.com/office/drawing/2014/main" id="{4751ED57-0445-1B76-4234-E3267120BC77}"/>
              </a:ext>
            </a:extLst>
          </p:cNvPr>
          <p:cNvSpPr txBox="1"/>
          <p:nvPr/>
        </p:nvSpPr>
        <p:spPr>
          <a:xfrm>
            <a:off x="4735357" y="4967609"/>
            <a:ext cx="434734" cy="369332"/>
          </a:xfrm>
          <a:prstGeom prst="rect">
            <a:avLst/>
          </a:prstGeom>
          <a:noFill/>
        </p:spPr>
        <p:txBody>
          <a:bodyPr wrap="none" rtlCol="0">
            <a:spAutoFit/>
          </a:bodyPr>
          <a:lstStyle/>
          <a:p>
            <a:r>
              <a:rPr lang="es-CL" dirty="0"/>
              <a:t>SH</a:t>
            </a:r>
          </a:p>
        </p:txBody>
      </p:sp>
      <p:sp>
        <p:nvSpPr>
          <p:cNvPr id="64" name="TextBox 63">
            <a:extLst>
              <a:ext uri="{FF2B5EF4-FFF2-40B4-BE49-F238E27FC236}">
                <a16:creationId xmlns:a16="http://schemas.microsoft.com/office/drawing/2014/main" id="{BBAB84EE-20F1-A34A-8D96-EF527AD94028}"/>
              </a:ext>
            </a:extLst>
          </p:cNvPr>
          <p:cNvSpPr txBox="1"/>
          <p:nvPr/>
        </p:nvSpPr>
        <p:spPr>
          <a:xfrm>
            <a:off x="6305431" y="4981694"/>
            <a:ext cx="935834" cy="369332"/>
          </a:xfrm>
          <a:prstGeom prst="rect">
            <a:avLst/>
          </a:prstGeom>
          <a:noFill/>
        </p:spPr>
        <p:txBody>
          <a:bodyPr wrap="none" rtlCol="0">
            <a:spAutoFit/>
          </a:bodyPr>
          <a:lstStyle/>
          <a:p>
            <a:r>
              <a:rPr lang="es-CL" dirty="0"/>
              <a:t>Y/J(ING)</a:t>
            </a:r>
          </a:p>
        </p:txBody>
      </p:sp>
      <p:sp>
        <p:nvSpPr>
          <p:cNvPr id="65" name="TextBox 64">
            <a:extLst>
              <a:ext uri="{FF2B5EF4-FFF2-40B4-BE49-F238E27FC236}">
                <a16:creationId xmlns:a16="http://schemas.microsoft.com/office/drawing/2014/main" id="{849393BC-2B0C-D891-C619-4D382E3E0D80}"/>
              </a:ext>
            </a:extLst>
          </p:cNvPr>
          <p:cNvSpPr txBox="1"/>
          <p:nvPr/>
        </p:nvSpPr>
        <p:spPr>
          <a:xfrm>
            <a:off x="7832819" y="4970903"/>
            <a:ext cx="452368" cy="369332"/>
          </a:xfrm>
          <a:prstGeom prst="rect">
            <a:avLst/>
          </a:prstGeom>
          <a:noFill/>
        </p:spPr>
        <p:txBody>
          <a:bodyPr wrap="none" rtlCol="0">
            <a:spAutoFit/>
          </a:bodyPr>
          <a:lstStyle/>
          <a:p>
            <a:r>
              <a:rPr lang="es-CL" dirty="0"/>
              <a:t>CH</a:t>
            </a:r>
          </a:p>
        </p:txBody>
      </p:sp>
      <p:sp>
        <p:nvSpPr>
          <p:cNvPr id="66" name="TextBox 65">
            <a:extLst>
              <a:ext uri="{FF2B5EF4-FFF2-40B4-BE49-F238E27FC236}">
                <a16:creationId xmlns:a16="http://schemas.microsoft.com/office/drawing/2014/main" id="{0E391A49-8BE7-53B8-D8D2-8A7FF20B170A}"/>
              </a:ext>
            </a:extLst>
          </p:cNvPr>
          <p:cNvSpPr txBox="1"/>
          <p:nvPr/>
        </p:nvSpPr>
        <p:spPr>
          <a:xfrm>
            <a:off x="9546183" y="4970903"/>
            <a:ext cx="765915" cy="369332"/>
          </a:xfrm>
          <a:prstGeom prst="rect">
            <a:avLst/>
          </a:prstGeom>
          <a:noFill/>
        </p:spPr>
        <p:txBody>
          <a:bodyPr wrap="none" rtlCol="0">
            <a:spAutoFit/>
          </a:bodyPr>
          <a:lstStyle/>
          <a:p>
            <a:r>
              <a:rPr lang="es-CL" dirty="0"/>
              <a:t>S(ESP)</a:t>
            </a:r>
          </a:p>
        </p:txBody>
      </p:sp>
      <p:sp>
        <p:nvSpPr>
          <p:cNvPr id="71" name="TextBox 70">
            <a:extLst>
              <a:ext uri="{FF2B5EF4-FFF2-40B4-BE49-F238E27FC236}">
                <a16:creationId xmlns:a16="http://schemas.microsoft.com/office/drawing/2014/main" id="{DB8D187A-E02F-2DEA-ADFF-C777B426F9FF}"/>
              </a:ext>
            </a:extLst>
          </p:cNvPr>
          <p:cNvSpPr txBox="1"/>
          <p:nvPr/>
        </p:nvSpPr>
        <p:spPr>
          <a:xfrm>
            <a:off x="10895783" y="4981416"/>
            <a:ext cx="890052" cy="369332"/>
          </a:xfrm>
          <a:prstGeom prst="rect">
            <a:avLst/>
          </a:prstGeom>
          <a:noFill/>
        </p:spPr>
        <p:txBody>
          <a:bodyPr wrap="none" rtlCol="0">
            <a:spAutoFit/>
          </a:bodyPr>
          <a:lstStyle/>
          <a:p>
            <a:r>
              <a:rPr lang="es-CL" dirty="0"/>
              <a:t>Z/TCHA</a:t>
            </a:r>
          </a:p>
        </p:txBody>
      </p:sp>
      <p:sp>
        <p:nvSpPr>
          <p:cNvPr id="72" name="TextBox 71">
            <a:extLst>
              <a:ext uri="{FF2B5EF4-FFF2-40B4-BE49-F238E27FC236}">
                <a16:creationId xmlns:a16="http://schemas.microsoft.com/office/drawing/2014/main" id="{323AFD22-2B11-3245-DBC3-0A15F0A0936D}"/>
              </a:ext>
            </a:extLst>
          </p:cNvPr>
          <p:cNvSpPr txBox="1"/>
          <p:nvPr/>
        </p:nvSpPr>
        <p:spPr>
          <a:xfrm>
            <a:off x="5852160" y="5736074"/>
            <a:ext cx="1109599" cy="369332"/>
          </a:xfrm>
          <a:prstGeom prst="rect">
            <a:avLst/>
          </a:prstGeom>
          <a:noFill/>
        </p:spPr>
        <p:txBody>
          <a:bodyPr wrap="none" rtlCol="0">
            <a:spAutoFit/>
          </a:bodyPr>
          <a:lstStyle/>
          <a:p>
            <a:r>
              <a:rPr lang="es-CL" dirty="0"/>
              <a:t>H(MUDO)</a:t>
            </a:r>
          </a:p>
        </p:txBody>
      </p:sp>
      <p:sp>
        <p:nvSpPr>
          <p:cNvPr id="73" name="TextBox 72">
            <a:extLst>
              <a:ext uri="{FF2B5EF4-FFF2-40B4-BE49-F238E27FC236}">
                <a16:creationId xmlns:a16="http://schemas.microsoft.com/office/drawing/2014/main" id="{C114931D-F1A5-2AB6-B58A-C936B36B0713}"/>
              </a:ext>
            </a:extLst>
          </p:cNvPr>
          <p:cNvSpPr txBox="1"/>
          <p:nvPr/>
        </p:nvSpPr>
        <p:spPr>
          <a:xfrm>
            <a:off x="9867728" y="5713492"/>
            <a:ext cx="733855" cy="369332"/>
          </a:xfrm>
          <a:prstGeom prst="rect">
            <a:avLst/>
          </a:prstGeom>
          <a:noFill/>
        </p:spPr>
        <p:txBody>
          <a:bodyPr wrap="none" rtlCol="0">
            <a:spAutoFit/>
          </a:bodyPr>
          <a:lstStyle/>
          <a:p>
            <a:r>
              <a:rPr lang="es-CL" dirty="0"/>
              <a:t>J(ESP)</a:t>
            </a:r>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name="Slide 6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14400" y="914400"/>
            <a:ext cx="10362895" cy="5029200"/>
          </a:xfrm>
          <a:prstGeom prst="roundRect">
            <a:avLst>
              <a:gd name="adj" fmla="val 5455"/>
            </a:avLst>
          </a:prstGeom>
          <a:solidFill>
            <a:srgbClr val="F6F6F6"/>
          </a:solidFill>
          <a:ln w="12700">
            <a:solidFill>
              <a:srgbClr val="F6F6F6"/>
            </a:solidFill>
            <a:prstDash val="solid"/>
          </a:ln>
        </p:spPr>
      </p:sp>
      <p:sp>
        <p:nvSpPr>
          <p:cNvPr id="3" name="Text 1"/>
          <p:cNvSpPr/>
          <p:nvPr/>
        </p:nvSpPr>
        <p:spPr>
          <a:xfrm>
            <a:off x="914400" y="1463040"/>
            <a:ext cx="10362895" cy="320040"/>
          </a:xfrm>
          <a:prstGeom prst="rect">
            <a:avLst/>
          </a:prstGeom>
          <a:noFill/>
          <a:ln/>
        </p:spPr>
        <p:txBody>
          <a:bodyPr wrap="square" lIns="0" tIns="0" rIns="0" bIns="0" rtlCol="0" anchor="ctr"/>
          <a:lstStyle/>
          <a:p>
            <a:pPr marL="0" indent="0" algn="ctr">
              <a:buNone/>
            </a:pPr>
            <a:r>
              <a:rPr lang="en-US" sz="1100" b="1" kern="0" spc="800" dirty="0">
                <a:solidFill>
                  <a:srgbClr val="FE6768"/>
                </a:solidFill>
                <a:latin typeface="Calibri" pitchFamily="34" charset="0"/>
                <a:ea typeface="Calibri" pitchFamily="34" charset="-122"/>
                <a:cs typeface="Calibri" pitchFamily="34" charset="-120"/>
              </a:rPr>
              <a:t>§2.9 · ADELANTO</a:t>
            </a:r>
            <a:endParaRPr lang="en-US" sz="1100" dirty="0"/>
          </a:p>
        </p:txBody>
      </p:sp>
      <p:sp>
        <p:nvSpPr>
          <p:cNvPr id="4" name="Text 2"/>
          <p:cNvSpPr/>
          <p:nvPr/>
        </p:nvSpPr>
        <p:spPr>
          <a:xfrm>
            <a:off x="914400" y="1828800"/>
            <a:ext cx="10362895" cy="640080"/>
          </a:xfrm>
          <a:prstGeom prst="rect">
            <a:avLst/>
          </a:prstGeom>
          <a:noFill/>
          <a:ln/>
        </p:spPr>
        <p:txBody>
          <a:bodyPr wrap="square" lIns="0" tIns="0" rIns="0" bIns="0" rtlCol="0" anchor="ctr"/>
          <a:lstStyle/>
          <a:p>
            <a:pPr marL="0" indent="0" algn="ctr">
              <a:buNone/>
            </a:pPr>
            <a:r>
              <a:rPr lang="en-US" sz="3600" b="1" dirty="0">
                <a:solidFill>
                  <a:srgbClr val="4036ED"/>
                </a:solidFill>
                <a:latin typeface="Calibri" pitchFamily="34" charset="0"/>
                <a:ea typeface="Calibri" pitchFamily="34" charset="-122"/>
                <a:cs typeface="Calibri" pitchFamily="34" charset="-120"/>
              </a:rPr>
              <a:t>Hacia la sílaba coreana</a:t>
            </a:r>
            <a:endParaRPr lang="en-US" sz="3600" dirty="0"/>
          </a:p>
        </p:txBody>
      </p:sp>
      <p:sp>
        <p:nvSpPr>
          <p:cNvPr id="5" name="Text 3"/>
          <p:cNvSpPr/>
          <p:nvPr/>
        </p:nvSpPr>
        <p:spPr>
          <a:xfrm>
            <a:off x="914400" y="2514600"/>
            <a:ext cx="10362895" cy="54864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음절 · 音節</a:t>
            </a:r>
            <a:endParaRPr lang="en-US" sz="3200" dirty="0"/>
          </a:p>
        </p:txBody>
      </p:sp>
      <p:sp>
        <p:nvSpPr>
          <p:cNvPr id="6" name="Text 4"/>
          <p:cNvSpPr/>
          <p:nvPr/>
        </p:nvSpPr>
        <p:spPr>
          <a:xfrm>
            <a:off x="914400" y="3383280"/>
            <a:ext cx="10362895" cy="914400"/>
          </a:xfrm>
          <a:prstGeom prst="rect">
            <a:avLst/>
          </a:prstGeom>
          <a:noFill/>
          <a:ln/>
        </p:spPr>
        <p:txBody>
          <a:bodyPr wrap="square" lIns="0" tIns="0" rIns="0" bIns="0" rtlCol="0" anchor="ctr"/>
          <a:lstStyle/>
          <a:p>
            <a:pPr marL="0" indent="0" algn="ctr">
              <a:buNone/>
            </a:pPr>
            <a:r>
              <a:rPr lang="en-US" sz="6000" b="1" dirty="0">
                <a:solidFill>
                  <a:srgbClr val="4036ED"/>
                </a:solidFill>
                <a:latin typeface="Malgun Gothic" pitchFamily="34" charset="0"/>
                <a:ea typeface="Malgun Gothic" pitchFamily="34" charset="-122"/>
                <a:cs typeface="Malgun Gothic" pitchFamily="34" charset="-120"/>
              </a:rPr>
              <a:t>한 + 글 = 한글</a:t>
            </a:r>
            <a:endParaRPr lang="en-US" sz="6000" dirty="0"/>
          </a:p>
        </p:txBody>
      </p:sp>
      <p:sp>
        <p:nvSpPr>
          <p:cNvPr id="7" name="Text 5"/>
          <p:cNvSpPr/>
          <p:nvPr/>
        </p:nvSpPr>
        <p:spPr>
          <a:xfrm>
            <a:off x="914400" y="4572000"/>
            <a:ext cx="10362895" cy="822960"/>
          </a:xfrm>
          <a:prstGeom prst="rect">
            <a:avLst/>
          </a:prstGeom>
          <a:noFill/>
          <a:ln/>
        </p:spPr>
        <p:txBody>
          <a:bodyPr wrap="square" lIns="0" tIns="0" rIns="0" bIns="0" rtlCol="0" anchor="ctr"/>
          <a:lstStyle/>
          <a:p>
            <a:pPr marL="0" indent="0" algn="ctr">
              <a:buNone/>
            </a:pPr>
            <a:r>
              <a:rPr lang="en-US" sz="1300" i="1" dirty="0">
                <a:solidFill>
                  <a:srgbClr val="4A4A55"/>
                </a:solidFill>
                <a:latin typeface="Calibri" pitchFamily="34" charset="0"/>
                <a:ea typeface="Calibri" pitchFamily="34" charset="-122"/>
                <a:cs typeface="Calibri" pitchFamily="34" charset="-120"/>
              </a:rPr>
              <a:t>En el próximo capítulo aprenderás cómo las consonantes y vocales se unen en bloques silábicos —</a:t>
            </a:r>
            <a:endParaRPr lang="en-US" sz="1300" dirty="0"/>
          </a:p>
          <a:p>
            <a:pPr marL="0" indent="0" algn="ctr">
              <a:buNone/>
            </a:pPr>
            <a:r>
              <a:rPr lang="en-US" sz="1300" i="1" dirty="0">
                <a:solidFill>
                  <a:srgbClr val="4A4A55"/>
                </a:solidFill>
                <a:latin typeface="Calibri" pitchFamily="34" charset="0"/>
                <a:ea typeface="Calibri" pitchFamily="34" charset="-122"/>
                <a:cs typeface="Calibri" pitchFamily="34" charset="-120"/>
              </a:rPr>
              <a:t>la forma única en que se escribe el coreano.</a:t>
            </a:r>
            <a:endParaRPr lang="en-US" sz="1300" dirty="0"/>
          </a:p>
        </p:txBody>
      </p:sp>
      <p:pic>
        <p:nvPicPr>
          <p:cNvPr id="8" name="Image 0" descr="preencoded.png"/>
          <p:cNvPicPr>
            <a:picLocks noChangeAspect="1"/>
          </p:cNvPicPr>
          <p:nvPr/>
        </p:nvPicPr>
        <p:blipFill>
          <a:blip r:embed="rId4"/>
          <a:stretch>
            <a:fillRect/>
          </a:stretch>
        </p:blipFill>
        <p:spPr>
          <a:xfrm>
            <a:off x="5867248" y="5486400"/>
            <a:ext cx="457200" cy="457200"/>
          </a:xfrm>
          <a:prstGeom prst="rect">
            <a:avLst/>
          </a:prstGeom>
        </p:spPr>
      </p:pic>
      <p:sp>
        <p:nvSpPr>
          <p:cNvPr id="9" name="Text 6"/>
          <p:cNvSpPr/>
          <p:nvPr/>
        </p:nvSpPr>
        <p:spPr>
          <a:xfrm>
            <a:off x="914400" y="6035040"/>
            <a:ext cx="10362895" cy="365760"/>
          </a:xfrm>
          <a:prstGeom prst="rect">
            <a:avLst/>
          </a:prstGeom>
          <a:noFill/>
          <a:ln/>
        </p:spPr>
        <p:txBody>
          <a:bodyPr wrap="square" lIns="0" tIns="0" rIns="0" bIns="0" rtlCol="0" anchor="ctr"/>
          <a:lstStyle/>
          <a:p>
            <a:pPr marL="0" indent="0" algn="ctr">
              <a:buNone/>
            </a:pPr>
            <a:r>
              <a:rPr lang="en-US" sz="1600" b="1" i="1" dirty="0">
                <a:solidFill>
                  <a:srgbClr val="FE6768"/>
                </a:solidFill>
                <a:latin typeface="Calibri" pitchFamily="34" charset="0"/>
                <a:ea typeface="Calibri" pitchFamily="34" charset="-122"/>
                <a:cs typeface="Calibri" pitchFamily="34" charset="-120"/>
              </a:rPr>
              <a:t>화이팅!  ·  ¡Tú puedes!</a:t>
            </a:r>
            <a:endParaRPr lang="en-US" sz="1600" dirty="0"/>
          </a:p>
        </p:txBody>
      </p:sp>
      <p:pic>
        <p:nvPicPr>
          <p:cNvPr id="10" name="Image 1" descr="preencoded.png"/>
          <p:cNvPicPr>
            <a:picLocks noChangeAspect="1"/>
          </p:cNvPicPr>
          <p:nvPr/>
        </p:nvPicPr>
        <p:blipFill>
          <a:blip r:embed="rId5"/>
          <a:stretch>
            <a:fillRect/>
          </a:stretch>
        </p:blipFill>
        <p:spPr>
          <a:xfrm>
            <a:off x="11597335" y="182880"/>
            <a:ext cx="292608" cy="292608"/>
          </a:xfrm>
          <a:prstGeom prst="rect">
            <a:avLst/>
          </a:prstGeom>
        </p:spPr>
      </p:pic>
      <p:sp>
        <p:nvSpPr>
          <p:cNvPr id="11" name="Text 7"/>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12" name="Text 8"/>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60</a:t>
            </a:r>
            <a:endParaRPr lang="en-US" sz="800" dirty="0"/>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9B4D1-87EB-83FA-0DD4-CDA102DBC387}"/>
            </a:ext>
          </a:extLst>
        </p:cNvPr>
        <p:cNvGrpSpPr/>
        <p:nvPr/>
      </p:nvGrpSpPr>
      <p:grpSpPr>
        <a:xfrm>
          <a:off x="0" y="0"/>
          <a:ext cx="0" cy="0"/>
          <a:chOff x="0" y="0"/>
          <a:chExt cx="0" cy="0"/>
        </a:xfrm>
      </p:grpSpPr>
      <p:pic>
        <p:nvPicPr>
          <p:cNvPr id="2" name="ref77">
            <a:extLst>
              <a:ext uri="{FF2B5EF4-FFF2-40B4-BE49-F238E27FC236}">
                <a16:creationId xmlns:a16="http://schemas.microsoft.com/office/drawing/2014/main" id="{7C73E664-4421-BDFA-5C6A-C6A90301DEA9}"/>
              </a:ext>
            </a:extLst>
          </p:cNvPr>
          <p:cNvPicPr>
            <a:picLocks noChangeAspect="1"/>
          </p:cNvPicPr>
          <p:nvPr/>
        </p:nvPicPr>
        <p:blipFill>
          <a:blip r:embed="rId2"/>
          <a:stretch>
            <a:fillRect/>
          </a:stretch>
        </p:blipFill>
        <p:spPr>
          <a:xfrm>
            <a:off x="0" y="0"/>
            <a:ext cx="12192000" cy="6858000"/>
          </a:xfrm>
          <a:prstGeom prst="rect">
            <a:avLst/>
          </a:prstGeom>
        </p:spPr>
      </p:pic>
      <p:pic>
        <p:nvPicPr>
          <p:cNvPr id="3" name="Image 0" descr="/sessions/sleepy-zen-cray/mnt/outputs/deck_assets/logo_var2_azul.png">
            <a:extLst>
              <a:ext uri="{FF2B5EF4-FFF2-40B4-BE49-F238E27FC236}">
                <a16:creationId xmlns:a16="http://schemas.microsoft.com/office/drawing/2014/main" id="{671D7265-D193-52D2-FA53-96B9BED0A909}"/>
              </a:ext>
            </a:extLst>
          </p:cNvPr>
          <p:cNvPicPr>
            <a:picLocks noChangeAspect="1"/>
          </p:cNvPicPr>
          <p:nvPr/>
        </p:nvPicPr>
        <p:blipFill>
          <a:blip r:embed="rId3"/>
          <a:stretch>
            <a:fillRect/>
          </a:stretch>
        </p:blipFill>
        <p:spPr>
          <a:xfrm>
            <a:off x="9778365" y="-600075"/>
            <a:ext cx="2571750" cy="2571750"/>
          </a:xfrm>
          <a:prstGeom prst="rect">
            <a:avLst/>
          </a:prstGeom>
        </p:spPr>
      </p:pic>
      <p:sp>
        <p:nvSpPr>
          <p:cNvPr id="4" name="TextBox 3">
            <a:extLst>
              <a:ext uri="{FF2B5EF4-FFF2-40B4-BE49-F238E27FC236}">
                <a16:creationId xmlns:a16="http://schemas.microsoft.com/office/drawing/2014/main" id="{1943D3F8-7CD7-FFCA-290E-C0D82F8077A0}"/>
              </a:ext>
            </a:extLst>
          </p:cNvPr>
          <p:cNvSpPr txBox="1"/>
          <p:nvPr/>
        </p:nvSpPr>
        <p:spPr>
          <a:xfrm>
            <a:off x="2429163" y="5572687"/>
            <a:ext cx="6428811" cy="892552"/>
          </a:xfrm>
          <a:prstGeom prst="rect">
            <a:avLst/>
          </a:prstGeom>
          <a:noFill/>
        </p:spPr>
        <p:txBody>
          <a:bodyPr wrap="none" rtlCol="0">
            <a:spAutoFit/>
          </a:bodyPr>
          <a:lstStyle/>
          <a:p>
            <a:pPr algn="ctr"/>
            <a:r>
              <a:rPr lang="ko-KR" altLang="es-CL" sz="2600" dirty="0"/>
              <a:t>가 나 다 라 마 바 사 아 자 차 카 타 파 하</a:t>
            </a:r>
            <a:endParaRPr lang="es-CL" sz="2600" dirty="0"/>
          </a:p>
          <a:p>
            <a:pPr algn="ctr"/>
            <a:r>
              <a:rPr lang="es-CL" sz="2600" dirty="0"/>
              <a:t>GA NA DA RA MA BA SA A YA CHA KA TA PA JA</a:t>
            </a:r>
          </a:p>
        </p:txBody>
      </p:sp>
    </p:spTree>
    <p:extLst>
      <p:ext uri="{BB962C8B-B14F-4D97-AF65-F5344CB8AC3E}">
        <p14:creationId xmlns:p14="http://schemas.microsoft.com/office/powerpoint/2010/main" val="2455103890"/>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s-CL" dirty="0">
                <a:latin typeface="Calibri" pitchFamily="34" charset="0"/>
                <a:cs typeface="Calibri" pitchFamily="34" charset="0"/>
              </a:rPr>
              <a:t>21 </a:t>
            </a:r>
            <a:r>
              <a:rPr lang="ko-KR" altLang="en-US" dirty="0">
                <a:latin typeface="Calibri" pitchFamily="34" charset="0"/>
                <a:cs typeface="Calibri" pitchFamily="34" charset="0"/>
              </a:rPr>
              <a:t>모음</a:t>
            </a:r>
            <a:r>
              <a:rPr lang="en-US" altLang="ko-KR" dirty="0">
                <a:latin typeface="Calibri" pitchFamily="34" charset="0"/>
                <a:cs typeface="Calibri" pitchFamily="34" charset="0"/>
              </a:rPr>
              <a:t>(</a:t>
            </a:r>
            <a:r>
              <a:rPr lang="es-CL" dirty="0">
                <a:latin typeface="Calibri" pitchFamily="34" charset="0"/>
                <a:cs typeface="Calibri" pitchFamily="34" charset="0"/>
              </a:rPr>
              <a:t>Vocales)</a:t>
            </a:r>
            <a:endParaRPr lang="en-US" dirty="0">
              <a:latin typeface="Calibri" pitchFamily="34" charset="0"/>
              <a:cs typeface="Calibri" pitchFamily="34" charset="0"/>
            </a:endParaRPr>
          </a:p>
        </p:txBody>
      </p:sp>
      <p:pic>
        <p:nvPicPr>
          <p:cNvPr id="2050" name="Picture 2" descr="C:\Users\ching\Desktop\Korean\단모음\모음 21개.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86733" y="1752600"/>
            <a:ext cx="8154627" cy="4343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870776"/>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s-CL" dirty="0">
                <a:latin typeface="Calibri" pitchFamily="34" charset="0"/>
                <a:cs typeface="Calibri" pitchFamily="34" charset="0"/>
              </a:rPr>
              <a:t>19 </a:t>
            </a:r>
            <a:r>
              <a:rPr lang="ko-KR" altLang="en-US" dirty="0">
                <a:latin typeface="Calibri" pitchFamily="34" charset="0"/>
                <a:cs typeface="Calibri" pitchFamily="34" charset="0"/>
              </a:rPr>
              <a:t>자음</a:t>
            </a:r>
            <a:r>
              <a:rPr lang="en-US" altLang="ko-KR" dirty="0">
                <a:latin typeface="Calibri" pitchFamily="34" charset="0"/>
                <a:cs typeface="Calibri" pitchFamily="34" charset="0"/>
              </a:rPr>
              <a:t>(</a:t>
            </a:r>
            <a:r>
              <a:rPr lang="es-CL" dirty="0">
                <a:latin typeface="Calibri" pitchFamily="34" charset="0"/>
                <a:cs typeface="Calibri" pitchFamily="34" charset="0"/>
              </a:rPr>
              <a:t>Consonantes)</a:t>
            </a:r>
            <a:endParaRPr lang="en-US" dirty="0">
              <a:latin typeface="Calibri" pitchFamily="34" charset="0"/>
              <a:cs typeface="Calibri" pitchFamily="34" charset="0"/>
            </a:endParaRPr>
          </a:p>
        </p:txBody>
      </p:sp>
      <p:pic>
        <p:nvPicPr>
          <p:cNvPr id="2051" name="Picture 3" descr="C:\Users\ching\Desktop\Korean\단모음\자음 19개.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1683224"/>
            <a:ext cx="8042124" cy="42592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9978380"/>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237727" y="341745"/>
            <a:ext cx="7756263" cy="1054250"/>
          </a:xfrm>
        </p:spPr>
        <p:txBody>
          <a:bodyPr>
            <a:normAutofit fontScale="90000"/>
          </a:bodyPr>
          <a:lstStyle/>
          <a:p>
            <a:r>
              <a:rPr lang="es-CL" dirty="0" err="1">
                <a:latin typeface="Calibri" pitchFamily="34" charset="0"/>
                <a:cs typeface="Calibri" pitchFamily="34" charset="0"/>
              </a:rPr>
              <a:t>Hangul</a:t>
            </a:r>
            <a:r>
              <a:rPr lang="es-CL" dirty="0">
                <a:latin typeface="Calibri" pitchFamily="34" charset="0"/>
                <a:cs typeface="Calibri" pitchFamily="34" charset="0"/>
              </a:rPr>
              <a:t> Parte 1</a:t>
            </a:r>
            <a:br>
              <a:rPr lang="es-CL" dirty="0">
                <a:latin typeface="Calibri" pitchFamily="34" charset="0"/>
                <a:cs typeface="Calibri" pitchFamily="34" charset="0"/>
              </a:rPr>
            </a:br>
            <a:r>
              <a:rPr lang="es-CL" dirty="0">
                <a:latin typeface="Calibri" pitchFamily="34" charset="0"/>
                <a:cs typeface="Calibri" pitchFamily="34" charset="0"/>
              </a:rPr>
              <a:t>21 </a:t>
            </a:r>
            <a:r>
              <a:rPr lang="ko-KR" altLang="en-US" dirty="0">
                <a:latin typeface="Calibri" pitchFamily="34" charset="0"/>
                <a:cs typeface="Calibri" pitchFamily="34" charset="0"/>
              </a:rPr>
              <a:t>모음</a:t>
            </a:r>
            <a:r>
              <a:rPr lang="en-US" altLang="ko-KR" dirty="0">
                <a:latin typeface="Calibri" pitchFamily="34" charset="0"/>
                <a:cs typeface="Calibri" pitchFamily="34" charset="0"/>
              </a:rPr>
              <a:t>(</a:t>
            </a:r>
            <a:r>
              <a:rPr lang="es-CL" dirty="0">
                <a:latin typeface="Calibri" pitchFamily="34" charset="0"/>
                <a:cs typeface="Calibri" pitchFamily="34" charset="0"/>
              </a:rPr>
              <a:t>Vocales)</a:t>
            </a:r>
            <a:endParaRPr lang="en-US" dirty="0">
              <a:latin typeface="Calibri" pitchFamily="34" charset="0"/>
              <a:cs typeface="Calibri" pitchFamily="34" charset="0"/>
            </a:endParaRPr>
          </a:p>
        </p:txBody>
      </p:sp>
      <p:pic>
        <p:nvPicPr>
          <p:cNvPr id="1026" name="Picture 2" descr="D:\Korean Clases\단모음\총 한글모음.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09057" y="1737360"/>
            <a:ext cx="8112350" cy="4267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5945795"/>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967509" y="365125"/>
            <a:ext cx="10515600" cy="1325563"/>
          </a:xfrm>
        </p:spPr>
        <p:txBody>
          <a:bodyPr/>
          <a:lstStyle/>
          <a:p>
            <a:pPr algn="ctr"/>
            <a:r>
              <a:rPr lang="es-CL" dirty="0">
                <a:latin typeface="Calibri" pitchFamily="34" charset="0"/>
                <a:cs typeface="Calibri" pitchFamily="34" charset="0"/>
              </a:rPr>
              <a:t>Formación de Sílaba</a:t>
            </a:r>
            <a:endParaRPr lang="en-US" dirty="0">
              <a:latin typeface="Calibri" pitchFamily="34" charset="0"/>
              <a:cs typeface="Calibri" pitchFamily="34" charset="0"/>
            </a:endParaRPr>
          </a:p>
        </p:txBody>
      </p:sp>
      <p:pic>
        <p:nvPicPr>
          <p:cNvPr id="3074" name="Picture 2" descr="C:\Users\ching\Desktop\Korean\단모음\한글 formacion de silaba.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2920" y="1752600"/>
            <a:ext cx="8091680" cy="4267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2765748"/>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s-CL" dirty="0">
                <a:latin typeface="Calibri" pitchFamily="34" charset="0"/>
                <a:cs typeface="Calibri" pitchFamily="34" charset="0"/>
              </a:rPr>
              <a:t>Formación de Sílaba</a:t>
            </a:r>
            <a:endParaRPr lang="en-US" dirty="0">
              <a:latin typeface="Calibri" pitchFamily="34" charset="0"/>
              <a:cs typeface="Calibri" pitchFamily="34" charset="0"/>
            </a:endParaRPr>
          </a:p>
        </p:txBody>
      </p:sp>
      <p:pic>
        <p:nvPicPr>
          <p:cNvPr id="4098" name="Picture 2" descr="C:\Users\ching\Desktop\Korean\단모음\쓰는 방향.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19119" y="1676400"/>
            <a:ext cx="7939282" cy="4267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4408338"/>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s-CL" dirty="0">
                <a:latin typeface="Calibri" pitchFamily="34" charset="0"/>
                <a:cs typeface="Calibri" pitchFamily="34" charset="0"/>
              </a:rPr>
              <a:t>Composición de vocales</a:t>
            </a:r>
            <a:endParaRPr lang="en-US" dirty="0">
              <a:latin typeface="Calibri" pitchFamily="34" charset="0"/>
              <a:cs typeface="Calibri" pitchFamily="34" charset="0"/>
            </a:endParaRPr>
          </a:p>
        </p:txBody>
      </p:sp>
      <p:pic>
        <p:nvPicPr>
          <p:cNvPr id="5122" name="Picture 2" descr="C:\Users\ching\Desktop\Korean\단모음\한글 모음 구성.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1" y="1752600"/>
            <a:ext cx="8019305" cy="425132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0C82AFA-0BC4-C2F6-4827-8DB271EA5A6E}"/>
              </a:ext>
            </a:extLst>
          </p:cNvPr>
          <p:cNvSpPr txBox="1"/>
          <p:nvPr/>
        </p:nvSpPr>
        <p:spPr>
          <a:xfrm>
            <a:off x="3148553" y="4703975"/>
            <a:ext cx="317716" cy="369332"/>
          </a:xfrm>
          <a:prstGeom prst="rect">
            <a:avLst/>
          </a:prstGeom>
          <a:noFill/>
        </p:spPr>
        <p:txBody>
          <a:bodyPr wrap="none" rtlCol="0">
            <a:spAutoFit/>
          </a:bodyPr>
          <a:lstStyle/>
          <a:p>
            <a:r>
              <a:rPr lang="es-CL" dirty="0">
                <a:solidFill>
                  <a:schemeClr val="bg1"/>
                </a:solidFill>
              </a:rPr>
              <a:t>A</a:t>
            </a:r>
          </a:p>
        </p:txBody>
      </p:sp>
      <p:sp>
        <p:nvSpPr>
          <p:cNvPr id="5" name="TextBox 4">
            <a:extLst>
              <a:ext uri="{FF2B5EF4-FFF2-40B4-BE49-F238E27FC236}">
                <a16:creationId xmlns:a16="http://schemas.microsoft.com/office/drawing/2014/main" id="{B08CA8EA-4E84-EC54-C4B4-ED0B0DA270FE}"/>
              </a:ext>
            </a:extLst>
          </p:cNvPr>
          <p:cNvSpPr txBox="1"/>
          <p:nvPr/>
        </p:nvSpPr>
        <p:spPr>
          <a:xfrm>
            <a:off x="5778284" y="4703975"/>
            <a:ext cx="444352" cy="369332"/>
          </a:xfrm>
          <a:prstGeom prst="rect">
            <a:avLst/>
          </a:prstGeom>
          <a:noFill/>
        </p:spPr>
        <p:txBody>
          <a:bodyPr wrap="none" rtlCol="0">
            <a:spAutoFit/>
          </a:bodyPr>
          <a:lstStyle/>
          <a:p>
            <a:r>
              <a:rPr lang="es-CL" dirty="0">
                <a:solidFill>
                  <a:schemeClr val="bg1"/>
                </a:solidFill>
              </a:rPr>
              <a:t>EU</a:t>
            </a:r>
          </a:p>
        </p:txBody>
      </p:sp>
      <p:sp>
        <p:nvSpPr>
          <p:cNvPr id="6" name="TextBox 5">
            <a:extLst>
              <a:ext uri="{FF2B5EF4-FFF2-40B4-BE49-F238E27FC236}">
                <a16:creationId xmlns:a16="http://schemas.microsoft.com/office/drawing/2014/main" id="{AA0F03D4-9C9D-453D-E43D-D099A4D5E2AB}"/>
              </a:ext>
            </a:extLst>
          </p:cNvPr>
          <p:cNvSpPr txBox="1"/>
          <p:nvPr/>
        </p:nvSpPr>
        <p:spPr>
          <a:xfrm>
            <a:off x="8028484" y="4916921"/>
            <a:ext cx="242374" cy="369332"/>
          </a:xfrm>
          <a:prstGeom prst="rect">
            <a:avLst/>
          </a:prstGeom>
          <a:noFill/>
        </p:spPr>
        <p:txBody>
          <a:bodyPr wrap="none" rtlCol="0">
            <a:spAutoFit/>
          </a:bodyPr>
          <a:lstStyle/>
          <a:p>
            <a:r>
              <a:rPr lang="es-CL" dirty="0">
                <a:solidFill>
                  <a:schemeClr val="bg1"/>
                </a:solidFill>
              </a:rPr>
              <a:t>I</a:t>
            </a:r>
          </a:p>
        </p:txBody>
      </p:sp>
    </p:spTree>
    <p:extLst>
      <p:ext uri="{BB962C8B-B14F-4D97-AF65-F5344CB8AC3E}">
        <p14:creationId xmlns:p14="http://schemas.microsoft.com/office/powerpoint/2010/main" val="1970878226"/>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s-CL" dirty="0">
                <a:latin typeface="Calibri" pitchFamily="34" charset="0"/>
                <a:cs typeface="Calibri" pitchFamily="34" charset="0"/>
              </a:rPr>
              <a:t>Composición de vocales</a:t>
            </a:r>
            <a:endParaRPr lang="en-US" dirty="0">
              <a:latin typeface="Calibri" pitchFamily="34" charset="0"/>
              <a:cs typeface="Calibri" pitchFamily="34" charset="0"/>
            </a:endParaRPr>
          </a:p>
        </p:txBody>
      </p:sp>
      <p:pic>
        <p:nvPicPr>
          <p:cNvPr id="6146" name="Picture 2" descr="C:\Users\ching\Desktop\Korean\단모음\한글 모음 구성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1729318"/>
            <a:ext cx="7772400" cy="413808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292BF71-7EB1-0865-A2EB-4333E2188163}"/>
              </a:ext>
            </a:extLst>
          </p:cNvPr>
          <p:cNvSpPr txBox="1"/>
          <p:nvPr/>
        </p:nvSpPr>
        <p:spPr>
          <a:xfrm>
            <a:off x="8352148" y="3026004"/>
            <a:ext cx="723018" cy="369332"/>
          </a:xfrm>
          <a:prstGeom prst="rect">
            <a:avLst/>
          </a:prstGeom>
          <a:noFill/>
        </p:spPr>
        <p:txBody>
          <a:bodyPr wrap="none" rtlCol="0">
            <a:spAutoFit/>
          </a:bodyPr>
          <a:lstStyle/>
          <a:p>
            <a:r>
              <a:rPr lang="es-CL" dirty="0">
                <a:solidFill>
                  <a:schemeClr val="bg1"/>
                </a:solidFill>
              </a:rPr>
              <a:t>CIELO</a:t>
            </a:r>
          </a:p>
        </p:txBody>
      </p:sp>
      <p:sp>
        <p:nvSpPr>
          <p:cNvPr id="5" name="TextBox 4">
            <a:extLst>
              <a:ext uri="{FF2B5EF4-FFF2-40B4-BE49-F238E27FC236}">
                <a16:creationId xmlns:a16="http://schemas.microsoft.com/office/drawing/2014/main" id="{436C2B37-B35A-E488-477F-BA4B8749B014}"/>
              </a:ext>
            </a:extLst>
          </p:cNvPr>
          <p:cNvSpPr txBox="1"/>
          <p:nvPr/>
        </p:nvSpPr>
        <p:spPr>
          <a:xfrm>
            <a:off x="8352148" y="4077370"/>
            <a:ext cx="1503938" cy="369332"/>
          </a:xfrm>
          <a:prstGeom prst="rect">
            <a:avLst/>
          </a:prstGeom>
          <a:noFill/>
        </p:spPr>
        <p:txBody>
          <a:bodyPr wrap="none" rtlCol="0">
            <a:spAutoFit/>
          </a:bodyPr>
          <a:lstStyle/>
          <a:p>
            <a:r>
              <a:rPr lang="es-CL" dirty="0">
                <a:solidFill>
                  <a:schemeClr val="bg1"/>
                </a:solidFill>
              </a:rPr>
              <a:t>SER HUMANO</a:t>
            </a:r>
          </a:p>
        </p:txBody>
      </p:sp>
      <p:sp>
        <p:nvSpPr>
          <p:cNvPr id="6" name="TextBox 5">
            <a:extLst>
              <a:ext uri="{FF2B5EF4-FFF2-40B4-BE49-F238E27FC236}">
                <a16:creationId xmlns:a16="http://schemas.microsoft.com/office/drawing/2014/main" id="{05D89375-3D48-A24F-0DE7-1193524790C1}"/>
              </a:ext>
            </a:extLst>
          </p:cNvPr>
          <p:cNvSpPr txBox="1"/>
          <p:nvPr/>
        </p:nvSpPr>
        <p:spPr>
          <a:xfrm>
            <a:off x="8229599" y="5218014"/>
            <a:ext cx="849913" cy="369332"/>
          </a:xfrm>
          <a:prstGeom prst="rect">
            <a:avLst/>
          </a:prstGeom>
          <a:noFill/>
        </p:spPr>
        <p:txBody>
          <a:bodyPr wrap="none" rtlCol="0">
            <a:spAutoFit/>
          </a:bodyPr>
          <a:lstStyle/>
          <a:p>
            <a:r>
              <a:rPr lang="es-CL" dirty="0">
                <a:solidFill>
                  <a:schemeClr val="bg1"/>
                </a:solidFill>
              </a:rPr>
              <a:t>TIERRA</a:t>
            </a:r>
          </a:p>
        </p:txBody>
      </p:sp>
    </p:spTree>
    <p:extLst>
      <p:ext uri="{BB962C8B-B14F-4D97-AF65-F5344CB8AC3E}">
        <p14:creationId xmlns:p14="http://schemas.microsoft.com/office/powerpoint/2010/main" val="1928640072"/>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200" y="348290"/>
            <a:ext cx="10515600" cy="1325563"/>
          </a:xfrm>
        </p:spPr>
        <p:txBody>
          <a:bodyPr/>
          <a:lstStyle/>
          <a:p>
            <a:pPr algn="ctr"/>
            <a:r>
              <a:rPr lang="es-CL" dirty="0">
                <a:latin typeface="Calibri" pitchFamily="34" charset="0"/>
                <a:cs typeface="Calibri" pitchFamily="34" charset="0"/>
              </a:rPr>
              <a:t>Composición de vocales</a:t>
            </a:r>
            <a:endParaRPr lang="en-US" dirty="0">
              <a:latin typeface="Calibri" pitchFamily="34" charset="0"/>
              <a:cs typeface="Calibri" pitchFamily="34" charset="0"/>
            </a:endParaRPr>
          </a:p>
        </p:txBody>
      </p:sp>
      <p:pic>
        <p:nvPicPr>
          <p:cNvPr id="7170" name="Picture 2" descr="C:\Users\ching\Desktop\Korean\단모음\한글 모음 구성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1" y="1732128"/>
            <a:ext cx="7806245" cy="41148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A15BB9D-1433-5535-B5FF-76958C150375}"/>
              </a:ext>
            </a:extLst>
          </p:cNvPr>
          <p:cNvSpPr txBox="1"/>
          <p:nvPr/>
        </p:nvSpPr>
        <p:spPr>
          <a:xfrm>
            <a:off x="2941163" y="6026557"/>
            <a:ext cx="1168923" cy="369332"/>
          </a:xfrm>
          <a:prstGeom prst="rect">
            <a:avLst/>
          </a:prstGeom>
          <a:noFill/>
        </p:spPr>
        <p:txBody>
          <a:bodyPr wrap="square" rtlCol="0">
            <a:spAutoFit/>
          </a:bodyPr>
          <a:lstStyle/>
          <a:p>
            <a:r>
              <a:rPr lang="es-CL" dirty="0"/>
              <a:t>YEO</a:t>
            </a:r>
          </a:p>
        </p:txBody>
      </p:sp>
      <p:sp>
        <p:nvSpPr>
          <p:cNvPr id="6" name="TextBox 5">
            <a:extLst>
              <a:ext uri="{FF2B5EF4-FFF2-40B4-BE49-F238E27FC236}">
                <a16:creationId xmlns:a16="http://schemas.microsoft.com/office/drawing/2014/main" id="{6D906491-7B92-C4C0-1433-71F6DAF0EE98}"/>
              </a:ext>
            </a:extLst>
          </p:cNvPr>
          <p:cNvSpPr txBox="1"/>
          <p:nvPr/>
        </p:nvSpPr>
        <p:spPr>
          <a:xfrm>
            <a:off x="4385035" y="5994291"/>
            <a:ext cx="1168923" cy="369332"/>
          </a:xfrm>
          <a:prstGeom prst="rect">
            <a:avLst/>
          </a:prstGeom>
          <a:noFill/>
        </p:spPr>
        <p:txBody>
          <a:bodyPr wrap="square" rtlCol="0">
            <a:spAutoFit/>
          </a:bodyPr>
          <a:lstStyle/>
          <a:p>
            <a:r>
              <a:rPr lang="es-CL" dirty="0"/>
              <a:t>EO</a:t>
            </a:r>
          </a:p>
        </p:txBody>
      </p:sp>
      <p:sp>
        <p:nvSpPr>
          <p:cNvPr id="8" name="TextBox 7">
            <a:extLst>
              <a:ext uri="{FF2B5EF4-FFF2-40B4-BE49-F238E27FC236}">
                <a16:creationId xmlns:a16="http://schemas.microsoft.com/office/drawing/2014/main" id="{FF064B8C-EA32-E469-510D-60F985A3431F}"/>
              </a:ext>
            </a:extLst>
          </p:cNvPr>
          <p:cNvSpPr txBox="1"/>
          <p:nvPr/>
        </p:nvSpPr>
        <p:spPr>
          <a:xfrm>
            <a:off x="5828907" y="6064679"/>
            <a:ext cx="1168923" cy="369332"/>
          </a:xfrm>
          <a:prstGeom prst="rect">
            <a:avLst/>
          </a:prstGeom>
          <a:noFill/>
        </p:spPr>
        <p:txBody>
          <a:bodyPr wrap="square" rtlCol="0">
            <a:spAutoFit/>
          </a:bodyPr>
          <a:lstStyle/>
          <a:p>
            <a:r>
              <a:rPr lang="es-CL" dirty="0"/>
              <a:t>I</a:t>
            </a:r>
          </a:p>
        </p:txBody>
      </p:sp>
      <p:sp>
        <p:nvSpPr>
          <p:cNvPr id="9" name="TextBox 8">
            <a:extLst>
              <a:ext uri="{FF2B5EF4-FFF2-40B4-BE49-F238E27FC236}">
                <a16:creationId xmlns:a16="http://schemas.microsoft.com/office/drawing/2014/main" id="{9EFA574D-953C-0758-5C67-28B3D384788F}"/>
              </a:ext>
            </a:extLst>
          </p:cNvPr>
          <p:cNvSpPr txBox="1"/>
          <p:nvPr/>
        </p:nvSpPr>
        <p:spPr>
          <a:xfrm>
            <a:off x="7158086" y="6049811"/>
            <a:ext cx="1168923" cy="369332"/>
          </a:xfrm>
          <a:prstGeom prst="rect">
            <a:avLst/>
          </a:prstGeom>
          <a:noFill/>
        </p:spPr>
        <p:txBody>
          <a:bodyPr wrap="square" rtlCol="0">
            <a:spAutoFit/>
          </a:bodyPr>
          <a:lstStyle/>
          <a:p>
            <a:r>
              <a:rPr lang="es-CL" dirty="0"/>
              <a:t>A</a:t>
            </a:r>
          </a:p>
        </p:txBody>
      </p:sp>
      <p:sp>
        <p:nvSpPr>
          <p:cNvPr id="10" name="TextBox 9">
            <a:extLst>
              <a:ext uri="{FF2B5EF4-FFF2-40B4-BE49-F238E27FC236}">
                <a16:creationId xmlns:a16="http://schemas.microsoft.com/office/drawing/2014/main" id="{8F06085F-BB4C-D299-8C06-7D7502F721BA}"/>
              </a:ext>
            </a:extLst>
          </p:cNvPr>
          <p:cNvSpPr txBox="1"/>
          <p:nvPr/>
        </p:nvSpPr>
        <p:spPr>
          <a:xfrm>
            <a:off x="8601958" y="6049811"/>
            <a:ext cx="1168923" cy="369332"/>
          </a:xfrm>
          <a:prstGeom prst="rect">
            <a:avLst/>
          </a:prstGeom>
          <a:noFill/>
        </p:spPr>
        <p:txBody>
          <a:bodyPr wrap="square" rtlCol="0">
            <a:spAutoFit/>
          </a:bodyPr>
          <a:lstStyle/>
          <a:p>
            <a:r>
              <a:rPr lang="es-CL" dirty="0"/>
              <a:t>IA</a:t>
            </a:r>
          </a:p>
        </p:txBody>
      </p:sp>
    </p:spTree>
    <p:extLst>
      <p:ext uri="{BB962C8B-B14F-4D97-AF65-F5344CB8AC3E}">
        <p14:creationId xmlns:p14="http://schemas.microsoft.com/office/powerpoint/2010/main" val="2175133874"/>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s-CL" dirty="0">
                <a:latin typeface="Calibri" pitchFamily="34" charset="0"/>
                <a:cs typeface="Calibri" pitchFamily="34" charset="0"/>
              </a:rPr>
              <a:t>Composición de Vocales</a:t>
            </a:r>
            <a:endParaRPr lang="en-US" dirty="0">
              <a:latin typeface="Calibri" pitchFamily="34" charset="0"/>
              <a:cs typeface="Calibri" pitchFamily="34" charset="0"/>
            </a:endParaRPr>
          </a:p>
        </p:txBody>
      </p:sp>
      <p:pic>
        <p:nvPicPr>
          <p:cNvPr id="8194" name="Picture 2" descr="C:\Users\ching\Desktop\Korean\단모음\한글 모음 구성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1752601"/>
            <a:ext cx="7848600" cy="409775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A18C48C-78D2-8CEF-B3DE-86F712135948}"/>
              </a:ext>
            </a:extLst>
          </p:cNvPr>
          <p:cNvSpPr txBox="1"/>
          <p:nvPr/>
        </p:nvSpPr>
        <p:spPr>
          <a:xfrm>
            <a:off x="5835192" y="6127423"/>
            <a:ext cx="444352" cy="369332"/>
          </a:xfrm>
          <a:prstGeom prst="rect">
            <a:avLst/>
          </a:prstGeom>
          <a:noFill/>
        </p:spPr>
        <p:txBody>
          <a:bodyPr wrap="none" rtlCol="0">
            <a:spAutoFit/>
          </a:bodyPr>
          <a:lstStyle/>
          <a:p>
            <a:r>
              <a:rPr lang="es-CL" dirty="0"/>
              <a:t>EU</a:t>
            </a:r>
          </a:p>
        </p:txBody>
      </p:sp>
      <p:sp>
        <p:nvSpPr>
          <p:cNvPr id="5" name="TextBox 4">
            <a:extLst>
              <a:ext uri="{FF2B5EF4-FFF2-40B4-BE49-F238E27FC236}">
                <a16:creationId xmlns:a16="http://schemas.microsoft.com/office/drawing/2014/main" id="{DBC0DA59-AC36-6750-F4A6-5C25534C00AD}"/>
              </a:ext>
            </a:extLst>
          </p:cNvPr>
          <p:cNvSpPr txBox="1"/>
          <p:nvPr/>
        </p:nvSpPr>
        <p:spPr>
          <a:xfrm>
            <a:off x="7891442" y="6033156"/>
            <a:ext cx="336952" cy="369332"/>
          </a:xfrm>
          <a:prstGeom prst="rect">
            <a:avLst/>
          </a:prstGeom>
          <a:noFill/>
        </p:spPr>
        <p:txBody>
          <a:bodyPr wrap="none" rtlCol="0">
            <a:spAutoFit/>
          </a:bodyPr>
          <a:lstStyle/>
          <a:p>
            <a:r>
              <a:rPr lang="es-CL" dirty="0"/>
              <a:t>O</a:t>
            </a:r>
          </a:p>
        </p:txBody>
      </p:sp>
      <p:sp>
        <p:nvSpPr>
          <p:cNvPr id="7" name="TextBox 6">
            <a:extLst>
              <a:ext uri="{FF2B5EF4-FFF2-40B4-BE49-F238E27FC236}">
                <a16:creationId xmlns:a16="http://schemas.microsoft.com/office/drawing/2014/main" id="{26A60601-B7F8-5CDE-7E0A-EFE345D3202C}"/>
              </a:ext>
            </a:extLst>
          </p:cNvPr>
          <p:cNvSpPr txBox="1"/>
          <p:nvPr/>
        </p:nvSpPr>
        <p:spPr>
          <a:xfrm>
            <a:off x="9156205" y="6057567"/>
            <a:ext cx="394660" cy="369332"/>
          </a:xfrm>
          <a:prstGeom prst="rect">
            <a:avLst/>
          </a:prstGeom>
          <a:noFill/>
        </p:spPr>
        <p:txBody>
          <a:bodyPr wrap="none" rtlCol="0">
            <a:spAutoFit/>
          </a:bodyPr>
          <a:lstStyle/>
          <a:p>
            <a:r>
              <a:rPr lang="es-CL" dirty="0"/>
              <a:t>IO</a:t>
            </a:r>
          </a:p>
        </p:txBody>
      </p:sp>
      <p:sp>
        <p:nvSpPr>
          <p:cNvPr id="8" name="TextBox 7">
            <a:extLst>
              <a:ext uri="{FF2B5EF4-FFF2-40B4-BE49-F238E27FC236}">
                <a16:creationId xmlns:a16="http://schemas.microsoft.com/office/drawing/2014/main" id="{991BC382-1A3E-21DD-C6F1-EF19F1EAE3D5}"/>
              </a:ext>
            </a:extLst>
          </p:cNvPr>
          <p:cNvSpPr txBox="1"/>
          <p:nvPr/>
        </p:nvSpPr>
        <p:spPr>
          <a:xfrm>
            <a:off x="4432058" y="6038714"/>
            <a:ext cx="336952" cy="369332"/>
          </a:xfrm>
          <a:prstGeom prst="rect">
            <a:avLst/>
          </a:prstGeom>
          <a:noFill/>
        </p:spPr>
        <p:txBody>
          <a:bodyPr wrap="none" rtlCol="0">
            <a:spAutoFit/>
          </a:bodyPr>
          <a:lstStyle/>
          <a:p>
            <a:r>
              <a:rPr lang="es-CL" dirty="0"/>
              <a:t>U</a:t>
            </a:r>
          </a:p>
        </p:txBody>
      </p:sp>
      <p:sp>
        <p:nvSpPr>
          <p:cNvPr id="9" name="TextBox 8">
            <a:extLst>
              <a:ext uri="{FF2B5EF4-FFF2-40B4-BE49-F238E27FC236}">
                <a16:creationId xmlns:a16="http://schemas.microsoft.com/office/drawing/2014/main" id="{A63C874A-F1C3-DC68-6D6D-5731B8F024D2}"/>
              </a:ext>
            </a:extLst>
          </p:cNvPr>
          <p:cNvSpPr txBox="1"/>
          <p:nvPr/>
        </p:nvSpPr>
        <p:spPr>
          <a:xfrm>
            <a:off x="2701413" y="6010433"/>
            <a:ext cx="389850" cy="369332"/>
          </a:xfrm>
          <a:prstGeom prst="rect">
            <a:avLst/>
          </a:prstGeom>
          <a:noFill/>
        </p:spPr>
        <p:txBody>
          <a:bodyPr wrap="none" rtlCol="0">
            <a:spAutoFit/>
          </a:bodyPr>
          <a:lstStyle/>
          <a:p>
            <a:r>
              <a:rPr lang="es-CL" dirty="0"/>
              <a:t>IU</a:t>
            </a:r>
          </a:p>
        </p:txBody>
      </p:sp>
    </p:spTree>
    <p:extLst>
      <p:ext uri="{BB962C8B-B14F-4D97-AF65-F5344CB8AC3E}">
        <p14:creationId xmlns:p14="http://schemas.microsoft.com/office/powerpoint/2010/main" val="3147999866"/>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s-CL" dirty="0">
                <a:latin typeface="Calibri" pitchFamily="34" charset="0"/>
                <a:cs typeface="Calibri" pitchFamily="34" charset="0"/>
              </a:rPr>
              <a:t>Tipo de Vocales</a:t>
            </a:r>
            <a:endParaRPr lang="en-US" dirty="0">
              <a:latin typeface="Calibri" pitchFamily="34" charset="0"/>
              <a:cs typeface="Calibri" pitchFamily="34" charset="0"/>
            </a:endParaRPr>
          </a:p>
        </p:txBody>
      </p:sp>
      <p:pic>
        <p:nvPicPr>
          <p:cNvPr id="9218" name="Picture 2" descr="C:\Users\ching\Desktop\Korean\단모음\한글 모음 구성 5 단모음 이중모음.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1" y="1676400"/>
            <a:ext cx="8027407" cy="4267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9017107"/>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s-CL" dirty="0">
                <a:latin typeface="Calibri" pitchFamily="34" charset="0"/>
                <a:cs typeface="Calibri" pitchFamily="34" charset="0"/>
              </a:rPr>
              <a:t>21 </a:t>
            </a:r>
            <a:r>
              <a:rPr lang="ko-KR" altLang="en-US" dirty="0">
                <a:latin typeface="Calibri" pitchFamily="34" charset="0"/>
                <a:cs typeface="Calibri" pitchFamily="34" charset="0"/>
              </a:rPr>
              <a:t>모음</a:t>
            </a:r>
            <a:r>
              <a:rPr lang="en-US" altLang="ko-KR" dirty="0">
                <a:latin typeface="Calibri" pitchFamily="34" charset="0"/>
                <a:cs typeface="Calibri" pitchFamily="34" charset="0"/>
              </a:rPr>
              <a:t>(</a:t>
            </a:r>
            <a:r>
              <a:rPr lang="es-CL" dirty="0">
                <a:latin typeface="Calibri" pitchFamily="34" charset="0"/>
                <a:cs typeface="Calibri" pitchFamily="34" charset="0"/>
              </a:rPr>
              <a:t>Vocales)</a:t>
            </a:r>
            <a:endParaRPr lang="en-US" dirty="0">
              <a:latin typeface="Calibri" pitchFamily="34" charset="0"/>
              <a:cs typeface="Calibri" pitchFamily="34" charset="0"/>
            </a:endParaRPr>
          </a:p>
        </p:txBody>
      </p:sp>
      <p:pic>
        <p:nvPicPr>
          <p:cNvPr id="2050" name="Picture 2" descr="C:\Users\ching\Desktop\Korean\단모음\모음 21개.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86733" y="1752600"/>
            <a:ext cx="8154627" cy="4343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3886926"/>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s-CL" dirty="0">
                <a:latin typeface="Calibri" pitchFamily="34" charset="0"/>
                <a:cs typeface="Calibri" pitchFamily="34" charset="0"/>
              </a:rPr>
              <a:t>19 </a:t>
            </a:r>
            <a:r>
              <a:rPr lang="ko-KR" altLang="en-US" dirty="0">
                <a:latin typeface="Calibri" pitchFamily="34" charset="0"/>
                <a:cs typeface="Calibri" pitchFamily="34" charset="0"/>
              </a:rPr>
              <a:t>자음</a:t>
            </a:r>
            <a:r>
              <a:rPr lang="en-US" altLang="ko-KR" dirty="0">
                <a:latin typeface="Calibri" pitchFamily="34" charset="0"/>
                <a:cs typeface="Calibri" pitchFamily="34" charset="0"/>
              </a:rPr>
              <a:t>(</a:t>
            </a:r>
            <a:r>
              <a:rPr lang="es-CL" dirty="0">
                <a:latin typeface="Calibri" pitchFamily="34" charset="0"/>
                <a:cs typeface="Calibri" pitchFamily="34" charset="0"/>
              </a:rPr>
              <a:t>Consonantes)</a:t>
            </a:r>
            <a:endParaRPr lang="en-US" dirty="0">
              <a:latin typeface="Calibri" pitchFamily="34" charset="0"/>
              <a:cs typeface="Calibri" pitchFamily="34" charset="0"/>
            </a:endParaRPr>
          </a:p>
        </p:txBody>
      </p:sp>
      <p:pic>
        <p:nvPicPr>
          <p:cNvPr id="2051" name="Picture 3" descr="C:\Users\ching\Desktop\Korean\단모음\자음 19개.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1683224"/>
            <a:ext cx="8042124" cy="42592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4304400"/>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212491" y="304800"/>
            <a:ext cx="7756263" cy="1054250"/>
          </a:xfrm>
        </p:spPr>
        <p:txBody>
          <a:bodyPr>
            <a:normAutofit fontScale="90000"/>
          </a:bodyPr>
          <a:lstStyle/>
          <a:p>
            <a:pPr algn="ctr"/>
            <a:r>
              <a:rPr lang="es-CL" dirty="0" err="1">
                <a:latin typeface="Calibri" pitchFamily="34" charset="0"/>
                <a:cs typeface="Calibri" pitchFamily="34" charset="0"/>
              </a:rPr>
              <a:t>Hangul</a:t>
            </a:r>
            <a:r>
              <a:rPr lang="es-CL" dirty="0">
                <a:latin typeface="Calibri" pitchFamily="34" charset="0"/>
                <a:cs typeface="Calibri" pitchFamily="34" charset="0"/>
              </a:rPr>
              <a:t> Parte 1</a:t>
            </a:r>
            <a:br>
              <a:rPr lang="es-CL" dirty="0">
                <a:latin typeface="Calibri" pitchFamily="34" charset="0"/>
                <a:cs typeface="Calibri" pitchFamily="34" charset="0"/>
              </a:rPr>
            </a:br>
            <a:r>
              <a:rPr lang="es-CL" dirty="0">
                <a:latin typeface="Calibri" pitchFamily="34" charset="0"/>
                <a:cs typeface="Calibri" pitchFamily="34" charset="0"/>
              </a:rPr>
              <a:t>21 </a:t>
            </a:r>
            <a:r>
              <a:rPr lang="ko-KR" altLang="en-US" dirty="0">
                <a:latin typeface="Calibri" pitchFamily="34" charset="0"/>
                <a:cs typeface="Calibri" pitchFamily="34" charset="0"/>
              </a:rPr>
              <a:t>모음</a:t>
            </a:r>
            <a:r>
              <a:rPr lang="en-US" altLang="ko-KR" dirty="0">
                <a:latin typeface="Calibri" pitchFamily="34" charset="0"/>
                <a:cs typeface="Calibri" pitchFamily="34" charset="0"/>
              </a:rPr>
              <a:t>(</a:t>
            </a:r>
            <a:r>
              <a:rPr lang="es-CL" dirty="0">
                <a:latin typeface="Calibri" pitchFamily="34" charset="0"/>
                <a:cs typeface="Calibri" pitchFamily="34" charset="0"/>
              </a:rPr>
              <a:t>Vocales)</a:t>
            </a:r>
            <a:endParaRPr lang="en-US" dirty="0">
              <a:latin typeface="Calibri" pitchFamily="34" charset="0"/>
              <a:cs typeface="Calibri" pitchFamily="34" charset="0"/>
            </a:endParaRPr>
          </a:p>
        </p:txBody>
      </p:sp>
      <p:pic>
        <p:nvPicPr>
          <p:cNvPr id="1026" name="Picture 2" descr="D:\Korean Clases\단모음\총 한글모음.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09057" y="1737360"/>
            <a:ext cx="8112350" cy="4267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8553008"/>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s-CL" dirty="0">
                <a:latin typeface="Calibri" pitchFamily="34" charset="0"/>
                <a:cs typeface="Calibri" pitchFamily="34" charset="0"/>
              </a:rPr>
              <a:t>Formación de Sílaba</a:t>
            </a:r>
            <a:endParaRPr lang="en-US" dirty="0">
              <a:latin typeface="Calibri" pitchFamily="34" charset="0"/>
              <a:cs typeface="Calibri" pitchFamily="34" charset="0"/>
            </a:endParaRPr>
          </a:p>
        </p:txBody>
      </p:sp>
      <p:pic>
        <p:nvPicPr>
          <p:cNvPr id="3074" name="Picture 2" descr="C:\Users\ching\Desktop\Korean\단모음\한글 formacion de silaba.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2920" y="1752600"/>
            <a:ext cx="8091680" cy="4267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5938770"/>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s-CL" dirty="0">
                <a:latin typeface="Calibri" pitchFamily="34" charset="0"/>
                <a:cs typeface="Calibri" pitchFamily="34" charset="0"/>
              </a:rPr>
              <a:t>Formación de Sílaba</a:t>
            </a:r>
            <a:endParaRPr lang="en-US" dirty="0">
              <a:latin typeface="Calibri" pitchFamily="34" charset="0"/>
              <a:cs typeface="Calibri" pitchFamily="34" charset="0"/>
            </a:endParaRPr>
          </a:p>
        </p:txBody>
      </p:sp>
      <p:pic>
        <p:nvPicPr>
          <p:cNvPr id="4098" name="Picture 2" descr="C:\Users\ching\Desktop\Korean\단모음\쓰는 방향.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19119" y="1676400"/>
            <a:ext cx="7939282" cy="4267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3358116"/>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s-CL" dirty="0">
                <a:latin typeface="Calibri" pitchFamily="34" charset="0"/>
                <a:cs typeface="Calibri" pitchFamily="34" charset="0"/>
              </a:rPr>
              <a:t>Composición de vocales</a:t>
            </a:r>
            <a:endParaRPr lang="en-US" dirty="0">
              <a:latin typeface="Calibri" pitchFamily="34" charset="0"/>
              <a:cs typeface="Calibri" pitchFamily="34" charset="0"/>
            </a:endParaRPr>
          </a:p>
        </p:txBody>
      </p:sp>
      <p:pic>
        <p:nvPicPr>
          <p:cNvPr id="5122" name="Picture 2" descr="C:\Users\ching\Desktop\Korean\단모음\한글 모음 구성.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1" y="1752600"/>
            <a:ext cx="8019305" cy="42513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083640"/>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s-CL" dirty="0">
                <a:latin typeface="Calibri" pitchFamily="34" charset="0"/>
                <a:cs typeface="Calibri" pitchFamily="34" charset="0"/>
              </a:rPr>
              <a:t>Composición de vocales</a:t>
            </a:r>
            <a:endParaRPr lang="en-US" dirty="0">
              <a:latin typeface="Calibri" pitchFamily="34" charset="0"/>
              <a:cs typeface="Calibri" pitchFamily="34" charset="0"/>
            </a:endParaRPr>
          </a:p>
        </p:txBody>
      </p:sp>
      <p:pic>
        <p:nvPicPr>
          <p:cNvPr id="6146" name="Picture 2" descr="C:\Users\ching\Desktop\Korean\단모음\한글 모음 구성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1729318"/>
            <a:ext cx="7772400" cy="41380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3129249"/>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s-CL" dirty="0">
                <a:latin typeface="Calibri" pitchFamily="34" charset="0"/>
                <a:cs typeface="Calibri" pitchFamily="34" charset="0"/>
              </a:rPr>
              <a:t>Composición de vocales</a:t>
            </a:r>
            <a:endParaRPr lang="en-US" dirty="0">
              <a:latin typeface="Calibri" pitchFamily="34" charset="0"/>
              <a:cs typeface="Calibri" pitchFamily="34" charset="0"/>
            </a:endParaRPr>
          </a:p>
        </p:txBody>
      </p:sp>
      <p:pic>
        <p:nvPicPr>
          <p:cNvPr id="7170" name="Picture 2" descr="C:\Users\ching\Desktop\Korean\단모음\한글 모음 구성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1" y="1732128"/>
            <a:ext cx="7806245" cy="4114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5591577"/>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s-CL" dirty="0">
                <a:latin typeface="Calibri" pitchFamily="34" charset="0"/>
                <a:cs typeface="Calibri" pitchFamily="34" charset="0"/>
              </a:rPr>
              <a:t>Composición de Vocales</a:t>
            </a:r>
            <a:endParaRPr lang="en-US" dirty="0">
              <a:latin typeface="Calibri" pitchFamily="34" charset="0"/>
              <a:cs typeface="Calibri" pitchFamily="34" charset="0"/>
            </a:endParaRPr>
          </a:p>
        </p:txBody>
      </p:sp>
      <p:pic>
        <p:nvPicPr>
          <p:cNvPr id="8194" name="Picture 2" descr="C:\Users\ching\Desktop\Korean\단모음\한글 모음 구성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1752601"/>
            <a:ext cx="7848600" cy="40977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9142940"/>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s-CL" dirty="0">
                <a:latin typeface="Calibri" pitchFamily="34" charset="0"/>
                <a:cs typeface="Calibri" pitchFamily="34" charset="0"/>
              </a:rPr>
              <a:t>Tipo de Vocales</a:t>
            </a:r>
            <a:endParaRPr lang="en-US" dirty="0">
              <a:latin typeface="Calibri" pitchFamily="34" charset="0"/>
              <a:cs typeface="Calibri" pitchFamily="34" charset="0"/>
            </a:endParaRPr>
          </a:p>
        </p:txBody>
      </p:sp>
      <p:pic>
        <p:nvPicPr>
          <p:cNvPr id="9218" name="Picture 2" descr="C:\Users\ching\Desktop\Korean\단모음\한글 모음 구성 5 단모음 이중모음.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1" y="1676400"/>
            <a:ext cx="8027407" cy="4267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6596410"/>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s-CL" dirty="0">
                <a:latin typeface="Calibri" pitchFamily="34" charset="0"/>
                <a:cs typeface="Calibri" pitchFamily="34" charset="0"/>
              </a:rPr>
              <a:t>Vocales Simples</a:t>
            </a:r>
            <a:endParaRPr lang="en-US" dirty="0">
              <a:latin typeface="Calibri" pitchFamily="34" charset="0"/>
              <a:cs typeface="Calibri" pitchFamily="34" charset="0"/>
            </a:endParaRPr>
          </a:p>
        </p:txBody>
      </p:sp>
      <p:pic>
        <p:nvPicPr>
          <p:cNvPr id="10242" name="Picture 2" descr="C:\Users\ching\Desktop\Korean\단모음\단모음 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71706" y="1752600"/>
            <a:ext cx="7921950" cy="4191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6838364"/>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descr="C:\Users\ching\Desktop\Korean\단모음\단모음 합계.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1734641"/>
            <a:ext cx="8119054" cy="4274981"/>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a:r>
              <a:rPr lang="es-CL" dirty="0">
                <a:latin typeface="Calibri" pitchFamily="34" charset="0"/>
                <a:cs typeface="Calibri" pitchFamily="34" charset="0"/>
              </a:rPr>
              <a:t>Vocales Simples</a:t>
            </a:r>
            <a:endParaRPr lang="en-US" dirty="0">
              <a:latin typeface="Calibri" pitchFamily="34" charset="0"/>
              <a:cs typeface="Calibri" pitchFamily="34" charset="0"/>
            </a:endParaRPr>
          </a:p>
        </p:txBody>
      </p:sp>
      <p:sp>
        <p:nvSpPr>
          <p:cNvPr id="2" name="TextBox 1"/>
          <p:cNvSpPr txBox="1"/>
          <p:nvPr/>
        </p:nvSpPr>
        <p:spPr>
          <a:xfrm>
            <a:off x="2209800" y="2590801"/>
            <a:ext cx="533400" cy="646331"/>
          </a:xfrm>
          <a:prstGeom prst="rect">
            <a:avLst/>
          </a:prstGeom>
          <a:noFill/>
        </p:spPr>
        <p:txBody>
          <a:bodyPr wrap="square" rtlCol="0">
            <a:spAutoFit/>
          </a:bodyPr>
          <a:lstStyle/>
          <a:p>
            <a:r>
              <a:rPr lang="es-CL" sz="3600" dirty="0">
                <a:solidFill>
                  <a:schemeClr val="bg1"/>
                </a:solidFill>
                <a:latin typeface="Calibri" pitchFamily="34" charset="0"/>
                <a:cs typeface="Calibri" pitchFamily="34" charset="0"/>
              </a:rPr>
              <a:t>a</a:t>
            </a:r>
          </a:p>
        </p:txBody>
      </p:sp>
      <p:sp>
        <p:nvSpPr>
          <p:cNvPr id="5" name="TextBox 4"/>
          <p:cNvSpPr txBox="1"/>
          <p:nvPr/>
        </p:nvSpPr>
        <p:spPr>
          <a:xfrm>
            <a:off x="3124200" y="2630270"/>
            <a:ext cx="880640" cy="646331"/>
          </a:xfrm>
          <a:prstGeom prst="rect">
            <a:avLst/>
          </a:prstGeom>
          <a:noFill/>
        </p:spPr>
        <p:txBody>
          <a:bodyPr wrap="square" rtlCol="0">
            <a:spAutoFit/>
          </a:bodyPr>
          <a:lstStyle/>
          <a:p>
            <a:r>
              <a:rPr lang="es-CL" sz="3600" dirty="0">
                <a:solidFill>
                  <a:schemeClr val="bg1"/>
                </a:solidFill>
                <a:latin typeface="Calibri" pitchFamily="34" charset="0"/>
                <a:cs typeface="Calibri" pitchFamily="34" charset="0"/>
              </a:rPr>
              <a:t>uh</a:t>
            </a:r>
          </a:p>
        </p:txBody>
      </p:sp>
      <p:sp>
        <p:nvSpPr>
          <p:cNvPr id="6" name="TextBox 5"/>
          <p:cNvSpPr txBox="1"/>
          <p:nvPr/>
        </p:nvSpPr>
        <p:spPr>
          <a:xfrm>
            <a:off x="4343400" y="2590800"/>
            <a:ext cx="880640" cy="646331"/>
          </a:xfrm>
          <a:prstGeom prst="rect">
            <a:avLst/>
          </a:prstGeom>
          <a:noFill/>
        </p:spPr>
        <p:txBody>
          <a:bodyPr wrap="square" rtlCol="0">
            <a:spAutoFit/>
          </a:bodyPr>
          <a:lstStyle/>
          <a:p>
            <a:r>
              <a:rPr lang="es-CL" sz="3600" dirty="0">
                <a:solidFill>
                  <a:schemeClr val="bg1"/>
                </a:solidFill>
                <a:latin typeface="Calibri" pitchFamily="34" charset="0"/>
                <a:cs typeface="Calibri" pitchFamily="34" charset="0"/>
              </a:rPr>
              <a:t>o</a:t>
            </a:r>
          </a:p>
        </p:txBody>
      </p:sp>
      <p:sp>
        <p:nvSpPr>
          <p:cNvPr id="7" name="TextBox 6"/>
          <p:cNvSpPr txBox="1"/>
          <p:nvPr/>
        </p:nvSpPr>
        <p:spPr>
          <a:xfrm>
            <a:off x="5232721" y="2590799"/>
            <a:ext cx="880640" cy="646331"/>
          </a:xfrm>
          <a:prstGeom prst="rect">
            <a:avLst/>
          </a:prstGeom>
          <a:noFill/>
        </p:spPr>
        <p:txBody>
          <a:bodyPr wrap="square" rtlCol="0">
            <a:spAutoFit/>
          </a:bodyPr>
          <a:lstStyle/>
          <a:p>
            <a:r>
              <a:rPr lang="es-CL" sz="3600" dirty="0">
                <a:solidFill>
                  <a:schemeClr val="bg1"/>
                </a:solidFill>
                <a:latin typeface="Calibri" pitchFamily="34" charset="0"/>
                <a:cs typeface="Calibri" pitchFamily="34" charset="0"/>
              </a:rPr>
              <a:t>u</a:t>
            </a:r>
          </a:p>
        </p:txBody>
      </p:sp>
      <p:sp>
        <p:nvSpPr>
          <p:cNvPr id="8" name="TextBox 7"/>
          <p:cNvSpPr txBox="1"/>
          <p:nvPr/>
        </p:nvSpPr>
        <p:spPr>
          <a:xfrm>
            <a:off x="6114845" y="2653417"/>
            <a:ext cx="880640" cy="646331"/>
          </a:xfrm>
          <a:prstGeom prst="rect">
            <a:avLst/>
          </a:prstGeom>
          <a:noFill/>
        </p:spPr>
        <p:txBody>
          <a:bodyPr wrap="square" rtlCol="0">
            <a:spAutoFit/>
          </a:bodyPr>
          <a:lstStyle/>
          <a:p>
            <a:r>
              <a:rPr lang="es-CL" sz="3600" dirty="0" err="1">
                <a:solidFill>
                  <a:schemeClr val="bg1"/>
                </a:solidFill>
                <a:latin typeface="Calibri" pitchFamily="34" charset="0"/>
                <a:cs typeface="Calibri" pitchFamily="34" charset="0"/>
              </a:rPr>
              <a:t>ae</a:t>
            </a:r>
            <a:endParaRPr lang="es-CL" sz="3600" dirty="0">
              <a:solidFill>
                <a:schemeClr val="bg1"/>
              </a:solidFill>
              <a:latin typeface="Calibri" pitchFamily="34" charset="0"/>
              <a:cs typeface="Calibri" pitchFamily="34" charset="0"/>
            </a:endParaRPr>
          </a:p>
        </p:txBody>
      </p:sp>
      <p:sp>
        <p:nvSpPr>
          <p:cNvPr id="9" name="TextBox 8"/>
          <p:cNvSpPr txBox="1"/>
          <p:nvPr/>
        </p:nvSpPr>
        <p:spPr>
          <a:xfrm>
            <a:off x="7157531" y="2653417"/>
            <a:ext cx="880640" cy="646331"/>
          </a:xfrm>
          <a:prstGeom prst="rect">
            <a:avLst/>
          </a:prstGeom>
          <a:noFill/>
        </p:spPr>
        <p:txBody>
          <a:bodyPr wrap="square" rtlCol="0">
            <a:spAutoFit/>
          </a:bodyPr>
          <a:lstStyle/>
          <a:p>
            <a:r>
              <a:rPr lang="es-CL" sz="3600" dirty="0" err="1">
                <a:solidFill>
                  <a:schemeClr val="bg1"/>
                </a:solidFill>
                <a:latin typeface="Calibri" pitchFamily="34" charset="0"/>
                <a:cs typeface="Calibri" pitchFamily="34" charset="0"/>
              </a:rPr>
              <a:t>ae</a:t>
            </a:r>
            <a:endParaRPr lang="es-CL" sz="3600" dirty="0">
              <a:solidFill>
                <a:schemeClr val="bg1"/>
              </a:solidFill>
              <a:latin typeface="Calibri" pitchFamily="34" charset="0"/>
              <a:cs typeface="Calibri" pitchFamily="34" charset="0"/>
            </a:endParaRPr>
          </a:p>
        </p:txBody>
      </p:sp>
      <p:sp>
        <p:nvSpPr>
          <p:cNvPr id="10" name="TextBox 9"/>
          <p:cNvSpPr txBox="1"/>
          <p:nvPr/>
        </p:nvSpPr>
        <p:spPr>
          <a:xfrm>
            <a:off x="8167422" y="2653416"/>
            <a:ext cx="880640" cy="646331"/>
          </a:xfrm>
          <a:prstGeom prst="rect">
            <a:avLst/>
          </a:prstGeom>
          <a:noFill/>
        </p:spPr>
        <p:txBody>
          <a:bodyPr wrap="square" rtlCol="0">
            <a:spAutoFit/>
          </a:bodyPr>
          <a:lstStyle/>
          <a:p>
            <a:r>
              <a:rPr lang="es-CL" sz="3600" u="sng" dirty="0" err="1">
                <a:solidFill>
                  <a:schemeClr val="bg1"/>
                </a:solidFill>
                <a:latin typeface="Calibri" pitchFamily="34" charset="0"/>
                <a:cs typeface="Calibri" pitchFamily="34" charset="0"/>
              </a:rPr>
              <a:t>eu</a:t>
            </a:r>
            <a:endParaRPr lang="es-CL" sz="3600" u="sng" dirty="0">
              <a:solidFill>
                <a:schemeClr val="bg1"/>
              </a:solidFill>
              <a:latin typeface="Calibri" pitchFamily="34" charset="0"/>
              <a:cs typeface="Calibri" pitchFamily="34" charset="0"/>
            </a:endParaRPr>
          </a:p>
        </p:txBody>
      </p:sp>
      <p:sp>
        <p:nvSpPr>
          <p:cNvPr id="11" name="TextBox 10"/>
          <p:cNvSpPr txBox="1"/>
          <p:nvPr/>
        </p:nvSpPr>
        <p:spPr>
          <a:xfrm>
            <a:off x="9293732" y="2673671"/>
            <a:ext cx="880640" cy="646331"/>
          </a:xfrm>
          <a:prstGeom prst="rect">
            <a:avLst/>
          </a:prstGeom>
          <a:noFill/>
        </p:spPr>
        <p:txBody>
          <a:bodyPr wrap="square" rtlCol="0">
            <a:spAutoFit/>
          </a:bodyPr>
          <a:lstStyle/>
          <a:p>
            <a:r>
              <a:rPr lang="es-CL" sz="3600" dirty="0">
                <a:solidFill>
                  <a:schemeClr val="bg1"/>
                </a:solidFill>
                <a:latin typeface="Calibri" pitchFamily="34" charset="0"/>
                <a:cs typeface="Calibri" pitchFamily="34" charset="0"/>
              </a:rPr>
              <a:t>i</a:t>
            </a:r>
          </a:p>
        </p:txBody>
      </p:sp>
    </p:spTree>
    <p:extLst>
      <p:ext uri="{BB962C8B-B14F-4D97-AF65-F5344CB8AC3E}">
        <p14:creationId xmlns:p14="http://schemas.microsoft.com/office/powerpoint/2010/main" val="2823402316"/>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descr="C:\Users\ching\Desktop\Korean\단모음\단모음 합계 2 .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1752601"/>
            <a:ext cx="8125876" cy="4249129"/>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a:r>
              <a:rPr lang="es-CL" dirty="0">
                <a:latin typeface="Calibri" pitchFamily="34" charset="0"/>
                <a:cs typeface="Calibri" pitchFamily="34" charset="0"/>
              </a:rPr>
              <a:t>Vocales Simples</a:t>
            </a:r>
            <a:endParaRPr lang="en-US" dirty="0">
              <a:latin typeface="Calibri" pitchFamily="34" charset="0"/>
              <a:cs typeface="Calibri" pitchFamily="34" charset="0"/>
            </a:endParaRPr>
          </a:p>
        </p:txBody>
      </p:sp>
    </p:spTree>
    <p:extLst>
      <p:ext uri="{BB962C8B-B14F-4D97-AF65-F5344CB8AC3E}">
        <p14:creationId xmlns:p14="http://schemas.microsoft.com/office/powerpoint/2010/main" val="1350958098"/>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descr="C:\Users\ching\Desktop\Korean\이중모음 1\이중모음 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1750325"/>
            <a:ext cx="8130226" cy="4251404"/>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a:r>
              <a:rPr lang="es-CL" dirty="0">
                <a:latin typeface="Calibri" pitchFamily="34" charset="0"/>
                <a:cs typeface="Calibri" pitchFamily="34" charset="0"/>
              </a:rPr>
              <a:t>Vocales </a:t>
            </a:r>
            <a:r>
              <a:rPr lang="en-US" dirty="0">
                <a:latin typeface="Calibri" pitchFamily="34" charset="0"/>
                <a:cs typeface="Calibri" pitchFamily="34" charset="0"/>
              </a:rPr>
              <a:t>Dobles Parte 1</a:t>
            </a:r>
          </a:p>
        </p:txBody>
      </p:sp>
    </p:spTree>
    <p:extLst>
      <p:ext uri="{BB962C8B-B14F-4D97-AF65-F5344CB8AC3E}">
        <p14:creationId xmlns:p14="http://schemas.microsoft.com/office/powerpoint/2010/main" val="4224598641"/>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descr="C:\Users\ching\Desktop\Korean\이중모음 1\이중 모음 l.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8024" y="1750326"/>
            <a:ext cx="8123402" cy="4225385"/>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a:r>
              <a:rPr lang="es-CL" dirty="0">
                <a:latin typeface="Calibri" pitchFamily="34" charset="0"/>
                <a:cs typeface="Calibri" pitchFamily="34" charset="0"/>
              </a:rPr>
              <a:t>Vocales </a:t>
            </a:r>
            <a:r>
              <a:rPr lang="en-US" dirty="0">
                <a:latin typeface="Calibri" pitchFamily="34" charset="0"/>
                <a:cs typeface="Calibri" pitchFamily="34" charset="0"/>
              </a:rPr>
              <a:t>Dobles</a:t>
            </a:r>
          </a:p>
        </p:txBody>
      </p:sp>
      <p:sp>
        <p:nvSpPr>
          <p:cNvPr id="2" name="TextBox 1">
            <a:extLst>
              <a:ext uri="{FF2B5EF4-FFF2-40B4-BE49-F238E27FC236}">
                <a16:creationId xmlns:a16="http://schemas.microsoft.com/office/drawing/2014/main" id="{1BCF68D8-E5BA-01BF-F332-D65A66B1DCD1}"/>
              </a:ext>
            </a:extLst>
          </p:cNvPr>
          <p:cNvSpPr txBox="1"/>
          <p:nvPr/>
        </p:nvSpPr>
        <p:spPr>
          <a:xfrm>
            <a:off x="3251106" y="4322618"/>
            <a:ext cx="5597237" cy="369332"/>
          </a:xfrm>
          <a:prstGeom prst="rect">
            <a:avLst/>
          </a:prstGeom>
          <a:noFill/>
        </p:spPr>
        <p:txBody>
          <a:bodyPr wrap="square" rtlCol="0">
            <a:spAutoFit/>
          </a:bodyPr>
          <a:lstStyle/>
          <a:p>
            <a:r>
              <a:rPr lang="es-CL" dirty="0">
                <a:solidFill>
                  <a:schemeClr val="bg1"/>
                </a:solidFill>
              </a:rPr>
              <a:t>IA                IEO              IO                IU                IE               </a:t>
            </a:r>
            <a:r>
              <a:rPr lang="es-CL" dirty="0" err="1">
                <a:solidFill>
                  <a:schemeClr val="bg1"/>
                </a:solidFill>
              </a:rPr>
              <a:t>IE</a:t>
            </a:r>
            <a:endParaRPr lang="es-CL" dirty="0">
              <a:solidFill>
                <a:schemeClr val="bg1"/>
              </a:solidFill>
            </a:endParaRPr>
          </a:p>
        </p:txBody>
      </p:sp>
    </p:spTree>
    <p:extLst>
      <p:ext uri="{BB962C8B-B14F-4D97-AF65-F5344CB8AC3E}">
        <p14:creationId xmlns:p14="http://schemas.microsoft.com/office/powerpoint/2010/main" val="586715353"/>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descr="C:\Users\ching\Desktop\Korean\이중모음 1\이중 모음 합체.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7594" y="1751026"/>
            <a:ext cx="8093832" cy="4252752"/>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a:r>
              <a:rPr lang="en-US" dirty="0">
                <a:latin typeface="Calibri" pitchFamily="34" charset="0"/>
                <a:cs typeface="Calibri" pitchFamily="34" charset="0"/>
              </a:rPr>
              <a:t>Combinación de Vocales</a:t>
            </a:r>
          </a:p>
        </p:txBody>
      </p:sp>
    </p:spTree>
    <p:extLst>
      <p:ext uri="{BB962C8B-B14F-4D97-AF65-F5344CB8AC3E}">
        <p14:creationId xmlns:p14="http://schemas.microsoft.com/office/powerpoint/2010/main" val="1266517027"/>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C:\Users\ching\Desktop\Korean\이중모음 2\이중 모음 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0769" y="1600200"/>
            <a:ext cx="8096539" cy="4251672"/>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a:r>
              <a:rPr lang="en-US" dirty="0">
                <a:latin typeface="Calibri" pitchFamily="34" charset="0"/>
                <a:cs typeface="Calibri" pitchFamily="34" charset="0"/>
              </a:rPr>
              <a:t>Vocales Dobles Parte 2</a:t>
            </a:r>
          </a:p>
        </p:txBody>
      </p:sp>
    </p:spTree>
    <p:extLst>
      <p:ext uri="{BB962C8B-B14F-4D97-AF65-F5344CB8AC3E}">
        <p14:creationId xmlns:p14="http://schemas.microsoft.com/office/powerpoint/2010/main" val="2848479494"/>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C:\Users\ching\Desktop\Korean\이중모음 2\이중 모음 2 모음.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0769" y="1686636"/>
            <a:ext cx="8096539" cy="4212789"/>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a:r>
              <a:rPr lang="en-US" dirty="0">
                <a:latin typeface="Calibri" pitchFamily="34" charset="0"/>
                <a:cs typeface="Calibri" pitchFamily="34" charset="0"/>
              </a:rPr>
              <a:t>Vocales Dobles Parte 2</a:t>
            </a:r>
          </a:p>
        </p:txBody>
      </p:sp>
      <p:sp>
        <p:nvSpPr>
          <p:cNvPr id="2" name="TextBox 1">
            <a:extLst>
              <a:ext uri="{FF2B5EF4-FFF2-40B4-BE49-F238E27FC236}">
                <a16:creationId xmlns:a16="http://schemas.microsoft.com/office/drawing/2014/main" id="{145346AA-3892-7A37-A86F-2163B691E696}"/>
              </a:ext>
            </a:extLst>
          </p:cNvPr>
          <p:cNvSpPr txBox="1"/>
          <p:nvPr/>
        </p:nvSpPr>
        <p:spPr>
          <a:xfrm>
            <a:off x="2667785" y="4443895"/>
            <a:ext cx="7213279" cy="369332"/>
          </a:xfrm>
          <a:prstGeom prst="rect">
            <a:avLst/>
          </a:prstGeom>
          <a:noFill/>
        </p:spPr>
        <p:txBody>
          <a:bodyPr wrap="square" rtlCol="0">
            <a:spAutoFit/>
          </a:bodyPr>
          <a:lstStyle/>
          <a:p>
            <a:r>
              <a:rPr lang="es-CL" dirty="0">
                <a:solidFill>
                  <a:schemeClr val="bg1"/>
                </a:solidFill>
              </a:rPr>
              <a:t>OA/WA       OE/WE       OE/WE       UE/WE    UEO/WO      UI/WI        EUI</a:t>
            </a:r>
          </a:p>
        </p:txBody>
      </p:sp>
    </p:spTree>
    <p:extLst>
      <p:ext uri="{BB962C8B-B14F-4D97-AF65-F5344CB8AC3E}">
        <p14:creationId xmlns:p14="http://schemas.microsoft.com/office/powerpoint/2010/main" val="4029560148"/>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C:\Users\ching\Desktop\Korean\이중모음 2\이중 모음 2 모음 + 모음.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0769" y="1686635"/>
            <a:ext cx="8096539" cy="4255942"/>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a:r>
              <a:rPr lang="en-US" dirty="0">
                <a:latin typeface="Calibri" pitchFamily="34" charset="0"/>
                <a:cs typeface="Calibri" pitchFamily="34" charset="0"/>
              </a:rPr>
              <a:t>Combinación de Vocales</a:t>
            </a:r>
          </a:p>
        </p:txBody>
      </p:sp>
      <p:sp>
        <p:nvSpPr>
          <p:cNvPr id="2" name="TextBox 1">
            <a:extLst>
              <a:ext uri="{FF2B5EF4-FFF2-40B4-BE49-F238E27FC236}">
                <a16:creationId xmlns:a16="http://schemas.microsoft.com/office/drawing/2014/main" id="{1E282833-A8B0-30F0-0C45-B554C96D800D}"/>
              </a:ext>
            </a:extLst>
          </p:cNvPr>
          <p:cNvSpPr txBox="1"/>
          <p:nvPr/>
        </p:nvSpPr>
        <p:spPr>
          <a:xfrm>
            <a:off x="7275792" y="1913640"/>
            <a:ext cx="689612" cy="3970318"/>
          </a:xfrm>
          <a:prstGeom prst="rect">
            <a:avLst/>
          </a:prstGeom>
          <a:noFill/>
        </p:spPr>
        <p:txBody>
          <a:bodyPr wrap="none" rtlCol="0">
            <a:spAutoFit/>
          </a:bodyPr>
          <a:lstStyle/>
          <a:p>
            <a:r>
              <a:rPr lang="es-CL" dirty="0">
                <a:solidFill>
                  <a:schemeClr val="bg1"/>
                </a:solidFill>
              </a:rPr>
              <a:t>WA</a:t>
            </a:r>
          </a:p>
          <a:p>
            <a:endParaRPr lang="es-CL" dirty="0">
              <a:solidFill>
                <a:schemeClr val="bg1"/>
              </a:solidFill>
            </a:endParaRPr>
          </a:p>
          <a:p>
            <a:r>
              <a:rPr lang="es-CL" dirty="0">
                <a:solidFill>
                  <a:schemeClr val="bg1"/>
                </a:solidFill>
              </a:rPr>
              <a:t>WOE</a:t>
            </a:r>
          </a:p>
          <a:p>
            <a:endParaRPr lang="es-CL" dirty="0">
              <a:solidFill>
                <a:schemeClr val="bg1"/>
              </a:solidFill>
            </a:endParaRPr>
          </a:p>
          <a:p>
            <a:r>
              <a:rPr lang="es-CL" dirty="0">
                <a:solidFill>
                  <a:schemeClr val="bg1"/>
                </a:solidFill>
              </a:rPr>
              <a:t>WOE</a:t>
            </a:r>
          </a:p>
          <a:p>
            <a:endParaRPr lang="es-CL" dirty="0">
              <a:solidFill>
                <a:schemeClr val="bg1"/>
              </a:solidFill>
            </a:endParaRPr>
          </a:p>
          <a:p>
            <a:r>
              <a:rPr lang="es-CL" dirty="0">
                <a:solidFill>
                  <a:schemeClr val="bg1"/>
                </a:solidFill>
              </a:rPr>
              <a:t>WUE</a:t>
            </a:r>
          </a:p>
          <a:p>
            <a:endParaRPr lang="es-CL" dirty="0">
              <a:solidFill>
                <a:schemeClr val="bg1"/>
              </a:solidFill>
            </a:endParaRPr>
          </a:p>
          <a:p>
            <a:r>
              <a:rPr lang="es-CL" dirty="0">
                <a:solidFill>
                  <a:schemeClr val="bg1"/>
                </a:solidFill>
              </a:rPr>
              <a:t>WUO</a:t>
            </a:r>
          </a:p>
          <a:p>
            <a:endParaRPr lang="es-CL" dirty="0">
              <a:solidFill>
                <a:schemeClr val="bg1"/>
              </a:solidFill>
            </a:endParaRPr>
          </a:p>
          <a:p>
            <a:r>
              <a:rPr lang="es-CL" dirty="0">
                <a:solidFill>
                  <a:schemeClr val="bg1"/>
                </a:solidFill>
              </a:rPr>
              <a:t>WUI</a:t>
            </a:r>
          </a:p>
          <a:p>
            <a:endParaRPr lang="es-CL" dirty="0">
              <a:solidFill>
                <a:schemeClr val="bg1"/>
              </a:solidFill>
            </a:endParaRPr>
          </a:p>
          <a:p>
            <a:endParaRPr lang="es-CL" dirty="0">
              <a:solidFill>
                <a:schemeClr val="bg1"/>
              </a:solidFill>
            </a:endParaRPr>
          </a:p>
          <a:p>
            <a:r>
              <a:rPr lang="es-CL" dirty="0">
                <a:solidFill>
                  <a:schemeClr val="bg1"/>
                </a:solidFill>
              </a:rPr>
              <a:t>EUI</a:t>
            </a:r>
          </a:p>
        </p:txBody>
      </p:sp>
    </p:spTree>
    <p:extLst>
      <p:ext uri="{BB962C8B-B14F-4D97-AF65-F5344CB8AC3E}">
        <p14:creationId xmlns:p14="http://schemas.microsoft.com/office/powerpoint/2010/main" val="896849341"/>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descr="C:\Users\ching\Desktop\Korean\이중모음 2\이중 모음 합계 같은 ㅙㅚㅞ.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5598" y="1702553"/>
            <a:ext cx="8039317" cy="4208525"/>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a:r>
              <a:rPr lang="en-US" dirty="0">
                <a:latin typeface="Calibri" pitchFamily="34" charset="0"/>
                <a:cs typeface="Calibri" pitchFamily="34" charset="0"/>
              </a:rPr>
              <a:t>Vocales Dobles</a:t>
            </a:r>
          </a:p>
        </p:txBody>
      </p:sp>
    </p:spTree>
    <p:extLst>
      <p:ext uri="{BB962C8B-B14F-4D97-AF65-F5344CB8AC3E}">
        <p14:creationId xmlns:p14="http://schemas.microsoft.com/office/powerpoint/2010/main" val="1808585397"/>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descr="C:\Users\ching\Desktop\Korean\이중모음 2\모음 정리 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9009" y="1708239"/>
            <a:ext cx="8035905" cy="4231201"/>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a:r>
              <a:rPr lang="en-US" dirty="0">
                <a:latin typeface="Calibri" pitchFamily="34" charset="0"/>
                <a:cs typeface="Calibri" pitchFamily="34" charset="0"/>
              </a:rPr>
              <a:t>Vocales de Hangul</a:t>
            </a:r>
          </a:p>
        </p:txBody>
      </p:sp>
    </p:spTree>
    <p:extLst>
      <p:ext uri="{BB962C8B-B14F-4D97-AF65-F5344CB8AC3E}">
        <p14:creationId xmlns:p14="http://schemas.microsoft.com/office/powerpoint/2010/main" val="1862534443"/>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descr="C:\Users\ching\Desktop\Korean\이중모음 2\모음 정리 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7205" y="1699139"/>
            <a:ext cx="8017708" cy="4187932"/>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a:r>
              <a:rPr lang="en-US" dirty="0">
                <a:latin typeface="Calibri" pitchFamily="34" charset="0"/>
                <a:cs typeface="Calibri" pitchFamily="34" charset="0"/>
              </a:rPr>
              <a:t>Vocales de Hangul</a:t>
            </a:r>
          </a:p>
        </p:txBody>
      </p:sp>
      <p:sp>
        <p:nvSpPr>
          <p:cNvPr id="2" name="TextBox 1">
            <a:extLst>
              <a:ext uri="{FF2B5EF4-FFF2-40B4-BE49-F238E27FC236}">
                <a16:creationId xmlns:a16="http://schemas.microsoft.com/office/drawing/2014/main" id="{328A4749-09BE-73E8-3903-437D134A8B09}"/>
              </a:ext>
            </a:extLst>
          </p:cNvPr>
          <p:cNvSpPr txBox="1"/>
          <p:nvPr/>
        </p:nvSpPr>
        <p:spPr>
          <a:xfrm>
            <a:off x="9005455" y="2179843"/>
            <a:ext cx="959750" cy="3139321"/>
          </a:xfrm>
          <a:prstGeom prst="rect">
            <a:avLst/>
          </a:prstGeom>
          <a:noFill/>
        </p:spPr>
        <p:txBody>
          <a:bodyPr wrap="none" rtlCol="0">
            <a:spAutoFit/>
          </a:bodyPr>
          <a:lstStyle/>
          <a:p>
            <a:r>
              <a:rPr lang="es-CL" dirty="0">
                <a:solidFill>
                  <a:schemeClr val="bg1"/>
                </a:solidFill>
              </a:rPr>
              <a:t>A / IA</a:t>
            </a:r>
          </a:p>
          <a:p>
            <a:endParaRPr lang="es-CL" dirty="0">
              <a:solidFill>
                <a:schemeClr val="bg1"/>
              </a:solidFill>
            </a:endParaRPr>
          </a:p>
          <a:p>
            <a:r>
              <a:rPr lang="es-CL" dirty="0">
                <a:solidFill>
                  <a:schemeClr val="bg1"/>
                </a:solidFill>
              </a:rPr>
              <a:t>EO / IEO</a:t>
            </a:r>
          </a:p>
          <a:p>
            <a:endParaRPr lang="es-CL" dirty="0">
              <a:solidFill>
                <a:schemeClr val="bg1"/>
              </a:solidFill>
            </a:endParaRPr>
          </a:p>
          <a:p>
            <a:endParaRPr lang="es-CL" dirty="0">
              <a:solidFill>
                <a:schemeClr val="bg1"/>
              </a:solidFill>
            </a:endParaRPr>
          </a:p>
          <a:p>
            <a:r>
              <a:rPr lang="es-CL" dirty="0">
                <a:solidFill>
                  <a:schemeClr val="bg1"/>
                </a:solidFill>
              </a:rPr>
              <a:t>O / IO</a:t>
            </a:r>
          </a:p>
          <a:p>
            <a:endParaRPr lang="es-CL" dirty="0">
              <a:solidFill>
                <a:schemeClr val="bg1"/>
              </a:solidFill>
            </a:endParaRPr>
          </a:p>
          <a:p>
            <a:r>
              <a:rPr lang="es-CL" dirty="0">
                <a:solidFill>
                  <a:schemeClr val="bg1"/>
                </a:solidFill>
              </a:rPr>
              <a:t>U  /  IU</a:t>
            </a:r>
          </a:p>
          <a:p>
            <a:endParaRPr lang="es-CL" dirty="0">
              <a:solidFill>
                <a:schemeClr val="bg1"/>
              </a:solidFill>
            </a:endParaRPr>
          </a:p>
          <a:p>
            <a:endParaRPr lang="es-CL" dirty="0">
              <a:solidFill>
                <a:schemeClr val="bg1"/>
              </a:solidFill>
            </a:endParaRPr>
          </a:p>
          <a:p>
            <a:r>
              <a:rPr lang="es-CL" dirty="0">
                <a:solidFill>
                  <a:schemeClr val="bg1"/>
                </a:solidFill>
              </a:rPr>
              <a:t>EU / I</a:t>
            </a:r>
          </a:p>
        </p:txBody>
      </p:sp>
    </p:spTree>
    <p:extLst>
      <p:ext uri="{BB962C8B-B14F-4D97-AF65-F5344CB8AC3E}">
        <p14:creationId xmlns:p14="http://schemas.microsoft.com/office/powerpoint/2010/main" val="261500698"/>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descr="C:\Users\ching\Desktop\Korean\이중모음 2\모음 정리 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7205" y="1699139"/>
            <a:ext cx="8017708" cy="4212754"/>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a:r>
              <a:rPr lang="en-US" dirty="0">
                <a:latin typeface="Calibri" pitchFamily="34" charset="0"/>
                <a:cs typeface="Calibri" pitchFamily="34" charset="0"/>
              </a:rPr>
              <a:t>Vocales de Hangul</a:t>
            </a:r>
          </a:p>
        </p:txBody>
      </p:sp>
    </p:spTree>
    <p:extLst>
      <p:ext uri="{BB962C8B-B14F-4D97-AF65-F5344CB8AC3E}">
        <p14:creationId xmlns:p14="http://schemas.microsoft.com/office/powerpoint/2010/main" val="560957714"/>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descr="C:\Users\ching\Desktop\Korean\이중모음 2\마무리 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7205" y="1708239"/>
            <a:ext cx="8017708" cy="4197213"/>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a:r>
              <a:rPr lang="en-US" dirty="0">
                <a:latin typeface="Calibri" pitchFamily="34" charset="0"/>
                <a:cs typeface="Calibri" pitchFamily="34" charset="0"/>
              </a:rPr>
              <a:t>Vocales de Hangul</a:t>
            </a:r>
          </a:p>
        </p:txBody>
      </p:sp>
    </p:spTree>
    <p:extLst>
      <p:ext uri="{BB962C8B-B14F-4D97-AF65-F5344CB8AC3E}">
        <p14:creationId xmlns:p14="http://schemas.microsoft.com/office/powerpoint/2010/main" val="1302688769"/>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descr="C:\Users\ching\Desktop\Korean\이중모음 2\마무리 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7205" y="1708238"/>
            <a:ext cx="8017708" cy="4187932"/>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a:r>
              <a:rPr lang="en-US" dirty="0">
                <a:latin typeface="Calibri" pitchFamily="34" charset="0"/>
                <a:cs typeface="Calibri" pitchFamily="34" charset="0"/>
              </a:rPr>
              <a:t>Vocales de Hangul</a:t>
            </a:r>
          </a:p>
        </p:txBody>
      </p:sp>
    </p:spTree>
    <p:extLst>
      <p:ext uri="{BB962C8B-B14F-4D97-AF65-F5344CB8AC3E}">
        <p14:creationId xmlns:p14="http://schemas.microsoft.com/office/powerpoint/2010/main" val="1598990615"/>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descr="C:\Users\ching\Desktop\Korean\이중모음 2\마무리 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7205" y="1708238"/>
            <a:ext cx="8017708" cy="4187932"/>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a:r>
              <a:rPr lang="en-US" dirty="0">
                <a:latin typeface="Calibri" pitchFamily="34" charset="0"/>
                <a:cs typeface="Calibri" pitchFamily="34" charset="0"/>
              </a:rPr>
              <a:t>Vocales de Hangul</a:t>
            </a:r>
          </a:p>
        </p:txBody>
      </p:sp>
    </p:spTree>
    <p:extLst>
      <p:ext uri="{BB962C8B-B14F-4D97-AF65-F5344CB8AC3E}">
        <p14:creationId xmlns:p14="http://schemas.microsoft.com/office/powerpoint/2010/main" val="146996911"/>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r"/>
            <a:br>
              <a:rPr lang="en-US" dirty="0">
                <a:latin typeface="Calibri" pitchFamily="34" charset="0"/>
                <a:cs typeface="Calibri" pitchFamily="34" charset="0"/>
              </a:rPr>
            </a:br>
            <a:endParaRPr lang="en-US" dirty="0">
              <a:latin typeface="Calibri" pitchFamily="34" charset="0"/>
              <a:cs typeface="Calibri" pitchFamily="34" charset="0"/>
            </a:endParaRPr>
          </a:p>
        </p:txBody>
      </p:sp>
      <p:pic>
        <p:nvPicPr>
          <p:cNvPr id="8194" name="Picture 2" descr="C:\Users\ching\Desktop\Korean Clases\받침\한글 3 받침.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3274" y="2200967"/>
            <a:ext cx="8137526" cy="430374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AF5FC68D-5E27-FE86-5841-0762A0CEC66A}"/>
              </a:ext>
            </a:extLst>
          </p:cNvPr>
          <p:cNvSpPr txBox="1"/>
          <p:nvPr/>
        </p:nvSpPr>
        <p:spPr>
          <a:xfrm>
            <a:off x="2872509" y="186507"/>
            <a:ext cx="6096000" cy="1446550"/>
          </a:xfrm>
          <a:prstGeom prst="rect">
            <a:avLst/>
          </a:prstGeom>
          <a:noFill/>
        </p:spPr>
        <p:txBody>
          <a:bodyPr wrap="square">
            <a:spAutoFit/>
          </a:bodyPr>
          <a:lstStyle/>
          <a:p>
            <a:pPr algn="ctr"/>
            <a:r>
              <a:rPr lang="en-US" sz="4400" dirty="0" err="1">
                <a:latin typeface="Calibri" pitchFamily="34" charset="0"/>
                <a:cs typeface="Calibri" pitchFamily="34" charset="0"/>
              </a:rPr>
              <a:t>Consonantes</a:t>
            </a:r>
            <a:r>
              <a:rPr lang="en-US" sz="4400" dirty="0">
                <a:latin typeface="Calibri" pitchFamily="34" charset="0"/>
                <a:cs typeface="Calibri" pitchFamily="34" charset="0"/>
              </a:rPr>
              <a:t> </a:t>
            </a:r>
            <a:r>
              <a:rPr lang="en-US" sz="4400" dirty="0" err="1">
                <a:latin typeface="Calibri" pitchFamily="34" charset="0"/>
                <a:cs typeface="Calibri" pitchFamily="34" charset="0"/>
              </a:rPr>
              <a:t>Parte</a:t>
            </a:r>
            <a:r>
              <a:rPr lang="en-US" sz="4400" dirty="0">
                <a:latin typeface="Calibri" pitchFamily="34" charset="0"/>
                <a:cs typeface="Calibri" pitchFamily="34" charset="0"/>
              </a:rPr>
              <a:t> 2 (</a:t>
            </a:r>
            <a:r>
              <a:rPr lang="ko-KR" altLang="es-CL" sz="4400" dirty="0">
                <a:latin typeface="Calibri" pitchFamily="34" charset="0"/>
                <a:cs typeface="Calibri" pitchFamily="34" charset="0"/>
              </a:rPr>
              <a:t>받침</a:t>
            </a:r>
            <a:r>
              <a:rPr lang="es-CL" altLang="ko-KR" sz="4400" dirty="0">
                <a:latin typeface="Calibri" pitchFamily="34" charset="0"/>
                <a:cs typeface="Calibri" pitchFamily="34" charset="0"/>
              </a:rPr>
              <a:t>)</a:t>
            </a:r>
            <a:endParaRPr lang="es-CL" dirty="0"/>
          </a:p>
        </p:txBody>
      </p:sp>
    </p:spTree>
    <p:extLst>
      <p:ext uri="{BB962C8B-B14F-4D97-AF65-F5344CB8AC3E}">
        <p14:creationId xmlns:p14="http://schemas.microsoft.com/office/powerpoint/2010/main" val="3846506822"/>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dirty="0">
              <a:latin typeface="Calibri" pitchFamily="34" charset="0"/>
              <a:cs typeface="Calibri" pitchFamily="34" charset="0"/>
            </a:endParaRPr>
          </a:p>
        </p:txBody>
      </p:sp>
      <p:pic>
        <p:nvPicPr>
          <p:cNvPr id="9218" name="Picture 2" descr="C:\Users\ching\Desktop\Korean Clases\받침\한글 3 받침 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3274" y="1668836"/>
            <a:ext cx="7908926" cy="412236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011D01A-CFF7-05B4-8CDA-A589D18A6A49}"/>
              </a:ext>
            </a:extLst>
          </p:cNvPr>
          <p:cNvSpPr txBox="1"/>
          <p:nvPr/>
        </p:nvSpPr>
        <p:spPr>
          <a:xfrm>
            <a:off x="2346037" y="682078"/>
            <a:ext cx="7185890" cy="769441"/>
          </a:xfrm>
          <a:prstGeom prst="rect">
            <a:avLst/>
          </a:prstGeom>
          <a:noFill/>
        </p:spPr>
        <p:txBody>
          <a:bodyPr wrap="square">
            <a:spAutoFit/>
          </a:bodyPr>
          <a:lstStyle/>
          <a:p>
            <a:r>
              <a:rPr lang="en-US" sz="4400" dirty="0" err="1">
                <a:latin typeface="Calibri" pitchFamily="34" charset="0"/>
                <a:cs typeface="Calibri" pitchFamily="34" charset="0"/>
              </a:rPr>
              <a:t>Consonantes</a:t>
            </a:r>
            <a:r>
              <a:rPr lang="en-US" sz="4400" dirty="0">
                <a:latin typeface="Calibri" pitchFamily="34" charset="0"/>
                <a:cs typeface="Calibri" pitchFamily="34" charset="0"/>
              </a:rPr>
              <a:t> </a:t>
            </a:r>
            <a:r>
              <a:rPr lang="en-US" sz="4400" dirty="0" err="1">
                <a:latin typeface="Calibri" pitchFamily="34" charset="0"/>
                <a:cs typeface="Calibri" pitchFamily="34" charset="0"/>
              </a:rPr>
              <a:t>Parte</a:t>
            </a:r>
            <a:r>
              <a:rPr lang="en-US" sz="4400" dirty="0">
                <a:latin typeface="Calibri" pitchFamily="34" charset="0"/>
                <a:cs typeface="Calibri" pitchFamily="34" charset="0"/>
              </a:rPr>
              <a:t> 2 (</a:t>
            </a:r>
            <a:r>
              <a:rPr lang="ko-KR" altLang="es-CL" sz="4400" dirty="0">
                <a:latin typeface="Calibri" pitchFamily="34" charset="0"/>
                <a:cs typeface="Calibri" pitchFamily="34" charset="0"/>
              </a:rPr>
              <a:t>받침</a:t>
            </a:r>
            <a:r>
              <a:rPr lang="es-CL" altLang="ko-KR" sz="4400" dirty="0">
                <a:latin typeface="Calibri" pitchFamily="34" charset="0"/>
                <a:cs typeface="Calibri" pitchFamily="34" charset="0"/>
              </a:rPr>
              <a:t>)</a:t>
            </a:r>
            <a:endParaRPr lang="es-CL" dirty="0"/>
          </a:p>
        </p:txBody>
      </p:sp>
    </p:spTree>
    <p:extLst>
      <p:ext uri="{BB962C8B-B14F-4D97-AF65-F5344CB8AC3E}">
        <p14:creationId xmlns:p14="http://schemas.microsoft.com/office/powerpoint/2010/main" val="976518744"/>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C:\Users\ching\Desktop\Korean Clases\받침\한글 자음.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3274" y="1676400"/>
            <a:ext cx="7908926" cy="4125334"/>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a:r>
              <a:rPr lang="en-US" dirty="0">
                <a:latin typeface="Calibri" pitchFamily="34" charset="0"/>
                <a:cs typeface="Calibri" pitchFamily="34" charset="0"/>
              </a:rPr>
              <a:t>BATCHIM</a:t>
            </a:r>
          </a:p>
        </p:txBody>
      </p:sp>
    </p:spTree>
    <p:extLst>
      <p:ext uri="{BB962C8B-B14F-4D97-AF65-F5344CB8AC3E}">
        <p14:creationId xmlns:p14="http://schemas.microsoft.com/office/powerpoint/2010/main" val="538113232"/>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ching\Desktop\Korean Clases\받침\한글 끝자음 받침 .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7984" y="1676400"/>
            <a:ext cx="8126616" cy="425422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A8786E80-6B67-DF56-18A7-E54D62CCEF4F}"/>
              </a:ext>
            </a:extLst>
          </p:cNvPr>
          <p:cNvSpPr txBox="1"/>
          <p:nvPr/>
        </p:nvSpPr>
        <p:spPr>
          <a:xfrm>
            <a:off x="2837469" y="542653"/>
            <a:ext cx="7183224" cy="769441"/>
          </a:xfrm>
          <a:prstGeom prst="rect">
            <a:avLst/>
          </a:prstGeom>
          <a:noFill/>
        </p:spPr>
        <p:txBody>
          <a:bodyPr wrap="square">
            <a:spAutoFit/>
          </a:bodyPr>
          <a:lstStyle/>
          <a:p>
            <a:r>
              <a:rPr lang="es-CL" altLang="ko-KR" sz="4400" dirty="0">
                <a:latin typeface="Calibri" pitchFamily="34" charset="0"/>
                <a:cs typeface="Calibri" pitchFamily="34" charset="0"/>
              </a:rPr>
              <a:t>Consonantes </a:t>
            </a:r>
            <a:r>
              <a:rPr lang="ko-KR" altLang="es-CL" sz="4400" dirty="0">
                <a:latin typeface="Calibri" pitchFamily="34" charset="0"/>
                <a:cs typeface="Calibri" pitchFamily="34" charset="0"/>
              </a:rPr>
              <a:t>받침 </a:t>
            </a:r>
            <a:r>
              <a:rPr lang="es-CL" altLang="ko-KR" sz="4400" dirty="0">
                <a:latin typeface="Calibri" pitchFamily="34" charset="0"/>
                <a:cs typeface="Calibri" pitchFamily="34" charset="0"/>
              </a:rPr>
              <a:t>BATCHIM</a:t>
            </a:r>
            <a:r>
              <a:rPr lang="ko-KR" altLang="es-CL" sz="4400" dirty="0">
                <a:latin typeface="Calibri" pitchFamily="34" charset="0"/>
                <a:cs typeface="Calibri" pitchFamily="34" charset="0"/>
              </a:rPr>
              <a:t> </a:t>
            </a:r>
            <a:endParaRPr lang="es-CL" dirty="0"/>
          </a:p>
        </p:txBody>
      </p:sp>
    </p:spTree>
    <p:extLst>
      <p:ext uri="{BB962C8B-B14F-4D97-AF65-F5344CB8AC3E}">
        <p14:creationId xmlns:p14="http://schemas.microsoft.com/office/powerpoint/2010/main" val="216149542"/>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ching\Desktop\Korean Clases\받침\받침 안씀.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1554" y="1600201"/>
            <a:ext cx="7624446" cy="399134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9A664C1-6779-0802-BD99-8054116A2432}"/>
              </a:ext>
            </a:extLst>
          </p:cNvPr>
          <p:cNvSpPr txBox="1"/>
          <p:nvPr/>
        </p:nvSpPr>
        <p:spPr>
          <a:xfrm>
            <a:off x="2502165" y="376756"/>
            <a:ext cx="7183224" cy="769441"/>
          </a:xfrm>
          <a:prstGeom prst="rect">
            <a:avLst/>
          </a:prstGeom>
          <a:noFill/>
        </p:spPr>
        <p:txBody>
          <a:bodyPr wrap="square">
            <a:spAutoFit/>
          </a:bodyPr>
          <a:lstStyle/>
          <a:p>
            <a:pPr algn="ctr"/>
            <a:r>
              <a:rPr lang="es-CL" altLang="ko-KR" sz="4400" dirty="0">
                <a:latin typeface="Calibri" pitchFamily="34" charset="0"/>
                <a:cs typeface="Calibri" pitchFamily="34" charset="0"/>
              </a:rPr>
              <a:t>Consonantes </a:t>
            </a:r>
            <a:r>
              <a:rPr lang="ko-KR" altLang="es-CL" sz="4400" dirty="0">
                <a:latin typeface="Calibri" pitchFamily="34" charset="0"/>
                <a:cs typeface="Calibri" pitchFamily="34" charset="0"/>
              </a:rPr>
              <a:t>받침 </a:t>
            </a:r>
            <a:endParaRPr lang="es-CL" dirty="0"/>
          </a:p>
        </p:txBody>
      </p:sp>
    </p:spTree>
    <p:extLst>
      <p:ext uri="{BB962C8B-B14F-4D97-AF65-F5344CB8AC3E}">
        <p14:creationId xmlns:p14="http://schemas.microsoft.com/office/powerpoint/2010/main" val="50957187"/>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Users\ching\Desktop\Korean Clases\받침\7개로만 발음.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47595" y="1590041"/>
            <a:ext cx="7638035" cy="398961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C8989383-B1FD-0C77-CBB2-A1777A449EFF}"/>
              </a:ext>
            </a:extLst>
          </p:cNvPr>
          <p:cNvSpPr txBox="1"/>
          <p:nvPr/>
        </p:nvSpPr>
        <p:spPr>
          <a:xfrm>
            <a:off x="3393650" y="508903"/>
            <a:ext cx="7183224" cy="769441"/>
          </a:xfrm>
          <a:prstGeom prst="rect">
            <a:avLst/>
          </a:prstGeom>
          <a:noFill/>
        </p:spPr>
        <p:txBody>
          <a:bodyPr wrap="square">
            <a:spAutoFit/>
          </a:bodyPr>
          <a:lstStyle/>
          <a:p>
            <a:r>
              <a:rPr lang="es-CL" altLang="ko-KR" sz="4400" dirty="0">
                <a:latin typeface="Calibri" pitchFamily="34" charset="0"/>
                <a:cs typeface="Calibri" pitchFamily="34" charset="0"/>
              </a:rPr>
              <a:t>Consonantes </a:t>
            </a:r>
            <a:r>
              <a:rPr lang="ko-KR" altLang="es-CL" sz="4400" dirty="0">
                <a:latin typeface="Calibri" pitchFamily="34" charset="0"/>
                <a:cs typeface="Calibri" pitchFamily="34" charset="0"/>
              </a:rPr>
              <a:t>받침 </a:t>
            </a:r>
            <a:endParaRPr lang="es-CL" dirty="0"/>
          </a:p>
        </p:txBody>
      </p:sp>
    </p:spTree>
    <p:extLst>
      <p:ext uri="{BB962C8B-B14F-4D97-AF65-F5344CB8AC3E}">
        <p14:creationId xmlns:p14="http://schemas.microsoft.com/office/powerpoint/2010/main" val="2725801775"/>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ching\Desktop\Korean Clases\받침\받침소리 ㄱ.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47595" y="1590041"/>
            <a:ext cx="7638035" cy="4013291"/>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a:r>
              <a:rPr lang="es-CL" altLang="ko-KR" dirty="0">
                <a:latin typeface="Calibri" pitchFamily="34" charset="0"/>
                <a:cs typeface="Calibri" pitchFamily="34" charset="0"/>
              </a:rPr>
              <a:t>Consonantes </a:t>
            </a:r>
            <a:r>
              <a:rPr lang="ko-KR" altLang="es-CL" dirty="0">
                <a:latin typeface="Calibri" pitchFamily="34" charset="0"/>
                <a:cs typeface="Calibri" pitchFamily="34" charset="0"/>
              </a:rPr>
              <a:t>받침  </a:t>
            </a:r>
            <a:endParaRPr lang="en-US" dirty="0">
              <a:latin typeface="Calibri" pitchFamily="34" charset="0"/>
              <a:cs typeface="Calibri" pitchFamily="34" charset="0"/>
            </a:endParaRPr>
          </a:p>
        </p:txBody>
      </p:sp>
      <p:sp>
        <p:nvSpPr>
          <p:cNvPr id="2" name="TextBox 1">
            <a:extLst>
              <a:ext uri="{FF2B5EF4-FFF2-40B4-BE49-F238E27FC236}">
                <a16:creationId xmlns:a16="http://schemas.microsoft.com/office/drawing/2014/main" id="{2DF2A905-BF1F-7609-8997-67DD4828ACD8}"/>
              </a:ext>
            </a:extLst>
          </p:cNvPr>
          <p:cNvSpPr txBox="1"/>
          <p:nvPr/>
        </p:nvSpPr>
        <p:spPr>
          <a:xfrm>
            <a:off x="6844145" y="4645890"/>
            <a:ext cx="304892" cy="369332"/>
          </a:xfrm>
          <a:prstGeom prst="rect">
            <a:avLst/>
          </a:prstGeom>
          <a:noFill/>
        </p:spPr>
        <p:txBody>
          <a:bodyPr wrap="none" rtlCol="0">
            <a:spAutoFit/>
          </a:bodyPr>
          <a:lstStyle/>
          <a:p>
            <a:r>
              <a:rPr lang="es-CL" dirty="0">
                <a:solidFill>
                  <a:schemeClr val="bg1"/>
                </a:solidFill>
              </a:rPr>
              <a:t>K</a:t>
            </a:r>
          </a:p>
        </p:txBody>
      </p:sp>
    </p:spTree>
    <p:extLst>
      <p:ext uri="{BB962C8B-B14F-4D97-AF65-F5344CB8AC3E}">
        <p14:creationId xmlns:p14="http://schemas.microsoft.com/office/powerpoint/2010/main" val="788533637"/>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C:\Users\ching\Desktop\Korean Clases\받침\받침소리 ㄱ 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47594" y="1579881"/>
            <a:ext cx="7685779" cy="4023451"/>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a:r>
              <a:rPr lang="es-CL" altLang="ko-KR" dirty="0">
                <a:latin typeface="Calibri" pitchFamily="34" charset="0"/>
                <a:cs typeface="Calibri" pitchFamily="34" charset="0"/>
              </a:rPr>
              <a:t>Consonantes </a:t>
            </a:r>
            <a:r>
              <a:rPr lang="ko-KR" altLang="es-CL" dirty="0">
                <a:latin typeface="Calibri" pitchFamily="34" charset="0"/>
                <a:cs typeface="Calibri" pitchFamily="34" charset="0"/>
              </a:rPr>
              <a:t>받침  </a:t>
            </a:r>
            <a:endParaRPr lang="en-US" dirty="0">
              <a:latin typeface="Calibri" pitchFamily="34" charset="0"/>
              <a:cs typeface="Calibri" pitchFamily="34" charset="0"/>
            </a:endParaRPr>
          </a:p>
        </p:txBody>
      </p:sp>
      <p:sp>
        <p:nvSpPr>
          <p:cNvPr id="2" name="TextBox 1"/>
          <p:cNvSpPr txBox="1"/>
          <p:nvPr/>
        </p:nvSpPr>
        <p:spPr>
          <a:xfrm>
            <a:off x="3736694" y="4981501"/>
            <a:ext cx="4569106" cy="369332"/>
          </a:xfrm>
          <a:prstGeom prst="rect">
            <a:avLst/>
          </a:prstGeom>
          <a:noFill/>
        </p:spPr>
        <p:txBody>
          <a:bodyPr wrap="square" rtlCol="0">
            <a:spAutoFit/>
          </a:bodyPr>
          <a:lstStyle/>
          <a:p>
            <a:pPr algn="ctr"/>
            <a:r>
              <a:rPr lang="es-CL" dirty="0" err="1">
                <a:solidFill>
                  <a:schemeClr val="bg1"/>
                </a:solidFill>
              </a:rPr>
              <a:t>Ak</a:t>
            </a:r>
            <a:r>
              <a:rPr lang="es-CL" dirty="0">
                <a:solidFill>
                  <a:schemeClr val="bg1"/>
                </a:solidFill>
              </a:rPr>
              <a:t>       	   </a:t>
            </a:r>
            <a:r>
              <a:rPr lang="es-CL" dirty="0" err="1">
                <a:solidFill>
                  <a:schemeClr val="bg1"/>
                </a:solidFill>
              </a:rPr>
              <a:t>dak</a:t>
            </a:r>
            <a:r>
              <a:rPr lang="es-CL" dirty="0">
                <a:solidFill>
                  <a:schemeClr val="bg1"/>
                </a:solidFill>
              </a:rPr>
              <a:t>	               </a:t>
            </a:r>
            <a:r>
              <a:rPr lang="es-CL" dirty="0" err="1">
                <a:solidFill>
                  <a:schemeClr val="bg1"/>
                </a:solidFill>
              </a:rPr>
              <a:t>euk</a:t>
            </a:r>
            <a:endParaRPr lang="es-CL" dirty="0">
              <a:solidFill>
                <a:schemeClr val="bg1"/>
              </a:solidFill>
            </a:endParaRPr>
          </a:p>
        </p:txBody>
      </p:sp>
    </p:spTree>
    <p:extLst>
      <p:ext uri="{BB962C8B-B14F-4D97-AF65-F5344CB8AC3E}">
        <p14:creationId xmlns:p14="http://schemas.microsoft.com/office/powerpoint/2010/main" val="667894524"/>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C:\Users\ching\Desktop\Korean Clases\받침\받침 소리 ㄴ.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72994" y="1579881"/>
            <a:ext cx="7660379" cy="4031779"/>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a:r>
              <a:rPr lang="es-CL" altLang="ko-KR" dirty="0">
                <a:latin typeface="Calibri" pitchFamily="34" charset="0"/>
                <a:cs typeface="Calibri" pitchFamily="34" charset="0"/>
              </a:rPr>
              <a:t>Consonantes </a:t>
            </a:r>
            <a:r>
              <a:rPr lang="ko-KR" altLang="es-CL" dirty="0">
                <a:latin typeface="Calibri" pitchFamily="34" charset="0"/>
                <a:cs typeface="Calibri" pitchFamily="34" charset="0"/>
              </a:rPr>
              <a:t>받침  </a:t>
            </a:r>
            <a:endParaRPr lang="en-US" dirty="0">
              <a:latin typeface="Calibri" pitchFamily="34" charset="0"/>
              <a:cs typeface="Calibri" pitchFamily="34" charset="0"/>
            </a:endParaRPr>
          </a:p>
        </p:txBody>
      </p:sp>
      <p:sp>
        <p:nvSpPr>
          <p:cNvPr id="2" name="TextBox 1">
            <a:extLst>
              <a:ext uri="{FF2B5EF4-FFF2-40B4-BE49-F238E27FC236}">
                <a16:creationId xmlns:a16="http://schemas.microsoft.com/office/drawing/2014/main" id="{3AB37974-7332-DE61-A910-F4E8A40C13D3}"/>
              </a:ext>
            </a:extLst>
          </p:cNvPr>
          <p:cNvSpPr txBox="1"/>
          <p:nvPr/>
        </p:nvSpPr>
        <p:spPr>
          <a:xfrm>
            <a:off x="7038109" y="4645891"/>
            <a:ext cx="333746" cy="369332"/>
          </a:xfrm>
          <a:prstGeom prst="rect">
            <a:avLst/>
          </a:prstGeom>
          <a:noFill/>
        </p:spPr>
        <p:txBody>
          <a:bodyPr wrap="none" rtlCol="0">
            <a:spAutoFit/>
          </a:bodyPr>
          <a:lstStyle/>
          <a:p>
            <a:r>
              <a:rPr lang="es-CL" dirty="0">
                <a:solidFill>
                  <a:schemeClr val="bg1"/>
                </a:solidFill>
              </a:rPr>
              <a:t>N</a:t>
            </a:r>
          </a:p>
        </p:txBody>
      </p:sp>
    </p:spTree>
    <p:extLst>
      <p:ext uri="{BB962C8B-B14F-4D97-AF65-F5344CB8AC3E}">
        <p14:creationId xmlns:p14="http://schemas.microsoft.com/office/powerpoint/2010/main" val="822216917"/>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C:\Users\ching\Desktop\Korean Clases\받침\받침 소리 ㄴ 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72993" y="1579881"/>
            <a:ext cx="7660379" cy="4005715"/>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s-CL" altLang="ko-KR" dirty="0">
                <a:latin typeface="Calibri" pitchFamily="34" charset="0"/>
                <a:cs typeface="Calibri" pitchFamily="34" charset="0"/>
              </a:rPr>
              <a:t>Consonantes </a:t>
            </a:r>
            <a:r>
              <a:rPr lang="ko-KR" altLang="es-CL" dirty="0">
                <a:latin typeface="Calibri" pitchFamily="34" charset="0"/>
                <a:cs typeface="Calibri" pitchFamily="34" charset="0"/>
              </a:rPr>
              <a:t>받침  </a:t>
            </a:r>
            <a:endParaRPr lang="en-US" dirty="0">
              <a:latin typeface="Calibri" pitchFamily="34" charset="0"/>
              <a:cs typeface="Calibri" pitchFamily="34" charset="0"/>
            </a:endParaRPr>
          </a:p>
        </p:txBody>
      </p:sp>
      <p:sp>
        <p:nvSpPr>
          <p:cNvPr id="2" name="TextBox 1">
            <a:extLst>
              <a:ext uri="{FF2B5EF4-FFF2-40B4-BE49-F238E27FC236}">
                <a16:creationId xmlns:a16="http://schemas.microsoft.com/office/drawing/2014/main" id="{89A68F57-2A1C-FC3E-EBDF-3B7E062C5313}"/>
              </a:ext>
            </a:extLst>
          </p:cNvPr>
          <p:cNvSpPr txBox="1"/>
          <p:nvPr/>
        </p:nvSpPr>
        <p:spPr>
          <a:xfrm>
            <a:off x="4710546" y="5093453"/>
            <a:ext cx="466794" cy="369332"/>
          </a:xfrm>
          <a:prstGeom prst="rect">
            <a:avLst/>
          </a:prstGeom>
          <a:noFill/>
        </p:spPr>
        <p:txBody>
          <a:bodyPr wrap="none" rtlCol="0">
            <a:spAutoFit/>
          </a:bodyPr>
          <a:lstStyle/>
          <a:p>
            <a:r>
              <a:rPr lang="es-CL" dirty="0">
                <a:solidFill>
                  <a:schemeClr val="bg1"/>
                </a:solidFill>
              </a:rPr>
              <a:t>AN</a:t>
            </a:r>
          </a:p>
        </p:txBody>
      </p:sp>
      <p:sp>
        <p:nvSpPr>
          <p:cNvPr id="4" name="TextBox 3">
            <a:extLst>
              <a:ext uri="{FF2B5EF4-FFF2-40B4-BE49-F238E27FC236}">
                <a16:creationId xmlns:a16="http://schemas.microsoft.com/office/drawing/2014/main" id="{41E87773-D840-2033-1800-EA4203327DA4}"/>
              </a:ext>
            </a:extLst>
          </p:cNvPr>
          <p:cNvSpPr txBox="1"/>
          <p:nvPr/>
        </p:nvSpPr>
        <p:spPr>
          <a:xfrm>
            <a:off x="7014662" y="5010326"/>
            <a:ext cx="570926" cy="369332"/>
          </a:xfrm>
          <a:prstGeom prst="rect">
            <a:avLst/>
          </a:prstGeom>
          <a:noFill/>
        </p:spPr>
        <p:txBody>
          <a:bodyPr wrap="none" rtlCol="0">
            <a:spAutoFit/>
          </a:bodyPr>
          <a:lstStyle/>
          <a:p>
            <a:r>
              <a:rPr lang="es-CL" dirty="0">
                <a:solidFill>
                  <a:schemeClr val="bg1"/>
                </a:solidFill>
              </a:rPr>
              <a:t>SAN</a:t>
            </a:r>
          </a:p>
        </p:txBody>
      </p:sp>
    </p:spTree>
    <p:extLst>
      <p:ext uri="{BB962C8B-B14F-4D97-AF65-F5344CB8AC3E}">
        <p14:creationId xmlns:p14="http://schemas.microsoft.com/office/powerpoint/2010/main" val="2727473614"/>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C:\Users\ching\Desktop\Korean Clases\받침\받침 소리 ㄷ.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93313" y="1579881"/>
            <a:ext cx="7640059" cy="4008401"/>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a:r>
              <a:rPr lang="es-CL" altLang="ko-KR" dirty="0">
                <a:latin typeface="Calibri" pitchFamily="34" charset="0"/>
                <a:cs typeface="Calibri" pitchFamily="34" charset="0"/>
              </a:rPr>
              <a:t>Consonantes </a:t>
            </a:r>
            <a:r>
              <a:rPr lang="ko-KR" altLang="es-CL" dirty="0">
                <a:latin typeface="Calibri" pitchFamily="34" charset="0"/>
                <a:cs typeface="Calibri" pitchFamily="34" charset="0"/>
              </a:rPr>
              <a:t>받침  </a:t>
            </a:r>
            <a:endParaRPr lang="en-US" dirty="0">
              <a:latin typeface="Calibri" pitchFamily="34" charset="0"/>
              <a:cs typeface="Calibri" pitchFamily="34" charset="0"/>
            </a:endParaRPr>
          </a:p>
        </p:txBody>
      </p:sp>
      <p:sp>
        <p:nvSpPr>
          <p:cNvPr id="2" name="TextBox 1"/>
          <p:cNvSpPr txBox="1"/>
          <p:nvPr/>
        </p:nvSpPr>
        <p:spPr>
          <a:xfrm>
            <a:off x="7239000" y="4512947"/>
            <a:ext cx="359394" cy="523220"/>
          </a:xfrm>
          <a:prstGeom prst="rect">
            <a:avLst/>
          </a:prstGeom>
          <a:noFill/>
        </p:spPr>
        <p:txBody>
          <a:bodyPr wrap="none" rtlCol="0">
            <a:spAutoFit/>
          </a:bodyPr>
          <a:lstStyle/>
          <a:p>
            <a:r>
              <a:rPr lang="es-CL" sz="2800" dirty="0">
                <a:solidFill>
                  <a:schemeClr val="bg1"/>
                </a:solidFill>
              </a:rPr>
              <a:t>T</a:t>
            </a:r>
            <a:endParaRPr lang="es-CL" dirty="0">
              <a:solidFill>
                <a:schemeClr val="bg1"/>
              </a:solidFill>
            </a:endParaRPr>
          </a:p>
        </p:txBody>
      </p:sp>
    </p:spTree>
    <p:extLst>
      <p:ext uri="{BB962C8B-B14F-4D97-AF65-F5344CB8AC3E}">
        <p14:creationId xmlns:p14="http://schemas.microsoft.com/office/powerpoint/2010/main" val="3134930292"/>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C:\Users\ching\Desktop\Korean Clases\받침\받침 소리 ㄷ 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93312" y="1621791"/>
            <a:ext cx="7640059" cy="3995089"/>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a:r>
              <a:rPr lang="es-CL" altLang="ko-KR" dirty="0">
                <a:latin typeface="Calibri" pitchFamily="34" charset="0"/>
                <a:cs typeface="Calibri" pitchFamily="34" charset="0"/>
              </a:rPr>
              <a:t>Consonantes </a:t>
            </a:r>
            <a:r>
              <a:rPr lang="ko-KR" altLang="es-CL" dirty="0">
                <a:latin typeface="Calibri" pitchFamily="34" charset="0"/>
                <a:cs typeface="Calibri" pitchFamily="34" charset="0"/>
              </a:rPr>
              <a:t>받침  </a:t>
            </a:r>
            <a:endParaRPr lang="en-US" dirty="0">
              <a:latin typeface="Calibri" pitchFamily="34" charset="0"/>
              <a:cs typeface="Calibri" pitchFamily="34" charset="0"/>
            </a:endParaRPr>
          </a:p>
        </p:txBody>
      </p:sp>
      <p:sp>
        <p:nvSpPr>
          <p:cNvPr id="2" name="TextBox 1">
            <a:extLst>
              <a:ext uri="{FF2B5EF4-FFF2-40B4-BE49-F238E27FC236}">
                <a16:creationId xmlns:a16="http://schemas.microsoft.com/office/drawing/2014/main" id="{F3615AA2-D4C3-475A-386F-B2C6AB1DFF39}"/>
              </a:ext>
            </a:extLst>
          </p:cNvPr>
          <p:cNvSpPr txBox="1"/>
          <p:nvPr/>
        </p:nvSpPr>
        <p:spPr>
          <a:xfrm>
            <a:off x="2863274" y="5015468"/>
            <a:ext cx="6844566" cy="369332"/>
          </a:xfrm>
          <a:prstGeom prst="rect">
            <a:avLst/>
          </a:prstGeom>
          <a:noFill/>
        </p:spPr>
        <p:txBody>
          <a:bodyPr wrap="none" rtlCol="0">
            <a:spAutoFit/>
          </a:bodyPr>
          <a:lstStyle/>
          <a:p>
            <a:r>
              <a:rPr lang="es-CL" dirty="0">
                <a:solidFill>
                  <a:schemeClr val="bg1"/>
                </a:solidFill>
              </a:rPr>
              <a:t>GOT              KEUT                 OT                  IT                   GOT                KKOT</a:t>
            </a:r>
          </a:p>
        </p:txBody>
      </p:sp>
    </p:spTree>
    <p:extLst>
      <p:ext uri="{BB962C8B-B14F-4D97-AF65-F5344CB8AC3E}">
        <p14:creationId xmlns:p14="http://schemas.microsoft.com/office/powerpoint/2010/main" val="963736923"/>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C:\Users\ching\Desktop\Korean Clases\받침\받침 소리 ㄹ.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93311" y="1621790"/>
            <a:ext cx="7640059" cy="4018769"/>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a:r>
              <a:rPr lang="es-CL" altLang="ko-KR" dirty="0">
                <a:latin typeface="Calibri" pitchFamily="34" charset="0"/>
                <a:cs typeface="Calibri" pitchFamily="34" charset="0"/>
              </a:rPr>
              <a:t>Consonantes </a:t>
            </a:r>
            <a:r>
              <a:rPr lang="ko-KR" altLang="es-CL" dirty="0">
                <a:latin typeface="Calibri" pitchFamily="34" charset="0"/>
                <a:cs typeface="Calibri" pitchFamily="34" charset="0"/>
              </a:rPr>
              <a:t>받침  </a:t>
            </a:r>
            <a:endParaRPr lang="en-US" dirty="0">
              <a:latin typeface="Calibri" pitchFamily="34" charset="0"/>
              <a:cs typeface="Calibri" pitchFamily="34" charset="0"/>
            </a:endParaRPr>
          </a:p>
        </p:txBody>
      </p:sp>
      <p:sp>
        <p:nvSpPr>
          <p:cNvPr id="2" name="TextBox 1">
            <a:extLst>
              <a:ext uri="{FF2B5EF4-FFF2-40B4-BE49-F238E27FC236}">
                <a16:creationId xmlns:a16="http://schemas.microsoft.com/office/drawing/2014/main" id="{1D5899A3-6CB8-8C47-AE8A-902103472060}"/>
              </a:ext>
            </a:extLst>
          </p:cNvPr>
          <p:cNvSpPr txBox="1"/>
          <p:nvPr/>
        </p:nvSpPr>
        <p:spPr>
          <a:xfrm>
            <a:off x="7056582" y="4555837"/>
            <a:ext cx="357790" cy="584775"/>
          </a:xfrm>
          <a:prstGeom prst="rect">
            <a:avLst/>
          </a:prstGeom>
          <a:noFill/>
        </p:spPr>
        <p:txBody>
          <a:bodyPr wrap="none" rtlCol="0">
            <a:spAutoFit/>
          </a:bodyPr>
          <a:lstStyle/>
          <a:p>
            <a:r>
              <a:rPr lang="es-CL" sz="3200" dirty="0">
                <a:solidFill>
                  <a:schemeClr val="bg1"/>
                </a:solidFill>
              </a:rPr>
              <a:t>L</a:t>
            </a:r>
          </a:p>
        </p:txBody>
      </p:sp>
    </p:spTree>
    <p:extLst>
      <p:ext uri="{BB962C8B-B14F-4D97-AF65-F5344CB8AC3E}">
        <p14:creationId xmlns:p14="http://schemas.microsoft.com/office/powerpoint/2010/main" val="2499611047"/>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C:\Users\ching\Desktop\Korean Clases\받침\받침 소리 ㄹ 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93311" y="1621789"/>
            <a:ext cx="7640059" cy="4003473"/>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a:r>
              <a:rPr lang="es-CL" altLang="ko-KR" dirty="0">
                <a:latin typeface="Calibri" pitchFamily="34" charset="0"/>
                <a:cs typeface="Calibri" pitchFamily="34" charset="0"/>
              </a:rPr>
              <a:t>Consonantes </a:t>
            </a:r>
            <a:r>
              <a:rPr lang="ko-KR" altLang="es-CL" dirty="0">
                <a:latin typeface="Calibri" pitchFamily="34" charset="0"/>
                <a:cs typeface="Calibri" pitchFamily="34" charset="0"/>
              </a:rPr>
              <a:t>받침  </a:t>
            </a:r>
            <a:endParaRPr lang="en-US" dirty="0">
              <a:latin typeface="Calibri" pitchFamily="34" charset="0"/>
              <a:cs typeface="Calibri" pitchFamily="34" charset="0"/>
            </a:endParaRPr>
          </a:p>
        </p:txBody>
      </p:sp>
      <p:sp>
        <p:nvSpPr>
          <p:cNvPr id="2" name="TextBox 1">
            <a:extLst>
              <a:ext uri="{FF2B5EF4-FFF2-40B4-BE49-F238E27FC236}">
                <a16:creationId xmlns:a16="http://schemas.microsoft.com/office/drawing/2014/main" id="{B44FD219-BA0E-3991-A9BD-0FDE9340C2C5}"/>
              </a:ext>
            </a:extLst>
          </p:cNvPr>
          <p:cNvSpPr txBox="1"/>
          <p:nvPr/>
        </p:nvSpPr>
        <p:spPr>
          <a:xfrm>
            <a:off x="4738255" y="5051545"/>
            <a:ext cx="415498" cy="369332"/>
          </a:xfrm>
          <a:prstGeom prst="rect">
            <a:avLst/>
          </a:prstGeom>
          <a:noFill/>
        </p:spPr>
        <p:txBody>
          <a:bodyPr wrap="none" rtlCol="0">
            <a:spAutoFit/>
          </a:bodyPr>
          <a:lstStyle/>
          <a:p>
            <a:r>
              <a:rPr lang="es-CL" dirty="0">
                <a:solidFill>
                  <a:schemeClr val="bg1"/>
                </a:solidFill>
              </a:rPr>
              <a:t>AL</a:t>
            </a:r>
          </a:p>
        </p:txBody>
      </p:sp>
      <p:sp>
        <p:nvSpPr>
          <p:cNvPr id="5" name="TextBox 4">
            <a:extLst>
              <a:ext uri="{FF2B5EF4-FFF2-40B4-BE49-F238E27FC236}">
                <a16:creationId xmlns:a16="http://schemas.microsoft.com/office/drawing/2014/main" id="{6B9D3407-4A3C-7D66-C434-1D13805EE4C5}"/>
              </a:ext>
            </a:extLst>
          </p:cNvPr>
          <p:cNvSpPr txBox="1"/>
          <p:nvPr/>
        </p:nvSpPr>
        <p:spPr>
          <a:xfrm>
            <a:off x="7001166" y="5051545"/>
            <a:ext cx="486030" cy="369332"/>
          </a:xfrm>
          <a:prstGeom prst="rect">
            <a:avLst/>
          </a:prstGeom>
          <a:noFill/>
        </p:spPr>
        <p:txBody>
          <a:bodyPr wrap="none" rtlCol="0">
            <a:spAutoFit/>
          </a:bodyPr>
          <a:lstStyle/>
          <a:p>
            <a:r>
              <a:rPr lang="es-CL" dirty="0">
                <a:solidFill>
                  <a:schemeClr val="bg1"/>
                </a:solidFill>
              </a:rPr>
              <a:t>GIL</a:t>
            </a:r>
          </a:p>
        </p:txBody>
      </p:sp>
    </p:spTree>
    <p:extLst>
      <p:ext uri="{BB962C8B-B14F-4D97-AF65-F5344CB8AC3E}">
        <p14:creationId xmlns:p14="http://schemas.microsoft.com/office/powerpoint/2010/main" val="340792029"/>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descr="C:\Users\ching\Desktop\Korean Clases\받침\받침 소리 ㅁ.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93310" y="1621788"/>
            <a:ext cx="7817490" cy="4131756"/>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a:r>
              <a:rPr lang="es-CL" altLang="ko-KR" dirty="0">
                <a:latin typeface="Calibri" pitchFamily="34" charset="0"/>
                <a:cs typeface="Calibri" pitchFamily="34" charset="0"/>
              </a:rPr>
              <a:t>Consonantes </a:t>
            </a:r>
            <a:r>
              <a:rPr lang="ko-KR" altLang="es-CL" dirty="0">
                <a:latin typeface="Calibri" pitchFamily="34" charset="0"/>
                <a:cs typeface="Calibri" pitchFamily="34" charset="0"/>
              </a:rPr>
              <a:t>받침  </a:t>
            </a:r>
            <a:endParaRPr lang="en-US" dirty="0">
              <a:latin typeface="Calibri" pitchFamily="34" charset="0"/>
              <a:cs typeface="Calibri" pitchFamily="34" charset="0"/>
            </a:endParaRPr>
          </a:p>
        </p:txBody>
      </p:sp>
      <p:sp>
        <p:nvSpPr>
          <p:cNvPr id="2" name="TextBox 1">
            <a:extLst>
              <a:ext uri="{FF2B5EF4-FFF2-40B4-BE49-F238E27FC236}">
                <a16:creationId xmlns:a16="http://schemas.microsoft.com/office/drawing/2014/main" id="{53372D4B-75DA-8673-C0CA-569ECF3A9DA6}"/>
              </a:ext>
            </a:extLst>
          </p:cNvPr>
          <p:cNvSpPr txBox="1"/>
          <p:nvPr/>
        </p:nvSpPr>
        <p:spPr>
          <a:xfrm>
            <a:off x="7019636" y="4784498"/>
            <a:ext cx="381836" cy="369332"/>
          </a:xfrm>
          <a:prstGeom prst="rect">
            <a:avLst/>
          </a:prstGeom>
          <a:noFill/>
        </p:spPr>
        <p:txBody>
          <a:bodyPr wrap="none" rtlCol="0">
            <a:spAutoFit/>
          </a:bodyPr>
          <a:lstStyle/>
          <a:p>
            <a:r>
              <a:rPr lang="es-CL" dirty="0">
                <a:solidFill>
                  <a:schemeClr val="bg1"/>
                </a:solidFill>
              </a:rPr>
              <a:t>M</a:t>
            </a:r>
          </a:p>
        </p:txBody>
      </p:sp>
    </p:spTree>
    <p:extLst>
      <p:ext uri="{BB962C8B-B14F-4D97-AF65-F5344CB8AC3E}">
        <p14:creationId xmlns:p14="http://schemas.microsoft.com/office/powerpoint/2010/main" val="665176735"/>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descr="C:\Users\ching\Desktop\Korean Clases\받침\받침 소리 ㅁ 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1621788"/>
            <a:ext cx="7696200" cy="4043823"/>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a:r>
              <a:rPr lang="es-CL" altLang="ko-KR" dirty="0">
                <a:latin typeface="Calibri" pitchFamily="34" charset="0"/>
                <a:cs typeface="Calibri" pitchFamily="34" charset="0"/>
              </a:rPr>
              <a:t>Consonantes </a:t>
            </a:r>
            <a:r>
              <a:rPr lang="ko-KR" altLang="es-CL" dirty="0">
                <a:latin typeface="Calibri" pitchFamily="34" charset="0"/>
                <a:cs typeface="Calibri" pitchFamily="34" charset="0"/>
              </a:rPr>
              <a:t>받침  </a:t>
            </a:r>
            <a:endParaRPr lang="en-US" dirty="0">
              <a:latin typeface="Calibri" pitchFamily="34" charset="0"/>
              <a:cs typeface="Calibri" pitchFamily="34" charset="0"/>
            </a:endParaRPr>
          </a:p>
        </p:txBody>
      </p:sp>
      <p:sp>
        <p:nvSpPr>
          <p:cNvPr id="2" name="TextBox 1">
            <a:extLst>
              <a:ext uri="{FF2B5EF4-FFF2-40B4-BE49-F238E27FC236}">
                <a16:creationId xmlns:a16="http://schemas.microsoft.com/office/drawing/2014/main" id="{F81375BE-25B7-111D-D3BC-A6AA4E085D2E}"/>
              </a:ext>
            </a:extLst>
          </p:cNvPr>
          <p:cNvSpPr txBox="1"/>
          <p:nvPr/>
        </p:nvSpPr>
        <p:spPr>
          <a:xfrm>
            <a:off x="4987636" y="5051546"/>
            <a:ext cx="660758" cy="369332"/>
          </a:xfrm>
          <a:prstGeom prst="rect">
            <a:avLst/>
          </a:prstGeom>
          <a:noFill/>
        </p:spPr>
        <p:txBody>
          <a:bodyPr wrap="none" rtlCol="0">
            <a:spAutoFit/>
          </a:bodyPr>
          <a:lstStyle/>
          <a:p>
            <a:r>
              <a:rPr lang="es-CL" dirty="0">
                <a:solidFill>
                  <a:schemeClr val="bg1"/>
                </a:solidFill>
              </a:rPr>
              <a:t>GAM</a:t>
            </a:r>
          </a:p>
        </p:txBody>
      </p:sp>
      <p:sp>
        <p:nvSpPr>
          <p:cNvPr id="4" name="TextBox 3">
            <a:extLst>
              <a:ext uri="{FF2B5EF4-FFF2-40B4-BE49-F238E27FC236}">
                <a16:creationId xmlns:a16="http://schemas.microsoft.com/office/drawing/2014/main" id="{F3B1E29B-589D-5892-02D2-615EB7DD97E8}"/>
              </a:ext>
            </a:extLst>
          </p:cNvPr>
          <p:cNvSpPr txBox="1"/>
          <p:nvPr/>
        </p:nvSpPr>
        <p:spPr>
          <a:xfrm>
            <a:off x="7158181" y="5051546"/>
            <a:ext cx="787395" cy="369332"/>
          </a:xfrm>
          <a:prstGeom prst="rect">
            <a:avLst/>
          </a:prstGeom>
          <a:noFill/>
        </p:spPr>
        <p:txBody>
          <a:bodyPr wrap="none" rtlCol="0">
            <a:spAutoFit/>
          </a:bodyPr>
          <a:lstStyle/>
          <a:p>
            <a:r>
              <a:rPr lang="es-CL" dirty="0">
                <a:solidFill>
                  <a:schemeClr val="bg1"/>
                </a:solidFill>
              </a:rPr>
              <a:t>GEUM</a:t>
            </a:r>
          </a:p>
        </p:txBody>
      </p:sp>
    </p:spTree>
    <p:extLst>
      <p:ext uri="{BB962C8B-B14F-4D97-AF65-F5344CB8AC3E}">
        <p14:creationId xmlns:p14="http://schemas.microsoft.com/office/powerpoint/2010/main" val="1504094268"/>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descr="C:\Users\ching\Desktop\Korean Clases\받침\받침 소리 ㅂ.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1621787"/>
            <a:ext cx="7696200" cy="4031262"/>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a:r>
              <a:rPr lang="es-CL" altLang="ko-KR" dirty="0">
                <a:latin typeface="Calibri" pitchFamily="34" charset="0"/>
                <a:cs typeface="Calibri" pitchFamily="34" charset="0"/>
              </a:rPr>
              <a:t>Consonantes </a:t>
            </a:r>
            <a:r>
              <a:rPr lang="ko-KR" altLang="es-CL" dirty="0">
                <a:latin typeface="Calibri" pitchFamily="34" charset="0"/>
                <a:cs typeface="Calibri" pitchFamily="34" charset="0"/>
              </a:rPr>
              <a:t>받침  </a:t>
            </a:r>
            <a:endParaRPr lang="en-US" dirty="0">
              <a:latin typeface="Calibri" pitchFamily="34" charset="0"/>
              <a:cs typeface="Calibri" pitchFamily="34" charset="0"/>
            </a:endParaRPr>
          </a:p>
        </p:txBody>
      </p:sp>
      <p:sp>
        <p:nvSpPr>
          <p:cNvPr id="2" name="TextBox 1">
            <a:extLst>
              <a:ext uri="{FF2B5EF4-FFF2-40B4-BE49-F238E27FC236}">
                <a16:creationId xmlns:a16="http://schemas.microsoft.com/office/drawing/2014/main" id="{FB022499-399A-83C7-79C4-8D1B502DA95C}"/>
              </a:ext>
            </a:extLst>
          </p:cNvPr>
          <p:cNvSpPr txBox="1"/>
          <p:nvPr/>
        </p:nvSpPr>
        <p:spPr>
          <a:xfrm>
            <a:off x="7121236" y="4719782"/>
            <a:ext cx="303288" cy="369332"/>
          </a:xfrm>
          <a:prstGeom prst="rect">
            <a:avLst/>
          </a:prstGeom>
          <a:noFill/>
        </p:spPr>
        <p:txBody>
          <a:bodyPr wrap="none" rtlCol="0">
            <a:spAutoFit/>
          </a:bodyPr>
          <a:lstStyle/>
          <a:p>
            <a:r>
              <a:rPr lang="es-CL" dirty="0">
                <a:solidFill>
                  <a:schemeClr val="bg1"/>
                </a:solidFill>
              </a:rPr>
              <a:t>P</a:t>
            </a:r>
          </a:p>
        </p:txBody>
      </p:sp>
    </p:spTree>
    <p:extLst>
      <p:ext uri="{BB962C8B-B14F-4D97-AF65-F5344CB8AC3E}">
        <p14:creationId xmlns:p14="http://schemas.microsoft.com/office/powerpoint/2010/main" val="155003341"/>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descr="C:\Users\ching\Desktop\Korean Clases\받침\받침 소리 ㅂ 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0160" y="1621787"/>
            <a:ext cx="7734138" cy="4031262"/>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a:r>
              <a:rPr lang="es-CL" altLang="ko-KR" dirty="0">
                <a:latin typeface="Calibri" pitchFamily="34" charset="0"/>
                <a:cs typeface="Calibri" pitchFamily="34" charset="0"/>
              </a:rPr>
              <a:t>Consonantes </a:t>
            </a:r>
            <a:r>
              <a:rPr lang="ko-KR" altLang="es-CL" dirty="0">
                <a:latin typeface="Calibri" pitchFamily="34" charset="0"/>
                <a:cs typeface="Calibri" pitchFamily="34" charset="0"/>
              </a:rPr>
              <a:t>받침  </a:t>
            </a:r>
            <a:endParaRPr lang="en-US" dirty="0">
              <a:latin typeface="Calibri" pitchFamily="34" charset="0"/>
              <a:cs typeface="Calibri" pitchFamily="34" charset="0"/>
            </a:endParaRPr>
          </a:p>
        </p:txBody>
      </p:sp>
      <p:sp>
        <p:nvSpPr>
          <p:cNvPr id="2" name="TextBox 1">
            <a:extLst>
              <a:ext uri="{FF2B5EF4-FFF2-40B4-BE49-F238E27FC236}">
                <a16:creationId xmlns:a16="http://schemas.microsoft.com/office/drawing/2014/main" id="{D5635A86-76AE-4228-9AF2-9359CC0E114F}"/>
              </a:ext>
            </a:extLst>
          </p:cNvPr>
          <p:cNvSpPr txBox="1"/>
          <p:nvPr/>
        </p:nvSpPr>
        <p:spPr>
          <a:xfrm>
            <a:off x="5541818" y="5153891"/>
            <a:ext cx="1798890" cy="369332"/>
          </a:xfrm>
          <a:prstGeom prst="rect">
            <a:avLst/>
          </a:prstGeom>
          <a:noFill/>
        </p:spPr>
        <p:txBody>
          <a:bodyPr wrap="none" rtlCol="0">
            <a:spAutoFit/>
          </a:bodyPr>
          <a:lstStyle/>
          <a:p>
            <a:r>
              <a:rPr lang="es-CL" dirty="0">
                <a:solidFill>
                  <a:schemeClr val="bg1"/>
                </a:solidFill>
              </a:rPr>
              <a:t>AP                     </a:t>
            </a:r>
            <a:r>
              <a:rPr lang="es-CL" dirty="0" err="1">
                <a:solidFill>
                  <a:schemeClr val="bg1"/>
                </a:solidFill>
              </a:rPr>
              <a:t>AP</a:t>
            </a:r>
            <a:endParaRPr lang="es-CL" dirty="0">
              <a:solidFill>
                <a:schemeClr val="bg1"/>
              </a:solidFill>
            </a:endParaRPr>
          </a:p>
        </p:txBody>
      </p:sp>
    </p:spTree>
    <p:extLst>
      <p:ext uri="{BB962C8B-B14F-4D97-AF65-F5344CB8AC3E}">
        <p14:creationId xmlns:p14="http://schemas.microsoft.com/office/powerpoint/2010/main" val="3496715920"/>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descr="C:\Users\ching\Desktop\Korean Clases\받침\받침 소리 ㅇ.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0160" y="1621788"/>
            <a:ext cx="7734138" cy="4057759"/>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a:r>
              <a:rPr lang="es-CL" altLang="ko-KR" dirty="0">
                <a:latin typeface="Calibri" pitchFamily="34" charset="0"/>
                <a:cs typeface="Calibri" pitchFamily="34" charset="0"/>
              </a:rPr>
              <a:t>Consonantes </a:t>
            </a:r>
            <a:r>
              <a:rPr lang="ko-KR" altLang="es-CL" dirty="0">
                <a:latin typeface="Calibri" pitchFamily="34" charset="0"/>
                <a:cs typeface="Calibri" pitchFamily="34" charset="0"/>
              </a:rPr>
              <a:t>받침  </a:t>
            </a:r>
            <a:endParaRPr lang="en-US" dirty="0">
              <a:latin typeface="Calibri" pitchFamily="34" charset="0"/>
              <a:cs typeface="Calibri" pitchFamily="34" charset="0"/>
            </a:endParaRPr>
          </a:p>
        </p:txBody>
      </p:sp>
      <p:sp>
        <p:nvSpPr>
          <p:cNvPr id="2" name="TextBox 1">
            <a:extLst>
              <a:ext uri="{FF2B5EF4-FFF2-40B4-BE49-F238E27FC236}">
                <a16:creationId xmlns:a16="http://schemas.microsoft.com/office/drawing/2014/main" id="{19391C67-61F0-CF08-1220-D78DE99BA1DE}"/>
              </a:ext>
            </a:extLst>
          </p:cNvPr>
          <p:cNvSpPr txBox="1"/>
          <p:nvPr/>
        </p:nvSpPr>
        <p:spPr>
          <a:xfrm>
            <a:off x="7158180" y="4655249"/>
            <a:ext cx="886691" cy="369332"/>
          </a:xfrm>
          <a:prstGeom prst="rect">
            <a:avLst/>
          </a:prstGeom>
          <a:noFill/>
        </p:spPr>
        <p:txBody>
          <a:bodyPr wrap="square" rtlCol="0">
            <a:spAutoFit/>
          </a:bodyPr>
          <a:lstStyle/>
          <a:p>
            <a:r>
              <a:rPr lang="es-CL" dirty="0">
                <a:solidFill>
                  <a:schemeClr val="bg1"/>
                </a:solidFill>
              </a:rPr>
              <a:t>NG</a:t>
            </a:r>
          </a:p>
        </p:txBody>
      </p:sp>
    </p:spTree>
    <p:extLst>
      <p:ext uri="{BB962C8B-B14F-4D97-AF65-F5344CB8AC3E}">
        <p14:creationId xmlns:p14="http://schemas.microsoft.com/office/powerpoint/2010/main" val="3764411820"/>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descr="C:\Users\ching\Desktop\Korean Clases\받침\받침 소리 ㅇ 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5875" y="1600200"/>
            <a:ext cx="7714718" cy="4038600"/>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a:r>
              <a:rPr lang="es-CL" altLang="ko-KR" dirty="0">
                <a:latin typeface="Calibri" pitchFamily="34" charset="0"/>
                <a:cs typeface="Calibri" pitchFamily="34" charset="0"/>
              </a:rPr>
              <a:t>Consonantes </a:t>
            </a:r>
            <a:r>
              <a:rPr lang="ko-KR" altLang="es-CL" dirty="0">
                <a:latin typeface="Calibri" pitchFamily="34" charset="0"/>
                <a:cs typeface="Calibri" pitchFamily="34" charset="0"/>
              </a:rPr>
              <a:t>받침  </a:t>
            </a:r>
            <a:endParaRPr lang="en-US" dirty="0">
              <a:latin typeface="Calibri" pitchFamily="34" charset="0"/>
              <a:cs typeface="Calibri" pitchFamily="34" charset="0"/>
            </a:endParaRPr>
          </a:p>
        </p:txBody>
      </p:sp>
    </p:spTree>
    <p:extLst>
      <p:ext uri="{BB962C8B-B14F-4D97-AF65-F5344CB8AC3E}">
        <p14:creationId xmlns:p14="http://schemas.microsoft.com/office/powerpoint/2010/main" val="2807099808"/>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descr="C:\Users\ching\Desktop\Korean Clases\받침\받침 소리 ㅇ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0635" y="1600200"/>
            <a:ext cx="7747518" cy="4038600"/>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a:r>
              <a:rPr lang="es-CL" altLang="ko-KR" dirty="0">
                <a:latin typeface="Calibri" pitchFamily="34" charset="0"/>
                <a:cs typeface="Calibri" pitchFamily="34" charset="0"/>
              </a:rPr>
              <a:t>Consonantes </a:t>
            </a:r>
            <a:r>
              <a:rPr lang="ko-KR" altLang="es-CL" dirty="0">
                <a:latin typeface="Calibri" pitchFamily="34" charset="0"/>
                <a:cs typeface="Calibri" pitchFamily="34" charset="0"/>
              </a:rPr>
              <a:t>받침  </a:t>
            </a:r>
            <a:endParaRPr lang="en-US" dirty="0">
              <a:latin typeface="Calibri" pitchFamily="34" charset="0"/>
              <a:cs typeface="Calibri" pitchFamily="34" charset="0"/>
            </a:endParaRPr>
          </a:p>
        </p:txBody>
      </p:sp>
      <p:sp>
        <p:nvSpPr>
          <p:cNvPr id="2" name="TextBox 1">
            <a:extLst>
              <a:ext uri="{FF2B5EF4-FFF2-40B4-BE49-F238E27FC236}">
                <a16:creationId xmlns:a16="http://schemas.microsoft.com/office/drawing/2014/main" id="{B8A2CA7C-A7E3-B50D-BC2A-9F682B2A2D42}"/>
              </a:ext>
            </a:extLst>
          </p:cNvPr>
          <p:cNvSpPr txBox="1"/>
          <p:nvPr/>
        </p:nvSpPr>
        <p:spPr>
          <a:xfrm>
            <a:off x="5001186" y="5073134"/>
            <a:ext cx="2826415" cy="369332"/>
          </a:xfrm>
          <a:prstGeom prst="rect">
            <a:avLst/>
          </a:prstGeom>
          <a:noFill/>
        </p:spPr>
        <p:txBody>
          <a:bodyPr wrap="none" rtlCol="0">
            <a:spAutoFit/>
          </a:bodyPr>
          <a:lstStyle/>
          <a:p>
            <a:r>
              <a:rPr lang="es-CL" dirty="0">
                <a:solidFill>
                  <a:schemeClr val="bg1"/>
                </a:solidFill>
              </a:rPr>
              <a:t>ANG                               GANG</a:t>
            </a:r>
          </a:p>
        </p:txBody>
      </p:sp>
    </p:spTree>
    <p:extLst>
      <p:ext uri="{BB962C8B-B14F-4D97-AF65-F5344CB8AC3E}">
        <p14:creationId xmlns:p14="http://schemas.microsoft.com/office/powerpoint/2010/main" val="2530596403"/>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descr="C:\Users\ching\Desktop\Korean Clases\받침\기본 받침 소리 정리.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1115" y="1623060"/>
            <a:ext cx="7717038" cy="4046656"/>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a:r>
              <a:rPr lang="es-CL" altLang="ko-KR" dirty="0">
                <a:latin typeface="Calibri" pitchFamily="34" charset="0"/>
                <a:cs typeface="Calibri" pitchFamily="34" charset="0"/>
              </a:rPr>
              <a:t>Consonantes </a:t>
            </a:r>
            <a:r>
              <a:rPr lang="ko-KR" altLang="es-CL" dirty="0">
                <a:latin typeface="Calibri" pitchFamily="34" charset="0"/>
                <a:cs typeface="Calibri" pitchFamily="34" charset="0"/>
              </a:rPr>
              <a:t>받침  </a:t>
            </a:r>
            <a:endParaRPr lang="en-US" dirty="0">
              <a:latin typeface="Calibri" pitchFamily="34" charset="0"/>
              <a:cs typeface="Calibri" pitchFamily="34" charset="0"/>
            </a:endParaRPr>
          </a:p>
        </p:txBody>
      </p:sp>
    </p:spTree>
    <p:extLst>
      <p:ext uri="{BB962C8B-B14F-4D97-AF65-F5344CB8AC3E}">
        <p14:creationId xmlns:p14="http://schemas.microsoft.com/office/powerpoint/2010/main" val="2780158071"/>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descr="C:\Users\ching\Desktop\Korean Clases\받침\기본 받침 소리 정리.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0657" y="1623060"/>
            <a:ext cx="7717038" cy="4046656"/>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a:r>
              <a:rPr lang="es-CL" altLang="ko-KR" dirty="0">
                <a:latin typeface="Calibri" pitchFamily="34" charset="0"/>
                <a:cs typeface="Calibri" pitchFamily="34" charset="0"/>
              </a:rPr>
              <a:t>Consonantes </a:t>
            </a:r>
            <a:r>
              <a:rPr lang="ko-KR" altLang="es-CL" dirty="0">
                <a:latin typeface="Calibri" pitchFamily="34" charset="0"/>
                <a:cs typeface="Calibri" pitchFamily="34" charset="0"/>
              </a:rPr>
              <a:t>받침  </a:t>
            </a:r>
            <a:endParaRPr lang="en-US" dirty="0">
              <a:latin typeface="Calibri" pitchFamily="34" charset="0"/>
              <a:cs typeface="Calibri" pitchFamily="34" charset="0"/>
            </a:endParaRPr>
          </a:p>
        </p:txBody>
      </p:sp>
      <p:sp>
        <p:nvSpPr>
          <p:cNvPr id="2" name="TextBox 1"/>
          <p:cNvSpPr txBox="1"/>
          <p:nvPr/>
        </p:nvSpPr>
        <p:spPr>
          <a:xfrm>
            <a:off x="3124200" y="1828801"/>
            <a:ext cx="409086" cy="584775"/>
          </a:xfrm>
          <a:prstGeom prst="rect">
            <a:avLst/>
          </a:prstGeom>
          <a:noFill/>
        </p:spPr>
        <p:txBody>
          <a:bodyPr wrap="none" rtlCol="0">
            <a:spAutoFit/>
          </a:bodyPr>
          <a:lstStyle/>
          <a:p>
            <a:r>
              <a:rPr lang="es-CL" sz="3200" b="1" dirty="0">
                <a:solidFill>
                  <a:schemeClr val="bg1"/>
                </a:solidFill>
                <a:latin typeface="Calibri" pitchFamily="34" charset="0"/>
                <a:cs typeface="Calibri" pitchFamily="34" charset="0"/>
              </a:rPr>
              <a:t>K</a:t>
            </a:r>
            <a:endParaRPr lang="es-CL" b="1" dirty="0">
              <a:solidFill>
                <a:schemeClr val="bg1"/>
              </a:solidFill>
              <a:latin typeface="Calibri" pitchFamily="34" charset="0"/>
              <a:cs typeface="Calibri" pitchFamily="34" charset="0"/>
            </a:endParaRPr>
          </a:p>
        </p:txBody>
      </p:sp>
      <p:sp>
        <p:nvSpPr>
          <p:cNvPr id="5" name="TextBox 4"/>
          <p:cNvSpPr txBox="1"/>
          <p:nvPr/>
        </p:nvSpPr>
        <p:spPr>
          <a:xfrm>
            <a:off x="4114800" y="1828801"/>
            <a:ext cx="455574" cy="584775"/>
          </a:xfrm>
          <a:prstGeom prst="rect">
            <a:avLst/>
          </a:prstGeom>
          <a:noFill/>
        </p:spPr>
        <p:txBody>
          <a:bodyPr wrap="none" rtlCol="0">
            <a:spAutoFit/>
          </a:bodyPr>
          <a:lstStyle/>
          <a:p>
            <a:r>
              <a:rPr lang="es-CL" sz="3200" b="1" dirty="0">
                <a:solidFill>
                  <a:schemeClr val="bg1"/>
                </a:solidFill>
                <a:latin typeface="Calibri" pitchFamily="34" charset="0"/>
                <a:cs typeface="Calibri" pitchFamily="34" charset="0"/>
              </a:rPr>
              <a:t>N</a:t>
            </a:r>
            <a:endParaRPr lang="es-CL" b="1" dirty="0">
              <a:solidFill>
                <a:schemeClr val="bg1"/>
              </a:solidFill>
              <a:latin typeface="Calibri" pitchFamily="34" charset="0"/>
              <a:cs typeface="Calibri" pitchFamily="34" charset="0"/>
            </a:endParaRPr>
          </a:p>
        </p:txBody>
      </p:sp>
      <p:sp>
        <p:nvSpPr>
          <p:cNvPr id="6" name="TextBox 5"/>
          <p:cNvSpPr txBox="1"/>
          <p:nvPr/>
        </p:nvSpPr>
        <p:spPr>
          <a:xfrm>
            <a:off x="6041386" y="1828801"/>
            <a:ext cx="357790" cy="584775"/>
          </a:xfrm>
          <a:prstGeom prst="rect">
            <a:avLst/>
          </a:prstGeom>
          <a:noFill/>
        </p:spPr>
        <p:txBody>
          <a:bodyPr wrap="none" rtlCol="0">
            <a:spAutoFit/>
          </a:bodyPr>
          <a:lstStyle/>
          <a:p>
            <a:r>
              <a:rPr lang="es-CL" sz="3200" b="1" dirty="0">
                <a:solidFill>
                  <a:schemeClr val="bg1"/>
                </a:solidFill>
                <a:latin typeface="Calibri" pitchFamily="34" charset="0"/>
                <a:cs typeface="Calibri" pitchFamily="34" charset="0"/>
              </a:rPr>
              <a:t>L</a:t>
            </a:r>
            <a:endParaRPr lang="es-CL" b="1" dirty="0">
              <a:solidFill>
                <a:schemeClr val="bg1"/>
              </a:solidFill>
              <a:latin typeface="Calibri" pitchFamily="34" charset="0"/>
              <a:cs typeface="Calibri" pitchFamily="34" charset="0"/>
            </a:endParaRPr>
          </a:p>
        </p:txBody>
      </p:sp>
      <p:sp>
        <p:nvSpPr>
          <p:cNvPr id="8" name="TextBox 7"/>
          <p:cNvSpPr txBox="1"/>
          <p:nvPr/>
        </p:nvSpPr>
        <p:spPr>
          <a:xfrm>
            <a:off x="5105400" y="1828801"/>
            <a:ext cx="388248" cy="584775"/>
          </a:xfrm>
          <a:prstGeom prst="rect">
            <a:avLst/>
          </a:prstGeom>
          <a:noFill/>
        </p:spPr>
        <p:txBody>
          <a:bodyPr wrap="none" rtlCol="0">
            <a:spAutoFit/>
          </a:bodyPr>
          <a:lstStyle/>
          <a:p>
            <a:r>
              <a:rPr lang="es-CL" sz="3200" b="1" dirty="0">
                <a:solidFill>
                  <a:schemeClr val="bg1"/>
                </a:solidFill>
                <a:latin typeface="Calibri" pitchFamily="34" charset="0"/>
                <a:cs typeface="Calibri" pitchFamily="34" charset="0"/>
              </a:rPr>
              <a:t>T</a:t>
            </a:r>
            <a:endParaRPr lang="es-CL" b="1" dirty="0">
              <a:solidFill>
                <a:schemeClr val="bg1"/>
              </a:solidFill>
              <a:latin typeface="Calibri" pitchFamily="34" charset="0"/>
              <a:cs typeface="Calibri" pitchFamily="34" charset="0"/>
            </a:endParaRPr>
          </a:p>
        </p:txBody>
      </p:sp>
      <p:sp>
        <p:nvSpPr>
          <p:cNvPr id="9" name="TextBox 8"/>
          <p:cNvSpPr txBox="1"/>
          <p:nvPr/>
        </p:nvSpPr>
        <p:spPr>
          <a:xfrm>
            <a:off x="7086601" y="1853879"/>
            <a:ext cx="543739" cy="584775"/>
          </a:xfrm>
          <a:prstGeom prst="rect">
            <a:avLst/>
          </a:prstGeom>
          <a:noFill/>
        </p:spPr>
        <p:txBody>
          <a:bodyPr wrap="none" rtlCol="0">
            <a:spAutoFit/>
          </a:bodyPr>
          <a:lstStyle/>
          <a:p>
            <a:r>
              <a:rPr lang="es-CL" sz="3200" b="1" dirty="0">
                <a:solidFill>
                  <a:schemeClr val="bg1"/>
                </a:solidFill>
                <a:latin typeface="Calibri" pitchFamily="34" charset="0"/>
                <a:cs typeface="Calibri" pitchFamily="34" charset="0"/>
              </a:rPr>
              <a:t>M</a:t>
            </a:r>
            <a:endParaRPr lang="es-CL" b="1" dirty="0">
              <a:solidFill>
                <a:schemeClr val="bg1"/>
              </a:solidFill>
              <a:latin typeface="Calibri" pitchFamily="34" charset="0"/>
              <a:cs typeface="Calibri" pitchFamily="34" charset="0"/>
            </a:endParaRPr>
          </a:p>
        </p:txBody>
      </p:sp>
      <p:sp>
        <p:nvSpPr>
          <p:cNvPr id="10" name="TextBox 9"/>
          <p:cNvSpPr txBox="1"/>
          <p:nvPr/>
        </p:nvSpPr>
        <p:spPr>
          <a:xfrm>
            <a:off x="8153400" y="1828800"/>
            <a:ext cx="402674" cy="584775"/>
          </a:xfrm>
          <a:prstGeom prst="rect">
            <a:avLst/>
          </a:prstGeom>
          <a:noFill/>
        </p:spPr>
        <p:txBody>
          <a:bodyPr wrap="none" rtlCol="0">
            <a:spAutoFit/>
          </a:bodyPr>
          <a:lstStyle/>
          <a:p>
            <a:r>
              <a:rPr lang="es-CL" sz="3200" b="1" dirty="0">
                <a:solidFill>
                  <a:schemeClr val="bg1"/>
                </a:solidFill>
                <a:latin typeface="Calibri" pitchFamily="34" charset="0"/>
                <a:cs typeface="Calibri" pitchFamily="34" charset="0"/>
              </a:rPr>
              <a:t>P</a:t>
            </a:r>
            <a:endParaRPr lang="es-CL" b="1" dirty="0">
              <a:solidFill>
                <a:schemeClr val="bg1"/>
              </a:solidFill>
              <a:latin typeface="Calibri" pitchFamily="34" charset="0"/>
              <a:cs typeface="Calibri" pitchFamily="34" charset="0"/>
            </a:endParaRPr>
          </a:p>
        </p:txBody>
      </p:sp>
      <p:sp>
        <p:nvSpPr>
          <p:cNvPr id="11" name="TextBox 10"/>
          <p:cNvSpPr txBox="1"/>
          <p:nvPr/>
        </p:nvSpPr>
        <p:spPr>
          <a:xfrm>
            <a:off x="8991601" y="1828801"/>
            <a:ext cx="716863" cy="584775"/>
          </a:xfrm>
          <a:prstGeom prst="rect">
            <a:avLst/>
          </a:prstGeom>
          <a:noFill/>
        </p:spPr>
        <p:txBody>
          <a:bodyPr wrap="none" rtlCol="0">
            <a:spAutoFit/>
          </a:bodyPr>
          <a:lstStyle/>
          <a:p>
            <a:r>
              <a:rPr lang="es-CL" sz="3200" b="1" dirty="0">
                <a:solidFill>
                  <a:schemeClr val="bg1"/>
                </a:solidFill>
                <a:latin typeface="Calibri" pitchFamily="34" charset="0"/>
                <a:cs typeface="Calibri" pitchFamily="34" charset="0"/>
              </a:rPr>
              <a:t>NG</a:t>
            </a:r>
            <a:endParaRPr lang="es-CL" b="1" dirty="0">
              <a:solidFill>
                <a:schemeClr val="bg1"/>
              </a:solidFill>
              <a:latin typeface="Calibri" pitchFamily="34" charset="0"/>
              <a:cs typeface="Calibri" pitchFamily="34" charset="0"/>
            </a:endParaRPr>
          </a:p>
        </p:txBody>
      </p:sp>
    </p:spTree>
    <p:extLst>
      <p:ext uri="{BB962C8B-B14F-4D97-AF65-F5344CB8AC3E}">
        <p14:creationId xmlns:p14="http://schemas.microsoft.com/office/powerpoint/2010/main" val="42649817"/>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06B00-4F22-B424-DBFD-E31A4AF2816D}"/>
            </a:ext>
          </a:extLst>
        </p:cNvPr>
        <p:cNvGrpSpPr/>
        <p:nvPr/>
      </p:nvGrpSpPr>
      <p:grpSpPr>
        <a:xfrm>
          <a:off x="0" y="0"/>
          <a:ext cx="0" cy="0"/>
          <a:chOff x="0" y="0"/>
          <a:chExt cx="0" cy="0"/>
        </a:xfrm>
      </p:grpSpPr>
      <p:pic>
        <p:nvPicPr>
          <p:cNvPr id="2" name="img82">
            <a:extLst>
              <a:ext uri="{FF2B5EF4-FFF2-40B4-BE49-F238E27FC236}">
                <a16:creationId xmlns:a16="http://schemas.microsoft.com/office/drawing/2014/main" id="{F2F23752-AB4A-8198-EB7A-E8D5863ECE54}"/>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627327463"/>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846B25-EF43-B29A-7C3E-D737176D53AF}"/>
            </a:ext>
          </a:extLst>
        </p:cNvPr>
        <p:cNvGrpSpPr/>
        <p:nvPr/>
      </p:nvGrpSpPr>
      <p:grpSpPr>
        <a:xfrm>
          <a:off x="0" y="0"/>
          <a:ext cx="0" cy="0"/>
          <a:chOff x="0" y="0"/>
          <a:chExt cx="0" cy="0"/>
        </a:xfrm>
      </p:grpSpPr>
      <p:pic>
        <p:nvPicPr>
          <p:cNvPr id="2" name="ref78">
            <a:extLst>
              <a:ext uri="{FF2B5EF4-FFF2-40B4-BE49-F238E27FC236}">
                <a16:creationId xmlns:a16="http://schemas.microsoft.com/office/drawing/2014/main" id="{5ADD8258-4280-B1B3-DFC4-BA3B3791C52A}"/>
              </a:ext>
            </a:extLst>
          </p:cNvPr>
          <p:cNvPicPr>
            <a:picLocks noChangeAspect="1"/>
          </p:cNvPicPr>
          <p:nvPr/>
        </p:nvPicPr>
        <p:blipFill>
          <a:blip r:embed="rId2"/>
          <a:stretch>
            <a:fillRect/>
          </a:stretch>
        </p:blipFill>
        <p:spPr>
          <a:xfrm>
            <a:off x="0" y="0"/>
            <a:ext cx="12192000" cy="6858000"/>
          </a:xfrm>
          <a:prstGeom prst="rect">
            <a:avLst/>
          </a:prstGeom>
        </p:spPr>
      </p:pic>
      <p:pic>
        <p:nvPicPr>
          <p:cNvPr id="3" name="Image 0" descr="/sessions/sleepy-zen-cray/mnt/outputs/deck_assets/logo_var2_azul.png">
            <a:extLst>
              <a:ext uri="{FF2B5EF4-FFF2-40B4-BE49-F238E27FC236}">
                <a16:creationId xmlns:a16="http://schemas.microsoft.com/office/drawing/2014/main" id="{1094D8AE-10C1-5BF5-B63E-95A1AFFA02B5}"/>
              </a:ext>
            </a:extLst>
          </p:cNvPr>
          <p:cNvPicPr>
            <a:picLocks noChangeAspect="1"/>
          </p:cNvPicPr>
          <p:nvPr/>
        </p:nvPicPr>
        <p:blipFill>
          <a:blip r:embed="rId3"/>
          <a:stretch>
            <a:fillRect/>
          </a:stretch>
        </p:blipFill>
        <p:spPr>
          <a:xfrm>
            <a:off x="9778365" y="-600075"/>
            <a:ext cx="2571750" cy="2571750"/>
          </a:xfrm>
          <a:prstGeom prst="rect">
            <a:avLst/>
          </a:prstGeom>
        </p:spPr>
      </p:pic>
    </p:spTree>
    <p:extLst>
      <p:ext uri="{BB962C8B-B14F-4D97-AF65-F5344CB8AC3E}">
        <p14:creationId xmlns:p14="http://schemas.microsoft.com/office/powerpoint/2010/main" val="1503804906"/>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65760" y="365760"/>
            <a:ext cx="6400800" cy="274320"/>
          </a:xfrm>
          <a:prstGeom prst="rect">
            <a:avLst/>
          </a:prstGeom>
          <a:noFill/>
          <a:ln/>
        </p:spPr>
        <p:txBody>
          <a:bodyPr wrap="square" rtlCol="0" anchor="ctr"/>
          <a:lstStyle/>
          <a:p>
            <a:pPr marL="0" indent="0">
              <a:buNone/>
            </a:pPr>
            <a:r>
              <a:rPr lang="en-US" sz="1200" b="1" kern="0" spc="800" dirty="0">
                <a:solidFill>
                  <a:srgbClr val="FE6768"/>
                </a:solidFill>
                <a:latin typeface="Trebuchet MS" pitchFamily="34" charset="0"/>
                <a:ea typeface="Trebuchet MS" pitchFamily="34" charset="-122"/>
                <a:cs typeface="Trebuchet MS" pitchFamily="34" charset="-120"/>
              </a:rPr>
              <a:t>§6.0 · SÍLABAS</a:t>
            </a:r>
            <a:endParaRPr lang="en-US" sz="1200" dirty="0"/>
          </a:p>
        </p:txBody>
      </p:sp>
      <p:sp>
        <p:nvSpPr>
          <p:cNvPr id="3" name="Text 1"/>
          <p:cNvSpPr/>
          <p:nvPr/>
        </p:nvSpPr>
        <p:spPr>
          <a:xfrm>
            <a:off x="365760" y="658368"/>
            <a:ext cx="11430000" cy="640080"/>
          </a:xfrm>
          <a:prstGeom prst="rect">
            <a:avLst/>
          </a:prstGeom>
          <a:noFill/>
          <a:ln/>
        </p:spPr>
        <p:txBody>
          <a:bodyPr wrap="square" rtlCol="0" anchor="ctr"/>
          <a:lstStyle/>
          <a:p>
            <a:pPr marL="0" indent="0">
              <a:buNone/>
            </a:pPr>
            <a:r>
              <a:rPr lang="en-US" sz="3400" b="1" dirty="0">
                <a:solidFill>
                  <a:srgbClr val="0F172A"/>
                </a:solidFill>
                <a:latin typeface="Trebuchet MS" pitchFamily="34" charset="0"/>
                <a:ea typeface="Trebuchet MS" pitchFamily="34" charset="-122"/>
                <a:cs typeface="Trebuchet MS" pitchFamily="34" charset="-120"/>
              </a:rPr>
              <a:t>La estructura interna · I + M + F</a:t>
            </a:r>
            <a:endParaRPr lang="en-US" sz="3400" dirty="0"/>
          </a:p>
        </p:txBody>
      </p:sp>
      <p:sp>
        <p:nvSpPr>
          <p:cNvPr id="4" name="Shape 2"/>
          <p:cNvSpPr/>
          <p:nvPr/>
        </p:nvSpPr>
        <p:spPr>
          <a:xfrm>
            <a:off x="365760" y="1600200"/>
            <a:ext cx="11430000" cy="548640"/>
          </a:xfrm>
          <a:prstGeom prst="roundRect">
            <a:avLst>
              <a:gd name="adj" fmla="val 13333"/>
            </a:avLst>
          </a:prstGeom>
          <a:solidFill>
            <a:srgbClr val="F8F9FC"/>
          </a:solidFill>
          <a:ln w="12700">
            <a:solidFill>
              <a:srgbClr val="E2E8F0"/>
            </a:solidFill>
            <a:prstDash val="solid"/>
          </a:ln>
        </p:spPr>
      </p:sp>
      <p:sp>
        <p:nvSpPr>
          <p:cNvPr id="5" name="Shape 3"/>
          <p:cNvSpPr/>
          <p:nvPr/>
        </p:nvSpPr>
        <p:spPr>
          <a:xfrm>
            <a:off x="548640" y="1755648"/>
            <a:ext cx="237744" cy="237744"/>
          </a:xfrm>
          <a:prstGeom prst="ellipse">
            <a:avLst/>
          </a:prstGeom>
          <a:solidFill>
            <a:srgbClr val="4036ED"/>
          </a:solidFill>
          <a:ln/>
        </p:spPr>
      </p:sp>
      <p:sp>
        <p:nvSpPr>
          <p:cNvPr id="6" name="Text 4"/>
          <p:cNvSpPr/>
          <p:nvPr/>
        </p:nvSpPr>
        <p:spPr>
          <a:xfrm>
            <a:off x="868680" y="1691640"/>
            <a:ext cx="1371600" cy="365760"/>
          </a:xfrm>
          <a:prstGeom prst="rect">
            <a:avLst/>
          </a:prstGeom>
          <a:noFill/>
          <a:ln/>
        </p:spPr>
        <p:txBody>
          <a:bodyPr wrap="square" lIns="0" tIns="0" rIns="0" bIns="0" rtlCol="0" anchor="ctr"/>
          <a:lstStyle/>
          <a:p>
            <a:pPr marL="0" indent="0">
              <a:buNone/>
            </a:pPr>
            <a:r>
              <a:rPr lang="en-US" sz="1200" b="1" dirty="0">
                <a:solidFill>
                  <a:srgbClr val="4036ED"/>
                </a:solidFill>
                <a:latin typeface="Trebuchet MS" pitchFamily="34" charset="0"/>
                <a:ea typeface="Trebuchet MS" pitchFamily="34" charset="-122"/>
                <a:cs typeface="Trebuchet MS" pitchFamily="34" charset="-120"/>
              </a:rPr>
              <a:t>I · INITIAL</a:t>
            </a:r>
            <a:endParaRPr lang="en-US" sz="1200" dirty="0"/>
          </a:p>
        </p:txBody>
      </p:sp>
      <p:sp>
        <p:nvSpPr>
          <p:cNvPr id="7" name="Text 5"/>
          <p:cNvSpPr/>
          <p:nvPr/>
        </p:nvSpPr>
        <p:spPr>
          <a:xfrm>
            <a:off x="2057400" y="1691640"/>
            <a:ext cx="2194560" cy="365760"/>
          </a:xfrm>
          <a:prstGeom prst="rect">
            <a:avLst/>
          </a:prstGeom>
          <a:noFill/>
          <a:ln/>
        </p:spPr>
        <p:txBody>
          <a:bodyPr wrap="square" lIns="0" tIns="0" rIns="0" bIns="0" rtlCol="0" anchor="ctr"/>
          <a:lstStyle/>
          <a:p>
            <a:pPr marL="0" indent="0">
              <a:buNone/>
            </a:pPr>
            <a:r>
              <a:rPr lang="en-US" sz="1100" i="1" dirty="0">
                <a:solidFill>
                  <a:srgbClr val="4A5568"/>
                </a:solidFill>
                <a:latin typeface="Calibri" pitchFamily="34" charset="0"/>
                <a:ea typeface="Calibri" pitchFamily="34" charset="-122"/>
                <a:cs typeface="Calibri" pitchFamily="34" charset="-120"/>
              </a:rPr>
              <a:t>Consonante inicial</a:t>
            </a:r>
            <a:endParaRPr lang="en-US" sz="1100" dirty="0"/>
          </a:p>
        </p:txBody>
      </p:sp>
      <p:sp>
        <p:nvSpPr>
          <p:cNvPr id="8" name="Shape 6"/>
          <p:cNvSpPr/>
          <p:nvPr/>
        </p:nvSpPr>
        <p:spPr>
          <a:xfrm>
            <a:off x="4343400" y="1755648"/>
            <a:ext cx="237744" cy="237744"/>
          </a:xfrm>
          <a:prstGeom prst="ellipse">
            <a:avLst/>
          </a:prstGeom>
          <a:solidFill>
            <a:srgbClr val="FE6768"/>
          </a:solidFill>
          <a:ln/>
        </p:spPr>
      </p:sp>
      <p:sp>
        <p:nvSpPr>
          <p:cNvPr id="9" name="Text 7"/>
          <p:cNvSpPr/>
          <p:nvPr/>
        </p:nvSpPr>
        <p:spPr>
          <a:xfrm>
            <a:off x="4663440" y="1691640"/>
            <a:ext cx="1371600" cy="365760"/>
          </a:xfrm>
          <a:prstGeom prst="rect">
            <a:avLst/>
          </a:prstGeom>
          <a:noFill/>
          <a:ln/>
        </p:spPr>
        <p:txBody>
          <a:bodyPr wrap="square" lIns="0" tIns="0" rIns="0" bIns="0" rtlCol="0" anchor="ctr"/>
          <a:lstStyle/>
          <a:p>
            <a:pPr marL="0" indent="0">
              <a:buNone/>
            </a:pPr>
            <a:r>
              <a:rPr lang="en-US" sz="1200" b="1" dirty="0">
                <a:solidFill>
                  <a:srgbClr val="FE6768"/>
                </a:solidFill>
                <a:latin typeface="Trebuchet MS" pitchFamily="34" charset="0"/>
                <a:ea typeface="Trebuchet MS" pitchFamily="34" charset="-122"/>
                <a:cs typeface="Trebuchet MS" pitchFamily="34" charset="-120"/>
              </a:rPr>
              <a:t>M · MEDIAL</a:t>
            </a:r>
            <a:endParaRPr lang="en-US" sz="1200" dirty="0"/>
          </a:p>
        </p:txBody>
      </p:sp>
      <p:sp>
        <p:nvSpPr>
          <p:cNvPr id="10" name="Text 8"/>
          <p:cNvSpPr/>
          <p:nvPr/>
        </p:nvSpPr>
        <p:spPr>
          <a:xfrm>
            <a:off x="5852160" y="1691640"/>
            <a:ext cx="2194560" cy="365760"/>
          </a:xfrm>
          <a:prstGeom prst="rect">
            <a:avLst/>
          </a:prstGeom>
          <a:noFill/>
          <a:ln/>
        </p:spPr>
        <p:txBody>
          <a:bodyPr wrap="square" lIns="0" tIns="0" rIns="0" bIns="0" rtlCol="0" anchor="ctr"/>
          <a:lstStyle/>
          <a:p>
            <a:pPr marL="0" indent="0">
              <a:buNone/>
            </a:pPr>
            <a:r>
              <a:rPr lang="en-US" sz="1100" i="1" dirty="0">
                <a:solidFill>
                  <a:srgbClr val="4A5568"/>
                </a:solidFill>
                <a:latin typeface="Calibri" pitchFamily="34" charset="0"/>
                <a:ea typeface="Calibri" pitchFamily="34" charset="-122"/>
                <a:cs typeface="Calibri" pitchFamily="34" charset="-120"/>
              </a:rPr>
              <a:t>Vocal (obligatoria)</a:t>
            </a:r>
            <a:endParaRPr lang="en-US" sz="1100" dirty="0"/>
          </a:p>
        </p:txBody>
      </p:sp>
      <p:sp>
        <p:nvSpPr>
          <p:cNvPr id="11" name="Shape 9"/>
          <p:cNvSpPr/>
          <p:nvPr/>
        </p:nvSpPr>
        <p:spPr>
          <a:xfrm>
            <a:off x="8138160" y="1755648"/>
            <a:ext cx="237744" cy="237744"/>
          </a:xfrm>
          <a:prstGeom prst="ellipse">
            <a:avLst/>
          </a:prstGeom>
          <a:solidFill>
            <a:srgbClr val="2EA86B"/>
          </a:solidFill>
          <a:ln/>
        </p:spPr>
      </p:sp>
      <p:sp>
        <p:nvSpPr>
          <p:cNvPr id="12" name="Text 10"/>
          <p:cNvSpPr/>
          <p:nvPr/>
        </p:nvSpPr>
        <p:spPr>
          <a:xfrm>
            <a:off x="8458200" y="1691640"/>
            <a:ext cx="1371600" cy="365760"/>
          </a:xfrm>
          <a:prstGeom prst="rect">
            <a:avLst/>
          </a:prstGeom>
          <a:noFill/>
          <a:ln/>
        </p:spPr>
        <p:txBody>
          <a:bodyPr wrap="square" lIns="0" tIns="0" rIns="0" bIns="0" rtlCol="0" anchor="ctr"/>
          <a:lstStyle/>
          <a:p>
            <a:pPr marL="0" indent="0">
              <a:buNone/>
            </a:pPr>
            <a:r>
              <a:rPr lang="en-US" sz="1200" b="1" dirty="0">
                <a:solidFill>
                  <a:srgbClr val="2EA86B"/>
                </a:solidFill>
                <a:latin typeface="Trebuchet MS" pitchFamily="34" charset="0"/>
                <a:ea typeface="Trebuchet MS" pitchFamily="34" charset="-122"/>
                <a:cs typeface="Trebuchet MS" pitchFamily="34" charset="-120"/>
              </a:rPr>
              <a:t>F · FINAL</a:t>
            </a:r>
            <a:endParaRPr lang="en-US" sz="1200" dirty="0"/>
          </a:p>
        </p:txBody>
      </p:sp>
      <p:sp>
        <p:nvSpPr>
          <p:cNvPr id="13" name="Text 11"/>
          <p:cNvSpPr/>
          <p:nvPr/>
        </p:nvSpPr>
        <p:spPr>
          <a:xfrm>
            <a:off x="9646920" y="1691640"/>
            <a:ext cx="2194560" cy="365760"/>
          </a:xfrm>
          <a:prstGeom prst="rect">
            <a:avLst/>
          </a:prstGeom>
          <a:noFill/>
          <a:ln/>
        </p:spPr>
        <p:txBody>
          <a:bodyPr wrap="square" lIns="0" tIns="0" rIns="0" bIns="0" rtlCol="0" anchor="ctr"/>
          <a:lstStyle/>
          <a:p>
            <a:pPr marL="0" indent="0">
              <a:buNone/>
            </a:pPr>
            <a:r>
              <a:rPr lang="en-US" sz="1100" i="1" dirty="0">
                <a:solidFill>
                  <a:srgbClr val="4A5568"/>
                </a:solidFill>
                <a:latin typeface="Calibri" pitchFamily="34" charset="0"/>
                <a:ea typeface="Calibri" pitchFamily="34" charset="-122"/>
                <a:cs typeface="Calibri" pitchFamily="34" charset="-120"/>
              </a:rPr>
              <a:t>받침 (opcional)</a:t>
            </a:r>
            <a:endParaRPr lang="en-US" sz="1100" dirty="0"/>
          </a:p>
        </p:txBody>
      </p:sp>
      <p:sp>
        <p:nvSpPr>
          <p:cNvPr id="14" name="Shape 12"/>
          <p:cNvSpPr/>
          <p:nvPr/>
        </p:nvSpPr>
        <p:spPr>
          <a:xfrm>
            <a:off x="457200" y="2606040"/>
            <a:ext cx="3657600" cy="3337560"/>
          </a:xfrm>
          <a:prstGeom prst="roundRect">
            <a:avLst>
              <a:gd name="adj" fmla="val 3288"/>
            </a:avLst>
          </a:prstGeom>
          <a:solidFill>
            <a:srgbClr val="F8F9FC"/>
          </a:solidFill>
          <a:ln w="12700">
            <a:solidFill>
              <a:srgbClr val="E2E8F0"/>
            </a:solidFill>
            <a:prstDash val="solid"/>
          </a:ln>
        </p:spPr>
      </p:sp>
      <p:sp>
        <p:nvSpPr>
          <p:cNvPr id="15" name="Text 13"/>
          <p:cNvSpPr/>
          <p:nvPr/>
        </p:nvSpPr>
        <p:spPr>
          <a:xfrm>
            <a:off x="457200" y="2834640"/>
            <a:ext cx="3657600" cy="1371600"/>
          </a:xfrm>
          <a:prstGeom prst="rect">
            <a:avLst/>
          </a:prstGeom>
          <a:noFill/>
          <a:ln/>
        </p:spPr>
        <p:txBody>
          <a:bodyPr wrap="square" lIns="0" tIns="0" rIns="0" bIns="0" rtlCol="0" anchor="ctr"/>
          <a:lstStyle/>
          <a:p>
            <a:pPr marL="0" indent="0" algn="ctr">
              <a:buNone/>
            </a:pPr>
            <a:r>
              <a:rPr lang="en-US" sz="12000" b="1" dirty="0">
                <a:solidFill>
                  <a:srgbClr val="0F172A"/>
                </a:solidFill>
                <a:latin typeface="Malgun Gothic" pitchFamily="34" charset="0"/>
                <a:ea typeface="Malgun Gothic" pitchFamily="34" charset="-122"/>
                <a:cs typeface="Malgun Gothic" pitchFamily="34" charset="-120"/>
              </a:rPr>
              <a:t>한</a:t>
            </a:r>
            <a:endParaRPr lang="en-US" sz="12000" dirty="0"/>
          </a:p>
        </p:txBody>
      </p:sp>
      <p:sp>
        <p:nvSpPr>
          <p:cNvPr id="16" name="Text 14"/>
          <p:cNvSpPr/>
          <p:nvPr/>
        </p:nvSpPr>
        <p:spPr>
          <a:xfrm>
            <a:off x="457200" y="4343400"/>
            <a:ext cx="3657600" cy="365760"/>
          </a:xfrm>
          <a:prstGeom prst="rect">
            <a:avLst/>
          </a:prstGeom>
          <a:noFill/>
          <a:ln/>
        </p:spPr>
        <p:txBody>
          <a:bodyPr wrap="square" lIns="0" tIns="0" rIns="0" bIns="0" rtlCol="0" anchor="ctr"/>
          <a:lstStyle/>
          <a:p>
            <a:pPr marL="0" indent="0" algn="ctr">
              <a:buNone/>
            </a:pPr>
            <a:r>
              <a:rPr lang="en-US" sz="1800" i="1" dirty="0">
                <a:solidFill>
                  <a:srgbClr val="4A5568"/>
                </a:solidFill>
                <a:latin typeface="Calibri" pitchFamily="34" charset="0"/>
                <a:ea typeface="Calibri" pitchFamily="34" charset="-122"/>
                <a:cs typeface="Calibri" pitchFamily="34" charset="-120"/>
              </a:rPr>
              <a:t>han</a:t>
            </a:r>
            <a:endParaRPr lang="en-US" sz="1800" dirty="0"/>
          </a:p>
        </p:txBody>
      </p:sp>
      <p:sp>
        <p:nvSpPr>
          <p:cNvPr id="17" name="Text 15"/>
          <p:cNvSpPr/>
          <p:nvPr/>
        </p:nvSpPr>
        <p:spPr>
          <a:xfrm>
            <a:off x="457200" y="4709160"/>
            <a:ext cx="3657600" cy="365760"/>
          </a:xfrm>
          <a:prstGeom prst="rect">
            <a:avLst/>
          </a:prstGeom>
          <a:noFill/>
          <a:ln/>
        </p:spPr>
        <p:txBody>
          <a:bodyPr wrap="square" lIns="0" tIns="0" rIns="0" bIns="0" rtlCol="0" anchor="ctr"/>
          <a:lstStyle/>
          <a:p>
            <a:pPr marL="0" indent="0" algn="ctr">
              <a:buNone/>
            </a:pPr>
            <a:r>
              <a:rPr lang="en-US" sz="2400" b="1" dirty="0">
                <a:solidFill>
                  <a:srgbClr val="94A3B8"/>
                </a:solidFill>
                <a:latin typeface="Trebuchet MS" pitchFamily="34" charset="0"/>
                <a:ea typeface="Trebuchet MS" pitchFamily="34" charset="-122"/>
                <a:cs typeface="Trebuchet MS" pitchFamily="34" charset="-120"/>
              </a:rPr>
              <a:t>=</a:t>
            </a:r>
            <a:endParaRPr lang="en-US" sz="2400" dirty="0"/>
          </a:p>
        </p:txBody>
      </p:sp>
      <p:sp>
        <p:nvSpPr>
          <p:cNvPr id="18" name="Shape 16"/>
          <p:cNvSpPr/>
          <p:nvPr/>
        </p:nvSpPr>
        <p:spPr>
          <a:xfrm>
            <a:off x="822960" y="5120640"/>
            <a:ext cx="868680" cy="868680"/>
          </a:xfrm>
          <a:prstGeom prst="ellipse">
            <a:avLst/>
          </a:prstGeom>
          <a:solidFill>
            <a:srgbClr val="4036ED"/>
          </a:solidFill>
          <a:ln/>
        </p:spPr>
      </p:sp>
      <p:sp>
        <p:nvSpPr>
          <p:cNvPr id="19" name="Text 17"/>
          <p:cNvSpPr/>
          <p:nvPr/>
        </p:nvSpPr>
        <p:spPr>
          <a:xfrm>
            <a:off x="822960" y="5120640"/>
            <a:ext cx="86868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Malgun Gothic" pitchFamily="34" charset="0"/>
                <a:ea typeface="Malgun Gothic" pitchFamily="34" charset="-122"/>
                <a:cs typeface="Malgun Gothic" pitchFamily="34" charset="-120"/>
              </a:rPr>
              <a:t>ㅎ</a:t>
            </a:r>
            <a:endParaRPr lang="en-US" sz="3600" dirty="0"/>
          </a:p>
        </p:txBody>
      </p:sp>
      <p:sp>
        <p:nvSpPr>
          <p:cNvPr id="20" name="Text 18"/>
          <p:cNvSpPr/>
          <p:nvPr/>
        </p:nvSpPr>
        <p:spPr>
          <a:xfrm>
            <a:off x="822960" y="5687568"/>
            <a:ext cx="868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I</a:t>
            </a:r>
            <a:endParaRPr lang="en-US" sz="1100" dirty="0"/>
          </a:p>
        </p:txBody>
      </p:sp>
      <p:sp>
        <p:nvSpPr>
          <p:cNvPr id="21" name="Shape 19"/>
          <p:cNvSpPr/>
          <p:nvPr/>
        </p:nvSpPr>
        <p:spPr>
          <a:xfrm>
            <a:off x="1828800" y="5120640"/>
            <a:ext cx="868680" cy="868680"/>
          </a:xfrm>
          <a:prstGeom prst="ellipse">
            <a:avLst/>
          </a:prstGeom>
          <a:solidFill>
            <a:srgbClr val="FE6768"/>
          </a:solidFill>
          <a:ln/>
        </p:spPr>
      </p:sp>
      <p:sp>
        <p:nvSpPr>
          <p:cNvPr id="22" name="Text 20"/>
          <p:cNvSpPr/>
          <p:nvPr/>
        </p:nvSpPr>
        <p:spPr>
          <a:xfrm>
            <a:off x="1828800" y="5120640"/>
            <a:ext cx="86868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Malgun Gothic" pitchFamily="34" charset="0"/>
                <a:ea typeface="Malgun Gothic" pitchFamily="34" charset="-122"/>
                <a:cs typeface="Malgun Gothic" pitchFamily="34" charset="-120"/>
              </a:rPr>
              <a:t>ㅏ</a:t>
            </a:r>
            <a:endParaRPr lang="en-US" sz="3600" dirty="0"/>
          </a:p>
        </p:txBody>
      </p:sp>
      <p:sp>
        <p:nvSpPr>
          <p:cNvPr id="23" name="Text 21"/>
          <p:cNvSpPr/>
          <p:nvPr/>
        </p:nvSpPr>
        <p:spPr>
          <a:xfrm>
            <a:off x="1828800" y="5687568"/>
            <a:ext cx="868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M</a:t>
            </a:r>
            <a:endParaRPr lang="en-US" sz="1100" dirty="0"/>
          </a:p>
        </p:txBody>
      </p:sp>
      <p:sp>
        <p:nvSpPr>
          <p:cNvPr id="24" name="Shape 22"/>
          <p:cNvSpPr/>
          <p:nvPr/>
        </p:nvSpPr>
        <p:spPr>
          <a:xfrm>
            <a:off x="2834640" y="5120640"/>
            <a:ext cx="868680" cy="868680"/>
          </a:xfrm>
          <a:prstGeom prst="ellipse">
            <a:avLst/>
          </a:prstGeom>
          <a:solidFill>
            <a:srgbClr val="2EA86B"/>
          </a:solidFill>
          <a:ln/>
        </p:spPr>
      </p:sp>
      <p:sp>
        <p:nvSpPr>
          <p:cNvPr id="25" name="Text 23"/>
          <p:cNvSpPr/>
          <p:nvPr/>
        </p:nvSpPr>
        <p:spPr>
          <a:xfrm>
            <a:off x="2834640" y="5120640"/>
            <a:ext cx="86868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Malgun Gothic" pitchFamily="34" charset="0"/>
                <a:ea typeface="Malgun Gothic" pitchFamily="34" charset="-122"/>
                <a:cs typeface="Malgun Gothic" pitchFamily="34" charset="-120"/>
              </a:rPr>
              <a:t>ㄴ</a:t>
            </a:r>
            <a:endParaRPr lang="en-US" sz="3600" dirty="0"/>
          </a:p>
        </p:txBody>
      </p:sp>
      <p:sp>
        <p:nvSpPr>
          <p:cNvPr id="26" name="Text 24"/>
          <p:cNvSpPr/>
          <p:nvPr/>
        </p:nvSpPr>
        <p:spPr>
          <a:xfrm>
            <a:off x="2834640" y="5687568"/>
            <a:ext cx="868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F</a:t>
            </a:r>
            <a:endParaRPr lang="en-US" sz="1100" dirty="0"/>
          </a:p>
        </p:txBody>
      </p:sp>
      <p:sp>
        <p:nvSpPr>
          <p:cNvPr id="27" name="Shape 25"/>
          <p:cNvSpPr/>
          <p:nvPr/>
        </p:nvSpPr>
        <p:spPr>
          <a:xfrm>
            <a:off x="4297680" y="2606040"/>
            <a:ext cx="3657600" cy="3337560"/>
          </a:xfrm>
          <a:prstGeom prst="roundRect">
            <a:avLst>
              <a:gd name="adj" fmla="val 3288"/>
            </a:avLst>
          </a:prstGeom>
          <a:solidFill>
            <a:srgbClr val="F8F9FC"/>
          </a:solidFill>
          <a:ln w="12700">
            <a:solidFill>
              <a:srgbClr val="E2E8F0"/>
            </a:solidFill>
            <a:prstDash val="solid"/>
          </a:ln>
        </p:spPr>
      </p:sp>
      <p:sp>
        <p:nvSpPr>
          <p:cNvPr id="28" name="Text 26"/>
          <p:cNvSpPr/>
          <p:nvPr/>
        </p:nvSpPr>
        <p:spPr>
          <a:xfrm>
            <a:off x="4297680" y="2834640"/>
            <a:ext cx="3657600" cy="1371600"/>
          </a:xfrm>
          <a:prstGeom prst="rect">
            <a:avLst/>
          </a:prstGeom>
          <a:noFill/>
          <a:ln/>
        </p:spPr>
        <p:txBody>
          <a:bodyPr wrap="square" lIns="0" tIns="0" rIns="0" bIns="0" rtlCol="0" anchor="ctr"/>
          <a:lstStyle/>
          <a:p>
            <a:pPr marL="0" indent="0" algn="ctr">
              <a:buNone/>
            </a:pPr>
            <a:r>
              <a:rPr lang="en-US" sz="12000" b="1" dirty="0">
                <a:solidFill>
                  <a:srgbClr val="0F172A"/>
                </a:solidFill>
                <a:latin typeface="Malgun Gothic" pitchFamily="34" charset="0"/>
                <a:ea typeface="Malgun Gothic" pitchFamily="34" charset="-122"/>
                <a:cs typeface="Malgun Gothic" pitchFamily="34" charset="-120"/>
              </a:rPr>
              <a:t>국</a:t>
            </a:r>
            <a:endParaRPr lang="en-US" sz="12000" dirty="0"/>
          </a:p>
        </p:txBody>
      </p:sp>
      <p:sp>
        <p:nvSpPr>
          <p:cNvPr id="29" name="Text 27"/>
          <p:cNvSpPr/>
          <p:nvPr/>
        </p:nvSpPr>
        <p:spPr>
          <a:xfrm>
            <a:off x="4297680" y="4343400"/>
            <a:ext cx="3657600" cy="365760"/>
          </a:xfrm>
          <a:prstGeom prst="rect">
            <a:avLst/>
          </a:prstGeom>
          <a:noFill/>
          <a:ln/>
        </p:spPr>
        <p:txBody>
          <a:bodyPr wrap="square" lIns="0" tIns="0" rIns="0" bIns="0" rtlCol="0" anchor="ctr"/>
          <a:lstStyle/>
          <a:p>
            <a:pPr marL="0" indent="0" algn="ctr">
              <a:buNone/>
            </a:pPr>
            <a:r>
              <a:rPr lang="en-US" sz="1800" i="1" dirty="0">
                <a:solidFill>
                  <a:srgbClr val="4A5568"/>
                </a:solidFill>
                <a:latin typeface="Calibri" pitchFamily="34" charset="0"/>
                <a:ea typeface="Calibri" pitchFamily="34" charset="-122"/>
                <a:cs typeface="Calibri" pitchFamily="34" charset="-120"/>
              </a:rPr>
              <a:t>guk</a:t>
            </a:r>
            <a:endParaRPr lang="en-US" sz="1800" dirty="0"/>
          </a:p>
        </p:txBody>
      </p:sp>
      <p:sp>
        <p:nvSpPr>
          <p:cNvPr id="30" name="Text 28"/>
          <p:cNvSpPr/>
          <p:nvPr/>
        </p:nvSpPr>
        <p:spPr>
          <a:xfrm>
            <a:off x="4297680" y="4709160"/>
            <a:ext cx="3657600" cy="365760"/>
          </a:xfrm>
          <a:prstGeom prst="rect">
            <a:avLst/>
          </a:prstGeom>
          <a:noFill/>
          <a:ln/>
        </p:spPr>
        <p:txBody>
          <a:bodyPr wrap="square" lIns="0" tIns="0" rIns="0" bIns="0" rtlCol="0" anchor="ctr"/>
          <a:lstStyle/>
          <a:p>
            <a:pPr marL="0" indent="0" algn="ctr">
              <a:buNone/>
            </a:pPr>
            <a:r>
              <a:rPr lang="en-US" sz="2400" b="1" dirty="0">
                <a:solidFill>
                  <a:srgbClr val="94A3B8"/>
                </a:solidFill>
                <a:latin typeface="Trebuchet MS" pitchFamily="34" charset="0"/>
                <a:ea typeface="Trebuchet MS" pitchFamily="34" charset="-122"/>
                <a:cs typeface="Trebuchet MS" pitchFamily="34" charset="-120"/>
              </a:rPr>
              <a:t>=</a:t>
            </a:r>
            <a:endParaRPr lang="en-US" sz="2400" dirty="0"/>
          </a:p>
        </p:txBody>
      </p:sp>
      <p:sp>
        <p:nvSpPr>
          <p:cNvPr id="31" name="Shape 29"/>
          <p:cNvSpPr/>
          <p:nvPr/>
        </p:nvSpPr>
        <p:spPr>
          <a:xfrm>
            <a:off x="4663440" y="5120640"/>
            <a:ext cx="868680" cy="868680"/>
          </a:xfrm>
          <a:prstGeom prst="ellipse">
            <a:avLst/>
          </a:prstGeom>
          <a:solidFill>
            <a:srgbClr val="4036ED"/>
          </a:solidFill>
          <a:ln/>
        </p:spPr>
      </p:sp>
      <p:sp>
        <p:nvSpPr>
          <p:cNvPr id="32" name="Text 30"/>
          <p:cNvSpPr/>
          <p:nvPr/>
        </p:nvSpPr>
        <p:spPr>
          <a:xfrm>
            <a:off x="4663440" y="5120640"/>
            <a:ext cx="86868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Malgun Gothic" pitchFamily="34" charset="0"/>
                <a:ea typeface="Malgun Gothic" pitchFamily="34" charset="-122"/>
                <a:cs typeface="Malgun Gothic" pitchFamily="34" charset="-120"/>
              </a:rPr>
              <a:t>ㄱ</a:t>
            </a:r>
            <a:endParaRPr lang="en-US" sz="3600" dirty="0"/>
          </a:p>
        </p:txBody>
      </p:sp>
      <p:sp>
        <p:nvSpPr>
          <p:cNvPr id="33" name="Text 31"/>
          <p:cNvSpPr/>
          <p:nvPr/>
        </p:nvSpPr>
        <p:spPr>
          <a:xfrm>
            <a:off x="4663440" y="5687568"/>
            <a:ext cx="868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I</a:t>
            </a:r>
            <a:endParaRPr lang="en-US" sz="1100" dirty="0"/>
          </a:p>
        </p:txBody>
      </p:sp>
      <p:sp>
        <p:nvSpPr>
          <p:cNvPr id="34" name="Shape 32"/>
          <p:cNvSpPr/>
          <p:nvPr/>
        </p:nvSpPr>
        <p:spPr>
          <a:xfrm>
            <a:off x="5669280" y="5120640"/>
            <a:ext cx="868680" cy="868680"/>
          </a:xfrm>
          <a:prstGeom prst="ellipse">
            <a:avLst/>
          </a:prstGeom>
          <a:solidFill>
            <a:srgbClr val="FE6768"/>
          </a:solidFill>
          <a:ln/>
        </p:spPr>
      </p:sp>
      <p:sp>
        <p:nvSpPr>
          <p:cNvPr id="35" name="Text 33"/>
          <p:cNvSpPr/>
          <p:nvPr/>
        </p:nvSpPr>
        <p:spPr>
          <a:xfrm>
            <a:off x="5669280" y="5120640"/>
            <a:ext cx="86868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Malgun Gothic" pitchFamily="34" charset="0"/>
                <a:ea typeface="Malgun Gothic" pitchFamily="34" charset="-122"/>
                <a:cs typeface="Malgun Gothic" pitchFamily="34" charset="-120"/>
              </a:rPr>
              <a:t>ㅜ</a:t>
            </a:r>
            <a:endParaRPr lang="en-US" sz="3600" dirty="0"/>
          </a:p>
        </p:txBody>
      </p:sp>
      <p:sp>
        <p:nvSpPr>
          <p:cNvPr id="36" name="Text 34"/>
          <p:cNvSpPr/>
          <p:nvPr/>
        </p:nvSpPr>
        <p:spPr>
          <a:xfrm>
            <a:off x="5669280" y="5687568"/>
            <a:ext cx="868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M</a:t>
            </a:r>
            <a:endParaRPr lang="en-US" sz="1100" dirty="0"/>
          </a:p>
        </p:txBody>
      </p:sp>
      <p:sp>
        <p:nvSpPr>
          <p:cNvPr id="37" name="Shape 35"/>
          <p:cNvSpPr/>
          <p:nvPr/>
        </p:nvSpPr>
        <p:spPr>
          <a:xfrm>
            <a:off x="6675120" y="5120640"/>
            <a:ext cx="868680" cy="868680"/>
          </a:xfrm>
          <a:prstGeom prst="ellipse">
            <a:avLst/>
          </a:prstGeom>
          <a:solidFill>
            <a:srgbClr val="2EA86B"/>
          </a:solidFill>
          <a:ln/>
        </p:spPr>
      </p:sp>
      <p:sp>
        <p:nvSpPr>
          <p:cNvPr id="38" name="Text 36"/>
          <p:cNvSpPr/>
          <p:nvPr/>
        </p:nvSpPr>
        <p:spPr>
          <a:xfrm>
            <a:off x="6675120" y="5120640"/>
            <a:ext cx="86868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Malgun Gothic" pitchFamily="34" charset="0"/>
                <a:ea typeface="Malgun Gothic" pitchFamily="34" charset="-122"/>
                <a:cs typeface="Malgun Gothic" pitchFamily="34" charset="-120"/>
              </a:rPr>
              <a:t>ㄱ</a:t>
            </a:r>
            <a:endParaRPr lang="en-US" sz="3600" dirty="0"/>
          </a:p>
        </p:txBody>
      </p:sp>
      <p:sp>
        <p:nvSpPr>
          <p:cNvPr id="39" name="Text 37"/>
          <p:cNvSpPr/>
          <p:nvPr/>
        </p:nvSpPr>
        <p:spPr>
          <a:xfrm>
            <a:off x="6675120" y="5687568"/>
            <a:ext cx="868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F</a:t>
            </a:r>
            <a:endParaRPr lang="en-US" sz="1100" dirty="0"/>
          </a:p>
        </p:txBody>
      </p:sp>
      <p:sp>
        <p:nvSpPr>
          <p:cNvPr id="40" name="Shape 38"/>
          <p:cNvSpPr/>
          <p:nvPr/>
        </p:nvSpPr>
        <p:spPr>
          <a:xfrm>
            <a:off x="8138160" y="2606040"/>
            <a:ext cx="3657600" cy="3337560"/>
          </a:xfrm>
          <a:prstGeom prst="roundRect">
            <a:avLst>
              <a:gd name="adj" fmla="val 3288"/>
            </a:avLst>
          </a:prstGeom>
          <a:solidFill>
            <a:srgbClr val="F8F9FC"/>
          </a:solidFill>
          <a:ln w="12700">
            <a:solidFill>
              <a:srgbClr val="E2E8F0"/>
            </a:solidFill>
            <a:prstDash val="solid"/>
          </a:ln>
        </p:spPr>
      </p:sp>
      <p:sp>
        <p:nvSpPr>
          <p:cNvPr id="41" name="Text 39"/>
          <p:cNvSpPr/>
          <p:nvPr/>
        </p:nvSpPr>
        <p:spPr>
          <a:xfrm>
            <a:off x="8138160" y="2834640"/>
            <a:ext cx="3657600" cy="1371600"/>
          </a:xfrm>
          <a:prstGeom prst="rect">
            <a:avLst/>
          </a:prstGeom>
          <a:noFill/>
          <a:ln/>
        </p:spPr>
        <p:txBody>
          <a:bodyPr wrap="square" lIns="0" tIns="0" rIns="0" bIns="0" rtlCol="0" anchor="ctr"/>
          <a:lstStyle/>
          <a:p>
            <a:pPr marL="0" indent="0" algn="ctr">
              <a:buNone/>
            </a:pPr>
            <a:r>
              <a:rPr lang="en-US" sz="12000" b="1" dirty="0">
                <a:solidFill>
                  <a:srgbClr val="0F172A"/>
                </a:solidFill>
                <a:latin typeface="Malgun Gothic" pitchFamily="34" charset="0"/>
                <a:ea typeface="Malgun Gothic" pitchFamily="34" charset="-122"/>
                <a:cs typeface="Malgun Gothic" pitchFamily="34" charset="-120"/>
              </a:rPr>
              <a:t>어</a:t>
            </a:r>
            <a:endParaRPr lang="en-US" sz="12000" dirty="0"/>
          </a:p>
        </p:txBody>
      </p:sp>
      <p:sp>
        <p:nvSpPr>
          <p:cNvPr id="42" name="Text 40"/>
          <p:cNvSpPr/>
          <p:nvPr/>
        </p:nvSpPr>
        <p:spPr>
          <a:xfrm>
            <a:off x="8138160" y="4343400"/>
            <a:ext cx="3657600" cy="365760"/>
          </a:xfrm>
          <a:prstGeom prst="rect">
            <a:avLst/>
          </a:prstGeom>
          <a:noFill/>
          <a:ln/>
        </p:spPr>
        <p:txBody>
          <a:bodyPr wrap="square" lIns="0" tIns="0" rIns="0" bIns="0" rtlCol="0" anchor="ctr"/>
          <a:lstStyle/>
          <a:p>
            <a:pPr marL="0" indent="0" algn="ctr">
              <a:buNone/>
            </a:pPr>
            <a:r>
              <a:rPr lang="en-US" sz="1800" i="1" dirty="0">
                <a:solidFill>
                  <a:srgbClr val="4A5568"/>
                </a:solidFill>
                <a:latin typeface="Calibri" pitchFamily="34" charset="0"/>
                <a:ea typeface="Calibri" pitchFamily="34" charset="-122"/>
                <a:cs typeface="Calibri" pitchFamily="34" charset="-120"/>
              </a:rPr>
              <a:t>eo</a:t>
            </a:r>
            <a:endParaRPr lang="en-US" sz="1800" dirty="0"/>
          </a:p>
        </p:txBody>
      </p:sp>
      <p:sp>
        <p:nvSpPr>
          <p:cNvPr id="43" name="Text 41"/>
          <p:cNvSpPr/>
          <p:nvPr/>
        </p:nvSpPr>
        <p:spPr>
          <a:xfrm>
            <a:off x="8138160" y="4709160"/>
            <a:ext cx="3657600" cy="365760"/>
          </a:xfrm>
          <a:prstGeom prst="rect">
            <a:avLst/>
          </a:prstGeom>
          <a:noFill/>
          <a:ln/>
        </p:spPr>
        <p:txBody>
          <a:bodyPr wrap="square" lIns="0" tIns="0" rIns="0" bIns="0" rtlCol="0" anchor="ctr"/>
          <a:lstStyle/>
          <a:p>
            <a:pPr marL="0" indent="0" algn="ctr">
              <a:buNone/>
            </a:pPr>
            <a:r>
              <a:rPr lang="en-US" sz="2400" b="1" dirty="0">
                <a:solidFill>
                  <a:srgbClr val="94A3B8"/>
                </a:solidFill>
                <a:latin typeface="Trebuchet MS" pitchFamily="34" charset="0"/>
                <a:ea typeface="Trebuchet MS" pitchFamily="34" charset="-122"/>
                <a:cs typeface="Trebuchet MS" pitchFamily="34" charset="-120"/>
              </a:rPr>
              <a:t>=</a:t>
            </a:r>
            <a:endParaRPr lang="en-US" sz="2400" dirty="0"/>
          </a:p>
        </p:txBody>
      </p:sp>
      <p:sp>
        <p:nvSpPr>
          <p:cNvPr id="44" name="Shape 42"/>
          <p:cNvSpPr/>
          <p:nvPr/>
        </p:nvSpPr>
        <p:spPr>
          <a:xfrm>
            <a:off x="8503920" y="5120640"/>
            <a:ext cx="868680" cy="868680"/>
          </a:xfrm>
          <a:prstGeom prst="ellipse">
            <a:avLst/>
          </a:prstGeom>
          <a:solidFill>
            <a:srgbClr val="4036ED"/>
          </a:solidFill>
          <a:ln/>
        </p:spPr>
      </p:sp>
      <p:sp>
        <p:nvSpPr>
          <p:cNvPr id="45" name="Text 43"/>
          <p:cNvSpPr/>
          <p:nvPr/>
        </p:nvSpPr>
        <p:spPr>
          <a:xfrm>
            <a:off x="8503920" y="5120640"/>
            <a:ext cx="86868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Malgun Gothic" pitchFamily="34" charset="0"/>
                <a:ea typeface="Malgun Gothic" pitchFamily="34" charset="-122"/>
                <a:cs typeface="Malgun Gothic" pitchFamily="34" charset="-120"/>
              </a:rPr>
              <a:t>ㅇ</a:t>
            </a:r>
            <a:endParaRPr lang="en-US" sz="3600" dirty="0"/>
          </a:p>
        </p:txBody>
      </p:sp>
      <p:sp>
        <p:nvSpPr>
          <p:cNvPr id="46" name="Text 44"/>
          <p:cNvSpPr/>
          <p:nvPr/>
        </p:nvSpPr>
        <p:spPr>
          <a:xfrm>
            <a:off x="8503920" y="5687568"/>
            <a:ext cx="868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I</a:t>
            </a:r>
            <a:endParaRPr lang="en-US" sz="1100" dirty="0"/>
          </a:p>
        </p:txBody>
      </p:sp>
      <p:sp>
        <p:nvSpPr>
          <p:cNvPr id="47" name="Shape 45"/>
          <p:cNvSpPr/>
          <p:nvPr/>
        </p:nvSpPr>
        <p:spPr>
          <a:xfrm>
            <a:off x="9509760" y="5120640"/>
            <a:ext cx="868680" cy="868680"/>
          </a:xfrm>
          <a:prstGeom prst="ellipse">
            <a:avLst/>
          </a:prstGeom>
          <a:solidFill>
            <a:srgbClr val="FE6768"/>
          </a:solidFill>
          <a:ln/>
        </p:spPr>
      </p:sp>
      <p:sp>
        <p:nvSpPr>
          <p:cNvPr id="48" name="Text 46"/>
          <p:cNvSpPr/>
          <p:nvPr/>
        </p:nvSpPr>
        <p:spPr>
          <a:xfrm>
            <a:off x="9509760" y="5120640"/>
            <a:ext cx="86868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Malgun Gothic" pitchFamily="34" charset="0"/>
                <a:ea typeface="Malgun Gothic" pitchFamily="34" charset="-122"/>
                <a:cs typeface="Malgun Gothic" pitchFamily="34" charset="-120"/>
              </a:rPr>
              <a:t>ㅓ</a:t>
            </a:r>
            <a:endParaRPr lang="en-US" sz="3600" dirty="0"/>
          </a:p>
        </p:txBody>
      </p:sp>
      <p:sp>
        <p:nvSpPr>
          <p:cNvPr id="49" name="Text 47"/>
          <p:cNvSpPr/>
          <p:nvPr/>
        </p:nvSpPr>
        <p:spPr>
          <a:xfrm>
            <a:off x="9509760" y="5687568"/>
            <a:ext cx="868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M</a:t>
            </a:r>
            <a:endParaRPr lang="en-US" sz="1100" dirty="0"/>
          </a:p>
        </p:txBody>
      </p:sp>
      <p:sp>
        <p:nvSpPr>
          <p:cNvPr id="50" name="Shape 48"/>
          <p:cNvSpPr/>
          <p:nvPr/>
        </p:nvSpPr>
        <p:spPr>
          <a:xfrm>
            <a:off x="10515600" y="5120640"/>
            <a:ext cx="868680" cy="868680"/>
          </a:xfrm>
          <a:prstGeom prst="ellipse">
            <a:avLst/>
          </a:prstGeom>
          <a:solidFill>
            <a:srgbClr val="94A3B8"/>
          </a:solidFill>
          <a:ln/>
        </p:spPr>
      </p:sp>
      <p:sp>
        <p:nvSpPr>
          <p:cNvPr id="51" name="Text 49"/>
          <p:cNvSpPr/>
          <p:nvPr/>
        </p:nvSpPr>
        <p:spPr>
          <a:xfrm>
            <a:off x="10515600" y="5120640"/>
            <a:ext cx="86868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Malgun Gothic" pitchFamily="34" charset="0"/>
                <a:ea typeface="Malgun Gothic" pitchFamily="34" charset="-122"/>
                <a:cs typeface="Malgun Gothic" pitchFamily="34" charset="-120"/>
              </a:rPr>
              <a:t>—</a:t>
            </a:r>
            <a:endParaRPr lang="en-US" sz="3600" dirty="0"/>
          </a:p>
        </p:txBody>
      </p:sp>
      <p:sp>
        <p:nvSpPr>
          <p:cNvPr id="52" name="Text 50"/>
          <p:cNvSpPr/>
          <p:nvPr/>
        </p:nvSpPr>
        <p:spPr>
          <a:xfrm>
            <a:off x="10515600" y="5687568"/>
            <a:ext cx="868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F</a:t>
            </a:r>
            <a:endParaRPr lang="en-US" sz="1100" dirty="0"/>
          </a:p>
        </p:txBody>
      </p:sp>
      <p:sp>
        <p:nvSpPr>
          <p:cNvPr id="53" name="Shape 51"/>
          <p:cNvSpPr/>
          <p:nvPr/>
        </p:nvSpPr>
        <p:spPr>
          <a:xfrm>
            <a:off x="365760" y="6080760"/>
            <a:ext cx="11430000" cy="292608"/>
          </a:xfrm>
          <a:prstGeom prst="roundRect">
            <a:avLst>
              <a:gd name="adj" fmla="val 18750"/>
            </a:avLst>
          </a:prstGeom>
          <a:solidFill>
            <a:srgbClr val="EFEBFF"/>
          </a:solidFill>
          <a:ln/>
        </p:spPr>
      </p:sp>
      <p:sp>
        <p:nvSpPr>
          <p:cNvPr id="54" name="Text 52"/>
          <p:cNvSpPr/>
          <p:nvPr/>
        </p:nvSpPr>
        <p:spPr>
          <a:xfrm>
            <a:off x="457200" y="6080760"/>
            <a:ext cx="11247120" cy="292608"/>
          </a:xfrm>
          <a:prstGeom prst="rect">
            <a:avLst/>
          </a:prstGeom>
          <a:noFill/>
          <a:ln/>
        </p:spPr>
        <p:txBody>
          <a:bodyPr wrap="square" lIns="0" tIns="0" rIns="0" bIns="0" rtlCol="0" anchor="ctr"/>
          <a:lstStyle/>
          <a:p>
            <a:pPr marL="0" indent="0" algn="ctr">
              <a:buNone/>
            </a:pPr>
            <a:r>
              <a:rPr lang="en-US" sz="1300" b="1" i="1" dirty="0">
                <a:solidFill>
                  <a:srgbClr val="2A1FB8"/>
                </a:solidFill>
                <a:latin typeface="Georgia" pitchFamily="34" charset="0"/>
                <a:ea typeface="Georgia" pitchFamily="34" charset="-122"/>
                <a:cs typeface="Georgia" pitchFamily="34" charset="-120"/>
              </a:rPr>
              <a:t>🧱  Cada sílaba es un bloque · Initial → Medial → Final  ·  Tetris coreano</a:t>
            </a:r>
            <a:endParaRPr lang="en-US" sz="1300" dirty="0"/>
          </a:p>
        </p:txBody>
      </p:sp>
      <p:sp>
        <p:nvSpPr>
          <p:cNvPr id="55" name="Text 53"/>
          <p:cNvSpPr/>
          <p:nvPr/>
        </p:nvSpPr>
        <p:spPr>
          <a:xfrm>
            <a:off x="365760" y="6199632"/>
            <a:ext cx="11460175" cy="201168"/>
          </a:xfrm>
          <a:prstGeom prst="rect">
            <a:avLst/>
          </a:prstGeom>
          <a:noFill/>
          <a:ln/>
        </p:spPr>
        <p:txBody>
          <a:bodyPr wrap="square" rtlCol="0" anchor="ctr"/>
          <a:lstStyle/>
          <a:p>
            <a:pPr marL="0" indent="0">
              <a:buNone/>
            </a:pPr>
            <a:r>
              <a:rPr lang="en-US" sz="900" i="1" dirty="0">
                <a:solidFill>
                  <a:srgbClr val="94A3B8"/>
                </a:solidFill>
                <a:latin typeface="Calibri" pitchFamily="34" charset="0"/>
                <a:ea typeface="Calibri" pitchFamily="34" charset="-122"/>
                <a:cs typeface="Calibri" pitchFamily="34" charset="-120"/>
              </a:rPr>
              <a:t>Fuente · Korea Foundation. Hangeul – Korea's Unique Alphabet, 2010, p. 27.</a:t>
            </a:r>
            <a:endParaRPr lang="en-US" sz="900" dirty="0"/>
          </a:p>
        </p:txBody>
      </p:sp>
      <p:sp>
        <p:nvSpPr>
          <p:cNvPr id="56" name="Text 54"/>
          <p:cNvSpPr/>
          <p:nvPr/>
        </p:nvSpPr>
        <p:spPr>
          <a:xfrm>
            <a:off x="365760" y="6446520"/>
            <a:ext cx="5486400" cy="274320"/>
          </a:xfrm>
          <a:prstGeom prst="rect">
            <a:avLst/>
          </a:prstGeom>
          <a:noFill/>
          <a:ln/>
        </p:spPr>
        <p:txBody>
          <a:bodyPr wrap="square" rtlCol="0" anchor="ctr"/>
          <a:lstStyle/>
          <a:p>
            <a:pPr marL="0" indent="0">
              <a:buNone/>
            </a:pPr>
            <a:r>
              <a:rPr lang="en-US" sz="1000" b="1" kern="0" spc="600" dirty="0">
                <a:solidFill>
                  <a:srgbClr val="94A3B8"/>
                </a:solidFill>
                <a:latin typeface="Trebuchet MS" pitchFamily="34" charset="0"/>
                <a:ea typeface="Trebuchet MS" pitchFamily="34" charset="-122"/>
                <a:cs typeface="Trebuchet MS" pitchFamily="34" charset="-120"/>
              </a:rPr>
              <a:t>ACADEMIA SEÚL  ·  MÉTODO CHINGU™</a:t>
            </a:r>
            <a:endParaRPr lang="en-US" sz="1000" dirty="0"/>
          </a:p>
        </p:txBody>
      </p:sp>
      <p:sp>
        <p:nvSpPr>
          <p:cNvPr id="57" name="Text 55"/>
          <p:cNvSpPr/>
          <p:nvPr/>
        </p:nvSpPr>
        <p:spPr>
          <a:xfrm>
            <a:off x="8991295" y="6446520"/>
            <a:ext cx="2743200" cy="274320"/>
          </a:xfrm>
          <a:prstGeom prst="rect">
            <a:avLst/>
          </a:prstGeom>
          <a:noFill/>
          <a:ln/>
        </p:spPr>
        <p:txBody>
          <a:bodyPr wrap="square" rtlCol="0" anchor="ctr"/>
          <a:lstStyle/>
          <a:p>
            <a:pPr marL="0" indent="0" algn="r">
              <a:buNone/>
            </a:pPr>
            <a:r>
              <a:rPr lang="en-US" sz="1000" b="1" kern="0" spc="600" dirty="0">
                <a:solidFill>
                  <a:srgbClr val="94A3B8"/>
                </a:solidFill>
                <a:latin typeface="Trebuchet MS" pitchFamily="34" charset="0"/>
                <a:ea typeface="Trebuchet MS" pitchFamily="34" charset="-122"/>
                <a:cs typeface="Trebuchet MS" pitchFamily="34" charset="-120"/>
              </a:rPr>
              <a:t>SES 16B  ·  TALLER</a:t>
            </a:r>
            <a:endParaRPr lang="en-US" sz="1000" dirty="0"/>
          </a:p>
        </p:txBody>
      </p:sp>
      <p:pic>
        <p:nvPicPr>
          <p:cNvPr id="58" name="Image 0" descr="/sessions/sleepy-zen-cray/mnt/outputs/deck_assets/logo_var2_azul.png">
            <a:extLst>
              <a:ext uri="{FF2B5EF4-FFF2-40B4-BE49-F238E27FC236}">
                <a16:creationId xmlns:a16="http://schemas.microsoft.com/office/drawing/2014/main" id="{C94D28AF-3BC7-F101-2728-B900236E98B2}"/>
              </a:ext>
            </a:extLst>
          </p:cNvPr>
          <p:cNvPicPr>
            <a:picLocks noChangeAspect="1"/>
          </p:cNvPicPr>
          <p:nvPr/>
        </p:nvPicPr>
        <p:blipFill>
          <a:blip r:embed="rId3"/>
          <a:stretch>
            <a:fillRect/>
          </a:stretch>
        </p:blipFill>
        <p:spPr>
          <a:xfrm>
            <a:off x="9778365" y="-600075"/>
            <a:ext cx="2571750" cy="2571750"/>
          </a:xfrm>
          <a:prstGeom prst="rect">
            <a:avLst/>
          </a:prstGeom>
        </p:spPr>
      </p:pic>
      <p:sp>
        <p:nvSpPr>
          <p:cNvPr id="60" name="TextBox 59">
            <a:extLst>
              <a:ext uri="{FF2B5EF4-FFF2-40B4-BE49-F238E27FC236}">
                <a16:creationId xmlns:a16="http://schemas.microsoft.com/office/drawing/2014/main" id="{46B8DD27-2F5B-6E61-5758-F3BB59BB67DB}"/>
              </a:ext>
            </a:extLst>
          </p:cNvPr>
          <p:cNvSpPr txBox="1"/>
          <p:nvPr/>
        </p:nvSpPr>
        <p:spPr>
          <a:xfrm>
            <a:off x="7869382" y="517699"/>
            <a:ext cx="1219200" cy="369332"/>
          </a:xfrm>
          <a:prstGeom prst="rect">
            <a:avLst/>
          </a:prstGeom>
          <a:noFill/>
        </p:spPr>
        <p:txBody>
          <a:bodyPr wrap="square" rtlCol="0">
            <a:spAutoFit/>
          </a:bodyPr>
          <a:lstStyle/>
          <a:p>
            <a:r>
              <a:rPr lang="ko-KR" altLang="es-CL"/>
              <a:t>천천히</a:t>
            </a:r>
            <a:endParaRPr lang="es-CL" dirty="0"/>
          </a:p>
        </p:txBody>
      </p:sp>
    </p:spTree>
    <p:extLst>
      <p:ext uri="{BB962C8B-B14F-4D97-AF65-F5344CB8AC3E}">
        <p14:creationId xmlns:p14="http://schemas.microsoft.com/office/powerpoint/2010/main" val="2141312079"/>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CB97540-371A-8E3E-A153-E321DABD7AFB}"/>
              </a:ext>
            </a:extLst>
          </p:cNvPr>
          <p:cNvSpPr>
            <a:spLocks noGrp="1"/>
          </p:cNvSpPr>
          <p:nvPr>
            <p:ph type="title"/>
          </p:nvPr>
        </p:nvSpPr>
        <p:spPr/>
        <p:txBody>
          <a:bodyPr/>
          <a:lstStyle/>
          <a:p>
            <a:r>
              <a:rPr lang="es-CL" dirty="0"/>
              <a:t> </a:t>
            </a:r>
            <a:r>
              <a:rPr lang="es-CL" dirty="0" err="1"/>
              <a:t>Presentacion</a:t>
            </a:r>
            <a:r>
              <a:rPr lang="es-CL" dirty="0"/>
              <a:t> </a:t>
            </a:r>
            <a:r>
              <a:rPr lang="ko-KR" altLang="es-CL" dirty="0"/>
              <a:t>자기소개</a:t>
            </a:r>
            <a:r>
              <a:rPr lang="es-CL" altLang="ko-KR" dirty="0"/>
              <a:t>[YA-GI-SO-GE]</a:t>
            </a:r>
            <a:r>
              <a:rPr lang="ko-KR" altLang="es-CL" dirty="0"/>
              <a:t> </a:t>
            </a:r>
            <a:endParaRPr lang="es-CL" dirty="0"/>
          </a:p>
        </p:txBody>
      </p:sp>
      <p:sp>
        <p:nvSpPr>
          <p:cNvPr id="2" name="Content Placeholder 1">
            <a:extLst>
              <a:ext uri="{FF2B5EF4-FFF2-40B4-BE49-F238E27FC236}">
                <a16:creationId xmlns:a16="http://schemas.microsoft.com/office/drawing/2014/main" id="{AF49625F-8D0C-E877-890C-6CC8CAE18C11}"/>
              </a:ext>
            </a:extLst>
          </p:cNvPr>
          <p:cNvSpPr>
            <a:spLocks noGrp="1"/>
          </p:cNvSpPr>
          <p:nvPr>
            <p:ph idx="1"/>
          </p:nvPr>
        </p:nvSpPr>
        <p:spPr>
          <a:xfrm>
            <a:off x="900545" y="1825625"/>
            <a:ext cx="10515600" cy="4351338"/>
          </a:xfrm>
        </p:spPr>
        <p:txBody>
          <a:bodyPr>
            <a:normAutofit/>
          </a:bodyPr>
          <a:lstStyle/>
          <a:p>
            <a:r>
              <a:rPr lang="ko-KR" altLang="es-CL" dirty="0"/>
              <a:t>이름</a:t>
            </a:r>
            <a:r>
              <a:rPr lang="ko-KR" altLang="es-CL" dirty="0">
                <a:highlight>
                  <a:srgbClr val="FFFF00"/>
                </a:highlight>
              </a:rPr>
              <a:t>이</a:t>
            </a:r>
            <a:r>
              <a:rPr lang="ko-KR" altLang="es-CL" dirty="0"/>
              <a:t> 뭐</a:t>
            </a:r>
            <a:r>
              <a:rPr lang="ko-KR" altLang="es-CL" dirty="0">
                <a:highlight>
                  <a:srgbClr val="00FFFF"/>
                </a:highlight>
              </a:rPr>
              <a:t>예요</a:t>
            </a:r>
            <a:r>
              <a:rPr lang="es-CL" altLang="ko-KR" dirty="0"/>
              <a:t>?</a:t>
            </a:r>
          </a:p>
          <a:p>
            <a:pPr marL="0" indent="0">
              <a:buNone/>
            </a:pPr>
            <a:r>
              <a:rPr lang="es-CL" altLang="ko-KR" dirty="0"/>
              <a:t>[I-REUM-I MO-YE-YO]</a:t>
            </a:r>
          </a:p>
          <a:p>
            <a:pPr marL="0" indent="0">
              <a:buNone/>
            </a:pPr>
            <a:r>
              <a:rPr lang="es-CL" altLang="ko-KR" dirty="0"/>
              <a:t>Cual es tu nombre?</a:t>
            </a:r>
          </a:p>
          <a:p>
            <a:pPr marL="0" indent="0">
              <a:buNone/>
            </a:pPr>
            <a:endParaRPr lang="es-CL" altLang="ko-KR" dirty="0"/>
          </a:p>
          <a:p>
            <a:pPr marL="0" indent="0">
              <a:buNone/>
            </a:pPr>
            <a:endParaRPr lang="es-CL" altLang="ko-KR" dirty="0"/>
          </a:p>
        </p:txBody>
      </p:sp>
      <p:sp>
        <p:nvSpPr>
          <p:cNvPr id="5" name="TextBox 4">
            <a:extLst>
              <a:ext uri="{FF2B5EF4-FFF2-40B4-BE49-F238E27FC236}">
                <a16:creationId xmlns:a16="http://schemas.microsoft.com/office/drawing/2014/main" id="{9C5EA234-E133-693F-145C-82BA59274F0C}"/>
              </a:ext>
            </a:extLst>
          </p:cNvPr>
          <p:cNvSpPr txBox="1"/>
          <p:nvPr/>
        </p:nvSpPr>
        <p:spPr>
          <a:xfrm>
            <a:off x="5421744" y="1690688"/>
            <a:ext cx="7158183" cy="3108543"/>
          </a:xfrm>
          <a:prstGeom prst="rect">
            <a:avLst/>
          </a:prstGeom>
          <a:noFill/>
        </p:spPr>
        <p:txBody>
          <a:bodyPr wrap="square">
            <a:spAutoFit/>
          </a:bodyPr>
          <a:lstStyle/>
          <a:p>
            <a:r>
              <a:rPr lang="ko-KR" altLang="es-CL" sz="2800" dirty="0"/>
              <a:t>제 이름</a:t>
            </a:r>
            <a:r>
              <a:rPr lang="ko-KR" altLang="es-CL" sz="2800" dirty="0">
                <a:highlight>
                  <a:srgbClr val="FFFF00"/>
                </a:highlight>
              </a:rPr>
              <a:t>은</a:t>
            </a:r>
            <a:r>
              <a:rPr lang="ko-KR" altLang="es-CL" sz="2800" dirty="0"/>
              <a:t> 김재희</a:t>
            </a:r>
            <a:r>
              <a:rPr lang="ko-KR" altLang="es-CL" sz="2800" dirty="0">
                <a:highlight>
                  <a:srgbClr val="00FFFF"/>
                </a:highlight>
              </a:rPr>
              <a:t>예요</a:t>
            </a:r>
            <a:endParaRPr lang="es-CL" altLang="ko-KR" sz="2800" dirty="0">
              <a:highlight>
                <a:srgbClr val="00FFFF"/>
              </a:highlight>
            </a:endParaRPr>
          </a:p>
          <a:p>
            <a:r>
              <a:rPr lang="es-CL" altLang="ko-KR" sz="2800" dirty="0"/>
              <a:t>Mi nombre(P/T) </a:t>
            </a:r>
            <a:r>
              <a:rPr lang="es-CL" altLang="ko-KR" sz="2800" dirty="0" err="1"/>
              <a:t>kimjaehee</a:t>
            </a:r>
            <a:r>
              <a:rPr lang="es-CL" altLang="ko-KR" sz="2800" dirty="0"/>
              <a:t> ser</a:t>
            </a:r>
          </a:p>
          <a:p>
            <a:r>
              <a:rPr lang="es-CL" altLang="ko-KR" sz="2800" dirty="0"/>
              <a:t>Mi nombre es </a:t>
            </a:r>
            <a:r>
              <a:rPr lang="es-CL" altLang="ko-KR" sz="2800" dirty="0" err="1"/>
              <a:t>kim</a:t>
            </a:r>
            <a:r>
              <a:rPr lang="es-CL" altLang="ko-KR" sz="2800" dirty="0"/>
              <a:t> </a:t>
            </a:r>
            <a:r>
              <a:rPr lang="es-CL" altLang="ko-KR" sz="2800" dirty="0" err="1"/>
              <a:t>jae</a:t>
            </a:r>
            <a:r>
              <a:rPr lang="es-CL" altLang="ko-KR" sz="2800" dirty="0"/>
              <a:t> </a:t>
            </a:r>
            <a:r>
              <a:rPr lang="es-CL" altLang="ko-KR" sz="2800" dirty="0" err="1"/>
              <a:t>hee</a:t>
            </a:r>
            <a:endParaRPr lang="es-CL" altLang="ko-KR" sz="2800" dirty="0"/>
          </a:p>
          <a:p>
            <a:r>
              <a:rPr lang="ko-KR" altLang="es-CL" sz="2800" dirty="0"/>
              <a:t>저</a:t>
            </a:r>
            <a:r>
              <a:rPr lang="ko-KR" altLang="es-CL" sz="2800" dirty="0">
                <a:highlight>
                  <a:srgbClr val="FFFF00"/>
                </a:highlight>
              </a:rPr>
              <a:t>는</a:t>
            </a:r>
            <a:r>
              <a:rPr lang="ko-KR" altLang="es-CL" sz="2800" dirty="0"/>
              <a:t> 김재희</a:t>
            </a:r>
            <a:r>
              <a:rPr lang="ko-KR" altLang="es-CL" sz="2800" dirty="0">
                <a:highlight>
                  <a:srgbClr val="00FFFF"/>
                </a:highlight>
              </a:rPr>
              <a:t>예요</a:t>
            </a:r>
            <a:endParaRPr lang="es-CL" altLang="ko-KR" sz="2800" dirty="0">
              <a:highlight>
                <a:srgbClr val="00FFFF"/>
              </a:highlight>
            </a:endParaRPr>
          </a:p>
          <a:p>
            <a:r>
              <a:rPr lang="es-CL" sz="2800" dirty="0"/>
              <a:t>[Jeo-</a:t>
            </a:r>
            <a:r>
              <a:rPr lang="es-CL" sz="2800" dirty="0" err="1"/>
              <a:t>neun</a:t>
            </a:r>
            <a:r>
              <a:rPr lang="es-CL" sz="2800" dirty="0"/>
              <a:t> </a:t>
            </a:r>
            <a:r>
              <a:rPr lang="es-CL" sz="2800" dirty="0" err="1"/>
              <a:t>kim</a:t>
            </a:r>
            <a:r>
              <a:rPr lang="es-CL" sz="2800" dirty="0"/>
              <a:t>-je-ji yeyo]</a:t>
            </a:r>
          </a:p>
          <a:p>
            <a:r>
              <a:rPr lang="es-CL" sz="2800" dirty="0"/>
              <a:t>Mi(P/T) </a:t>
            </a:r>
            <a:r>
              <a:rPr lang="es-CL" sz="2800" dirty="0" err="1"/>
              <a:t>kimjaehee</a:t>
            </a:r>
            <a:r>
              <a:rPr lang="es-CL" sz="2800" dirty="0"/>
              <a:t> ser</a:t>
            </a:r>
          </a:p>
          <a:p>
            <a:r>
              <a:rPr lang="es-CL" sz="2800" dirty="0"/>
              <a:t>Yo soy </a:t>
            </a:r>
            <a:r>
              <a:rPr lang="es-CL" sz="2800" dirty="0" err="1"/>
              <a:t>kimjaehee</a:t>
            </a:r>
            <a:endParaRPr lang="es-CL" sz="2800" dirty="0"/>
          </a:p>
        </p:txBody>
      </p:sp>
      <p:sp>
        <p:nvSpPr>
          <p:cNvPr id="4" name="TextBox 3">
            <a:extLst>
              <a:ext uri="{FF2B5EF4-FFF2-40B4-BE49-F238E27FC236}">
                <a16:creationId xmlns:a16="http://schemas.microsoft.com/office/drawing/2014/main" id="{A39C53D2-64DC-AE08-08CA-C80C9A077186}"/>
              </a:ext>
            </a:extLst>
          </p:cNvPr>
          <p:cNvSpPr txBox="1"/>
          <p:nvPr/>
        </p:nvSpPr>
        <p:spPr>
          <a:xfrm>
            <a:off x="969818" y="4278293"/>
            <a:ext cx="2743200" cy="923330"/>
          </a:xfrm>
          <a:prstGeom prst="rect">
            <a:avLst/>
          </a:prstGeom>
          <a:noFill/>
        </p:spPr>
        <p:txBody>
          <a:bodyPr wrap="square" rtlCol="0">
            <a:spAutoFit/>
          </a:bodyPr>
          <a:lstStyle/>
          <a:p>
            <a:r>
              <a:rPr lang="es-CL" dirty="0"/>
              <a:t>SERGIO COME FRUTA</a:t>
            </a:r>
          </a:p>
          <a:p>
            <a:endParaRPr lang="es-CL" dirty="0"/>
          </a:p>
          <a:p>
            <a:r>
              <a:rPr lang="es-CL" dirty="0"/>
              <a:t>SERGIO FRUTA COME</a:t>
            </a:r>
          </a:p>
        </p:txBody>
      </p:sp>
    </p:spTree>
    <p:extLst>
      <p:ext uri="{BB962C8B-B14F-4D97-AF65-F5344CB8AC3E}">
        <p14:creationId xmlns:p14="http://schemas.microsoft.com/office/powerpoint/2010/main" val="4014574420"/>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8C396-F08A-168E-FA23-B41B07EA9AD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DF5A626-C309-1F92-3595-07B481FF11A9}"/>
              </a:ext>
            </a:extLst>
          </p:cNvPr>
          <p:cNvSpPr>
            <a:spLocks noGrp="1"/>
          </p:cNvSpPr>
          <p:nvPr>
            <p:ph type="title"/>
          </p:nvPr>
        </p:nvSpPr>
        <p:spPr/>
        <p:txBody>
          <a:bodyPr/>
          <a:lstStyle/>
          <a:p>
            <a:r>
              <a:rPr lang="es-CL" dirty="0"/>
              <a:t> </a:t>
            </a:r>
            <a:r>
              <a:rPr lang="es-CL" dirty="0" err="1"/>
              <a:t>Presentacion</a:t>
            </a:r>
            <a:r>
              <a:rPr lang="es-CL" dirty="0"/>
              <a:t> </a:t>
            </a:r>
            <a:r>
              <a:rPr lang="ko-KR" altLang="es-CL" dirty="0"/>
              <a:t>자기소개</a:t>
            </a:r>
            <a:r>
              <a:rPr lang="es-CL" altLang="ko-KR" dirty="0"/>
              <a:t>[YA-GI-SO-GE]</a:t>
            </a:r>
            <a:r>
              <a:rPr lang="ko-KR" altLang="es-CL" dirty="0"/>
              <a:t> </a:t>
            </a:r>
            <a:endParaRPr lang="es-CL" dirty="0"/>
          </a:p>
        </p:txBody>
      </p:sp>
      <p:sp>
        <p:nvSpPr>
          <p:cNvPr id="2" name="Content Placeholder 1">
            <a:extLst>
              <a:ext uri="{FF2B5EF4-FFF2-40B4-BE49-F238E27FC236}">
                <a16:creationId xmlns:a16="http://schemas.microsoft.com/office/drawing/2014/main" id="{D03D4D76-BAB3-3851-97E2-DC645C7A03C9}"/>
              </a:ext>
            </a:extLst>
          </p:cNvPr>
          <p:cNvSpPr>
            <a:spLocks noGrp="1"/>
          </p:cNvSpPr>
          <p:nvPr>
            <p:ph idx="1"/>
          </p:nvPr>
        </p:nvSpPr>
        <p:spPr>
          <a:xfrm>
            <a:off x="900545" y="1825625"/>
            <a:ext cx="10515600" cy="4351338"/>
          </a:xfrm>
        </p:spPr>
        <p:txBody>
          <a:bodyPr>
            <a:normAutofit/>
          </a:bodyPr>
          <a:lstStyle/>
          <a:p>
            <a:r>
              <a:rPr lang="ko-KR" altLang="es-CL" dirty="0"/>
              <a:t>이름</a:t>
            </a:r>
            <a:r>
              <a:rPr lang="ko-KR" altLang="es-CL" dirty="0">
                <a:highlight>
                  <a:srgbClr val="FFFF00"/>
                </a:highlight>
              </a:rPr>
              <a:t>이</a:t>
            </a:r>
            <a:r>
              <a:rPr lang="ko-KR" altLang="es-CL" dirty="0"/>
              <a:t> 뭐</a:t>
            </a:r>
            <a:r>
              <a:rPr lang="ko-KR" altLang="es-CL" dirty="0">
                <a:highlight>
                  <a:srgbClr val="00FFFF"/>
                </a:highlight>
              </a:rPr>
              <a:t>예요</a:t>
            </a:r>
            <a:r>
              <a:rPr lang="es-CL" altLang="ko-KR" dirty="0"/>
              <a:t>?</a:t>
            </a:r>
          </a:p>
          <a:p>
            <a:pPr marL="0" indent="0">
              <a:buNone/>
            </a:pPr>
            <a:r>
              <a:rPr lang="es-CL" altLang="ko-KR" dirty="0"/>
              <a:t>[I-REUM-I MO-YE-YO]</a:t>
            </a:r>
          </a:p>
          <a:p>
            <a:pPr marL="0" indent="0">
              <a:buNone/>
            </a:pPr>
            <a:r>
              <a:rPr lang="es-CL" altLang="ko-KR" dirty="0"/>
              <a:t>Cual es tu nombre?</a:t>
            </a:r>
          </a:p>
          <a:p>
            <a:pPr marL="0" indent="0">
              <a:buNone/>
            </a:pPr>
            <a:endParaRPr lang="es-CL" altLang="ko-KR" dirty="0"/>
          </a:p>
          <a:p>
            <a:pPr marL="0" indent="0">
              <a:buNone/>
            </a:pPr>
            <a:r>
              <a:rPr lang="ko-KR" altLang="es-CL" dirty="0"/>
              <a:t>제 이름은 제시카예요</a:t>
            </a:r>
            <a:endParaRPr lang="es-CL" altLang="ko-KR" dirty="0"/>
          </a:p>
          <a:p>
            <a:pPr marL="0" indent="0">
              <a:buNone/>
            </a:pPr>
            <a:r>
              <a:rPr lang="es-CL" altLang="ko-KR" dirty="0"/>
              <a:t>[YE I-REUM-EUN JESSICA-YE-YO]</a:t>
            </a:r>
          </a:p>
          <a:p>
            <a:pPr marL="0" indent="0">
              <a:buNone/>
            </a:pPr>
            <a:r>
              <a:rPr lang="ko-KR" altLang="es-CL" dirty="0"/>
              <a:t>저는 제시카예요</a:t>
            </a:r>
            <a:endParaRPr lang="es-CL" altLang="ko-KR" dirty="0"/>
          </a:p>
          <a:p>
            <a:pPr marL="0" indent="0">
              <a:buNone/>
            </a:pPr>
            <a:endParaRPr lang="es-CL" altLang="ko-KR" dirty="0"/>
          </a:p>
          <a:p>
            <a:pPr marL="0" indent="0">
              <a:buNone/>
            </a:pPr>
            <a:endParaRPr lang="es-CL" altLang="ko-KR" dirty="0"/>
          </a:p>
        </p:txBody>
      </p:sp>
      <p:sp>
        <p:nvSpPr>
          <p:cNvPr id="5" name="TextBox 4">
            <a:extLst>
              <a:ext uri="{FF2B5EF4-FFF2-40B4-BE49-F238E27FC236}">
                <a16:creationId xmlns:a16="http://schemas.microsoft.com/office/drawing/2014/main" id="{DDF839B6-3E71-FBA2-C7FA-CA4CB836FA17}"/>
              </a:ext>
            </a:extLst>
          </p:cNvPr>
          <p:cNvSpPr txBox="1"/>
          <p:nvPr/>
        </p:nvSpPr>
        <p:spPr>
          <a:xfrm>
            <a:off x="5421744" y="1690688"/>
            <a:ext cx="7158183" cy="3108543"/>
          </a:xfrm>
          <a:prstGeom prst="rect">
            <a:avLst/>
          </a:prstGeom>
          <a:noFill/>
        </p:spPr>
        <p:txBody>
          <a:bodyPr wrap="square">
            <a:spAutoFit/>
          </a:bodyPr>
          <a:lstStyle/>
          <a:p>
            <a:r>
              <a:rPr lang="ko-KR" altLang="es-CL" sz="2800" dirty="0"/>
              <a:t>제 이름</a:t>
            </a:r>
            <a:r>
              <a:rPr lang="ko-KR" altLang="es-CL" sz="2800" dirty="0">
                <a:highlight>
                  <a:srgbClr val="FFFF00"/>
                </a:highlight>
              </a:rPr>
              <a:t>은</a:t>
            </a:r>
            <a:r>
              <a:rPr lang="ko-KR" altLang="es-CL" sz="2800" dirty="0"/>
              <a:t> 김재희</a:t>
            </a:r>
            <a:r>
              <a:rPr lang="ko-KR" altLang="es-CL" sz="2800" dirty="0">
                <a:highlight>
                  <a:srgbClr val="00FFFF"/>
                </a:highlight>
              </a:rPr>
              <a:t>예요</a:t>
            </a:r>
            <a:endParaRPr lang="es-CL" altLang="ko-KR" sz="2800" dirty="0">
              <a:highlight>
                <a:srgbClr val="00FFFF"/>
              </a:highlight>
            </a:endParaRPr>
          </a:p>
          <a:p>
            <a:r>
              <a:rPr lang="es-CL" altLang="ko-KR" sz="2800" dirty="0"/>
              <a:t>Mi nombre(P/T) </a:t>
            </a:r>
            <a:r>
              <a:rPr lang="es-CL" altLang="ko-KR" sz="2800" dirty="0" err="1"/>
              <a:t>kimjaehee</a:t>
            </a:r>
            <a:r>
              <a:rPr lang="es-CL" altLang="ko-KR" sz="2800" dirty="0"/>
              <a:t> ser</a:t>
            </a:r>
          </a:p>
          <a:p>
            <a:r>
              <a:rPr lang="es-CL" altLang="ko-KR" sz="2800" dirty="0"/>
              <a:t>Mi nombre es </a:t>
            </a:r>
            <a:r>
              <a:rPr lang="es-CL" altLang="ko-KR" sz="2800" dirty="0" err="1"/>
              <a:t>kim</a:t>
            </a:r>
            <a:r>
              <a:rPr lang="es-CL" altLang="ko-KR" sz="2800" dirty="0"/>
              <a:t> </a:t>
            </a:r>
            <a:r>
              <a:rPr lang="es-CL" altLang="ko-KR" sz="2800" dirty="0" err="1"/>
              <a:t>jae</a:t>
            </a:r>
            <a:r>
              <a:rPr lang="es-CL" altLang="ko-KR" sz="2800" dirty="0"/>
              <a:t> </a:t>
            </a:r>
            <a:r>
              <a:rPr lang="es-CL" altLang="ko-KR" sz="2800" dirty="0" err="1"/>
              <a:t>hee</a:t>
            </a:r>
            <a:endParaRPr lang="es-CL" altLang="ko-KR" sz="2800" dirty="0"/>
          </a:p>
          <a:p>
            <a:r>
              <a:rPr lang="ko-KR" altLang="es-CL" sz="2800" dirty="0"/>
              <a:t>저</a:t>
            </a:r>
            <a:r>
              <a:rPr lang="ko-KR" altLang="es-CL" sz="2800" dirty="0">
                <a:highlight>
                  <a:srgbClr val="FFFF00"/>
                </a:highlight>
              </a:rPr>
              <a:t>는</a:t>
            </a:r>
            <a:r>
              <a:rPr lang="ko-KR" altLang="es-CL" sz="2800" dirty="0"/>
              <a:t> 김재희</a:t>
            </a:r>
            <a:r>
              <a:rPr lang="ko-KR" altLang="es-CL" sz="2800" dirty="0">
                <a:highlight>
                  <a:srgbClr val="00FFFF"/>
                </a:highlight>
              </a:rPr>
              <a:t>예요</a:t>
            </a:r>
            <a:endParaRPr lang="es-CL" altLang="ko-KR" sz="2800" dirty="0">
              <a:highlight>
                <a:srgbClr val="00FFFF"/>
              </a:highlight>
            </a:endParaRPr>
          </a:p>
          <a:p>
            <a:r>
              <a:rPr lang="es-CL" sz="2800" dirty="0"/>
              <a:t>[Jeo-</a:t>
            </a:r>
            <a:r>
              <a:rPr lang="es-CL" sz="2800" dirty="0" err="1"/>
              <a:t>neun</a:t>
            </a:r>
            <a:r>
              <a:rPr lang="es-CL" sz="2800" dirty="0"/>
              <a:t> </a:t>
            </a:r>
            <a:r>
              <a:rPr lang="es-CL" sz="2800" dirty="0" err="1"/>
              <a:t>kim</a:t>
            </a:r>
            <a:r>
              <a:rPr lang="es-CL" sz="2800" dirty="0"/>
              <a:t>-je-ji yeyo]</a:t>
            </a:r>
          </a:p>
          <a:p>
            <a:r>
              <a:rPr lang="es-CL" sz="2800" dirty="0"/>
              <a:t>Mi(P/T) </a:t>
            </a:r>
            <a:r>
              <a:rPr lang="es-CL" sz="2800" dirty="0" err="1"/>
              <a:t>kimjaehee</a:t>
            </a:r>
            <a:r>
              <a:rPr lang="es-CL" sz="2800" dirty="0"/>
              <a:t> ser</a:t>
            </a:r>
          </a:p>
          <a:p>
            <a:r>
              <a:rPr lang="es-CL" sz="2800" dirty="0"/>
              <a:t>Yo soy </a:t>
            </a:r>
            <a:r>
              <a:rPr lang="es-CL" sz="2800" dirty="0" err="1"/>
              <a:t>kimjaehee</a:t>
            </a:r>
            <a:endParaRPr lang="es-CL" sz="2800" dirty="0"/>
          </a:p>
        </p:txBody>
      </p:sp>
    </p:spTree>
    <p:extLst>
      <p:ext uri="{BB962C8B-B14F-4D97-AF65-F5344CB8AC3E}">
        <p14:creationId xmlns:p14="http://schemas.microsoft.com/office/powerpoint/2010/main" val="58549586"/>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2FC94-497D-6C05-2217-70995AA1E0B1}"/>
              </a:ext>
            </a:extLst>
          </p:cNvPr>
          <p:cNvSpPr>
            <a:spLocks noGrp="1"/>
          </p:cNvSpPr>
          <p:nvPr>
            <p:ph type="title"/>
          </p:nvPr>
        </p:nvSpPr>
        <p:spPr/>
        <p:txBody>
          <a:bodyPr/>
          <a:lstStyle/>
          <a:p>
            <a:endParaRPr lang="es-CL"/>
          </a:p>
        </p:txBody>
      </p:sp>
      <p:sp>
        <p:nvSpPr>
          <p:cNvPr id="3" name="Content Placeholder 2">
            <a:extLst>
              <a:ext uri="{FF2B5EF4-FFF2-40B4-BE49-F238E27FC236}">
                <a16:creationId xmlns:a16="http://schemas.microsoft.com/office/drawing/2014/main" id="{30787635-D503-388C-AAFE-546BCE56FD6D}"/>
              </a:ext>
            </a:extLst>
          </p:cNvPr>
          <p:cNvSpPr>
            <a:spLocks noGrp="1"/>
          </p:cNvSpPr>
          <p:nvPr>
            <p:ph idx="1"/>
          </p:nvPr>
        </p:nvSpPr>
        <p:spPr/>
        <p:txBody>
          <a:bodyPr/>
          <a:lstStyle/>
          <a:p>
            <a:r>
              <a:rPr lang="ko-KR" altLang="es-CL" dirty="0"/>
              <a:t>저는 </a:t>
            </a:r>
            <a:r>
              <a:rPr lang="es-CL" altLang="ko-KR" dirty="0"/>
              <a:t>_______ </a:t>
            </a:r>
            <a:r>
              <a:rPr lang="ko-KR" altLang="es-CL" dirty="0"/>
              <a:t>예요</a:t>
            </a:r>
            <a:endParaRPr lang="es-CL" altLang="ko-KR" dirty="0"/>
          </a:p>
          <a:p>
            <a:pPr marL="0" indent="0">
              <a:buNone/>
            </a:pPr>
            <a:r>
              <a:rPr lang="es-CL" dirty="0"/>
              <a:t>JEO-NEUM NOMBRE YEYO</a:t>
            </a:r>
          </a:p>
          <a:p>
            <a:pPr marL="0" indent="0">
              <a:buNone/>
            </a:pPr>
            <a:endParaRPr lang="es-CL" dirty="0"/>
          </a:p>
          <a:p>
            <a:pPr marL="0" indent="0">
              <a:buNone/>
            </a:pPr>
            <a:r>
              <a:rPr lang="ko-KR" altLang="es-CL" dirty="0"/>
              <a:t>감사합니다</a:t>
            </a:r>
            <a:r>
              <a:rPr lang="es-CL" altLang="ko-KR" dirty="0"/>
              <a:t>.</a:t>
            </a:r>
          </a:p>
          <a:p>
            <a:pPr marL="0" indent="0">
              <a:buNone/>
            </a:pPr>
            <a:r>
              <a:rPr lang="es-CL"/>
              <a:t>[GAM SA JAM NI DA]</a:t>
            </a:r>
            <a:endParaRPr lang="es-CL" dirty="0"/>
          </a:p>
        </p:txBody>
      </p:sp>
    </p:spTree>
    <p:extLst>
      <p:ext uri="{BB962C8B-B14F-4D97-AF65-F5344CB8AC3E}">
        <p14:creationId xmlns:p14="http://schemas.microsoft.com/office/powerpoint/2010/main" val="477687968"/>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82FEF85-FEA8-9CE1-7FF4-BA5C94CBF102}"/>
              </a:ext>
            </a:extLst>
          </p:cNvPr>
          <p:cNvSpPr txBox="1"/>
          <p:nvPr/>
        </p:nvSpPr>
        <p:spPr>
          <a:xfrm>
            <a:off x="644237" y="402011"/>
            <a:ext cx="6096000" cy="6124754"/>
          </a:xfrm>
          <a:prstGeom prst="rect">
            <a:avLst/>
          </a:prstGeom>
          <a:noFill/>
        </p:spPr>
        <p:txBody>
          <a:bodyPr wrap="square">
            <a:spAutoFit/>
          </a:bodyPr>
          <a:lstStyle/>
          <a:p>
            <a:pPr marL="0" indent="0">
              <a:buNone/>
            </a:pPr>
            <a:r>
              <a:rPr lang="ko-KR" altLang="es-CL" sz="2800" dirty="0"/>
              <a:t>제 이름은 제시카예요</a:t>
            </a:r>
            <a:endParaRPr lang="es-CL" altLang="ko-KR" sz="2800" dirty="0"/>
          </a:p>
          <a:p>
            <a:pPr marL="0" indent="0">
              <a:buNone/>
            </a:pPr>
            <a:r>
              <a:rPr lang="es-CL" altLang="ko-KR" sz="2800" dirty="0"/>
              <a:t>[YE I-REUM-EUN JESSICA-YE-YO]</a:t>
            </a:r>
          </a:p>
          <a:p>
            <a:pPr marL="0" indent="0">
              <a:buNone/>
            </a:pPr>
            <a:r>
              <a:rPr lang="ko-KR" altLang="es-CL" sz="2800" dirty="0"/>
              <a:t>저는 제시카예요</a:t>
            </a:r>
            <a:endParaRPr lang="es-CL" altLang="ko-KR" sz="2800" dirty="0"/>
          </a:p>
          <a:p>
            <a:pPr marL="0" indent="0">
              <a:buNone/>
            </a:pPr>
            <a:r>
              <a:rPr lang="es-CL" altLang="ko-KR" sz="2800" dirty="0"/>
              <a:t>[YEO-NEUN JESSICA-YEYO]</a:t>
            </a:r>
          </a:p>
          <a:p>
            <a:pPr marL="0" indent="0">
              <a:buNone/>
            </a:pPr>
            <a:endParaRPr lang="es-CL" altLang="ko-KR" sz="2800" dirty="0"/>
          </a:p>
          <a:p>
            <a:pPr marL="0" indent="0">
              <a:buNone/>
            </a:pPr>
            <a:r>
              <a:rPr lang="ko-KR" altLang="es-CL" sz="2800" dirty="0"/>
              <a:t>저는 </a:t>
            </a:r>
            <a:endParaRPr lang="es-CL" altLang="ko-KR" sz="2800" dirty="0"/>
          </a:p>
          <a:p>
            <a:pPr marL="0" indent="0">
              <a:buNone/>
            </a:pPr>
            <a:r>
              <a:rPr lang="ko-KR" altLang="es-CL" sz="2800" dirty="0"/>
              <a:t>다야나예요</a:t>
            </a:r>
            <a:endParaRPr lang="es-CL" altLang="ko-KR" sz="2800" dirty="0"/>
          </a:p>
          <a:p>
            <a:pPr marL="0" indent="0">
              <a:buNone/>
            </a:pPr>
            <a:r>
              <a:rPr lang="ko-KR" altLang="es-CL" sz="2800" dirty="0"/>
              <a:t>다이아나예요</a:t>
            </a:r>
            <a:endParaRPr lang="es-CL" altLang="ko-KR" sz="2800" dirty="0"/>
          </a:p>
          <a:p>
            <a:pPr marL="0" indent="0">
              <a:buNone/>
            </a:pPr>
            <a:r>
              <a:rPr lang="ko-KR" altLang="es-CL" sz="2800" dirty="0"/>
              <a:t>저는 알렉산데르예요</a:t>
            </a:r>
            <a:endParaRPr lang="es-CL" altLang="ko-KR" sz="2800" dirty="0"/>
          </a:p>
          <a:p>
            <a:pPr marL="0" indent="0">
              <a:buNone/>
            </a:pPr>
            <a:endParaRPr lang="es-CL" altLang="ko-KR" sz="2800" dirty="0"/>
          </a:p>
          <a:p>
            <a:pPr marL="0" indent="0">
              <a:buNone/>
            </a:pPr>
            <a:r>
              <a:rPr lang="ko-KR" altLang="es-CL" sz="2800" dirty="0"/>
              <a:t>저는 하신타예요</a:t>
            </a:r>
            <a:endParaRPr lang="es-CL" altLang="ko-KR" sz="2800" dirty="0"/>
          </a:p>
          <a:p>
            <a:pPr marL="0" indent="0">
              <a:buNone/>
            </a:pPr>
            <a:r>
              <a:rPr lang="ko-KR" altLang="es-CL" sz="2800" dirty="0"/>
              <a:t>하신타</a:t>
            </a:r>
            <a:endParaRPr lang="es-CL" altLang="ko-KR" sz="2800" dirty="0"/>
          </a:p>
          <a:p>
            <a:pPr marL="0" indent="0">
              <a:buNone/>
            </a:pPr>
            <a:r>
              <a:rPr lang="ko-KR" altLang="es-CL" sz="2800" dirty="0"/>
              <a:t>저는 콘스탄사예요</a:t>
            </a:r>
            <a:endParaRPr lang="es-CL" altLang="ko-KR" sz="2800" dirty="0"/>
          </a:p>
          <a:p>
            <a:pPr marL="0" indent="0">
              <a:buNone/>
            </a:pPr>
            <a:r>
              <a:rPr lang="ko-KR" altLang="es-CL" sz="2800" dirty="0"/>
              <a:t>콘스탄자</a:t>
            </a:r>
            <a:endParaRPr lang="es-CL" altLang="ko-KR" sz="2800" dirty="0"/>
          </a:p>
        </p:txBody>
      </p:sp>
      <p:sp>
        <p:nvSpPr>
          <p:cNvPr id="6" name="TextBox 5">
            <a:extLst>
              <a:ext uri="{FF2B5EF4-FFF2-40B4-BE49-F238E27FC236}">
                <a16:creationId xmlns:a16="http://schemas.microsoft.com/office/drawing/2014/main" id="{D2803828-7F56-8E36-E751-CEBE5C06B94D}"/>
              </a:ext>
            </a:extLst>
          </p:cNvPr>
          <p:cNvSpPr txBox="1"/>
          <p:nvPr/>
        </p:nvSpPr>
        <p:spPr>
          <a:xfrm>
            <a:off x="7287491" y="701964"/>
            <a:ext cx="1569660" cy="1754326"/>
          </a:xfrm>
          <a:prstGeom prst="rect">
            <a:avLst/>
          </a:prstGeom>
          <a:noFill/>
        </p:spPr>
        <p:txBody>
          <a:bodyPr wrap="none" rtlCol="0">
            <a:spAutoFit/>
          </a:bodyPr>
          <a:lstStyle/>
          <a:p>
            <a:r>
              <a:rPr lang="ko-KR" altLang="es-CL" sz="3600" dirty="0"/>
              <a:t>제시카</a:t>
            </a:r>
            <a:endParaRPr lang="es-CL" altLang="ko-KR" sz="3600" dirty="0"/>
          </a:p>
          <a:p>
            <a:r>
              <a:rPr lang="ko-KR" altLang="es-CL" sz="3600" dirty="0"/>
              <a:t>재시카</a:t>
            </a:r>
            <a:endParaRPr lang="es-CL" altLang="ko-KR" sz="3600" dirty="0"/>
          </a:p>
          <a:p>
            <a:r>
              <a:rPr lang="ko-KR" altLang="es-CL" sz="3600" dirty="0"/>
              <a:t>ㅐ ㅔ </a:t>
            </a:r>
            <a:endParaRPr lang="es-CL" sz="3600" dirty="0"/>
          </a:p>
        </p:txBody>
      </p:sp>
    </p:spTree>
    <p:extLst>
      <p:ext uri="{BB962C8B-B14F-4D97-AF65-F5344CB8AC3E}">
        <p14:creationId xmlns:p14="http://schemas.microsoft.com/office/powerpoint/2010/main" val="1666740149"/>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2D5179-FD61-6E36-BFDC-C66DB1546493}"/>
            </a:ext>
          </a:extLst>
        </p:cNvPr>
        <p:cNvGrpSpPr/>
        <p:nvPr/>
      </p:nvGrpSpPr>
      <p:grpSpPr>
        <a:xfrm>
          <a:off x="0" y="0"/>
          <a:ext cx="0" cy="0"/>
          <a:chOff x="0" y="0"/>
          <a:chExt cx="0" cy="0"/>
        </a:xfrm>
      </p:grpSpPr>
      <p:pic>
        <p:nvPicPr>
          <p:cNvPr id="2" name="img83">
            <a:extLst>
              <a:ext uri="{FF2B5EF4-FFF2-40B4-BE49-F238E27FC236}">
                <a16:creationId xmlns:a16="http://schemas.microsoft.com/office/drawing/2014/main" id="{44BB2877-02A5-3B69-A658-0EEE06CB0E8E}"/>
              </a:ext>
            </a:extLst>
          </p:cNvPr>
          <p:cNvPicPr>
            <a:picLocks noChangeAspect="1"/>
          </p:cNvPicPr>
          <p:nvPr/>
        </p:nvPicPr>
        <p:blipFill>
          <a:blip r:embed="rId2"/>
          <a:stretch>
            <a:fillRect/>
          </a:stretch>
        </p:blipFill>
        <p:spPr>
          <a:xfrm>
            <a:off x="0" y="0"/>
            <a:ext cx="12192000" cy="6858000"/>
          </a:xfrm>
          <a:prstGeom prst="rect">
            <a:avLst/>
          </a:prstGeom>
        </p:spPr>
      </p:pic>
      <p:pic>
        <p:nvPicPr>
          <p:cNvPr id="3" name="Image 0" descr="/sessions/sleepy-zen-cray/mnt/outputs/deck_assets/logo_var2_azul.png">
            <a:extLst>
              <a:ext uri="{FF2B5EF4-FFF2-40B4-BE49-F238E27FC236}">
                <a16:creationId xmlns:a16="http://schemas.microsoft.com/office/drawing/2014/main" id="{C516845F-CC21-EA50-BA2C-8E0DEEB173A2}"/>
              </a:ext>
            </a:extLst>
          </p:cNvPr>
          <p:cNvPicPr>
            <a:picLocks noChangeAspect="1"/>
          </p:cNvPicPr>
          <p:nvPr/>
        </p:nvPicPr>
        <p:blipFill>
          <a:blip r:embed="rId3"/>
          <a:stretch>
            <a:fillRect/>
          </a:stretch>
        </p:blipFill>
        <p:spPr>
          <a:xfrm>
            <a:off x="9778365" y="-760095"/>
            <a:ext cx="2571750" cy="2571750"/>
          </a:xfrm>
          <a:prstGeom prst="rect">
            <a:avLst/>
          </a:prstGeom>
        </p:spPr>
      </p:pic>
    </p:spTree>
    <p:extLst>
      <p:ext uri="{BB962C8B-B14F-4D97-AF65-F5344CB8AC3E}">
        <p14:creationId xmlns:p14="http://schemas.microsoft.com/office/powerpoint/2010/main" val="2049785814"/>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1A9CA-3F6F-E076-EE85-A222741FB618}"/>
            </a:ext>
          </a:extLst>
        </p:cNvPr>
        <p:cNvGrpSpPr/>
        <p:nvPr/>
      </p:nvGrpSpPr>
      <p:grpSpPr>
        <a:xfrm>
          <a:off x="0" y="0"/>
          <a:ext cx="0" cy="0"/>
          <a:chOff x="0" y="0"/>
          <a:chExt cx="0" cy="0"/>
        </a:xfrm>
      </p:grpSpPr>
      <p:pic>
        <p:nvPicPr>
          <p:cNvPr id="2" name="ref79">
            <a:extLst>
              <a:ext uri="{FF2B5EF4-FFF2-40B4-BE49-F238E27FC236}">
                <a16:creationId xmlns:a16="http://schemas.microsoft.com/office/drawing/2014/main" id="{D5622332-B013-A706-F925-9CDDE72C0AF8}"/>
              </a:ext>
            </a:extLst>
          </p:cNvPr>
          <p:cNvPicPr>
            <a:picLocks noChangeAspect="1"/>
          </p:cNvPicPr>
          <p:nvPr/>
        </p:nvPicPr>
        <p:blipFill>
          <a:blip r:embed="rId2"/>
          <a:stretch>
            <a:fillRect/>
          </a:stretch>
        </p:blipFill>
        <p:spPr>
          <a:xfrm>
            <a:off x="0" y="0"/>
            <a:ext cx="12192000" cy="6858000"/>
          </a:xfrm>
          <a:prstGeom prst="rect">
            <a:avLst/>
          </a:prstGeom>
        </p:spPr>
      </p:pic>
      <p:pic>
        <p:nvPicPr>
          <p:cNvPr id="3" name="Image 0" descr="/sessions/sleepy-zen-cray/mnt/outputs/deck_assets/logo_var2_azul.png">
            <a:extLst>
              <a:ext uri="{FF2B5EF4-FFF2-40B4-BE49-F238E27FC236}">
                <a16:creationId xmlns:a16="http://schemas.microsoft.com/office/drawing/2014/main" id="{A5822CDD-6C85-FF2C-82EA-80E61E37A06B}"/>
              </a:ext>
            </a:extLst>
          </p:cNvPr>
          <p:cNvPicPr>
            <a:picLocks noChangeAspect="1"/>
          </p:cNvPicPr>
          <p:nvPr/>
        </p:nvPicPr>
        <p:blipFill>
          <a:blip r:embed="rId3"/>
          <a:stretch>
            <a:fillRect/>
          </a:stretch>
        </p:blipFill>
        <p:spPr>
          <a:xfrm>
            <a:off x="9778365" y="-600075"/>
            <a:ext cx="2571750" cy="2571750"/>
          </a:xfrm>
          <a:prstGeom prst="rect">
            <a:avLst/>
          </a:prstGeom>
        </p:spPr>
      </p:pic>
    </p:spTree>
    <p:extLst>
      <p:ext uri="{BB962C8B-B14F-4D97-AF65-F5344CB8AC3E}">
        <p14:creationId xmlns:p14="http://schemas.microsoft.com/office/powerpoint/2010/main" val="231594013"/>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F6BCE-4922-2A9A-DB06-56CFCB531523}"/>
            </a:ext>
          </a:extLst>
        </p:cNvPr>
        <p:cNvGrpSpPr/>
        <p:nvPr/>
      </p:nvGrpSpPr>
      <p:grpSpPr>
        <a:xfrm>
          <a:off x="0" y="0"/>
          <a:ext cx="0" cy="0"/>
          <a:chOff x="0" y="0"/>
          <a:chExt cx="0" cy="0"/>
        </a:xfrm>
      </p:grpSpPr>
      <p:pic>
        <p:nvPicPr>
          <p:cNvPr id="2" name="ref80">
            <a:extLst>
              <a:ext uri="{FF2B5EF4-FFF2-40B4-BE49-F238E27FC236}">
                <a16:creationId xmlns:a16="http://schemas.microsoft.com/office/drawing/2014/main" id="{5D41A049-706E-A037-1949-3AE4675EC84C}"/>
              </a:ext>
            </a:extLst>
          </p:cNvPr>
          <p:cNvPicPr>
            <a:picLocks noChangeAspect="1"/>
          </p:cNvPicPr>
          <p:nvPr/>
        </p:nvPicPr>
        <p:blipFill>
          <a:blip r:embed="rId2"/>
          <a:stretch>
            <a:fillRect/>
          </a:stretch>
        </p:blipFill>
        <p:spPr>
          <a:xfrm>
            <a:off x="0" y="0"/>
            <a:ext cx="12192000" cy="6858000"/>
          </a:xfrm>
          <a:prstGeom prst="rect">
            <a:avLst/>
          </a:prstGeom>
        </p:spPr>
      </p:pic>
      <p:pic>
        <p:nvPicPr>
          <p:cNvPr id="3" name="Image 0" descr="/sessions/sleepy-zen-cray/mnt/outputs/deck_assets/logo_var2_azul.png">
            <a:extLst>
              <a:ext uri="{FF2B5EF4-FFF2-40B4-BE49-F238E27FC236}">
                <a16:creationId xmlns:a16="http://schemas.microsoft.com/office/drawing/2014/main" id="{290E7FC9-F5FA-8AEC-E01B-308FCA1F16E8}"/>
              </a:ext>
            </a:extLst>
          </p:cNvPr>
          <p:cNvPicPr>
            <a:picLocks noChangeAspect="1"/>
          </p:cNvPicPr>
          <p:nvPr/>
        </p:nvPicPr>
        <p:blipFill>
          <a:blip r:embed="rId3"/>
          <a:stretch>
            <a:fillRect/>
          </a:stretch>
        </p:blipFill>
        <p:spPr>
          <a:xfrm>
            <a:off x="9778365" y="-600075"/>
            <a:ext cx="2571750" cy="2571750"/>
          </a:xfrm>
          <a:prstGeom prst="rect">
            <a:avLst/>
          </a:prstGeom>
        </p:spPr>
      </p:pic>
      <p:sp>
        <p:nvSpPr>
          <p:cNvPr id="4" name="TextBox 3">
            <a:extLst>
              <a:ext uri="{FF2B5EF4-FFF2-40B4-BE49-F238E27FC236}">
                <a16:creationId xmlns:a16="http://schemas.microsoft.com/office/drawing/2014/main" id="{707733BC-E2A7-1BD5-2776-596D9A3F3D13}"/>
              </a:ext>
            </a:extLst>
          </p:cNvPr>
          <p:cNvSpPr txBox="1"/>
          <p:nvPr/>
        </p:nvSpPr>
        <p:spPr>
          <a:xfrm>
            <a:off x="2558473" y="4784329"/>
            <a:ext cx="1107996" cy="646331"/>
          </a:xfrm>
          <a:prstGeom prst="rect">
            <a:avLst/>
          </a:prstGeom>
          <a:noFill/>
        </p:spPr>
        <p:txBody>
          <a:bodyPr wrap="none" rtlCol="0">
            <a:spAutoFit/>
          </a:bodyPr>
          <a:lstStyle/>
          <a:p>
            <a:r>
              <a:rPr lang="ko-KR" altLang="es-CL" sz="3600" dirty="0"/>
              <a:t>읽다</a:t>
            </a:r>
            <a:endParaRPr lang="es-CL" sz="3600" dirty="0"/>
          </a:p>
        </p:txBody>
      </p:sp>
    </p:spTree>
    <p:extLst>
      <p:ext uri="{BB962C8B-B14F-4D97-AF65-F5344CB8AC3E}">
        <p14:creationId xmlns:p14="http://schemas.microsoft.com/office/powerpoint/2010/main" val="987783514"/>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name="Slide 6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88720" y="1097280"/>
            <a:ext cx="9814255" cy="4663440"/>
          </a:xfrm>
          <a:prstGeom prst="roundRect">
            <a:avLst>
              <a:gd name="adj" fmla="val 5882"/>
            </a:avLst>
          </a:prstGeom>
          <a:solidFill>
            <a:srgbClr val="F6F6F6"/>
          </a:solidFill>
          <a:ln w="12700">
            <a:solidFill>
              <a:srgbClr val="F6F6F6"/>
            </a:solidFill>
            <a:prstDash val="solid"/>
          </a:ln>
        </p:spPr>
      </p:sp>
      <p:sp>
        <p:nvSpPr>
          <p:cNvPr id="3" name="Text 1"/>
          <p:cNvSpPr/>
          <p:nvPr/>
        </p:nvSpPr>
        <p:spPr>
          <a:xfrm>
            <a:off x="1188720" y="1463040"/>
            <a:ext cx="9814255" cy="320040"/>
          </a:xfrm>
          <a:prstGeom prst="rect">
            <a:avLst/>
          </a:prstGeom>
          <a:noFill/>
          <a:ln/>
        </p:spPr>
        <p:txBody>
          <a:bodyPr wrap="square" lIns="0" tIns="0" rIns="0" bIns="0" rtlCol="0" anchor="ctr"/>
          <a:lstStyle/>
          <a:p>
            <a:pPr marL="0" indent="0" algn="ctr">
              <a:buNone/>
            </a:pPr>
            <a:r>
              <a:rPr lang="en-US" sz="1200" b="1" kern="0" spc="800" dirty="0">
                <a:solidFill>
                  <a:srgbClr val="FE6768"/>
                </a:solidFill>
                <a:latin typeface="Calibri" pitchFamily="34" charset="0"/>
                <a:ea typeface="Calibri" pitchFamily="34" charset="-122"/>
                <a:cs typeface="Calibri" pitchFamily="34" charset="-120"/>
              </a:rPr>
              <a:t>CAPÍTULO 3</a:t>
            </a:r>
            <a:endParaRPr lang="en-US" sz="1200" dirty="0"/>
          </a:p>
        </p:txBody>
      </p:sp>
      <p:sp>
        <p:nvSpPr>
          <p:cNvPr id="4" name="Text 2"/>
          <p:cNvSpPr/>
          <p:nvPr/>
        </p:nvSpPr>
        <p:spPr>
          <a:xfrm>
            <a:off x="1188720" y="1828800"/>
            <a:ext cx="9814255" cy="1463040"/>
          </a:xfrm>
          <a:prstGeom prst="rect">
            <a:avLst/>
          </a:prstGeom>
          <a:noFill/>
          <a:ln/>
        </p:spPr>
        <p:txBody>
          <a:bodyPr wrap="square" lIns="0" tIns="0" rIns="0" bIns="0" rtlCol="0" anchor="ctr"/>
          <a:lstStyle/>
          <a:p>
            <a:pPr marL="0" indent="0" algn="ctr">
              <a:buNone/>
            </a:pPr>
            <a:r>
              <a:rPr lang="en-US" sz="13000" b="1" dirty="0">
                <a:solidFill>
                  <a:srgbClr val="4036ED"/>
                </a:solidFill>
                <a:latin typeface="Malgun Gothic" pitchFamily="34" charset="0"/>
                <a:ea typeface="Malgun Gothic" pitchFamily="34" charset="-122"/>
                <a:cs typeface="Malgun Gothic" pitchFamily="34" charset="-120"/>
              </a:rPr>
              <a:t>음절</a:t>
            </a:r>
            <a:endParaRPr lang="en-US" sz="13000" dirty="0"/>
          </a:p>
        </p:txBody>
      </p:sp>
      <p:sp>
        <p:nvSpPr>
          <p:cNvPr id="5" name="Text 3"/>
          <p:cNvSpPr/>
          <p:nvPr/>
        </p:nvSpPr>
        <p:spPr>
          <a:xfrm>
            <a:off x="1188720" y="3383280"/>
            <a:ext cx="9814255" cy="457200"/>
          </a:xfrm>
          <a:prstGeom prst="rect">
            <a:avLst/>
          </a:prstGeom>
          <a:noFill/>
          <a:ln/>
        </p:spPr>
        <p:txBody>
          <a:bodyPr wrap="square" lIns="0" tIns="0" rIns="0" bIns="0" rtlCol="0" anchor="ctr"/>
          <a:lstStyle/>
          <a:p>
            <a:pPr marL="0" indent="0" algn="ctr">
              <a:buNone/>
            </a:pPr>
            <a:r>
              <a:rPr lang="en-US" sz="2200" dirty="0">
                <a:solidFill>
                  <a:srgbClr val="1E1E2A"/>
                </a:solidFill>
                <a:latin typeface="Calibri" pitchFamily="34" charset="0"/>
                <a:ea typeface="Calibri" pitchFamily="34" charset="-122"/>
                <a:cs typeface="Calibri" pitchFamily="34" charset="-120"/>
              </a:rPr>
              <a:t>La Sílaba Coreana</a:t>
            </a:r>
            <a:endParaRPr lang="en-US" sz="2200" dirty="0"/>
          </a:p>
        </p:txBody>
      </p:sp>
      <p:sp>
        <p:nvSpPr>
          <p:cNvPr id="6" name="Text 4"/>
          <p:cNvSpPr/>
          <p:nvPr/>
        </p:nvSpPr>
        <p:spPr>
          <a:xfrm>
            <a:off x="1188720" y="3840480"/>
            <a:ext cx="9814255" cy="457200"/>
          </a:xfrm>
          <a:prstGeom prst="rect">
            <a:avLst/>
          </a:prstGeom>
          <a:noFill/>
          <a:ln/>
        </p:spPr>
        <p:txBody>
          <a:bodyPr wrap="square" lIns="0" tIns="0" rIns="0" bIns="0" rtlCol="0" anchor="ctr"/>
          <a:lstStyle/>
          <a:p>
            <a:pPr marL="0" indent="0" algn="ctr">
              <a:buNone/>
            </a:pPr>
            <a:r>
              <a:rPr lang="en-US" sz="1300" i="1" dirty="0">
                <a:solidFill>
                  <a:srgbClr val="4A4A55"/>
                </a:solidFill>
                <a:latin typeface="Calibri" pitchFamily="34" charset="0"/>
                <a:ea typeface="Calibri" pitchFamily="34" charset="-122"/>
                <a:cs typeface="Calibri" pitchFamily="34" charset="-120"/>
              </a:rPr>
              <a:t>Cómo letras solas se convierten en bloques de sentido</a:t>
            </a:r>
            <a:endParaRPr lang="en-US" sz="1300" dirty="0"/>
          </a:p>
        </p:txBody>
      </p:sp>
      <p:sp>
        <p:nvSpPr>
          <p:cNvPr id="7" name="Shape 5"/>
          <p:cNvSpPr/>
          <p:nvPr/>
        </p:nvSpPr>
        <p:spPr>
          <a:xfrm>
            <a:off x="4617720" y="4434840"/>
            <a:ext cx="777240" cy="777240"/>
          </a:xfrm>
          <a:prstGeom prst="rect">
            <a:avLst/>
          </a:prstGeom>
          <a:solidFill>
            <a:srgbClr val="FFE0E0"/>
          </a:solidFill>
          <a:ln w="19050">
            <a:solidFill>
              <a:srgbClr val="FE6768"/>
            </a:solidFill>
            <a:prstDash val="solid"/>
          </a:ln>
        </p:spPr>
      </p:sp>
      <p:sp>
        <p:nvSpPr>
          <p:cNvPr id="8" name="Text 6"/>
          <p:cNvSpPr/>
          <p:nvPr/>
        </p:nvSpPr>
        <p:spPr>
          <a:xfrm>
            <a:off x="4617720" y="4434840"/>
            <a:ext cx="388620" cy="505206"/>
          </a:xfrm>
          <a:prstGeom prst="rect">
            <a:avLst/>
          </a:prstGeom>
          <a:noFill/>
          <a:ln/>
        </p:spPr>
        <p:txBody>
          <a:bodyPr wrap="square" lIns="0" tIns="0" rIns="0" bIns="0" rtlCol="0" anchor="ctr"/>
          <a:lstStyle/>
          <a:p>
            <a:pPr marL="0" indent="0" algn="ctr">
              <a:buNone/>
            </a:pPr>
            <a:r>
              <a:rPr lang="en-US" sz="2600" b="1" dirty="0">
                <a:solidFill>
                  <a:srgbClr val="FE6768"/>
                </a:solidFill>
                <a:latin typeface="Malgun Gothic" pitchFamily="34" charset="0"/>
                <a:ea typeface="Malgun Gothic" pitchFamily="34" charset="-122"/>
                <a:cs typeface="Malgun Gothic" pitchFamily="34" charset="-120"/>
              </a:rPr>
              <a:t>ㅎ</a:t>
            </a:r>
            <a:endParaRPr lang="en-US" sz="2600" dirty="0"/>
          </a:p>
        </p:txBody>
      </p:sp>
      <p:sp>
        <p:nvSpPr>
          <p:cNvPr id="9" name="Text 7"/>
          <p:cNvSpPr/>
          <p:nvPr/>
        </p:nvSpPr>
        <p:spPr>
          <a:xfrm>
            <a:off x="5006340" y="4434840"/>
            <a:ext cx="388620" cy="505206"/>
          </a:xfrm>
          <a:prstGeom prst="rect">
            <a:avLst/>
          </a:prstGeom>
          <a:noFill/>
          <a:ln/>
        </p:spPr>
        <p:txBody>
          <a:bodyPr wrap="square" lIns="0" tIns="0" rIns="0" bIns="0" rtlCol="0" anchor="ctr"/>
          <a:lstStyle/>
          <a:p>
            <a:pPr marL="0" indent="0" algn="ctr">
              <a:buNone/>
            </a:pPr>
            <a:r>
              <a:rPr lang="en-US" sz="2600" b="1" dirty="0">
                <a:solidFill>
                  <a:srgbClr val="FE6768"/>
                </a:solidFill>
                <a:latin typeface="Malgun Gothic" pitchFamily="34" charset="0"/>
                <a:ea typeface="Malgun Gothic" pitchFamily="34" charset="-122"/>
                <a:cs typeface="Malgun Gothic" pitchFamily="34" charset="-120"/>
              </a:rPr>
              <a:t>ㅏ</a:t>
            </a:r>
            <a:endParaRPr lang="en-US" sz="2600" dirty="0"/>
          </a:p>
        </p:txBody>
      </p:sp>
      <p:sp>
        <p:nvSpPr>
          <p:cNvPr id="10" name="Text 8"/>
          <p:cNvSpPr/>
          <p:nvPr/>
        </p:nvSpPr>
        <p:spPr>
          <a:xfrm>
            <a:off x="4617720" y="4940046"/>
            <a:ext cx="777240" cy="272034"/>
          </a:xfrm>
          <a:prstGeom prst="rect">
            <a:avLst/>
          </a:prstGeom>
          <a:noFill/>
          <a:ln/>
        </p:spPr>
        <p:txBody>
          <a:bodyPr wrap="square" lIns="0" tIns="0" rIns="0" bIns="0" rtlCol="0" anchor="ctr"/>
          <a:lstStyle/>
          <a:p>
            <a:pPr marL="0" indent="0" algn="ctr">
              <a:buNone/>
            </a:pPr>
            <a:r>
              <a:rPr lang="en-US" sz="2210" b="1" dirty="0">
                <a:solidFill>
                  <a:srgbClr val="FE6768"/>
                </a:solidFill>
                <a:latin typeface="Malgun Gothic" pitchFamily="34" charset="0"/>
                <a:ea typeface="Malgun Gothic" pitchFamily="34" charset="-122"/>
                <a:cs typeface="Malgun Gothic" pitchFamily="34" charset="-120"/>
              </a:rPr>
              <a:t>ㄴ</a:t>
            </a:r>
            <a:endParaRPr lang="en-US" sz="2210" dirty="0"/>
          </a:p>
        </p:txBody>
      </p:sp>
      <p:sp>
        <p:nvSpPr>
          <p:cNvPr id="11" name="Text 9"/>
          <p:cNvSpPr/>
          <p:nvPr/>
        </p:nvSpPr>
        <p:spPr>
          <a:xfrm>
            <a:off x="5440680" y="4526280"/>
            <a:ext cx="365760" cy="594360"/>
          </a:xfrm>
          <a:prstGeom prst="rect">
            <a:avLst/>
          </a:prstGeom>
          <a:noFill/>
          <a:ln/>
        </p:spPr>
        <p:txBody>
          <a:bodyPr wrap="square" lIns="0" tIns="0" rIns="0" bIns="0" rtlCol="0" anchor="ctr"/>
          <a:lstStyle/>
          <a:p>
            <a:pPr marL="0" indent="0" algn="ctr">
              <a:buNone/>
            </a:pPr>
            <a:r>
              <a:rPr lang="en-US" sz="2800" b="1" dirty="0">
                <a:solidFill>
                  <a:srgbClr val="4036ED"/>
                </a:solidFill>
              </a:rPr>
              <a:t>+</a:t>
            </a:r>
            <a:endParaRPr lang="en-US" sz="2800" dirty="0"/>
          </a:p>
        </p:txBody>
      </p:sp>
      <p:sp>
        <p:nvSpPr>
          <p:cNvPr id="12" name="Shape 10"/>
          <p:cNvSpPr/>
          <p:nvPr/>
        </p:nvSpPr>
        <p:spPr>
          <a:xfrm>
            <a:off x="5852160" y="4434840"/>
            <a:ext cx="777240" cy="777240"/>
          </a:xfrm>
          <a:prstGeom prst="rect">
            <a:avLst/>
          </a:prstGeom>
          <a:solidFill>
            <a:srgbClr val="EDE8FF"/>
          </a:solidFill>
          <a:ln w="19050">
            <a:solidFill>
              <a:srgbClr val="4036ED"/>
            </a:solidFill>
            <a:prstDash val="solid"/>
          </a:ln>
        </p:spPr>
      </p:sp>
      <p:sp>
        <p:nvSpPr>
          <p:cNvPr id="13" name="Text 11"/>
          <p:cNvSpPr/>
          <p:nvPr/>
        </p:nvSpPr>
        <p:spPr>
          <a:xfrm>
            <a:off x="5852160" y="4434840"/>
            <a:ext cx="777240" cy="252603"/>
          </a:xfrm>
          <a:prstGeom prst="rect">
            <a:avLst/>
          </a:prstGeom>
          <a:noFill/>
          <a:ln/>
        </p:spPr>
        <p:txBody>
          <a:bodyPr wrap="square" lIns="0" tIns="0" rIns="0" bIns="0" rtlCol="0" anchor="ctr"/>
          <a:lstStyle/>
          <a:p>
            <a:pPr marL="0" indent="0" algn="ctr">
              <a:buNone/>
            </a:pPr>
            <a:r>
              <a:rPr lang="en-US" sz="2600" b="1" dirty="0">
                <a:solidFill>
                  <a:srgbClr val="4036ED"/>
                </a:solidFill>
                <a:latin typeface="Malgun Gothic" pitchFamily="34" charset="0"/>
                <a:ea typeface="Malgun Gothic" pitchFamily="34" charset="-122"/>
                <a:cs typeface="Malgun Gothic" pitchFamily="34" charset="-120"/>
              </a:rPr>
              <a:t>ㄱ</a:t>
            </a:r>
            <a:endParaRPr lang="en-US" sz="2600" dirty="0"/>
          </a:p>
        </p:txBody>
      </p:sp>
      <p:sp>
        <p:nvSpPr>
          <p:cNvPr id="14" name="Text 12"/>
          <p:cNvSpPr/>
          <p:nvPr/>
        </p:nvSpPr>
        <p:spPr>
          <a:xfrm>
            <a:off x="5852160" y="4687443"/>
            <a:ext cx="777240" cy="252603"/>
          </a:xfrm>
          <a:prstGeom prst="rect">
            <a:avLst/>
          </a:prstGeom>
          <a:noFill/>
          <a:ln/>
        </p:spPr>
        <p:txBody>
          <a:bodyPr wrap="square" lIns="0" tIns="0" rIns="0" bIns="0" rtlCol="0" anchor="ctr"/>
          <a:lstStyle/>
          <a:p>
            <a:pPr marL="0" indent="0" algn="ctr">
              <a:buNone/>
            </a:pPr>
            <a:r>
              <a:rPr lang="en-US" sz="2600" b="1" dirty="0">
                <a:solidFill>
                  <a:srgbClr val="4036ED"/>
                </a:solidFill>
                <a:latin typeface="Malgun Gothic" pitchFamily="34" charset="0"/>
                <a:ea typeface="Malgun Gothic" pitchFamily="34" charset="-122"/>
                <a:cs typeface="Malgun Gothic" pitchFamily="34" charset="-120"/>
              </a:rPr>
              <a:t>ㅡ</a:t>
            </a:r>
            <a:endParaRPr lang="en-US" sz="2600" dirty="0"/>
          </a:p>
        </p:txBody>
      </p:sp>
      <p:sp>
        <p:nvSpPr>
          <p:cNvPr id="15" name="Text 13"/>
          <p:cNvSpPr/>
          <p:nvPr/>
        </p:nvSpPr>
        <p:spPr>
          <a:xfrm>
            <a:off x="5852160" y="4940046"/>
            <a:ext cx="777240" cy="272034"/>
          </a:xfrm>
          <a:prstGeom prst="rect">
            <a:avLst/>
          </a:prstGeom>
          <a:noFill/>
          <a:ln/>
        </p:spPr>
        <p:txBody>
          <a:bodyPr wrap="square" lIns="0" tIns="0" rIns="0" bIns="0" rtlCol="0" anchor="ctr"/>
          <a:lstStyle/>
          <a:p>
            <a:pPr marL="0" indent="0" algn="ctr">
              <a:buNone/>
            </a:pPr>
            <a:r>
              <a:rPr lang="en-US" sz="2210" b="1" dirty="0">
                <a:solidFill>
                  <a:srgbClr val="4036ED"/>
                </a:solidFill>
                <a:latin typeface="Malgun Gothic" pitchFamily="34" charset="0"/>
                <a:ea typeface="Malgun Gothic" pitchFamily="34" charset="-122"/>
                <a:cs typeface="Malgun Gothic" pitchFamily="34" charset="-120"/>
              </a:rPr>
              <a:t>ㄹ</a:t>
            </a:r>
            <a:endParaRPr lang="en-US" sz="2210" dirty="0"/>
          </a:p>
        </p:txBody>
      </p:sp>
      <p:sp>
        <p:nvSpPr>
          <p:cNvPr id="16" name="Text 14"/>
          <p:cNvSpPr/>
          <p:nvPr/>
        </p:nvSpPr>
        <p:spPr>
          <a:xfrm>
            <a:off x="6675120" y="4526280"/>
            <a:ext cx="365760" cy="594360"/>
          </a:xfrm>
          <a:prstGeom prst="rect">
            <a:avLst/>
          </a:prstGeom>
          <a:noFill/>
          <a:ln/>
        </p:spPr>
        <p:txBody>
          <a:bodyPr wrap="square" lIns="0" tIns="0" rIns="0" bIns="0" rtlCol="0" anchor="ctr"/>
          <a:lstStyle/>
          <a:p>
            <a:pPr marL="0" indent="0" algn="ctr">
              <a:buNone/>
            </a:pPr>
            <a:r>
              <a:rPr lang="en-US" sz="2800" b="1" dirty="0">
                <a:solidFill>
                  <a:srgbClr val="4036ED"/>
                </a:solidFill>
              </a:rPr>
              <a:t>=</a:t>
            </a:r>
            <a:endParaRPr lang="en-US" sz="2800" dirty="0"/>
          </a:p>
        </p:txBody>
      </p:sp>
      <p:sp>
        <p:nvSpPr>
          <p:cNvPr id="17" name="Text 15"/>
          <p:cNvSpPr/>
          <p:nvPr/>
        </p:nvSpPr>
        <p:spPr>
          <a:xfrm>
            <a:off x="7086600" y="4434840"/>
            <a:ext cx="1371600" cy="777240"/>
          </a:xfrm>
          <a:prstGeom prst="rect">
            <a:avLst/>
          </a:prstGeom>
          <a:noFill/>
          <a:ln/>
        </p:spPr>
        <p:txBody>
          <a:bodyPr wrap="square" lIns="0" tIns="0" rIns="0" bIns="0" rtlCol="0" anchor="ctr"/>
          <a:lstStyle/>
          <a:p>
            <a:pPr marL="0" indent="0" algn="ctr">
              <a:buNone/>
            </a:pPr>
            <a:r>
              <a:rPr lang="en-US" sz="4400" b="1" dirty="0">
                <a:solidFill>
                  <a:srgbClr val="4036ED"/>
                </a:solidFill>
                <a:latin typeface="Malgun Gothic" pitchFamily="34" charset="0"/>
                <a:ea typeface="Malgun Gothic" pitchFamily="34" charset="-122"/>
                <a:cs typeface="Malgun Gothic" pitchFamily="34" charset="-120"/>
              </a:rPr>
              <a:t>한글</a:t>
            </a:r>
            <a:endParaRPr lang="en-US" sz="4400" dirty="0"/>
          </a:p>
        </p:txBody>
      </p:sp>
      <p:sp>
        <p:nvSpPr>
          <p:cNvPr id="19" name="Text 16"/>
          <p:cNvSpPr/>
          <p:nvPr/>
        </p:nvSpPr>
        <p:spPr>
          <a:xfrm>
            <a:off x="1188720" y="5852160"/>
            <a:ext cx="9814255" cy="320040"/>
          </a:xfrm>
          <a:prstGeom prst="rect">
            <a:avLst/>
          </a:prstGeom>
          <a:noFill/>
          <a:ln/>
        </p:spPr>
        <p:txBody>
          <a:bodyPr wrap="square" lIns="0" tIns="0" rIns="0" bIns="0" rtlCol="0" anchor="ctr"/>
          <a:lstStyle/>
          <a:p>
            <a:pPr marL="0" indent="0" algn="ctr">
              <a:buNone/>
            </a:pPr>
            <a:r>
              <a:rPr lang="en-US" sz="1400" b="1" i="1" kern="0" spc="200" dirty="0">
                <a:solidFill>
                  <a:srgbClr val="FE6768"/>
                </a:solidFill>
                <a:latin typeface="Calibri" pitchFamily="34" charset="0"/>
                <a:ea typeface="Calibri" pitchFamily="34" charset="-122"/>
                <a:cs typeface="Calibri" pitchFamily="34" charset="-120"/>
              </a:rPr>
              <a:t>Method Chingu™</a:t>
            </a:r>
            <a:endParaRPr lang="en-US" sz="1400" dirty="0"/>
          </a:p>
        </p:txBody>
      </p:sp>
      <p:sp>
        <p:nvSpPr>
          <p:cNvPr id="20" name="Text 17"/>
          <p:cNvSpPr/>
          <p:nvPr/>
        </p:nvSpPr>
        <p:spPr>
          <a:xfrm>
            <a:off x="1188720" y="6263640"/>
            <a:ext cx="9814255" cy="274320"/>
          </a:xfrm>
          <a:prstGeom prst="rect">
            <a:avLst/>
          </a:prstGeom>
          <a:noFill/>
          <a:ln/>
        </p:spPr>
        <p:txBody>
          <a:bodyPr wrap="square" lIns="0" tIns="0" rIns="0" bIns="0" rtlCol="0" anchor="ctr"/>
          <a:lstStyle/>
          <a:p>
            <a:pPr marL="0" indent="0" algn="ctr">
              <a:buNone/>
            </a:pPr>
            <a:r>
              <a:rPr lang="en-US" sz="1100" b="1" kern="0" spc="400" dirty="0">
                <a:solidFill>
                  <a:srgbClr val="F6F6F6"/>
                </a:solidFill>
                <a:latin typeface="Calibri" pitchFamily="34" charset="0"/>
                <a:ea typeface="Calibri" pitchFamily="34" charset="-122"/>
                <a:cs typeface="Calibri" pitchFamily="34" charset="-120"/>
              </a:rPr>
              <a:t>Profesor  ·  Jae Hee Kim  ·  김재희</a:t>
            </a:r>
            <a:endParaRPr lang="en-US" sz="1100" dirty="0"/>
          </a:p>
        </p:txBody>
      </p:sp>
      <p:sp>
        <p:nvSpPr>
          <p:cNvPr id="21" name="Text 18"/>
          <p:cNvSpPr/>
          <p:nvPr/>
        </p:nvSpPr>
        <p:spPr>
          <a:xfrm>
            <a:off x="0" y="6492240"/>
            <a:ext cx="12191695" cy="228600"/>
          </a:xfrm>
          <a:prstGeom prst="rect">
            <a:avLst/>
          </a:prstGeom>
          <a:noFill/>
          <a:ln/>
        </p:spPr>
        <p:txBody>
          <a:bodyPr wrap="square" lIns="0" tIns="0" rIns="0" bIns="0" rtlCol="0" anchor="ctr"/>
          <a:lstStyle/>
          <a:p>
            <a:pPr marL="0" indent="0" algn="ctr">
              <a:buNone/>
            </a:pPr>
            <a:r>
              <a:rPr lang="en-US" sz="900" kern="0" spc="800" dirty="0">
                <a:solidFill>
                  <a:srgbClr val="A79BFF"/>
                </a:solidFill>
                <a:latin typeface="Calibri" pitchFamily="34" charset="0"/>
                <a:ea typeface="Calibri" pitchFamily="34" charset="-122"/>
                <a:cs typeface="Calibri" pitchFamily="34" charset="-120"/>
              </a:rPr>
              <a:t>ACADEMIA SEÚL</a:t>
            </a:r>
            <a:endParaRPr lang="en-US" sz="900" dirty="0"/>
          </a:p>
        </p:txBody>
      </p:sp>
    </p:spTree>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name="Slide 62">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BIENVENIDA · CAPÍTULO 3</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Letras que se vuelven palabras</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Hasta ahora viste letras solas. Ahora vas a ver cómo se construyen las sílabas.</a:t>
            </a:r>
            <a:endParaRPr lang="en-US" sz="1400" dirty="0"/>
          </a:p>
        </p:txBody>
      </p:sp>
      <p:sp>
        <p:nvSpPr>
          <p:cNvPr id="5" name="Text 3"/>
          <p:cNvSpPr/>
          <p:nvPr/>
        </p:nvSpPr>
        <p:spPr>
          <a:xfrm>
            <a:off x="640080" y="2377440"/>
            <a:ext cx="10911535" cy="3657600"/>
          </a:xfrm>
          <a:prstGeom prst="rect">
            <a:avLst/>
          </a:prstGeom>
          <a:noFill/>
          <a:ln/>
        </p:spPr>
        <p:txBody>
          <a:bodyPr wrap="square" lIns="0" tIns="0" rIns="0" bIns="0" rtlCol="0" anchor="t"/>
          <a:lstStyle/>
          <a:p>
            <a:pPr marL="0" indent="0">
              <a:buNone/>
            </a:pPr>
            <a:r>
              <a:rPr lang="en-US" sz="1400" dirty="0">
                <a:solidFill>
                  <a:srgbClr val="1E1E2A"/>
                </a:solidFill>
              </a:rPr>
              <a:t>Una sílaba coreana </a:t>
            </a:r>
            <a:r>
              <a:rPr lang="en-US" sz="1400" b="1" i="1" dirty="0">
                <a:solidFill>
                  <a:srgbClr val="4036ED"/>
                </a:solidFill>
              </a:rPr>
              <a:t>no se escribe en línea, como en español. </a:t>
            </a:r>
            <a:endParaRPr lang="en-US" sz="1400" dirty="0"/>
          </a:p>
          <a:p>
            <a:pPr marL="0" indent="0">
              <a:buNone/>
            </a:pPr>
            <a:r>
              <a:rPr lang="en-US" sz="1400" dirty="0">
                <a:solidFill>
                  <a:srgbClr val="1E1E2A"/>
                </a:solidFill>
              </a:rPr>
              <a:t>En coreano, cada sílaba se agrupa en un </a:t>
            </a:r>
            <a:r>
              <a:rPr lang="en-US" sz="1400" b="1" dirty="0">
                <a:solidFill>
                  <a:srgbClr val="FE6768"/>
                </a:solidFill>
              </a:rPr>
              <a:t>bloque cuadrado</a:t>
            </a:r>
            <a:r>
              <a:rPr lang="en-US" sz="1400" dirty="0">
                <a:solidFill>
                  <a:srgbClr val="1E1E2A"/>
                </a:solidFill>
              </a:rPr>
              <a:t> — como una pequeña caja que contiene todas las letras del sonido. Esto hace que el coreano sea muy compacto: una palabra de tres sílabas ocupa tres cuadros.</a:t>
            </a:r>
            <a:endParaRPr lang="en-US" sz="1400" dirty="0"/>
          </a:p>
          <a:p>
            <a:pPr marL="0" indent="0">
              <a:buNone/>
            </a:pPr>
            <a:r>
              <a:rPr lang="en-US" sz="1400" dirty="0">
                <a:solidFill>
                  <a:srgbClr val="1E1E2A"/>
                </a:solidFill>
              </a:rPr>
              <a:t>En este capítulo vas a aprender cómo armar esos cuadros. La regla más importante es muy simple: </a:t>
            </a:r>
            <a:r>
              <a:rPr lang="en-US" sz="1400" b="1" i="1" dirty="0">
                <a:solidFill>
                  <a:srgbClr val="4036ED"/>
                </a:solidFill>
              </a:rPr>
              <a:t>la vocal decide el lugar de la consonante.</a:t>
            </a:r>
            <a:endParaRPr lang="en-US" sz="1400" dirty="0"/>
          </a:p>
          <a:p>
            <a:pPr marL="0" indent="0">
              <a:buNone/>
            </a:pPr>
            <a:r>
              <a:rPr lang="en-US" sz="1400" b="1" dirty="0">
                <a:solidFill>
                  <a:srgbClr val="FE6768"/>
                </a:solidFill>
              </a:rPr>
              <a:t>Si entiendes esto, ya puedes leer cualquier palabra coreana.</a:t>
            </a:r>
            <a:endParaRPr lang="en-US" sz="1400" dirty="0"/>
          </a:p>
        </p:txBody>
      </p:sp>
      <p:pic>
        <p:nvPicPr>
          <p:cNvPr id="6"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7" name="Text 4"/>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8" name="Text 5"/>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62</a:t>
            </a:r>
            <a:endParaRPr lang="en-US" sz="800" dirty="0"/>
          </a:p>
        </p:txBody>
      </p:sp>
    </p:spTree>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name="Slide 63">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§3.1</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¿Qué es una sílaba?</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En español ya las conoces — solo cambia la forma en que se ven escritas.</a:t>
            </a:r>
            <a:endParaRPr lang="en-US" sz="1400" dirty="0"/>
          </a:p>
        </p:txBody>
      </p:sp>
      <p:sp>
        <p:nvSpPr>
          <p:cNvPr id="5" name="Text 3"/>
          <p:cNvSpPr/>
          <p:nvPr/>
        </p:nvSpPr>
        <p:spPr>
          <a:xfrm>
            <a:off x="640080" y="2468880"/>
            <a:ext cx="4572000" cy="36576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En español:</a:t>
            </a:r>
            <a:endParaRPr lang="en-US" sz="1400" dirty="0"/>
          </a:p>
        </p:txBody>
      </p:sp>
      <p:sp>
        <p:nvSpPr>
          <p:cNvPr id="6" name="Text 4"/>
          <p:cNvSpPr/>
          <p:nvPr/>
        </p:nvSpPr>
        <p:spPr>
          <a:xfrm>
            <a:off x="640080" y="2880360"/>
            <a:ext cx="5029200" cy="548640"/>
          </a:xfrm>
          <a:prstGeom prst="rect">
            <a:avLst/>
          </a:prstGeom>
          <a:noFill/>
          <a:ln/>
        </p:spPr>
        <p:txBody>
          <a:bodyPr wrap="square" lIns="0" tIns="0" rIns="0" bIns="0" rtlCol="0" anchor="ctr"/>
          <a:lstStyle/>
          <a:p>
            <a:pPr marL="0" indent="0">
              <a:buNone/>
            </a:pPr>
            <a:r>
              <a:rPr lang="en-US" sz="3200" b="1" kern="0" spc="400" dirty="0">
                <a:solidFill>
                  <a:srgbClr val="1E1E2A"/>
                </a:solidFill>
                <a:latin typeface="Calibri" pitchFamily="34" charset="0"/>
                <a:ea typeface="Calibri" pitchFamily="34" charset="-122"/>
                <a:cs typeface="Calibri" pitchFamily="34" charset="-120"/>
              </a:rPr>
              <a:t>CO · RA · ZÓN</a:t>
            </a:r>
            <a:endParaRPr lang="en-US" sz="3200" dirty="0"/>
          </a:p>
        </p:txBody>
      </p:sp>
      <p:sp>
        <p:nvSpPr>
          <p:cNvPr id="7" name="Text 5"/>
          <p:cNvSpPr/>
          <p:nvPr/>
        </p:nvSpPr>
        <p:spPr>
          <a:xfrm>
            <a:off x="640080" y="3520440"/>
            <a:ext cx="5029200" cy="365760"/>
          </a:xfrm>
          <a:prstGeom prst="rect">
            <a:avLst/>
          </a:prstGeom>
          <a:noFill/>
          <a:ln/>
        </p:spPr>
        <p:txBody>
          <a:bodyPr wrap="square" lIns="0" tIns="0" rIns="0" bIns="0" rtlCol="0" anchor="ctr"/>
          <a:lstStyle/>
          <a:p>
            <a:pPr marL="0" indent="0">
              <a:buNone/>
            </a:pPr>
            <a:r>
              <a:rPr lang="en-US" sz="1200" i="1" dirty="0">
                <a:solidFill>
                  <a:srgbClr val="4A4A55"/>
                </a:solidFill>
                <a:latin typeface="Calibri" pitchFamily="34" charset="0"/>
                <a:ea typeface="Calibri" pitchFamily="34" charset="-122"/>
                <a:cs typeface="Calibri" pitchFamily="34" charset="-120"/>
              </a:rPr>
              <a:t>3 sílabas, escritas en línea horizontal</a:t>
            </a:r>
            <a:endParaRPr lang="en-US" sz="1200" dirty="0"/>
          </a:p>
        </p:txBody>
      </p:sp>
      <p:sp>
        <p:nvSpPr>
          <p:cNvPr id="8" name="Text 6"/>
          <p:cNvSpPr/>
          <p:nvPr/>
        </p:nvSpPr>
        <p:spPr>
          <a:xfrm>
            <a:off x="640080" y="4297680"/>
            <a:ext cx="4572000" cy="36576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En coreano:</a:t>
            </a:r>
            <a:endParaRPr lang="en-US" sz="1400" dirty="0"/>
          </a:p>
        </p:txBody>
      </p:sp>
      <p:sp>
        <p:nvSpPr>
          <p:cNvPr id="9" name="Text 7"/>
          <p:cNvSpPr/>
          <p:nvPr/>
        </p:nvSpPr>
        <p:spPr>
          <a:xfrm>
            <a:off x="640080" y="4709160"/>
            <a:ext cx="5029200" cy="548640"/>
          </a:xfrm>
          <a:prstGeom prst="rect">
            <a:avLst/>
          </a:prstGeom>
          <a:noFill/>
          <a:ln/>
        </p:spPr>
        <p:txBody>
          <a:bodyPr wrap="square" lIns="0" tIns="0" rIns="0" bIns="0" rtlCol="0" anchor="ctr"/>
          <a:lstStyle/>
          <a:p>
            <a:pPr marL="0" indent="0">
              <a:buNone/>
            </a:pPr>
            <a:r>
              <a:rPr lang="en-US" sz="3200" b="1" kern="0" spc="400" dirty="0">
                <a:solidFill>
                  <a:srgbClr val="1E1E2A"/>
                </a:solidFill>
                <a:latin typeface="Malgun Gothic" pitchFamily="34" charset="0"/>
                <a:ea typeface="Malgun Gothic" pitchFamily="34" charset="-122"/>
                <a:cs typeface="Malgun Gothic" pitchFamily="34" charset="-120"/>
              </a:rPr>
              <a:t>한 · 국 · 어</a:t>
            </a:r>
            <a:endParaRPr lang="en-US" sz="3200" dirty="0"/>
          </a:p>
        </p:txBody>
      </p:sp>
      <p:sp>
        <p:nvSpPr>
          <p:cNvPr id="10" name="Text 8"/>
          <p:cNvSpPr/>
          <p:nvPr/>
        </p:nvSpPr>
        <p:spPr>
          <a:xfrm>
            <a:off x="640080" y="5349240"/>
            <a:ext cx="5029200" cy="365760"/>
          </a:xfrm>
          <a:prstGeom prst="rect">
            <a:avLst/>
          </a:prstGeom>
          <a:noFill/>
          <a:ln/>
        </p:spPr>
        <p:txBody>
          <a:bodyPr wrap="square" lIns="0" tIns="0" rIns="0" bIns="0" rtlCol="0" anchor="ctr"/>
          <a:lstStyle/>
          <a:p>
            <a:pPr marL="0" indent="0">
              <a:buNone/>
            </a:pPr>
            <a:r>
              <a:rPr lang="en-US" sz="1200" i="1" dirty="0">
                <a:solidFill>
                  <a:srgbClr val="4A4A55"/>
                </a:solidFill>
                <a:latin typeface="Calibri" pitchFamily="34" charset="0"/>
                <a:ea typeface="Calibri" pitchFamily="34" charset="-122"/>
                <a:cs typeface="Calibri" pitchFamily="34" charset="-120"/>
              </a:rPr>
              <a:t>3 sílabas, cada una en un bloque cuadrado</a:t>
            </a:r>
            <a:endParaRPr lang="en-US" sz="1200" dirty="0"/>
          </a:p>
        </p:txBody>
      </p:sp>
      <p:sp>
        <p:nvSpPr>
          <p:cNvPr id="11" name="Shape 9"/>
          <p:cNvSpPr/>
          <p:nvPr/>
        </p:nvSpPr>
        <p:spPr>
          <a:xfrm>
            <a:off x="6675120" y="2468880"/>
            <a:ext cx="4937760" cy="3840480"/>
          </a:xfrm>
          <a:prstGeom prst="roundRect">
            <a:avLst>
              <a:gd name="adj" fmla="val 4286"/>
            </a:avLst>
          </a:prstGeom>
          <a:solidFill>
            <a:srgbClr val="EDE8FF"/>
          </a:solidFill>
          <a:ln w="19050">
            <a:solidFill>
              <a:srgbClr val="A79BFF"/>
            </a:solidFill>
            <a:prstDash val="solid"/>
          </a:ln>
        </p:spPr>
      </p:sp>
      <p:sp>
        <p:nvSpPr>
          <p:cNvPr id="12" name="Text 10"/>
          <p:cNvSpPr/>
          <p:nvPr/>
        </p:nvSpPr>
        <p:spPr>
          <a:xfrm>
            <a:off x="6675120" y="2606040"/>
            <a:ext cx="4937760" cy="365760"/>
          </a:xfrm>
          <a:prstGeom prst="rect">
            <a:avLst/>
          </a:prstGeom>
          <a:noFill/>
          <a:ln/>
        </p:spPr>
        <p:txBody>
          <a:bodyPr wrap="square" lIns="0" tIns="0" rIns="0" bIns="0" rtlCol="0" anchor="ctr"/>
          <a:lstStyle/>
          <a:p>
            <a:pPr marL="0" indent="0" algn="ctr">
              <a:buNone/>
            </a:pPr>
            <a:r>
              <a:rPr lang="en-US" sz="1400" b="1" i="1" kern="0" spc="200" dirty="0">
                <a:solidFill>
                  <a:srgbClr val="4036ED"/>
                </a:solidFill>
                <a:latin typeface="Calibri" pitchFamily="34" charset="0"/>
                <a:ea typeface="Calibri" pitchFamily="34" charset="-122"/>
                <a:cs typeface="Calibri" pitchFamily="34" charset="-120"/>
              </a:rPr>
              <a:t>한국어  ·  el idioma coreano</a:t>
            </a:r>
            <a:endParaRPr lang="en-US" sz="1400" dirty="0"/>
          </a:p>
        </p:txBody>
      </p:sp>
      <p:sp>
        <p:nvSpPr>
          <p:cNvPr id="13" name="Shape 11"/>
          <p:cNvSpPr/>
          <p:nvPr/>
        </p:nvSpPr>
        <p:spPr>
          <a:xfrm>
            <a:off x="7132320" y="3291840"/>
            <a:ext cx="1188720" cy="1188720"/>
          </a:xfrm>
          <a:prstGeom prst="rect">
            <a:avLst/>
          </a:prstGeom>
          <a:solidFill>
            <a:srgbClr val="F6F6F6"/>
          </a:solidFill>
          <a:ln w="19050">
            <a:solidFill>
              <a:srgbClr val="4036ED"/>
            </a:solidFill>
            <a:prstDash val="solid"/>
          </a:ln>
        </p:spPr>
      </p:sp>
      <p:sp>
        <p:nvSpPr>
          <p:cNvPr id="14" name="Text 12"/>
          <p:cNvSpPr/>
          <p:nvPr/>
        </p:nvSpPr>
        <p:spPr>
          <a:xfrm>
            <a:off x="7132320" y="3291840"/>
            <a:ext cx="594360" cy="772668"/>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ㅎ</a:t>
            </a:r>
            <a:endParaRPr lang="en-US" sz="3600" dirty="0"/>
          </a:p>
        </p:txBody>
      </p:sp>
      <p:sp>
        <p:nvSpPr>
          <p:cNvPr id="15" name="Text 13"/>
          <p:cNvSpPr/>
          <p:nvPr/>
        </p:nvSpPr>
        <p:spPr>
          <a:xfrm>
            <a:off x="7726680" y="3291840"/>
            <a:ext cx="594360" cy="772668"/>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ㅏ</a:t>
            </a:r>
            <a:endParaRPr lang="en-US" sz="3600" dirty="0"/>
          </a:p>
        </p:txBody>
      </p:sp>
      <p:sp>
        <p:nvSpPr>
          <p:cNvPr id="16" name="Text 14"/>
          <p:cNvSpPr/>
          <p:nvPr/>
        </p:nvSpPr>
        <p:spPr>
          <a:xfrm>
            <a:off x="7132320" y="4064508"/>
            <a:ext cx="1188720" cy="416052"/>
          </a:xfrm>
          <a:prstGeom prst="rect">
            <a:avLst/>
          </a:prstGeom>
          <a:noFill/>
          <a:ln/>
        </p:spPr>
        <p:txBody>
          <a:bodyPr wrap="square" lIns="0" tIns="0" rIns="0" bIns="0" rtlCol="0" anchor="ctr"/>
          <a:lstStyle/>
          <a:p>
            <a:pPr marL="0" indent="0" algn="ctr">
              <a:buNone/>
            </a:pPr>
            <a:r>
              <a:rPr lang="en-US" sz="3060" b="1" dirty="0">
                <a:solidFill>
                  <a:srgbClr val="4036ED"/>
                </a:solidFill>
                <a:latin typeface="Malgun Gothic" pitchFamily="34" charset="0"/>
                <a:ea typeface="Malgun Gothic" pitchFamily="34" charset="-122"/>
                <a:cs typeface="Malgun Gothic" pitchFamily="34" charset="-120"/>
              </a:rPr>
              <a:t>ㄴ</a:t>
            </a:r>
            <a:endParaRPr lang="en-US" sz="3060" dirty="0"/>
          </a:p>
        </p:txBody>
      </p:sp>
      <p:sp>
        <p:nvSpPr>
          <p:cNvPr id="17" name="Text 15"/>
          <p:cNvSpPr/>
          <p:nvPr/>
        </p:nvSpPr>
        <p:spPr>
          <a:xfrm>
            <a:off x="7132320" y="4526280"/>
            <a:ext cx="1188720" cy="27432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한 · "han"</a:t>
            </a:r>
            <a:endParaRPr lang="en-US" sz="1200" dirty="0"/>
          </a:p>
        </p:txBody>
      </p:sp>
      <p:sp>
        <p:nvSpPr>
          <p:cNvPr id="18" name="Shape 16"/>
          <p:cNvSpPr/>
          <p:nvPr/>
        </p:nvSpPr>
        <p:spPr>
          <a:xfrm>
            <a:off x="8549640" y="3291840"/>
            <a:ext cx="1188720" cy="1188720"/>
          </a:xfrm>
          <a:prstGeom prst="rect">
            <a:avLst/>
          </a:prstGeom>
          <a:solidFill>
            <a:srgbClr val="F6F6F6"/>
          </a:solidFill>
          <a:ln w="19050">
            <a:solidFill>
              <a:srgbClr val="4036ED"/>
            </a:solidFill>
            <a:prstDash val="solid"/>
          </a:ln>
        </p:spPr>
      </p:sp>
      <p:sp>
        <p:nvSpPr>
          <p:cNvPr id="19" name="Text 17"/>
          <p:cNvSpPr/>
          <p:nvPr/>
        </p:nvSpPr>
        <p:spPr>
          <a:xfrm>
            <a:off x="8549640" y="3291840"/>
            <a:ext cx="1188720" cy="386334"/>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ㄱ</a:t>
            </a:r>
            <a:endParaRPr lang="en-US" sz="3600" dirty="0"/>
          </a:p>
        </p:txBody>
      </p:sp>
      <p:sp>
        <p:nvSpPr>
          <p:cNvPr id="20" name="Text 18"/>
          <p:cNvSpPr/>
          <p:nvPr/>
        </p:nvSpPr>
        <p:spPr>
          <a:xfrm>
            <a:off x="8549640" y="3678174"/>
            <a:ext cx="1188720" cy="386334"/>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ㅜ</a:t>
            </a:r>
            <a:endParaRPr lang="en-US" sz="3600" dirty="0"/>
          </a:p>
        </p:txBody>
      </p:sp>
      <p:sp>
        <p:nvSpPr>
          <p:cNvPr id="21" name="Text 19"/>
          <p:cNvSpPr/>
          <p:nvPr/>
        </p:nvSpPr>
        <p:spPr>
          <a:xfrm>
            <a:off x="8549640" y="4064508"/>
            <a:ext cx="1188720" cy="416052"/>
          </a:xfrm>
          <a:prstGeom prst="rect">
            <a:avLst/>
          </a:prstGeom>
          <a:noFill/>
          <a:ln/>
        </p:spPr>
        <p:txBody>
          <a:bodyPr wrap="square" lIns="0" tIns="0" rIns="0" bIns="0" rtlCol="0" anchor="ctr"/>
          <a:lstStyle/>
          <a:p>
            <a:pPr marL="0" indent="0" algn="ctr">
              <a:buNone/>
            </a:pPr>
            <a:r>
              <a:rPr lang="en-US" sz="3060" b="1" dirty="0">
                <a:solidFill>
                  <a:srgbClr val="4036ED"/>
                </a:solidFill>
                <a:latin typeface="Malgun Gothic" pitchFamily="34" charset="0"/>
                <a:ea typeface="Malgun Gothic" pitchFamily="34" charset="-122"/>
                <a:cs typeface="Malgun Gothic" pitchFamily="34" charset="-120"/>
              </a:rPr>
              <a:t>ㄱ</a:t>
            </a:r>
            <a:endParaRPr lang="en-US" sz="3060" dirty="0"/>
          </a:p>
        </p:txBody>
      </p:sp>
      <p:sp>
        <p:nvSpPr>
          <p:cNvPr id="22" name="Text 20"/>
          <p:cNvSpPr/>
          <p:nvPr/>
        </p:nvSpPr>
        <p:spPr>
          <a:xfrm>
            <a:off x="8549640" y="4526280"/>
            <a:ext cx="1188720" cy="27432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국 · "guk"</a:t>
            </a:r>
            <a:endParaRPr lang="en-US" sz="1200" dirty="0"/>
          </a:p>
        </p:txBody>
      </p:sp>
      <p:sp>
        <p:nvSpPr>
          <p:cNvPr id="23" name="Shape 21"/>
          <p:cNvSpPr/>
          <p:nvPr/>
        </p:nvSpPr>
        <p:spPr>
          <a:xfrm>
            <a:off x="9966960" y="3291840"/>
            <a:ext cx="1188720" cy="1188720"/>
          </a:xfrm>
          <a:prstGeom prst="rect">
            <a:avLst/>
          </a:prstGeom>
          <a:solidFill>
            <a:srgbClr val="F6F6F6"/>
          </a:solidFill>
          <a:ln w="19050">
            <a:solidFill>
              <a:srgbClr val="4036ED"/>
            </a:solidFill>
            <a:prstDash val="solid"/>
          </a:ln>
        </p:spPr>
      </p:sp>
      <p:sp>
        <p:nvSpPr>
          <p:cNvPr id="24" name="Text 22"/>
          <p:cNvSpPr/>
          <p:nvPr/>
        </p:nvSpPr>
        <p:spPr>
          <a:xfrm>
            <a:off x="9966960" y="3291840"/>
            <a:ext cx="594360" cy="1188720"/>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ㅇ</a:t>
            </a:r>
            <a:endParaRPr lang="en-US" sz="3600" dirty="0"/>
          </a:p>
        </p:txBody>
      </p:sp>
      <p:sp>
        <p:nvSpPr>
          <p:cNvPr id="25" name="Text 23"/>
          <p:cNvSpPr/>
          <p:nvPr/>
        </p:nvSpPr>
        <p:spPr>
          <a:xfrm>
            <a:off x="10561320" y="3291840"/>
            <a:ext cx="594360" cy="1188720"/>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ㅓ</a:t>
            </a:r>
            <a:endParaRPr lang="en-US" sz="3600" dirty="0"/>
          </a:p>
        </p:txBody>
      </p:sp>
      <p:sp>
        <p:nvSpPr>
          <p:cNvPr id="26" name="Text 24"/>
          <p:cNvSpPr/>
          <p:nvPr/>
        </p:nvSpPr>
        <p:spPr>
          <a:xfrm>
            <a:off x="9966960" y="4526280"/>
            <a:ext cx="1188720" cy="27432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어 · "eo"</a:t>
            </a:r>
            <a:endParaRPr lang="en-US" sz="1200" dirty="0"/>
          </a:p>
        </p:txBody>
      </p:sp>
      <p:sp>
        <p:nvSpPr>
          <p:cNvPr id="27" name="Text 25"/>
          <p:cNvSpPr/>
          <p:nvPr/>
        </p:nvSpPr>
        <p:spPr>
          <a:xfrm>
            <a:off x="6675120" y="5029200"/>
            <a:ext cx="4937760" cy="365760"/>
          </a:xfrm>
          <a:prstGeom prst="rect">
            <a:avLst/>
          </a:prstGeom>
          <a:noFill/>
          <a:ln/>
        </p:spPr>
        <p:txBody>
          <a:bodyPr wrap="square" lIns="0" tIns="0" rIns="0" bIns="0" rtlCol="0" anchor="ctr"/>
          <a:lstStyle/>
          <a:p>
            <a:pPr marL="0" indent="0" algn="ctr">
              <a:buNone/>
            </a:pPr>
            <a:r>
              <a:rPr lang="en-US" sz="1100" i="1" dirty="0">
                <a:solidFill>
                  <a:srgbClr val="4A4A55"/>
                </a:solidFill>
                <a:latin typeface="Calibri" pitchFamily="34" charset="0"/>
                <a:ea typeface="Calibri" pitchFamily="34" charset="-122"/>
                <a:cs typeface="Calibri" pitchFamily="34" charset="-120"/>
              </a:rPr>
              <a:t>Cada bloque = una sílaba = un sonido completo</a:t>
            </a:r>
            <a:endParaRPr lang="en-US" sz="1100" dirty="0"/>
          </a:p>
        </p:txBody>
      </p:sp>
      <p:pic>
        <p:nvPicPr>
          <p:cNvPr id="28"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29" name="Text 2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0" name="Text 2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63</a:t>
            </a:r>
            <a:endParaRPr lang="en-US" sz="800" dirty="0"/>
          </a:p>
        </p:txBody>
      </p:sp>
    </p:spTree>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name="Slide 64">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§3.2</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Cada sílaba es un cuadro</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Importa el cuadro, no las letras sueltas.</a:t>
            </a:r>
            <a:endParaRPr lang="en-US" sz="1400" dirty="0"/>
          </a:p>
        </p:txBody>
      </p:sp>
      <p:sp>
        <p:nvSpPr>
          <p:cNvPr id="5" name="Text 3"/>
          <p:cNvSpPr/>
          <p:nvPr/>
        </p:nvSpPr>
        <p:spPr>
          <a:xfrm>
            <a:off x="640080" y="2377440"/>
            <a:ext cx="5029200" cy="3657600"/>
          </a:xfrm>
          <a:prstGeom prst="rect">
            <a:avLst/>
          </a:prstGeom>
          <a:noFill/>
          <a:ln/>
        </p:spPr>
        <p:txBody>
          <a:bodyPr wrap="square" lIns="0" tIns="0" rIns="0" bIns="0" rtlCol="0" anchor="t"/>
          <a:lstStyle/>
          <a:p>
            <a:pPr marL="0" indent="0">
              <a:spcAft>
                <a:spcPts val="800"/>
              </a:spcAft>
              <a:buNone/>
            </a:pPr>
            <a:r>
              <a:rPr lang="en-US" sz="1400" dirty="0">
                <a:solidFill>
                  <a:srgbClr val="1E1E2A"/>
                </a:solidFill>
              </a:rPr>
              <a:t>En español juntas letras una al lado de la otra. </a:t>
            </a:r>
            <a:endParaRPr lang="en-US" sz="1400" dirty="0"/>
          </a:p>
          <a:p>
            <a:pPr marL="0" indent="0">
              <a:buNone/>
            </a:pPr>
            <a:r>
              <a:rPr lang="en-US" sz="1400" dirty="0">
                <a:solidFill>
                  <a:srgbClr val="1E1E2A"/>
                </a:solidFill>
              </a:rPr>
              <a:t>En coreano, </a:t>
            </a:r>
            <a:r>
              <a:rPr lang="en-US" sz="1400" b="1" i="1" dirty="0">
                <a:solidFill>
                  <a:srgbClr val="4036ED"/>
                </a:solidFill>
              </a:rPr>
              <a:t>cada sílaba ocupa exactamente el mismo espacio: un cuadrado.</a:t>
            </a:r>
            <a:endParaRPr lang="en-US" sz="1400" dirty="0"/>
          </a:p>
          <a:p>
            <a:pPr marL="0" indent="0">
              <a:spcAft>
                <a:spcPts val="1200"/>
              </a:spcAft>
              <a:buNone/>
            </a:pPr>
            <a:r>
              <a:rPr lang="en-US" sz="1300" i="1" dirty="0">
                <a:solidFill>
                  <a:srgbClr val="4A4A55"/>
                </a:solidFill>
              </a:rPr>
              <a:t>Da igual si la sílaba tiene 2 letras o 4: el cuadrado mantiene siempre el mismo tamaño. Las letras se "acomodan" dentro.</a:t>
            </a:r>
            <a:endParaRPr lang="en-US" sz="1400" dirty="0"/>
          </a:p>
          <a:p>
            <a:pPr marL="0" indent="0">
              <a:buNone/>
            </a:pPr>
            <a:r>
              <a:rPr lang="en-US" sz="1200" i="1" dirty="0">
                <a:solidFill>
                  <a:srgbClr val="FE6768"/>
                </a:solidFill>
              </a:rPr>
              <a:t>Esta regla viene del antiguo principio de los sellos chinos: cada concepto = un sello cuadrado.</a:t>
            </a:r>
            <a:endParaRPr lang="en-US" sz="1400" dirty="0"/>
          </a:p>
        </p:txBody>
      </p:sp>
      <p:sp>
        <p:nvSpPr>
          <p:cNvPr id="6" name="Shape 4"/>
          <p:cNvSpPr/>
          <p:nvPr/>
        </p:nvSpPr>
        <p:spPr>
          <a:xfrm>
            <a:off x="6035040" y="2468880"/>
            <a:ext cx="5669280" cy="3931920"/>
          </a:xfrm>
          <a:prstGeom prst="roundRect">
            <a:avLst>
              <a:gd name="adj" fmla="val 4186"/>
            </a:avLst>
          </a:prstGeom>
          <a:solidFill>
            <a:srgbClr val="F6F6F6"/>
          </a:solidFill>
          <a:ln w="19050">
            <a:solidFill>
              <a:srgbClr val="A79BFF"/>
            </a:solidFill>
            <a:prstDash val="solid"/>
          </a:ln>
        </p:spPr>
      </p:sp>
      <p:sp>
        <p:nvSpPr>
          <p:cNvPr id="7" name="Text 5"/>
          <p:cNvSpPr/>
          <p:nvPr/>
        </p:nvSpPr>
        <p:spPr>
          <a:xfrm>
            <a:off x="6035040" y="2606040"/>
            <a:ext cx="5669280" cy="365760"/>
          </a:xfrm>
          <a:prstGeom prst="rect">
            <a:avLst/>
          </a:prstGeom>
          <a:noFill/>
          <a:ln/>
        </p:spPr>
        <p:txBody>
          <a:bodyPr wrap="square" lIns="0" tIns="0" rIns="0" bIns="0" rtlCol="0" anchor="ctr"/>
          <a:lstStyle/>
          <a:p>
            <a:pPr marL="0" indent="0" algn="ctr">
              <a:buNone/>
            </a:pPr>
            <a:r>
              <a:rPr lang="en-US" sz="1300" b="1" i="1" kern="0" spc="200" dirty="0">
                <a:solidFill>
                  <a:srgbClr val="4036ED"/>
                </a:solidFill>
                <a:latin typeface="Calibri" pitchFamily="34" charset="0"/>
                <a:ea typeface="Calibri" pitchFamily="34" charset="-122"/>
                <a:cs typeface="Calibri" pitchFamily="34" charset="-120"/>
              </a:rPr>
              <a:t>Mismo tamaño, distintas piezas</a:t>
            </a:r>
            <a:endParaRPr lang="en-US" sz="1300" dirty="0"/>
          </a:p>
        </p:txBody>
      </p:sp>
      <p:sp>
        <p:nvSpPr>
          <p:cNvPr id="8" name="Shape 6"/>
          <p:cNvSpPr/>
          <p:nvPr/>
        </p:nvSpPr>
        <p:spPr>
          <a:xfrm>
            <a:off x="6336792" y="3291840"/>
            <a:ext cx="1143000" cy="1143000"/>
          </a:xfrm>
          <a:prstGeom prst="rect">
            <a:avLst/>
          </a:prstGeom>
          <a:solidFill>
            <a:srgbClr val="FFE0E0"/>
          </a:solidFill>
          <a:ln w="19050">
            <a:solidFill>
              <a:srgbClr val="FE6768"/>
            </a:solidFill>
            <a:prstDash val="solid"/>
          </a:ln>
        </p:spPr>
      </p:sp>
      <p:sp>
        <p:nvSpPr>
          <p:cNvPr id="9" name="Text 7"/>
          <p:cNvSpPr/>
          <p:nvPr/>
        </p:nvSpPr>
        <p:spPr>
          <a:xfrm>
            <a:off x="6336792" y="3291840"/>
            <a:ext cx="571500" cy="1143000"/>
          </a:xfrm>
          <a:prstGeom prst="rect">
            <a:avLst/>
          </a:prstGeom>
          <a:noFill/>
          <a:ln/>
        </p:spPr>
        <p:txBody>
          <a:bodyPr wrap="square" lIns="0" tIns="0" rIns="0" bIns="0" rtlCol="0" anchor="ctr"/>
          <a:lstStyle/>
          <a:p>
            <a:pPr marL="0" indent="0" algn="ctr">
              <a:buNone/>
            </a:pPr>
            <a:r>
              <a:rPr lang="en-US" sz="3800" b="1" dirty="0">
                <a:solidFill>
                  <a:srgbClr val="FE6768"/>
                </a:solidFill>
                <a:latin typeface="Malgun Gothic" pitchFamily="34" charset="0"/>
                <a:ea typeface="Malgun Gothic" pitchFamily="34" charset="-122"/>
                <a:cs typeface="Malgun Gothic" pitchFamily="34" charset="-120"/>
              </a:rPr>
              <a:t>ㅇ</a:t>
            </a:r>
            <a:endParaRPr lang="en-US" sz="3800" dirty="0"/>
          </a:p>
        </p:txBody>
      </p:sp>
      <p:sp>
        <p:nvSpPr>
          <p:cNvPr id="10" name="Text 8"/>
          <p:cNvSpPr/>
          <p:nvPr/>
        </p:nvSpPr>
        <p:spPr>
          <a:xfrm>
            <a:off x="6908292" y="3291840"/>
            <a:ext cx="571500" cy="1143000"/>
          </a:xfrm>
          <a:prstGeom prst="rect">
            <a:avLst/>
          </a:prstGeom>
          <a:noFill/>
          <a:ln/>
        </p:spPr>
        <p:txBody>
          <a:bodyPr wrap="square" lIns="0" tIns="0" rIns="0" bIns="0" rtlCol="0" anchor="ctr"/>
          <a:lstStyle/>
          <a:p>
            <a:pPr marL="0" indent="0" algn="ctr">
              <a:buNone/>
            </a:pPr>
            <a:r>
              <a:rPr lang="en-US" sz="3800" b="1" dirty="0">
                <a:solidFill>
                  <a:srgbClr val="FE6768"/>
                </a:solidFill>
                <a:latin typeface="Malgun Gothic" pitchFamily="34" charset="0"/>
                <a:ea typeface="Malgun Gothic" pitchFamily="34" charset="-122"/>
                <a:cs typeface="Malgun Gothic" pitchFamily="34" charset="-120"/>
              </a:rPr>
              <a:t>ㅏ</a:t>
            </a:r>
            <a:endParaRPr lang="en-US" sz="3800" dirty="0"/>
          </a:p>
        </p:txBody>
      </p:sp>
      <p:sp>
        <p:nvSpPr>
          <p:cNvPr id="11" name="Text 9"/>
          <p:cNvSpPr/>
          <p:nvPr/>
        </p:nvSpPr>
        <p:spPr>
          <a:xfrm>
            <a:off x="6336792" y="4480560"/>
            <a:ext cx="1143000" cy="27432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아 · 2 letras</a:t>
            </a:r>
            <a:endParaRPr lang="en-US" sz="1200" dirty="0"/>
          </a:p>
        </p:txBody>
      </p:sp>
      <p:sp>
        <p:nvSpPr>
          <p:cNvPr id="12" name="Shape 10"/>
          <p:cNvSpPr/>
          <p:nvPr/>
        </p:nvSpPr>
        <p:spPr>
          <a:xfrm>
            <a:off x="7644384" y="3291840"/>
            <a:ext cx="1143000" cy="1143000"/>
          </a:xfrm>
          <a:prstGeom prst="rect">
            <a:avLst/>
          </a:prstGeom>
          <a:solidFill>
            <a:srgbClr val="FFE0E0"/>
          </a:solidFill>
          <a:ln w="19050">
            <a:solidFill>
              <a:srgbClr val="FE6768"/>
            </a:solidFill>
            <a:prstDash val="solid"/>
          </a:ln>
        </p:spPr>
      </p:sp>
      <p:sp>
        <p:nvSpPr>
          <p:cNvPr id="13" name="Text 11"/>
          <p:cNvSpPr/>
          <p:nvPr/>
        </p:nvSpPr>
        <p:spPr>
          <a:xfrm>
            <a:off x="7644384" y="3291840"/>
            <a:ext cx="571500" cy="1143000"/>
          </a:xfrm>
          <a:prstGeom prst="rect">
            <a:avLst/>
          </a:prstGeom>
          <a:noFill/>
          <a:ln/>
        </p:spPr>
        <p:txBody>
          <a:bodyPr wrap="square" lIns="0" tIns="0" rIns="0" bIns="0" rtlCol="0" anchor="ctr"/>
          <a:lstStyle/>
          <a:p>
            <a:pPr marL="0" indent="0" algn="ctr">
              <a:buNone/>
            </a:pPr>
            <a:r>
              <a:rPr lang="en-US" sz="3800" b="1" dirty="0">
                <a:solidFill>
                  <a:srgbClr val="FE6768"/>
                </a:solidFill>
                <a:latin typeface="Malgun Gothic" pitchFamily="34" charset="0"/>
                <a:ea typeface="Malgun Gothic" pitchFamily="34" charset="-122"/>
                <a:cs typeface="Malgun Gothic" pitchFamily="34" charset="-120"/>
              </a:rPr>
              <a:t>ㄱ</a:t>
            </a:r>
            <a:endParaRPr lang="en-US" sz="3800" dirty="0"/>
          </a:p>
        </p:txBody>
      </p:sp>
      <p:sp>
        <p:nvSpPr>
          <p:cNvPr id="14" name="Text 12"/>
          <p:cNvSpPr/>
          <p:nvPr/>
        </p:nvSpPr>
        <p:spPr>
          <a:xfrm>
            <a:off x="8215884" y="3291840"/>
            <a:ext cx="571500" cy="1143000"/>
          </a:xfrm>
          <a:prstGeom prst="rect">
            <a:avLst/>
          </a:prstGeom>
          <a:noFill/>
          <a:ln/>
        </p:spPr>
        <p:txBody>
          <a:bodyPr wrap="square" lIns="0" tIns="0" rIns="0" bIns="0" rtlCol="0" anchor="ctr"/>
          <a:lstStyle/>
          <a:p>
            <a:pPr marL="0" indent="0" algn="ctr">
              <a:buNone/>
            </a:pPr>
            <a:r>
              <a:rPr lang="en-US" sz="3800" b="1" dirty="0">
                <a:solidFill>
                  <a:srgbClr val="FE6768"/>
                </a:solidFill>
                <a:latin typeface="Malgun Gothic" pitchFamily="34" charset="0"/>
                <a:ea typeface="Malgun Gothic" pitchFamily="34" charset="-122"/>
                <a:cs typeface="Malgun Gothic" pitchFamily="34" charset="-120"/>
              </a:rPr>
              <a:t>ㅏ</a:t>
            </a:r>
            <a:endParaRPr lang="en-US" sz="3800" dirty="0"/>
          </a:p>
        </p:txBody>
      </p:sp>
      <p:sp>
        <p:nvSpPr>
          <p:cNvPr id="15" name="Text 13"/>
          <p:cNvSpPr/>
          <p:nvPr/>
        </p:nvSpPr>
        <p:spPr>
          <a:xfrm>
            <a:off x="7644384" y="4480560"/>
            <a:ext cx="1143000" cy="27432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가 · 2 letras</a:t>
            </a:r>
            <a:endParaRPr lang="en-US" sz="1200" dirty="0"/>
          </a:p>
        </p:txBody>
      </p:sp>
      <p:sp>
        <p:nvSpPr>
          <p:cNvPr id="16" name="Shape 14"/>
          <p:cNvSpPr/>
          <p:nvPr/>
        </p:nvSpPr>
        <p:spPr>
          <a:xfrm>
            <a:off x="8951976" y="3291840"/>
            <a:ext cx="1143000" cy="1143000"/>
          </a:xfrm>
          <a:prstGeom prst="rect">
            <a:avLst/>
          </a:prstGeom>
          <a:solidFill>
            <a:srgbClr val="EDE8FF"/>
          </a:solidFill>
          <a:ln w="19050">
            <a:solidFill>
              <a:srgbClr val="4036ED"/>
            </a:solidFill>
            <a:prstDash val="solid"/>
          </a:ln>
        </p:spPr>
      </p:sp>
      <p:sp>
        <p:nvSpPr>
          <p:cNvPr id="17" name="Text 15"/>
          <p:cNvSpPr/>
          <p:nvPr/>
        </p:nvSpPr>
        <p:spPr>
          <a:xfrm>
            <a:off x="8951976" y="3291840"/>
            <a:ext cx="571500" cy="742950"/>
          </a:xfrm>
          <a:prstGeom prst="rect">
            <a:avLst/>
          </a:prstGeom>
          <a:noFill/>
          <a:ln/>
        </p:spPr>
        <p:txBody>
          <a:bodyPr wrap="square" lIns="0" tIns="0" rIns="0" bIns="0" rtlCol="0" anchor="ctr"/>
          <a:lstStyle/>
          <a:p>
            <a:pPr marL="0" indent="0" algn="ctr">
              <a:buNone/>
            </a:pPr>
            <a:r>
              <a:rPr lang="en-US" sz="3800" b="1" dirty="0">
                <a:solidFill>
                  <a:srgbClr val="4036ED"/>
                </a:solidFill>
                <a:latin typeface="Malgun Gothic" pitchFamily="34" charset="0"/>
                <a:ea typeface="Malgun Gothic" pitchFamily="34" charset="-122"/>
                <a:cs typeface="Malgun Gothic" pitchFamily="34" charset="-120"/>
              </a:rPr>
              <a:t>ㄱ</a:t>
            </a:r>
            <a:endParaRPr lang="en-US" sz="3800" dirty="0"/>
          </a:p>
        </p:txBody>
      </p:sp>
      <p:sp>
        <p:nvSpPr>
          <p:cNvPr id="18" name="Text 16"/>
          <p:cNvSpPr/>
          <p:nvPr/>
        </p:nvSpPr>
        <p:spPr>
          <a:xfrm>
            <a:off x="9523476" y="3291840"/>
            <a:ext cx="571500" cy="742950"/>
          </a:xfrm>
          <a:prstGeom prst="rect">
            <a:avLst/>
          </a:prstGeom>
          <a:noFill/>
          <a:ln/>
        </p:spPr>
        <p:txBody>
          <a:bodyPr wrap="square" lIns="0" tIns="0" rIns="0" bIns="0" rtlCol="0" anchor="ctr"/>
          <a:lstStyle/>
          <a:p>
            <a:pPr marL="0" indent="0" algn="ctr">
              <a:buNone/>
            </a:pPr>
            <a:r>
              <a:rPr lang="en-US" sz="3800" b="1" dirty="0">
                <a:solidFill>
                  <a:srgbClr val="4036ED"/>
                </a:solidFill>
                <a:latin typeface="Malgun Gothic" pitchFamily="34" charset="0"/>
                <a:ea typeface="Malgun Gothic" pitchFamily="34" charset="-122"/>
                <a:cs typeface="Malgun Gothic" pitchFamily="34" charset="-120"/>
              </a:rPr>
              <a:t>ㅏ</a:t>
            </a:r>
            <a:endParaRPr lang="en-US" sz="3800" dirty="0"/>
          </a:p>
        </p:txBody>
      </p:sp>
      <p:sp>
        <p:nvSpPr>
          <p:cNvPr id="19" name="Text 17"/>
          <p:cNvSpPr/>
          <p:nvPr/>
        </p:nvSpPr>
        <p:spPr>
          <a:xfrm>
            <a:off x="8951976" y="4034790"/>
            <a:ext cx="1143000" cy="400050"/>
          </a:xfrm>
          <a:prstGeom prst="rect">
            <a:avLst/>
          </a:prstGeom>
          <a:noFill/>
          <a:ln/>
        </p:spPr>
        <p:txBody>
          <a:bodyPr wrap="square" lIns="0" tIns="0" rIns="0" bIns="0" rtlCol="0" anchor="ctr"/>
          <a:lstStyle/>
          <a:p>
            <a:pPr marL="0" indent="0" algn="ctr">
              <a:buNone/>
            </a:pPr>
            <a:r>
              <a:rPr lang="en-US" sz="3230" b="1" dirty="0">
                <a:solidFill>
                  <a:srgbClr val="4036ED"/>
                </a:solidFill>
                <a:latin typeface="Malgun Gothic" pitchFamily="34" charset="0"/>
                <a:ea typeface="Malgun Gothic" pitchFamily="34" charset="-122"/>
                <a:cs typeface="Malgun Gothic" pitchFamily="34" charset="-120"/>
              </a:rPr>
              <a:t>ㅇ</a:t>
            </a:r>
            <a:endParaRPr lang="en-US" sz="3230" dirty="0"/>
          </a:p>
        </p:txBody>
      </p:sp>
      <p:sp>
        <p:nvSpPr>
          <p:cNvPr id="20" name="Text 18"/>
          <p:cNvSpPr/>
          <p:nvPr/>
        </p:nvSpPr>
        <p:spPr>
          <a:xfrm>
            <a:off x="8951976" y="4480560"/>
            <a:ext cx="1143000" cy="27432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강 · 3 letras</a:t>
            </a:r>
            <a:endParaRPr lang="en-US" sz="1200" dirty="0"/>
          </a:p>
        </p:txBody>
      </p:sp>
      <p:sp>
        <p:nvSpPr>
          <p:cNvPr id="21" name="Shape 19"/>
          <p:cNvSpPr/>
          <p:nvPr/>
        </p:nvSpPr>
        <p:spPr>
          <a:xfrm>
            <a:off x="10259568" y="3291840"/>
            <a:ext cx="1143000" cy="1143000"/>
          </a:xfrm>
          <a:prstGeom prst="rect">
            <a:avLst/>
          </a:prstGeom>
          <a:solidFill>
            <a:srgbClr val="EDE8FF"/>
          </a:solidFill>
          <a:ln w="19050">
            <a:solidFill>
              <a:srgbClr val="4036ED"/>
            </a:solidFill>
            <a:prstDash val="solid"/>
          </a:ln>
        </p:spPr>
      </p:sp>
      <p:sp>
        <p:nvSpPr>
          <p:cNvPr id="22" name="Text 20"/>
          <p:cNvSpPr/>
          <p:nvPr/>
        </p:nvSpPr>
        <p:spPr>
          <a:xfrm>
            <a:off x="10259568" y="3291840"/>
            <a:ext cx="1143000" cy="371475"/>
          </a:xfrm>
          <a:prstGeom prst="rect">
            <a:avLst/>
          </a:prstGeom>
          <a:noFill/>
          <a:ln/>
        </p:spPr>
        <p:txBody>
          <a:bodyPr wrap="square" lIns="0" tIns="0" rIns="0" bIns="0" rtlCol="0" anchor="ctr"/>
          <a:lstStyle/>
          <a:p>
            <a:pPr marL="0" indent="0" algn="ctr">
              <a:buNone/>
            </a:pPr>
            <a:r>
              <a:rPr lang="en-US" sz="3800" b="1" dirty="0">
                <a:solidFill>
                  <a:srgbClr val="4036ED"/>
                </a:solidFill>
                <a:latin typeface="Malgun Gothic" pitchFamily="34" charset="0"/>
                <a:ea typeface="Malgun Gothic" pitchFamily="34" charset="-122"/>
                <a:cs typeface="Malgun Gothic" pitchFamily="34" charset="-120"/>
              </a:rPr>
              <a:t>ㄱ</a:t>
            </a:r>
            <a:endParaRPr lang="en-US" sz="3800" dirty="0"/>
          </a:p>
        </p:txBody>
      </p:sp>
      <p:sp>
        <p:nvSpPr>
          <p:cNvPr id="23" name="Text 21"/>
          <p:cNvSpPr/>
          <p:nvPr/>
        </p:nvSpPr>
        <p:spPr>
          <a:xfrm>
            <a:off x="10259568" y="3663315"/>
            <a:ext cx="1143000" cy="371475"/>
          </a:xfrm>
          <a:prstGeom prst="rect">
            <a:avLst/>
          </a:prstGeom>
          <a:noFill/>
          <a:ln/>
        </p:spPr>
        <p:txBody>
          <a:bodyPr wrap="square" lIns="0" tIns="0" rIns="0" bIns="0" rtlCol="0" anchor="ctr"/>
          <a:lstStyle/>
          <a:p>
            <a:pPr marL="0" indent="0" algn="ctr">
              <a:buNone/>
            </a:pPr>
            <a:r>
              <a:rPr lang="en-US" sz="3800" b="1" dirty="0">
                <a:solidFill>
                  <a:srgbClr val="4036ED"/>
                </a:solidFill>
                <a:latin typeface="Malgun Gothic" pitchFamily="34" charset="0"/>
                <a:ea typeface="Malgun Gothic" pitchFamily="34" charset="-122"/>
                <a:cs typeface="Malgun Gothic" pitchFamily="34" charset="-120"/>
              </a:rPr>
              <a:t>ㅗ</a:t>
            </a:r>
            <a:endParaRPr lang="en-US" sz="3800" dirty="0"/>
          </a:p>
        </p:txBody>
      </p:sp>
      <p:sp>
        <p:nvSpPr>
          <p:cNvPr id="24" name="Text 22"/>
          <p:cNvSpPr/>
          <p:nvPr/>
        </p:nvSpPr>
        <p:spPr>
          <a:xfrm>
            <a:off x="10259568" y="4034790"/>
            <a:ext cx="1143000" cy="400050"/>
          </a:xfrm>
          <a:prstGeom prst="rect">
            <a:avLst/>
          </a:prstGeom>
          <a:noFill/>
          <a:ln/>
        </p:spPr>
        <p:txBody>
          <a:bodyPr wrap="square" lIns="0" tIns="0" rIns="0" bIns="0" rtlCol="0" anchor="ctr"/>
          <a:lstStyle/>
          <a:p>
            <a:pPr marL="0" indent="0" algn="ctr">
              <a:buNone/>
            </a:pPr>
            <a:r>
              <a:rPr lang="en-US" sz="3230" b="1" dirty="0">
                <a:solidFill>
                  <a:srgbClr val="4036ED"/>
                </a:solidFill>
                <a:latin typeface="Malgun Gothic" pitchFamily="34" charset="0"/>
                <a:ea typeface="Malgun Gothic" pitchFamily="34" charset="-122"/>
                <a:cs typeface="Malgun Gothic" pitchFamily="34" charset="-120"/>
              </a:rPr>
              <a:t>ㅇ</a:t>
            </a:r>
            <a:endParaRPr lang="en-US" sz="3230" dirty="0"/>
          </a:p>
        </p:txBody>
      </p:sp>
      <p:sp>
        <p:nvSpPr>
          <p:cNvPr id="25" name="Text 23"/>
          <p:cNvSpPr/>
          <p:nvPr/>
        </p:nvSpPr>
        <p:spPr>
          <a:xfrm>
            <a:off x="10259568" y="4480560"/>
            <a:ext cx="1143000" cy="27432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공 · 3 letras</a:t>
            </a:r>
            <a:endParaRPr lang="en-US" sz="1200" dirty="0"/>
          </a:p>
        </p:txBody>
      </p:sp>
      <p:sp>
        <p:nvSpPr>
          <p:cNvPr id="26" name="Text 24"/>
          <p:cNvSpPr/>
          <p:nvPr/>
        </p:nvSpPr>
        <p:spPr>
          <a:xfrm>
            <a:off x="6126480" y="4572000"/>
            <a:ext cx="2423160" cy="274320"/>
          </a:xfrm>
          <a:prstGeom prst="rect">
            <a:avLst/>
          </a:prstGeom>
          <a:noFill/>
          <a:ln/>
        </p:spPr>
        <p:txBody>
          <a:bodyPr wrap="square" lIns="0" tIns="0" rIns="0" bIns="0" rtlCol="0" anchor="ctr"/>
          <a:lstStyle/>
          <a:p>
            <a:pPr marL="0" indent="0" algn="ctr">
              <a:buNone/>
            </a:pPr>
            <a:r>
              <a:rPr lang="en-US" sz="1000" b="1" kern="0" spc="400" dirty="0">
                <a:solidFill>
                  <a:srgbClr val="FE6768"/>
                </a:solidFill>
                <a:latin typeface="Calibri" pitchFamily="34" charset="0"/>
                <a:ea typeface="Calibri" pitchFamily="34" charset="-122"/>
                <a:cs typeface="Calibri" pitchFamily="34" charset="-120"/>
              </a:rPr>
              <a:t>Sin batchim</a:t>
            </a:r>
            <a:endParaRPr lang="en-US" sz="1000" dirty="0"/>
          </a:p>
        </p:txBody>
      </p:sp>
      <p:sp>
        <p:nvSpPr>
          <p:cNvPr id="27" name="Text 25"/>
          <p:cNvSpPr/>
          <p:nvPr/>
        </p:nvSpPr>
        <p:spPr>
          <a:xfrm>
            <a:off x="8732520" y="4572000"/>
            <a:ext cx="2423160" cy="274320"/>
          </a:xfrm>
          <a:prstGeom prst="rect">
            <a:avLst/>
          </a:prstGeom>
          <a:noFill/>
          <a:ln/>
        </p:spPr>
        <p:txBody>
          <a:bodyPr wrap="square" lIns="0" tIns="0" rIns="0" bIns="0" rtlCol="0" anchor="ctr"/>
          <a:lstStyle/>
          <a:p>
            <a:pPr marL="0" indent="0" algn="ctr">
              <a:buNone/>
            </a:pPr>
            <a:r>
              <a:rPr lang="en-US" sz="1000" b="1" kern="0" spc="400" dirty="0">
                <a:solidFill>
                  <a:srgbClr val="4036ED"/>
                </a:solidFill>
                <a:latin typeface="Calibri" pitchFamily="34" charset="0"/>
                <a:ea typeface="Calibri" pitchFamily="34" charset="-122"/>
                <a:cs typeface="Calibri" pitchFamily="34" charset="-120"/>
              </a:rPr>
              <a:t>Con batchim</a:t>
            </a:r>
            <a:endParaRPr lang="en-US" sz="1000" dirty="0"/>
          </a:p>
        </p:txBody>
      </p:sp>
      <p:pic>
        <p:nvPicPr>
          <p:cNvPr id="28"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29" name="Text 2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0" name="Text 2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64</a:t>
            </a:r>
            <a:endParaRPr lang="en-US" sz="800" dirty="0"/>
          </a:p>
        </p:txBody>
      </p:sp>
    </p:spTree>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name="Slide 65">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§3.3</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Los cuatro patrones de sílaba</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Toda sílaba coreana sigue uno de estos cuatro moldes — sin excepción.</a:t>
            </a:r>
            <a:endParaRPr lang="en-US" sz="1400" dirty="0"/>
          </a:p>
        </p:txBody>
      </p:sp>
      <p:sp>
        <p:nvSpPr>
          <p:cNvPr id="5" name="Shape 3"/>
          <p:cNvSpPr/>
          <p:nvPr/>
        </p:nvSpPr>
        <p:spPr>
          <a:xfrm>
            <a:off x="540868" y="2468880"/>
            <a:ext cx="2606040" cy="3840480"/>
          </a:xfrm>
          <a:prstGeom prst="roundRect">
            <a:avLst>
              <a:gd name="adj" fmla="val 6316"/>
            </a:avLst>
          </a:prstGeom>
          <a:solidFill>
            <a:srgbClr val="FFE0E0"/>
          </a:solidFill>
          <a:ln w="19050">
            <a:solidFill>
              <a:srgbClr val="FE6768"/>
            </a:solidFill>
            <a:prstDash val="solid"/>
          </a:ln>
        </p:spPr>
      </p:sp>
      <p:sp>
        <p:nvSpPr>
          <p:cNvPr id="6" name="Text 4"/>
          <p:cNvSpPr/>
          <p:nvPr/>
        </p:nvSpPr>
        <p:spPr>
          <a:xfrm>
            <a:off x="540868" y="2651760"/>
            <a:ext cx="2606040" cy="365760"/>
          </a:xfrm>
          <a:prstGeom prst="rect">
            <a:avLst/>
          </a:prstGeom>
          <a:noFill/>
          <a:ln/>
        </p:spPr>
        <p:txBody>
          <a:bodyPr wrap="square" lIns="0" tIns="0" rIns="0" bIns="0" rtlCol="0" anchor="ctr"/>
          <a:lstStyle/>
          <a:p>
            <a:pPr marL="0" indent="0" algn="ctr">
              <a:buNone/>
            </a:pPr>
            <a:r>
              <a:rPr lang="en-US" sz="1400" b="1" kern="0" spc="400" dirty="0">
                <a:solidFill>
                  <a:srgbClr val="FE6768"/>
                </a:solidFill>
                <a:latin typeface="Calibri" pitchFamily="34" charset="0"/>
                <a:ea typeface="Calibri" pitchFamily="34" charset="-122"/>
                <a:cs typeface="Calibri" pitchFamily="34" charset="-120"/>
              </a:rPr>
              <a:t>C + V</a:t>
            </a:r>
            <a:endParaRPr lang="en-US" sz="1400" dirty="0"/>
          </a:p>
        </p:txBody>
      </p:sp>
      <p:sp>
        <p:nvSpPr>
          <p:cNvPr id="7" name="Shape 5"/>
          <p:cNvSpPr/>
          <p:nvPr/>
        </p:nvSpPr>
        <p:spPr>
          <a:xfrm>
            <a:off x="1158088" y="3154680"/>
            <a:ext cx="1371600" cy="1371600"/>
          </a:xfrm>
          <a:prstGeom prst="rect">
            <a:avLst/>
          </a:prstGeom>
          <a:solidFill>
            <a:srgbClr val="F6F6F6"/>
          </a:solidFill>
          <a:ln w="19050">
            <a:solidFill>
              <a:srgbClr val="FE6768"/>
            </a:solidFill>
            <a:prstDash val="solid"/>
          </a:ln>
        </p:spPr>
      </p:sp>
      <p:sp>
        <p:nvSpPr>
          <p:cNvPr id="8" name="Text 6"/>
          <p:cNvSpPr/>
          <p:nvPr/>
        </p:nvSpPr>
        <p:spPr>
          <a:xfrm>
            <a:off x="1158088" y="3154680"/>
            <a:ext cx="685800" cy="137160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ㄱ</a:t>
            </a:r>
            <a:endParaRPr lang="en-US" sz="5000" dirty="0"/>
          </a:p>
        </p:txBody>
      </p:sp>
      <p:sp>
        <p:nvSpPr>
          <p:cNvPr id="9" name="Text 7"/>
          <p:cNvSpPr/>
          <p:nvPr/>
        </p:nvSpPr>
        <p:spPr>
          <a:xfrm>
            <a:off x="1843888" y="3154680"/>
            <a:ext cx="685800" cy="137160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ㅏ</a:t>
            </a:r>
            <a:endParaRPr lang="en-US" sz="5000" dirty="0"/>
          </a:p>
        </p:txBody>
      </p:sp>
      <p:sp>
        <p:nvSpPr>
          <p:cNvPr id="10" name="Text 8"/>
          <p:cNvSpPr/>
          <p:nvPr/>
        </p:nvSpPr>
        <p:spPr>
          <a:xfrm>
            <a:off x="540868" y="4754880"/>
            <a:ext cx="2606040" cy="411480"/>
          </a:xfrm>
          <a:prstGeom prst="rect">
            <a:avLst/>
          </a:prstGeom>
          <a:noFill/>
          <a:ln/>
        </p:spPr>
        <p:txBody>
          <a:bodyPr wrap="square" lIns="0" tIns="0" rIns="0" bIns="0" rtlCol="0" anchor="ctr"/>
          <a:lstStyle/>
          <a:p>
            <a:pPr marL="0" indent="0" algn="ctr">
              <a:buNone/>
            </a:pPr>
            <a:r>
              <a:rPr lang="en-US" sz="2200" b="1" dirty="0">
                <a:solidFill>
                  <a:srgbClr val="FE6768"/>
                </a:solidFill>
                <a:latin typeface="Malgun Gothic" pitchFamily="34" charset="0"/>
                <a:ea typeface="Malgun Gothic" pitchFamily="34" charset="-122"/>
                <a:cs typeface="Malgun Gothic" pitchFamily="34" charset="-120"/>
              </a:rPr>
              <a:t>가  ·  ka</a:t>
            </a:r>
            <a:endParaRPr lang="en-US" sz="2200" dirty="0"/>
          </a:p>
        </p:txBody>
      </p:sp>
      <p:sp>
        <p:nvSpPr>
          <p:cNvPr id="11" name="Text 9"/>
          <p:cNvSpPr/>
          <p:nvPr/>
        </p:nvSpPr>
        <p:spPr>
          <a:xfrm>
            <a:off x="678028" y="5257800"/>
            <a:ext cx="2331720" cy="868680"/>
          </a:xfrm>
          <a:prstGeom prst="rect">
            <a:avLst/>
          </a:prstGeom>
          <a:noFill/>
          <a:ln/>
        </p:spPr>
        <p:txBody>
          <a:bodyPr wrap="square" lIns="0" tIns="0" rIns="0" bIns="0" rtlCol="0" anchor="t"/>
          <a:lstStyle/>
          <a:p>
            <a:pPr marL="0" indent="0" algn="ctr">
              <a:buNone/>
            </a:pPr>
            <a:r>
              <a:rPr lang="en-US" sz="1100" i="1" dirty="0">
                <a:solidFill>
                  <a:srgbClr val="4A4A55"/>
                </a:solidFill>
                <a:latin typeface="Calibri" pitchFamily="34" charset="0"/>
                <a:ea typeface="Calibri" pitchFamily="34" charset="-122"/>
                <a:cs typeface="Calibri" pitchFamily="34" charset="-120"/>
              </a:rPr>
              <a:t>Vocal vertical → al lado</a:t>
            </a:r>
            <a:endParaRPr lang="en-US" sz="1100" dirty="0"/>
          </a:p>
        </p:txBody>
      </p:sp>
      <p:sp>
        <p:nvSpPr>
          <p:cNvPr id="12" name="Shape 10"/>
          <p:cNvSpPr/>
          <p:nvPr/>
        </p:nvSpPr>
        <p:spPr>
          <a:xfrm>
            <a:off x="3375508" y="2468880"/>
            <a:ext cx="2606040" cy="3840480"/>
          </a:xfrm>
          <a:prstGeom prst="roundRect">
            <a:avLst>
              <a:gd name="adj" fmla="val 6316"/>
            </a:avLst>
          </a:prstGeom>
          <a:solidFill>
            <a:srgbClr val="EDE8FF"/>
          </a:solidFill>
          <a:ln w="19050">
            <a:solidFill>
              <a:srgbClr val="4036ED"/>
            </a:solidFill>
            <a:prstDash val="solid"/>
          </a:ln>
        </p:spPr>
      </p:sp>
      <p:sp>
        <p:nvSpPr>
          <p:cNvPr id="13" name="Text 11"/>
          <p:cNvSpPr/>
          <p:nvPr/>
        </p:nvSpPr>
        <p:spPr>
          <a:xfrm>
            <a:off x="3375508" y="2651760"/>
            <a:ext cx="2606040" cy="365760"/>
          </a:xfrm>
          <a:prstGeom prst="rect">
            <a:avLst/>
          </a:prstGeom>
          <a:noFill/>
          <a:ln/>
        </p:spPr>
        <p:txBody>
          <a:bodyPr wrap="square" lIns="0" tIns="0" rIns="0" bIns="0" rtlCol="0" anchor="ctr"/>
          <a:lstStyle/>
          <a:p>
            <a:pPr marL="0" indent="0" algn="ctr">
              <a:buNone/>
            </a:pPr>
            <a:r>
              <a:rPr lang="en-US" sz="1400" b="1" kern="0" spc="400" dirty="0">
                <a:solidFill>
                  <a:srgbClr val="4036ED"/>
                </a:solidFill>
                <a:latin typeface="Calibri" pitchFamily="34" charset="0"/>
                <a:ea typeface="Calibri" pitchFamily="34" charset="-122"/>
                <a:cs typeface="Calibri" pitchFamily="34" charset="-120"/>
              </a:rPr>
              <a:t>C + V</a:t>
            </a:r>
            <a:endParaRPr lang="en-US" sz="1400" dirty="0"/>
          </a:p>
        </p:txBody>
      </p:sp>
      <p:sp>
        <p:nvSpPr>
          <p:cNvPr id="14" name="Shape 12"/>
          <p:cNvSpPr/>
          <p:nvPr/>
        </p:nvSpPr>
        <p:spPr>
          <a:xfrm>
            <a:off x="3992728" y="3154680"/>
            <a:ext cx="1371600" cy="1371600"/>
          </a:xfrm>
          <a:prstGeom prst="rect">
            <a:avLst/>
          </a:prstGeom>
          <a:solidFill>
            <a:srgbClr val="F6F6F6"/>
          </a:solidFill>
          <a:ln w="19050">
            <a:solidFill>
              <a:srgbClr val="4036ED"/>
            </a:solidFill>
            <a:prstDash val="solid"/>
          </a:ln>
        </p:spPr>
      </p:sp>
      <p:sp>
        <p:nvSpPr>
          <p:cNvPr id="15" name="Text 13"/>
          <p:cNvSpPr/>
          <p:nvPr/>
        </p:nvSpPr>
        <p:spPr>
          <a:xfrm>
            <a:off x="3992728" y="3154680"/>
            <a:ext cx="1371600" cy="68580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ㄱ</a:t>
            </a:r>
            <a:endParaRPr lang="en-US" sz="5000" dirty="0"/>
          </a:p>
        </p:txBody>
      </p:sp>
      <p:sp>
        <p:nvSpPr>
          <p:cNvPr id="16" name="Text 14"/>
          <p:cNvSpPr/>
          <p:nvPr/>
        </p:nvSpPr>
        <p:spPr>
          <a:xfrm>
            <a:off x="3992728" y="3840480"/>
            <a:ext cx="1371600" cy="68580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ㅗ</a:t>
            </a:r>
            <a:endParaRPr lang="en-US" sz="5000" dirty="0"/>
          </a:p>
        </p:txBody>
      </p:sp>
      <p:sp>
        <p:nvSpPr>
          <p:cNvPr id="17" name="Text 15"/>
          <p:cNvSpPr/>
          <p:nvPr/>
        </p:nvSpPr>
        <p:spPr>
          <a:xfrm>
            <a:off x="3375508" y="4754880"/>
            <a:ext cx="2606040" cy="41148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고  ·  ko</a:t>
            </a:r>
            <a:endParaRPr lang="en-US" sz="2200" dirty="0"/>
          </a:p>
        </p:txBody>
      </p:sp>
      <p:sp>
        <p:nvSpPr>
          <p:cNvPr id="18" name="Text 16"/>
          <p:cNvSpPr/>
          <p:nvPr/>
        </p:nvSpPr>
        <p:spPr>
          <a:xfrm>
            <a:off x="3512668" y="5257800"/>
            <a:ext cx="2331720" cy="868680"/>
          </a:xfrm>
          <a:prstGeom prst="rect">
            <a:avLst/>
          </a:prstGeom>
          <a:noFill/>
          <a:ln/>
        </p:spPr>
        <p:txBody>
          <a:bodyPr wrap="square" lIns="0" tIns="0" rIns="0" bIns="0" rtlCol="0" anchor="t"/>
          <a:lstStyle/>
          <a:p>
            <a:pPr marL="0" indent="0" algn="ctr">
              <a:buNone/>
            </a:pPr>
            <a:r>
              <a:rPr lang="en-US" sz="1100" i="1" dirty="0">
                <a:solidFill>
                  <a:srgbClr val="4A4A55"/>
                </a:solidFill>
                <a:latin typeface="Calibri" pitchFamily="34" charset="0"/>
                <a:ea typeface="Calibri" pitchFamily="34" charset="-122"/>
                <a:cs typeface="Calibri" pitchFamily="34" charset="-120"/>
              </a:rPr>
              <a:t>Vocal horizontal → debajo</a:t>
            </a:r>
            <a:endParaRPr lang="en-US" sz="1100" dirty="0"/>
          </a:p>
        </p:txBody>
      </p:sp>
      <p:sp>
        <p:nvSpPr>
          <p:cNvPr id="19" name="Shape 17"/>
          <p:cNvSpPr/>
          <p:nvPr/>
        </p:nvSpPr>
        <p:spPr>
          <a:xfrm>
            <a:off x="6210148" y="2468880"/>
            <a:ext cx="2606040" cy="3840480"/>
          </a:xfrm>
          <a:prstGeom prst="roundRect">
            <a:avLst>
              <a:gd name="adj" fmla="val 6316"/>
            </a:avLst>
          </a:prstGeom>
          <a:solidFill>
            <a:srgbClr val="FFE0E0"/>
          </a:solidFill>
          <a:ln w="19050">
            <a:solidFill>
              <a:srgbClr val="FE6768"/>
            </a:solidFill>
            <a:prstDash val="solid"/>
          </a:ln>
        </p:spPr>
      </p:sp>
      <p:sp>
        <p:nvSpPr>
          <p:cNvPr id="20" name="Text 18"/>
          <p:cNvSpPr/>
          <p:nvPr/>
        </p:nvSpPr>
        <p:spPr>
          <a:xfrm>
            <a:off x="6210148" y="2651760"/>
            <a:ext cx="2606040" cy="365760"/>
          </a:xfrm>
          <a:prstGeom prst="rect">
            <a:avLst/>
          </a:prstGeom>
          <a:noFill/>
          <a:ln/>
        </p:spPr>
        <p:txBody>
          <a:bodyPr wrap="square" lIns="0" tIns="0" rIns="0" bIns="0" rtlCol="0" anchor="ctr"/>
          <a:lstStyle/>
          <a:p>
            <a:pPr marL="0" indent="0" algn="ctr">
              <a:buNone/>
            </a:pPr>
            <a:r>
              <a:rPr lang="en-US" sz="1400" b="1" kern="0" spc="400" dirty="0">
                <a:solidFill>
                  <a:srgbClr val="FE6768"/>
                </a:solidFill>
                <a:latin typeface="Calibri" pitchFamily="34" charset="0"/>
                <a:ea typeface="Calibri" pitchFamily="34" charset="-122"/>
                <a:cs typeface="Calibri" pitchFamily="34" charset="-120"/>
              </a:rPr>
              <a:t>C + V + C</a:t>
            </a:r>
            <a:endParaRPr lang="en-US" sz="1400" dirty="0"/>
          </a:p>
        </p:txBody>
      </p:sp>
      <p:sp>
        <p:nvSpPr>
          <p:cNvPr id="21" name="Shape 19"/>
          <p:cNvSpPr/>
          <p:nvPr/>
        </p:nvSpPr>
        <p:spPr>
          <a:xfrm>
            <a:off x="6827368" y="3154680"/>
            <a:ext cx="1371600" cy="1371600"/>
          </a:xfrm>
          <a:prstGeom prst="rect">
            <a:avLst/>
          </a:prstGeom>
          <a:solidFill>
            <a:srgbClr val="F6F6F6"/>
          </a:solidFill>
          <a:ln w="19050">
            <a:solidFill>
              <a:srgbClr val="FE6768"/>
            </a:solidFill>
            <a:prstDash val="solid"/>
          </a:ln>
        </p:spPr>
      </p:sp>
      <p:sp>
        <p:nvSpPr>
          <p:cNvPr id="22" name="Text 20"/>
          <p:cNvSpPr/>
          <p:nvPr/>
        </p:nvSpPr>
        <p:spPr>
          <a:xfrm>
            <a:off x="6827368" y="3154680"/>
            <a:ext cx="685800" cy="89154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ㄱ</a:t>
            </a:r>
            <a:endParaRPr lang="en-US" sz="5000" dirty="0"/>
          </a:p>
        </p:txBody>
      </p:sp>
      <p:sp>
        <p:nvSpPr>
          <p:cNvPr id="23" name="Text 21"/>
          <p:cNvSpPr/>
          <p:nvPr/>
        </p:nvSpPr>
        <p:spPr>
          <a:xfrm>
            <a:off x="7513168" y="3154680"/>
            <a:ext cx="685800" cy="89154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ㅏ</a:t>
            </a:r>
            <a:endParaRPr lang="en-US" sz="5000" dirty="0"/>
          </a:p>
        </p:txBody>
      </p:sp>
      <p:sp>
        <p:nvSpPr>
          <p:cNvPr id="24" name="Text 22"/>
          <p:cNvSpPr/>
          <p:nvPr/>
        </p:nvSpPr>
        <p:spPr>
          <a:xfrm>
            <a:off x="6827368" y="4046220"/>
            <a:ext cx="1371600" cy="480060"/>
          </a:xfrm>
          <a:prstGeom prst="rect">
            <a:avLst/>
          </a:prstGeom>
          <a:noFill/>
          <a:ln/>
        </p:spPr>
        <p:txBody>
          <a:bodyPr wrap="square" lIns="0" tIns="0" rIns="0" bIns="0" rtlCol="0" anchor="ctr"/>
          <a:lstStyle/>
          <a:p>
            <a:pPr marL="0" indent="0" algn="ctr">
              <a:buNone/>
            </a:pPr>
            <a:r>
              <a:rPr lang="en-US" sz="4250" b="1" dirty="0">
                <a:solidFill>
                  <a:srgbClr val="FE6768"/>
                </a:solidFill>
                <a:latin typeface="Malgun Gothic" pitchFamily="34" charset="0"/>
                <a:ea typeface="Malgun Gothic" pitchFamily="34" charset="-122"/>
                <a:cs typeface="Malgun Gothic" pitchFamily="34" charset="-120"/>
              </a:rPr>
              <a:t>ㅇ</a:t>
            </a:r>
            <a:endParaRPr lang="en-US" sz="4250" dirty="0"/>
          </a:p>
        </p:txBody>
      </p:sp>
      <p:sp>
        <p:nvSpPr>
          <p:cNvPr id="25" name="Text 23"/>
          <p:cNvSpPr/>
          <p:nvPr/>
        </p:nvSpPr>
        <p:spPr>
          <a:xfrm>
            <a:off x="6210148" y="4754880"/>
            <a:ext cx="2606040" cy="411480"/>
          </a:xfrm>
          <a:prstGeom prst="rect">
            <a:avLst/>
          </a:prstGeom>
          <a:noFill/>
          <a:ln/>
        </p:spPr>
        <p:txBody>
          <a:bodyPr wrap="square" lIns="0" tIns="0" rIns="0" bIns="0" rtlCol="0" anchor="ctr"/>
          <a:lstStyle/>
          <a:p>
            <a:pPr marL="0" indent="0" algn="ctr">
              <a:buNone/>
            </a:pPr>
            <a:r>
              <a:rPr lang="en-US" sz="2200" b="1" dirty="0">
                <a:solidFill>
                  <a:srgbClr val="FE6768"/>
                </a:solidFill>
                <a:latin typeface="Malgun Gothic" pitchFamily="34" charset="0"/>
                <a:ea typeface="Malgun Gothic" pitchFamily="34" charset="-122"/>
                <a:cs typeface="Malgun Gothic" pitchFamily="34" charset="-120"/>
              </a:rPr>
              <a:t>강  ·  kang</a:t>
            </a:r>
            <a:endParaRPr lang="en-US" sz="2200" dirty="0"/>
          </a:p>
        </p:txBody>
      </p:sp>
      <p:sp>
        <p:nvSpPr>
          <p:cNvPr id="26" name="Text 24"/>
          <p:cNvSpPr/>
          <p:nvPr/>
        </p:nvSpPr>
        <p:spPr>
          <a:xfrm>
            <a:off x="6347308" y="5257800"/>
            <a:ext cx="2331720" cy="868680"/>
          </a:xfrm>
          <a:prstGeom prst="rect">
            <a:avLst/>
          </a:prstGeom>
          <a:noFill/>
          <a:ln/>
        </p:spPr>
        <p:txBody>
          <a:bodyPr wrap="square" lIns="0" tIns="0" rIns="0" bIns="0" rtlCol="0" anchor="t"/>
          <a:lstStyle/>
          <a:p>
            <a:pPr marL="0" indent="0" algn="ctr">
              <a:buNone/>
            </a:pPr>
            <a:r>
              <a:rPr lang="en-US" sz="1100" i="1" dirty="0">
                <a:solidFill>
                  <a:srgbClr val="4A4A55"/>
                </a:solidFill>
                <a:latin typeface="Calibri" pitchFamily="34" charset="0"/>
                <a:ea typeface="Calibri" pitchFamily="34" charset="-122"/>
                <a:cs typeface="Calibri" pitchFamily="34" charset="-120"/>
              </a:rPr>
              <a:t>Igual + batchim al final</a:t>
            </a:r>
            <a:endParaRPr lang="en-US" sz="1100" dirty="0"/>
          </a:p>
        </p:txBody>
      </p:sp>
      <p:sp>
        <p:nvSpPr>
          <p:cNvPr id="27" name="Shape 25"/>
          <p:cNvSpPr/>
          <p:nvPr/>
        </p:nvSpPr>
        <p:spPr>
          <a:xfrm>
            <a:off x="9044788" y="2468880"/>
            <a:ext cx="2606040" cy="3840480"/>
          </a:xfrm>
          <a:prstGeom prst="roundRect">
            <a:avLst>
              <a:gd name="adj" fmla="val 6316"/>
            </a:avLst>
          </a:prstGeom>
          <a:solidFill>
            <a:srgbClr val="EDE8FF"/>
          </a:solidFill>
          <a:ln w="19050">
            <a:solidFill>
              <a:srgbClr val="4036ED"/>
            </a:solidFill>
            <a:prstDash val="solid"/>
          </a:ln>
        </p:spPr>
      </p:sp>
      <p:sp>
        <p:nvSpPr>
          <p:cNvPr id="28" name="Text 26"/>
          <p:cNvSpPr/>
          <p:nvPr/>
        </p:nvSpPr>
        <p:spPr>
          <a:xfrm>
            <a:off x="9044788" y="2651760"/>
            <a:ext cx="2606040" cy="365760"/>
          </a:xfrm>
          <a:prstGeom prst="rect">
            <a:avLst/>
          </a:prstGeom>
          <a:noFill/>
          <a:ln/>
        </p:spPr>
        <p:txBody>
          <a:bodyPr wrap="square" lIns="0" tIns="0" rIns="0" bIns="0" rtlCol="0" anchor="ctr"/>
          <a:lstStyle/>
          <a:p>
            <a:pPr marL="0" indent="0" algn="ctr">
              <a:buNone/>
            </a:pPr>
            <a:r>
              <a:rPr lang="en-US" sz="1400" b="1" kern="0" spc="400" dirty="0">
                <a:solidFill>
                  <a:srgbClr val="4036ED"/>
                </a:solidFill>
                <a:latin typeface="Calibri" pitchFamily="34" charset="0"/>
                <a:ea typeface="Calibri" pitchFamily="34" charset="-122"/>
                <a:cs typeface="Calibri" pitchFamily="34" charset="-120"/>
              </a:rPr>
              <a:t>C + V + C</a:t>
            </a:r>
            <a:endParaRPr lang="en-US" sz="1400" dirty="0"/>
          </a:p>
        </p:txBody>
      </p:sp>
      <p:sp>
        <p:nvSpPr>
          <p:cNvPr id="29" name="Shape 27"/>
          <p:cNvSpPr/>
          <p:nvPr/>
        </p:nvSpPr>
        <p:spPr>
          <a:xfrm>
            <a:off x="9662008" y="3154680"/>
            <a:ext cx="1371600" cy="1371600"/>
          </a:xfrm>
          <a:prstGeom prst="rect">
            <a:avLst/>
          </a:prstGeom>
          <a:solidFill>
            <a:srgbClr val="F6F6F6"/>
          </a:solidFill>
          <a:ln w="19050">
            <a:solidFill>
              <a:srgbClr val="4036ED"/>
            </a:solidFill>
            <a:prstDash val="solid"/>
          </a:ln>
        </p:spPr>
      </p:sp>
      <p:sp>
        <p:nvSpPr>
          <p:cNvPr id="30" name="Text 28"/>
          <p:cNvSpPr/>
          <p:nvPr/>
        </p:nvSpPr>
        <p:spPr>
          <a:xfrm>
            <a:off x="9662008" y="3154680"/>
            <a:ext cx="1371600" cy="44577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ㄱ</a:t>
            </a:r>
            <a:endParaRPr lang="en-US" sz="5000" dirty="0"/>
          </a:p>
        </p:txBody>
      </p:sp>
      <p:sp>
        <p:nvSpPr>
          <p:cNvPr id="31" name="Text 29"/>
          <p:cNvSpPr/>
          <p:nvPr/>
        </p:nvSpPr>
        <p:spPr>
          <a:xfrm>
            <a:off x="9662008" y="3600450"/>
            <a:ext cx="1371600" cy="44577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ㅗ</a:t>
            </a:r>
            <a:endParaRPr lang="en-US" sz="5000" dirty="0"/>
          </a:p>
        </p:txBody>
      </p:sp>
      <p:sp>
        <p:nvSpPr>
          <p:cNvPr id="32" name="Text 30"/>
          <p:cNvSpPr/>
          <p:nvPr/>
        </p:nvSpPr>
        <p:spPr>
          <a:xfrm>
            <a:off x="9662008" y="4046220"/>
            <a:ext cx="1371600" cy="480060"/>
          </a:xfrm>
          <a:prstGeom prst="rect">
            <a:avLst/>
          </a:prstGeom>
          <a:noFill/>
          <a:ln/>
        </p:spPr>
        <p:txBody>
          <a:bodyPr wrap="square" lIns="0" tIns="0" rIns="0" bIns="0" rtlCol="0" anchor="ctr"/>
          <a:lstStyle/>
          <a:p>
            <a:pPr marL="0" indent="0" algn="ctr">
              <a:buNone/>
            </a:pPr>
            <a:r>
              <a:rPr lang="en-US" sz="4250" b="1" dirty="0">
                <a:solidFill>
                  <a:srgbClr val="4036ED"/>
                </a:solidFill>
                <a:latin typeface="Malgun Gothic" pitchFamily="34" charset="0"/>
                <a:ea typeface="Malgun Gothic" pitchFamily="34" charset="-122"/>
                <a:cs typeface="Malgun Gothic" pitchFamily="34" charset="-120"/>
              </a:rPr>
              <a:t>ㅇ</a:t>
            </a:r>
            <a:endParaRPr lang="en-US" sz="4250" dirty="0"/>
          </a:p>
        </p:txBody>
      </p:sp>
      <p:sp>
        <p:nvSpPr>
          <p:cNvPr id="33" name="Text 31"/>
          <p:cNvSpPr/>
          <p:nvPr/>
        </p:nvSpPr>
        <p:spPr>
          <a:xfrm>
            <a:off x="9044788" y="4754880"/>
            <a:ext cx="2606040" cy="41148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공  ·  kong</a:t>
            </a:r>
            <a:endParaRPr lang="en-US" sz="2200" dirty="0"/>
          </a:p>
        </p:txBody>
      </p:sp>
      <p:sp>
        <p:nvSpPr>
          <p:cNvPr id="34" name="Text 32"/>
          <p:cNvSpPr/>
          <p:nvPr/>
        </p:nvSpPr>
        <p:spPr>
          <a:xfrm>
            <a:off x="9181948" y="5257800"/>
            <a:ext cx="2331720" cy="868680"/>
          </a:xfrm>
          <a:prstGeom prst="rect">
            <a:avLst/>
          </a:prstGeom>
          <a:noFill/>
          <a:ln/>
        </p:spPr>
        <p:txBody>
          <a:bodyPr wrap="square" lIns="0" tIns="0" rIns="0" bIns="0" rtlCol="0" anchor="t"/>
          <a:lstStyle/>
          <a:p>
            <a:pPr marL="0" indent="0" algn="ctr">
              <a:buNone/>
            </a:pPr>
            <a:r>
              <a:rPr lang="en-US" sz="1100" i="1" dirty="0">
                <a:solidFill>
                  <a:srgbClr val="4A4A55"/>
                </a:solidFill>
                <a:latin typeface="Calibri" pitchFamily="34" charset="0"/>
                <a:ea typeface="Calibri" pitchFamily="34" charset="-122"/>
                <a:cs typeface="Calibri" pitchFamily="34" charset="-120"/>
              </a:rPr>
              <a:t>Igual + batchim al final</a:t>
            </a:r>
            <a:endParaRPr lang="en-US" sz="1100" dirty="0"/>
          </a:p>
        </p:txBody>
      </p:sp>
      <p:pic>
        <p:nvPicPr>
          <p:cNvPr id="35"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36" name="Text 33"/>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7" name="Text 34"/>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65</a:t>
            </a:r>
            <a:endParaRPr lang="en-US" sz="800" dirty="0"/>
          </a:p>
        </p:txBody>
      </p:sp>
    </p:spTree>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name="Slide 66">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§3.4 · LA REGLA DE ORO</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La vocal decide dónde va la consonante</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Mira la forma de la vocal — ella te dice el camino.</a:t>
            </a:r>
            <a:endParaRPr lang="en-US" sz="1400" dirty="0"/>
          </a:p>
        </p:txBody>
      </p:sp>
      <p:sp>
        <p:nvSpPr>
          <p:cNvPr id="5" name="Shape 3"/>
          <p:cNvSpPr/>
          <p:nvPr/>
        </p:nvSpPr>
        <p:spPr>
          <a:xfrm>
            <a:off x="640080" y="2468880"/>
            <a:ext cx="5440680" cy="3840480"/>
          </a:xfrm>
          <a:prstGeom prst="roundRect">
            <a:avLst>
              <a:gd name="adj" fmla="val 5952"/>
            </a:avLst>
          </a:prstGeom>
          <a:solidFill>
            <a:srgbClr val="FE6768"/>
          </a:solidFill>
          <a:ln w="12700">
            <a:solidFill>
              <a:srgbClr val="FE6768"/>
            </a:solidFill>
            <a:prstDash val="solid"/>
          </a:ln>
        </p:spPr>
      </p:sp>
      <p:sp>
        <p:nvSpPr>
          <p:cNvPr id="6" name="Text 4"/>
          <p:cNvSpPr/>
          <p:nvPr/>
        </p:nvSpPr>
        <p:spPr>
          <a:xfrm>
            <a:off x="640080" y="2651760"/>
            <a:ext cx="5440680" cy="365760"/>
          </a:xfrm>
          <a:prstGeom prst="rect">
            <a:avLst/>
          </a:prstGeom>
          <a:noFill/>
          <a:ln/>
        </p:spPr>
        <p:txBody>
          <a:bodyPr wrap="square" lIns="0" tIns="0" rIns="0" bIns="0" rtlCol="0" anchor="ctr"/>
          <a:lstStyle/>
          <a:p>
            <a:pPr marL="0" indent="0" algn="ctr">
              <a:buNone/>
            </a:pPr>
            <a:r>
              <a:rPr lang="en-US" sz="1300" b="1" kern="0" spc="500" dirty="0">
                <a:solidFill>
                  <a:srgbClr val="F6F6F6"/>
                </a:solidFill>
                <a:latin typeface="Calibri" pitchFamily="34" charset="0"/>
                <a:ea typeface="Calibri" pitchFamily="34" charset="-122"/>
                <a:cs typeface="Calibri" pitchFamily="34" charset="-120"/>
              </a:rPr>
              <a:t>VOCALES VERTICALES</a:t>
            </a:r>
            <a:endParaRPr lang="en-US" sz="1300" dirty="0"/>
          </a:p>
        </p:txBody>
      </p:sp>
      <p:sp>
        <p:nvSpPr>
          <p:cNvPr id="7" name="Text 5"/>
          <p:cNvSpPr/>
          <p:nvPr/>
        </p:nvSpPr>
        <p:spPr>
          <a:xfrm>
            <a:off x="640080" y="3063240"/>
            <a:ext cx="5440680" cy="548640"/>
          </a:xfrm>
          <a:prstGeom prst="rect">
            <a:avLst/>
          </a:prstGeom>
          <a:noFill/>
          <a:ln/>
        </p:spPr>
        <p:txBody>
          <a:bodyPr wrap="square" lIns="0" tIns="0" rIns="0" bIns="0" rtlCol="0" anchor="ctr"/>
          <a:lstStyle/>
          <a:p>
            <a:pPr marL="0" indent="0" algn="ctr">
              <a:buNone/>
            </a:pPr>
            <a:r>
              <a:rPr lang="en-US" sz="3400" b="1" kern="0" spc="600" dirty="0">
                <a:solidFill>
                  <a:srgbClr val="F6F6F6"/>
                </a:solidFill>
                <a:latin typeface="Malgun Gothic" pitchFamily="34" charset="0"/>
                <a:ea typeface="Malgun Gothic" pitchFamily="34" charset="-122"/>
                <a:cs typeface="Malgun Gothic" pitchFamily="34" charset="-120"/>
              </a:rPr>
              <a:t>ㅏ  ㅑ  ㅓ  ㅕ  ㅣ</a:t>
            </a:r>
            <a:endParaRPr lang="en-US" sz="3400" dirty="0"/>
          </a:p>
        </p:txBody>
      </p:sp>
      <p:sp>
        <p:nvSpPr>
          <p:cNvPr id="8" name="Text 6"/>
          <p:cNvSpPr/>
          <p:nvPr/>
        </p:nvSpPr>
        <p:spPr>
          <a:xfrm>
            <a:off x="640080" y="3657600"/>
            <a:ext cx="5440680" cy="365760"/>
          </a:xfrm>
          <a:prstGeom prst="rect">
            <a:avLst/>
          </a:prstGeom>
          <a:noFill/>
          <a:ln/>
        </p:spPr>
        <p:txBody>
          <a:bodyPr wrap="square" lIns="0" tIns="0" rIns="0" bIns="0" rtlCol="0" anchor="ctr"/>
          <a:lstStyle/>
          <a:p>
            <a:pPr marL="0" indent="0" algn="ctr">
              <a:buNone/>
            </a:pPr>
            <a:r>
              <a:rPr lang="en-US" sz="1300" i="1" dirty="0">
                <a:solidFill>
                  <a:srgbClr val="FFC8C8"/>
                </a:solidFill>
                <a:latin typeface="Calibri" pitchFamily="34" charset="0"/>
                <a:ea typeface="Calibri" pitchFamily="34" charset="-122"/>
                <a:cs typeface="Calibri" pitchFamily="34" charset="-120"/>
              </a:rPr>
              <a:t>→ consonante a la izquierda</a:t>
            </a:r>
            <a:endParaRPr lang="en-US" sz="1300" dirty="0"/>
          </a:p>
        </p:txBody>
      </p:sp>
      <p:sp>
        <p:nvSpPr>
          <p:cNvPr id="9" name="Shape 7"/>
          <p:cNvSpPr/>
          <p:nvPr/>
        </p:nvSpPr>
        <p:spPr>
          <a:xfrm>
            <a:off x="2674620" y="4114800"/>
            <a:ext cx="1371600" cy="1371600"/>
          </a:xfrm>
          <a:prstGeom prst="rect">
            <a:avLst/>
          </a:prstGeom>
          <a:solidFill>
            <a:srgbClr val="FE6768"/>
          </a:solidFill>
          <a:ln w="19050">
            <a:solidFill>
              <a:srgbClr val="F6F6F6"/>
            </a:solidFill>
            <a:prstDash val="solid"/>
          </a:ln>
        </p:spPr>
      </p:sp>
      <p:sp>
        <p:nvSpPr>
          <p:cNvPr id="10" name="Text 8"/>
          <p:cNvSpPr/>
          <p:nvPr/>
        </p:nvSpPr>
        <p:spPr>
          <a:xfrm>
            <a:off x="2674620" y="4114800"/>
            <a:ext cx="685800" cy="1371600"/>
          </a:xfrm>
          <a:prstGeom prst="rect">
            <a:avLst/>
          </a:prstGeom>
          <a:noFill/>
          <a:ln/>
        </p:spPr>
        <p:txBody>
          <a:bodyPr wrap="square" lIns="0" tIns="0" rIns="0" bIns="0" rtlCol="0" anchor="ctr"/>
          <a:lstStyle/>
          <a:p>
            <a:pPr marL="0" indent="0" algn="ctr">
              <a:buNone/>
            </a:pPr>
            <a:r>
              <a:rPr lang="en-US" sz="5000" b="1" dirty="0">
                <a:solidFill>
                  <a:srgbClr val="F6F6F6"/>
                </a:solidFill>
                <a:latin typeface="Malgun Gothic" pitchFamily="34" charset="0"/>
                <a:ea typeface="Malgun Gothic" pitchFamily="34" charset="-122"/>
                <a:cs typeface="Malgun Gothic" pitchFamily="34" charset="-120"/>
              </a:rPr>
              <a:t>ㄱ</a:t>
            </a:r>
            <a:endParaRPr lang="en-US" sz="5000" dirty="0"/>
          </a:p>
        </p:txBody>
      </p:sp>
      <p:sp>
        <p:nvSpPr>
          <p:cNvPr id="11" name="Text 9"/>
          <p:cNvSpPr/>
          <p:nvPr/>
        </p:nvSpPr>
        <p:spPr>
          <a:xfrm>
            <a:off x="3360420" y="4114800"/>
            <a:ext cx="685800" cy="1371600"/>
          </a:xfrm>
          <a:prstGeom prst="rect">
            <a:avLst/>
          </a:prstGeom>
          <a:noFill/>
          <a:ln/>
        </p:spPr>
        <p:txBody>
          <a:bodyPr wrap="square" lIns="0" tIns="0" rIns="0" bIns="0" rtlCol="0" anchor="ctr"/>
          <a:lstStyle/>
          <a:p>
            <a:pPr marL="0" indent="0" algn="ctr">
              <a:buNone/>
            </a:pPr>
            <a:r>
              <a:rPr lang="en-US" sz="5000" b="1" dirty="0">
                <a:solidFill>
                  <a:srgbClr val="F6F6F6"/>
                </a:solidFill>
                <a:latin typeface="Malgun Gothic" pitchFamily="34" charset="0"/>
                <a:ea typeface="Malgun Gothic" pitchFamily="34" charset="-122"/>
                <a:cs typeface="Malgun Gothic" pitchFamily="34" charset="-120"/>
              </a:rPr>
              <a:t>ㅏ</a:t>
            </a:r>
            <a:endParaRPr lang="en-US" sz="5000" dirty="0"/>
          </a:p>
        </p:txBody>
      </p:sp>
      <p:sp>
        <p:nvSpPr>
          <p:cNvPr id="12" name="Text 10"/>
          <p:cNvSpPr/>
          <p:nvPr/>
        </p:nvSpPr>
        <p:spPr>
          <a:xfrm>
            <a:off x="640080" y="5623560"/>
            <a:ext cx="5440680" cy="411480"/>
          </a:xfrm>
          <a:prstGeom prst="rect">
            <a:avLst/>
          </a:prstGeom>
          <a:noFill/>
          <a:ln/>
        </p:spPr>
        <p:txBody>
          <a:bodyPr wrap="square" lIns="0" tIns="0" rIns="0" bIns="0" rtlCol="0" anchor="ctr"/>
          <a:lstStyle/>
          <a:p>
            <a:pPr marL="0" indent="0" algn="ctr">
              <a:buNone/>
            </a:pPr>
            <a:r>
              <a:rPr lang="en-US" sz="1800" b="1" i="1" dirty="0">
                <a:solidFill>
                  <a:srgbClr val="FFC8C8"/>
                </a:solidFill>
                <a:latin typeface="Calibri" pitchFamily="34" charset="0"/>
                <a:ea typeface="Calibri" pitchFamily="34" charset="-122"/>
                <a:cs typeface="Calibri" pitchFamily="34" charset="-120"/>
              </a:rPr>
              <a:t>가  ·  ka</a:t>
            </a:r>
            <a:endParaRPr lang="en-US" sz="1800" dirty="0"/>
          </a:p>
        </p:txBody>
      </p:sp>
      <p:sp>
        <p:nvSpPr>
          <p:cNvPr id="13" name="Shape 11"/>
          <p:cNvSpPr/>
          <p:nvPr/>
        </p:nvSpPr>
        <p:spPr>
          <a:xfrm>
            <a:off x="6126480" y="2468880"/>
            <a:ext cx="5440680" cy="3840480"/>
          </a:xfrm>
          <a:prstGeom prst="roundRect">
            <a:avLst>
              <a:gd name="adj" fmla="val 5952"/>
            </a:avLst>
          </a:prstGeom>
          <a:solidFill>
            <a:srgbClr val="4036ED"/>
          </a:solidFill>
          <a:ln w="12700">
            <a:solidFill>
              <a:srgbClr val="4036ED"/>
            </a:solidFill>
            <a:prstDash val="solid"/>
          </a:ln>
        </p:spPr>
      </p:sp>
      <p:sp>
        <p:nvSpPr>
          <p:cNvPr id="14" name="Text 12"/>
          <p:cNvSpPr/>
          <p:nvPr/>
        </p:nvSpPr>
        <p:spPr>
          <a:xfrm>
            <a:off x="6126480" y="2651760"/>
            <a:ext cx="5440680" cy="365760"/>
          </a:xfrm>
          <a:prstGeom prst="rect">
            <a:avLst/>
          </a:prstGeom>
          <a:noFill/>
          <a:ln/>
        </p:spPr>
        <p:txBody>
          <a:bodyPr wrap="square" lIns="0" tIns="0" rIns="0" bIns="0" rtlCol="0" anchor="ctr"/>
          <a:lstStyle/>
          <a:p>
            <a:pPr marL="0" indent="0" algn="ctr">
              <a:buNone/>
            </a:pPr>
            <a:r>
              <a:rPr lang="en-US" sz="1300" b="1" kern="0" spc="500" dirty="0">
                <a:solidFill>
                  <a:srgbClr val="F6F6F6"/>
                </a:solidFill>
                <a:latin typeface="Calibri" pitchFamily="34" charset="0"/>
                <a:ea typeface="Calibri" pitchFamily="34" charset="-122"/>
                <a:cs typeface="Calibri" pitchFamily="34" charset="-120"/>
              </a:rPr>
              <a:t>VOCALES HORIZONTALES</a:t>
            </a:r>
            <a:endParaRPr lang="en-US" sz="1300" dirty="0"/>
          </a:p>
        </p:txBody>
      </p:sp>
      <p:sp>
        <p:nvSpPr>
          <p:cNvPr id="15" name="Text 13"/>
          <p:cNvSpPr/>
          <p:nvPr/>
        </p:nvSpPr>
        <p:spPr>
          <a:xfrm>
            <a:off x="6126480" y="3063240"/>
            <a:ext cx="5440680" cy="548640"/>
          </a:xfrm>
          <a:prstGeom prst="rect">
            <a:avLst/>
          </a:prstGeom>
          <a:noFill/>
          <a:ln/>
        </p:spPr>
        <p:txBody>
          <a:bodyPr wrap="square" lIns="0" tIns="0" rIns="0" bIns="0" rtlCol="0" anchor="ctr"/>
          <a:lstStyle/>
          <a:p>
            <a:pPr marL="0" indent="0" algn="ctr">
              <a:buNone/>
            </a:pPr>
            <a:r>
              <a:rPr lang="en-US" sz="3400" b="1" kern="0" spc="600" dirty="0">
                <a:solidFill>
                  <a:srgbClr val="F6F6F6"/>
                </a:solidFill>
                <a:latin typeface="Malgun Gothic" pitchFamily="34" charset="0"/>
                <a:ea typeface="Malgun Gothic" pitchFamily="34" charset="-122"/>
                <a:cs typeface="Malgun Gothic" pitchFamily="34" charset="-120"/>
              </a:rPr>
              <a:t>ㅗ  ㅛ  ㅜ  ㅠ  ㅡ</a:t>
            </a:r>
            <a:endParaRPr lang="en-US" sz="3400" dirty="0"/>
          </a:p>
        </p:txBody>
      </p:sp>
      <p:sp>
        <p:nvSpPr>
          <p:cNvPr id="16" name="Text 14"/>
          <p:cNvSpPr/>
          <p:nvPr/>
        </p:nvSpPr>
        <p:spPr>
          <a:xfrm>
            <a:off x="6126480" y="3657600"/>
            <a:ext cx="5440680" cy="365760"/>
          </a:xfrm>
          <a:prstGeom prst="rect">
            <a:avLst/>
          </a:prstGeom>
          <a:noFill/>
          <a:ln/>
        </p:spPr>
        <p:txBody>
          <a:bodyPr wrap="square" lIns="0" tIns="0" rIns="0" bIns="0" rtlCol="0" anchor="ctr"/>
          <a:lstStyle/>
          <a:p>
            <a:pPr marL="0" indent="0" algn="ctr">
              <a:buNone/>
            </a:pPr>
            <a:r>
              <a:rPr lang="en-US" sz="1300" i="1" dirty="0">
                <a:solidFill>
                  <a:srgbClr val="A79BFF"/>
                </a:solidFill>
                <a:latin typeface="Calibri" pitchFamily="34" charset="0"/>
                <a:ea typeface="Calibri" pitchFamily="34" charset="-122"/>
                <a:cs typeface="Calibri" pitchFamily="34" charset="-120"/>
              </a:rPr>
              <a:t>→ consonante arriba</a:t>
            </a:r>
            <a:endParaRPr lang="en-US" sz="1300" dirty="0"/>
          </a:p>
        </p:txBody>
      </p:sp>
      <p:sp>
        <p:nvSpPr>
          <p:cNvPr id="17" name="Shape 15"/>
          <p:cNvSpPr/>
          <p:nvPr/>
        </p:nvSpPr>
        <p:spPr>
          <a:xfrm>
            <a:off x="8161020" y="4114800"/>
            <a:ext cx="1371600" cy="1371600"/>
          </a:xfrm>
          <a:prstGeom prst="rect">
            <a:avLst/>
          </a:prstGeom>
          <a:solidFill>
            <a:srgbClr val="4036ED"/>
          </a:solidFill>
          <a:ln w="19050">
            <a:solidFill>
              <a:srgbClr val="F6F6F6"/>
            </a:solidFill>
            <a:prstDash val="solid"/>
          </a:ln>
        </p:spPr>
      </p:sp>
      <p:sp>
        <p:nvSpPr>
          <p:cNvPr id="18" name="Text 16"/>
          <p:cNvSpPr/>
          <p:nvPr/>
        </p:nvSpPr>
        <p:spPr>
          <a:xfrm>
            <a:off x="8161020" y="4114800"/>
            <a:ext cx="1371600" cy="685800"/>
          </a:xfrm>
          <a:prstGeom prst="rect">
            <a:avLst/>
          </a:prstGeom>
          <a:noFill/>
          <a:ln/>
        </p:spPr>
        <p:txBody>
          <a:bodyPr wrap="square" lIns="0" tIns="0" rIns="0" bIns="0" rtlCol="0" anchor="ctr"/>
          <a:lstStyle/>
          <a:p>
            <a:pPr marL="0" indent="0" algn="ctr">
              <a:buNone/>
            </a:pPr>
            <a:r>
              <a:rPr lang="en-US" sz="5000" b="1" dirty="0">
                <a:solidFill>
                  <a:srgbClr val="F6F6F6"/>
                </a:solidFill>
                <a:latin typeface="Malgun Gothic" pitchFamily="34" charset="0"/>
                <a:ea typeface="Malgun Gothic" pitchFamily="34" charset="-122"/>
                <a:cs typeface="Malgun Gothic" pitchFamily="34" charset="-120"/>
              </a:rPr>
              <a:t>ㄱ</a:t>
            </a:r>
            <a:endParaRPr lang="en-US" sz="5000" dirty="0"/>
          </a:p>
        </p:txBody>
      </p:sp>
      <p:sp>
        <p:nvSpPr>
          <p:cNvPr id="19" name="Text 17"/>
          <p:cNvSpPr/>
          <p:nvPr/>
        </p:nvSpPr>
        <p:spPr>
          <a:xfrm>
            <a:off x="8161020" y="4800600"/>
            <a:ext cx="1371600" cy="685800"/>
          </a:xfrm>
          <a:prstGeom prst="rect">
            <a:avLst/>
          </a:prstGeom>
          <a:noFill/>
          <a:ln/>
        </p:spPr>
        <p:txBody>
          <a:bodyPr wrap="square" lIns="0" tIns="0" rIns="0" bIns="0" rtlCol="0" anchor="ctr"/>
          <a:lstStyle/>
          <a:p>
            <a:pPr marL="0" indent="0" algn="ctr">
              <a:buNone/>
            </a:pPr>
            <a:r>
              <a:rPr lang="en-US" sz="5000" b="1" dirty="0">
                <a:solidFill>
                  <a:srgbClr val="F6F6F6"/>
                </a:solidFill>
                <a:latin typeface="Malgun Gothic" pitchFamily="34" charset="0"/>
                <a:ea typeface="Malgun Gothic" pitchFamily="34" charset="-122"/>
                <a:cs typeface="Malgun Gothic" pitchFamily="34" charset="-120"/>
              </a:rPr>
              <a:t>ㅗ</a:t>
            </a:r>
            <a:endParaRPr lang="en-US" sz="5000" dirty="0"/>
          </a:p>
        </p:txBody>
      </p:sp>
      <p:sp>
        <p:nvSpPr>
          <p:cNvPr id="20" name="Text 18"/>
          <p:cNvSpPr/>
          <p:nvPr/>
        </p:nvSpPr>
        <p:spPr>
          <a:xfrm>
            <a:off x="6126480" y="5623560"/>
            <a:ext cx="5440680" cy="411480"/>
          </a:xfrm>
          <a:prstGeom prst="rect">
            <a:avLst/>
          </a:prstGeom>
          <a:noFill/>
          <a:ln/>
        </p:spPr>
        <p:txBody>
          <a:bodyPr wrap="square" lIns="0" tIns="0" rIns="0" bIns="0" rtlCol="0" anchor="ctr"/>
          <a:lstStyle/>
          <a:p>
            <a:pPr marL="0" indent="0" algn="ctr">
              <a:buNone/>
            </a:pPr>
            <a:r>
              <a:rPr lang="en-US" sz="1800" b="1" i="1" dirty="0">
                <a:solidFill>
                  <a:srgbClr val="A79BFF"/>
                </a:solidFill>
                <a:latin typeface="Calibri" pitchFamily="34" charset="0"/>
                <a:ea typeface="Calibri" pitchFamily="34" charset="-122"/>
                <a:cs typeface="Calibri" pitchFamily="34" charset="-120"/>
              </a:rPr>
              <a:t>고  ·  ko</a:t>
            </a:r>
            <a:endParaRPr lang="en-US" sz="1800" dirty="0"/>
          </a:p>
        </p:txBody>
      </p:sp>
      <p:pic>
        <p:nvPicPr>
          <p:cNvPr id="21"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22" name="Text 19"/>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3" name="Text 20"/>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66</a:t>
            </a:r>
            <a:endParaRPr lang="en-US" sz="800" dirty="0"/>
          </a:p>
        </p:txBody>
      </p:sp>
    </p:spTree>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name="Slide 67">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§3.5</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Leyendo con vocales verticales</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Consonante a la izquierda, vocal a la derecha. La fórmula más común.</a:t>
            </a:r>
            <a:endParaRPr lang="en-US" sz="1400" dirty="0"/>
          </a:p>
        </p:txBody>
      </p:sp>
      <p:sp>
        <p:nvSpPr>
          <p:cNvPr id="5" name="Shape 3"/>
          <p:cNvSpPr/>
          <p:nvPr/>
        </p:nvSpPr>
        <p:spPr>
          <a:xfrm>
            <a:off x="640080" y="2468880"/>
            <a:ext cx="10911535" cy="3840480"/>
          </a:xfrm>
          <a:prstGeom prst="roundRect">
            <a:avLst>
              <a:gd name="adj" fmla="val 4762"/>
            </a:avLst>
          </a:prstGeom>
          <a:solidFill>
            <a:srgbClr val="FFE0E0"/>
          </a:solidFill>
          <a:ln w="19050">
            <a:solidFill>
              <a:srgbClr val="FE6768"/>
            </a:solidFill>
            <a:prstDash val="solid"/>
          </a:ln>
        </p:spPr>
      </p:sp>
      <p:sp>
        <p:nvSpPr>
          <p:cNvPr id="6" name="Text 4"/>
          <p:cNvSpPr/>
          <p:nvPr/>
        </p:nvSpPr>
        <p:spPr>
          <a:xfrm>
            <a:off x="640080" y="2606040"/>
            <a:ext cx="10911535" cy="457200"/>
          </a:xfrm>
          <a:prstGeom prst="rect">
            <a:avLst/>
          </a:prstGeom>
          <a:noFill/>
          <a:ln/>
        </p:spPr>
        <p:txBody>
          <a:bodyPr wrap="square" lIns="0" tIns="0" rIns="0" bIns="0" rtlCol="0" anchor="ctr"/>
          <a:lstStyle/>
          <a:p>
            <a:pPr marL="0" indent="0" algn="ctr">
              <a:buNone/>
            </a:pPr>
            <a:r>
              <a:rPr lang="en-US" sz="1800" b="1" i="1" kern="0" spc="300" dirty="0">
                <a:solidFill>
                  <a:srgbClr val="FE6768"/>
                </a:solidFill>
                <a:latin typeface="Calibri" pitchFamily="34" charset="0"/>
                <a:ea typeface="Calibri" pitchFamily="34" charset="-122"/>
                <a:cs typeface="Calibri" pitchFamily="34" charset="-120"/>
              </a:rPr>
              <a:t>ㄱ + vocales verticales</a:t>
            </a:r>
            <a:endParaRPr lang="en-US" sz="1800" dirty="0"/>
          </a:p>
        </p:txBody>
      </p:sp>
      <p:sp>
        <p:nvSpPr>
          <p:cNvPr id="7" name="Text 5"/>
          <p:cNvSpPr/>
          <p:nvPr/>
        </p:nvSpPr>
        <p:spPr>
          <a:xfrm>
            <a:off x="1752448" y="3291840"/>
            <a:ext cx="466344" cy="457200"/>
          </a:xfrm>
          <a:prstGeom prst="rect">
            <a:avLst/>
          </a:prstGeom>
          <a:noFill/>
          <a:ln/>
        </p:spPr>
        <p:txBody>
          <a:bodyPr wrap="square" lIns="0" tIns="0" rIns="0" bIns="0" rtlCol="0" anchor="ctr"/>
          <a:lstStyle/>
          <a:p>
            <a:pPr marL="0" indent="0" algn="ctr">
              <a:buNone/>
            </a:pPr>
            <a:r>
              <a:rPr lang="en-US" sz="2200" b="1" dirty="0">
                <a:solidFill>
                  <a:srgbClr val="FE6768"/>
                </a:solidFill>
                <a:latin typeface="Malgun Gothic" pitchFamily="34" charset="0"/>
                <a:ea typeface="Malgun Gothic" pitchFamily="34" charset="-122"/>
                <a:cs typeface="Malgun Gothic" pitchFamily="34" charset="-120"/>
              </a:rPr>
              <a:t>ㄱ</a:t>
            </a:r>
            <a:endParaRPr lang="en-US" sz="2200" dirty="0"/>
          </a:p>
        </p:txBody>
      </p:sp>
      <p:sp>
        <p:nvSpPr>
          <p:cNvPr id="8" name="Text 6"/>
          <p:cNvSpPr/>
          <p:nvPr/>
        </p:nvSpPr>
        <p:spPr>
          <a:xfrm>
            <a:off x="2218792" y="3291840"/>
            <a:ext cx="233172" cy="457200"/>
          </a:xfrm>
          <a:prstGeom prst="rect">
            <a:avLst/>
          </a:prstGeom>
          <a:noFill/>
          <a:ln/>
        </p:spPr>
        <p:txBody>
          <a:bodyPr wrap="square" lIns="0" tIns="0" rIns="0" bIns="0" rtlCol="0" anchor="ctr"/>
          <a:lstStyle/>
          <a:p>
            <a:pPr marL="0" indent="0" algn="ctr">
              <a:buNone/>
            </a:pPr>
            <a:r>
              <a:rPr lang="en-US" sz="1800" b="1" dirty="0">
                <a:solidFill>
                  <a:srgbClr val="FE6768"/>
                </a:solidFill>
              </a:rPr>
              <a:t>+</a:t>
            </a:r>
            <a:endParaRPr lang="en-US" sz="1800" dirty="0"/>
          </a:p>
        </p:txBody>
      </p:sp>
      <p:sp>
        <p:nvSpPr>
          <p:cNvPr id="9" name="Text 7"/>
          <p:cNvSpPr/>
          <p:nvPr/>
        </p:nvSpPr>
        <p:spPr>
          <a:xfrm>
            <a:off x="2451964" y="3291840"/>
            <a:ext cx="466344" cy="457200"/>
          </a:xfrm>
          <a:prstGeom prst="rect">
            <a:avLst/>
          </a:prstGeom>
          <a:noFill/>
          <a:ln/>
        </p:spPr>
        <p:txBody>
          <a:bodyPr wrap="square" lIns="0" tIns="0" rIns="0" bIns="0" rtlCol="0" anchor="ctr"/>
          <a:lstStyle/>
          <a:p>
            <a:pPr marL="0" indent="0" algn="ctr">
              <a:buNone/>
            </a:pPr>
            <a:r>
              <a:rPr lang="en-US" sz="2200" b="1" dirty="0">
                <a:solidFill>
                  <a:srgbClr val="FE6768"/>
                </a:solidFill>
                <a:latin typeface="Malgun Gothic" pitchFamily="34" charset="0"/>
                <a:ea typeface="Malgun Gothic" pitchFamily="34" charset="-122"/>
                <a:cs typeface="Malgun Gothic" pitchFamily="34" charset="-120"/>
              </a:rPr>
              <a:t>ㅏ</a:t>
            </a:r>
            <a:endParaRPr lang="en-US" sz="2200" dirty="0"/>
          </a:p>
        </p:txBody>
      </p:sp>
      <p:sp>
        <p:nvSpPr>
          <p:cNvPr id="10" name="Text 8"/>
          <p:cNvSpPr/>
          <p:nvPr/>
        </p:nvSpPr>
        <p:spPr>
          <a:xfrm>
            <a:off x="2918308" y="3291840"/>
            <a:ext cx="388620" cy="457200"/>
          </a:xfrm>
          <a:prstGeom prst="rect">
            <a:avLst/>
          </a:prstGeom>
          <a:noFill/>
          <a:ln/>
        </p:spPr>
        <p:txBody>
          <a:bodyPr wrap="square" lIns="0" tIns="0" rIns="0" bIns="0" rtlCol="0" anchor="ctr"/>
          <a:lstStyle/>
          <a:p>
            <a:pPr marL="0" indent="0" algn="ctr">
              <a:buNone/>
            </a:pPr>
            <a:r>
              <a:rPr lang="en-US" sz="1800" b="1" dirty="0">
                <a:solidFill>
                  <a:srgbClr val="FE6768"/>
                </a:solidFill>
              </a:rPr>
              <a:t>=</a:t>
            </a:r>
            <a:endParaRPr lang="en-US" sz="1800" dirty="0"/>
          </a:p>
        </p:txBody>
      </p:sp>
      <p:sp>
        <p:nvSpPr>
          <p:cNvPr id="11" name="Shape 9"/>
          <p:cNvSpPr/>
          <p:nvPr/>
        </p:nvSpPr>
        <p:spPr>
          <a:xfrm>
            <a:off x="1752448" y="3886200"/>
            <a:ext cx="1554480" cy="1554480"/>
          </a:xfrm>
          <a:prstGeom prst="rect">
            <a:avLst/>
          </a:prstGeom>
          <a:solidFill>
            <a:srgbClr val="F6F6F6"/>
          </a:solidFill>
          <a:ln w="19050">
            <a:solidFill>
              <a:srgbClr val="FE6768"/>
            </a:solidFill>
            <a:prstDash val="solid"/>
          </a:ln>
        </p:spPr>
      </p:sp>
      <p:sp>
        <p:nvSpPr>
          <p:cNvPr id="12" name="Text 10"/>
          <p:cNvSpPr/>
          <p:nvPr/>
        </p:nvSpPr>
        <p:spPr>
          <a:xfrm>
            <a:off x="1752448" y="3886200"/>
            <a:ext cx="777240" cy="1554480"/>
          </a:xfrm>
          <a:prstGeom prst="rect">
            <a:avLst/>
          </a:prstGeom>
          <a:noFill/>
          <a:ln/>
        </p:spPr>
        <p:txBody>
          <a:bodyPr wrap="square" lIns="0" tIns="0" rIns="0" bIns="0" rtlCol="0" anchor="ctr"/>
          <a:lstStyle/>
          <a:p>
            <a:pPr marL="0" indent="0" algn="ctr">
              <a:buNone/>
            </a:pPr>
            <a:r>
              <a:rPr lang="en-US" sz="5200" b="1" dirty="0">
                <a:solidFill>
                  <a:srgbClr val="FE6768"/>
                </a:solidFill>
                <a:latin typeface="Malgun Gothic" pitchFamily="34" charset="0"/>
                <a:ea typeface="Malgun Gothic" pitchFamily="34" charset="-122"/>
                <a:cs typeface="Malgun Gothic" pitchFamily="34" charset="-120"/>
              </a:rPr>
              <a:t>ㄱ</a:t>
            </a:r>
            <a:endParaRPr lang="en-US" sz="5200" dirty="0"/>
          </a:p>
        </p:txBody>
      </p:sp>
      <p:sp>
        <p:nvSpPr>
          <p:cNvPr id="13" name="Text 11"/>
          <p:cNvSpPr/>
          <p:nvPr/>
        </p:nvSpPr>
        <p:spPr>
          <a:xfrm>
            <a:off x="2529688" y="3886200"/>
            <a:ext cx="777240" cy="1554480"/>
          </a:xfrm>
          <a:prstGeom prst="rect">
            <a:avLst/>
          </a:prstGeom>
          <a:noFill/>
          <a:ln/>
        </p:spPr>
        <p:txBody>
          <a:bodyPr wrap="square" lIns="0" tIns="0" rIns="0" bIns="0" rtlCol="0" anchor="ctr"/>
          <a:lstStyle/>
          <a:p>
            <a:pPr marL="0" indent="0" algn="ctr">
              <a:buNone/>
            </a:pPr>
            <a:r>
              <a:rPr lang="en-US" sz="5200" b="1" dirty="0">
                <a:solidFill>
                  <a:srgbClr val="FE6768"/>
                </a:solidFill>
                <a:latin typeface="Malgun Gothic" pitchFamily="34" charset="0"/>
                <a:ea typeface="Malgun Gothic" pitchFamily="34" charset="-122"/>
                <a:cs typeface="Malgun Gothic" pitchFamily="34" charset="-120"/>
              </a:rPr>
              <a:t>ㅏ</a:t>
            </a:r>
            <a:endParaRPr lang="en-US" sz="5200" dirty="0"/>
          </a:p>
        </p:txBody>
      </p:sp>
      <p:sp>
        <p:nvSpPr>
          <p:cNvPr id="14" name="Text 12"/>
          <p:cNvSpPr/>
          <p:nvPr/>
        </p:nvSpPr>
        <p:spPr>
          <a:xfrm>
            <a:off x="1752448" y="5486400"/>
            <a:ext cx="1554480" cy="365760"/>
          </a:xfrm>
          <a:prstGeom prst="rect">
            <a:avLst/>
          </a:prstGeom>
          <a:noFill/>
          <a:ln/>
        </p:spPr>
        <p:txBody>
          <a:bodyPr wrap="square" lIns="0" tIns="0" rIns="0" bIns="0" rtlCol="0" anchor="ctr"/>
          <a:lstStyle/>
          <a:p>
            <a:pPr marL="0" indent="0" algn="ctr">
              <a:buNone/>
            </a:pPr>
            <a:r>
              <a:rPr lang="en-US" sz="1600" b="1" i="1" dirty="0">
                <a:solidFill>
                  <a:srgbClr val="FE6768"/>
                </a:solidFill>
                <a:latin typeface="Calibri" pitchFamily="34" charset="0"/>
                <a:ea typeface="Calibri" pitchFamily="34" charset="-122"/>
                <a:cs typeface="Calibri" pitchFamily="34" charset="-120"/>
              </a:rPr>
              <a:t>ka</a:t>
            </a:r>
            <a:endParaRPr lang="en-US" sz="1600" dirty="0"/>
          </a:p>
        </p:txBody>
      </p:sp>
      <p:sp>
        <p:nvSpPr>
          <p:cNvPr id="15" name="Text 13"/>
          <p:cNvSpPr/>
          <p:nvPr/>
        </p:nvSpPr>
        <p:spPr>
          <a:xfrm>
            <a:off x="3535528" y="3291840"/>
            <a:ext cx="466344" cy="457200"/>
          </a:xfrm>
          <a:prstGeom prst="rect">
            <a:avLst/>
          </a:prstGeom>
          <a:noFill/>
          <a:ln/>
        </p:spPr>
        <p:txBody>
          <a:bodyPr wrap="square" lIns="0" tIns="0" rIns="0" bIns="0" rtlCol="0" anchor="ctr"/>
          <a:lstStyle/>
          <a:p>
            <a:pPr marL="0" indent="0" algn="ctr">
              <a:buNone/>
            </a:pPr>
            <a:r>
              <a:rPr lang="en-US" sz="2200" b="1" dirty="0">
                <a:solidFill>
                  <a:srgbClr val="FE6768"/>
                </a:solidFill>
                <a:latin typeface="Malgun Gothic" pitchFamily="34" charset="0"/>
                <a:ea typeface="Malgun Gothic" pitchFamily="34" charset="-122"/>
                <a:cs typeface="Malgun Gothic" pitchFamily="34" charset="-120"/>
              </a:rPr>
              <a:t>ㄱ</a:t>
            </a:r>
            <a:endParaRPr lang="en-US" sz="2200" dirty="0"/>
          </a:p>
        </p:txBody>
      </p:sp>
      <p:sp>
        <p:nvSpPr>
          <p:cNvPr id="16" name="Text 14"/>
          <p:cNvSpPr/>
          <p:nvPr/>
        </p:nvSpPr>
        <p:spPr>
          <a:xfrm>
            <a:off x="4001872" y="3291840"/>
            <a:ext cx="233172" cy="457200"/>
          </a:xfrm>
          <a:prstGeom prst="rect">
            <a:avLst/>
          </a:prstGeom>
          <a:noFill/>
          <a:ln/>
        </p:spPr>
        <p:txBody>
          <a:bodyPr wrap="square" lIns="0" tIns="0" rIns="0" bIns="0" rtlCol="0" anchor="ctr"/>
          <a:lstStyle/>
          <a:p>
            <a:pPr marL="0" indent="0" algn="ctr">
              <a:buNone/>
            </a:pPr>
            <a:r>
              <a:rPr lang="en-US" sz="1800" b="1" dirty="0">
                <a:solidFill>
                  <a:srgbClr val="FE6768"/>
                </a:solidFill>
              </a:rPr>
              <a:t>+</a:t>
            </a:r>
            <a:endParaRPr lang="en-US" sz="1800" dirty="0"/>
          </a:p>
        </p:txBody>
      </p:sp>
      <p:sp>
        <p:nvSpPr>
          <p:cNvPr id="17" name="Text 15"/>
          <p:cNvSpPr/>
          <p:nvPr/>
        </p:nvSpPr>
        <p:spPr>
          <a:xfrm>
            <a:off x="4235044" y="3291840"/>
            <a:ext cx="466344" cy="457200"/>
          </a:xfrm>
          <a:prstGeom prst="rect">
            <a:avLst/>
          </a:prstGeom>
          <a:noFill/>
          <a:ln/>
        </p:spPr>
        <p:txBody>
          <a:bodyPr wrap="square" lIns="0" tIns="0" rIns="0" bIns="0" rtlCol="0" anchor="ctr"/>
          <a:lstStyle/>
          <a:p>
            <a:pPr marL="0" indent="0" algn="ctr">
              <a:buNone/>
            </a:pPr>
            <a:r>
              <a:rPr lang="en-US" sz="2200" b="1" dirty="0">
                <a:solidFill>
                  <a:srgbClr val="FE6768"/>
                </a:solidFill>
                <a:latin typeface="Malgun Gothic" pitchFamily="34" charset="0"/>
                <a:ea typeface="Malgun Gothic" pitchFamily="34" charset="-122"/>
                <a:cs typeface="Malgun Gothic" pitchFamily="34" charset="-120"/>
              </a:rPr>
              <a:t>ㅑ</a:t>
            </a:r>
            <a:endParaRPr lang="en-US" sz="2200" dirty="0"/>
          </a:p>
        </p:txBody>
      </p:sp>
      <p:sp>
        <p:nvSpPr>
          <p:cNvPr id="18" name="Text 16"/>
          <p:cNvSpPr/>
          <p:nvPr/>
        </p:nvSpPr>
        <p:spPr>
          <a:xfrm>
            <a:off x="4701388" y="3291840"/>
            <a:ext cx="388620" cy="457200"/>
          </a:xfrm>
          <a:prstGeom prst="rect">
            <a:avLst/>
          </a:prstGeom>
          <a:noFill/>
          <a:ln/>
        </p:spPr>
        <p:txBody>
          <a:bodyPr wrap="square" lIns="0" tIns="0" rIns="0" bIns="0" rtlCol="0" anchor="ctr"/>
          <a:lstStyle/>
          <a:p>
            <a:pPr marL="0" indent="0" algn="ctr">
              <a:buNone/>
            </a:pPr>
            <a:r>
              <a:rPr lang="en-US" sz="1800" b="1" dirty="0">
                <a:solidFill>
                  <a:srgbClr val="FE6768"/>
                </a:solidFill>
              </a:rPr>
              <a:t>=</a:t>
            </a:r>
            <a:endParaRPr lang="en-US" sz="1800" dirty="0"/>
          </a:p>
        </p:txBody>
      </p:sp>
      <p:sp>
        <p:nvSpPr>
          <p:cNvPr id="19" name="Shape 17"/>
          <p:cNvSpPr/>
          <p:nvPr/>
        </p:nvSpPr>
        <p:spPr>
          <a:xfrm>
            <a:off x="3535528" y="3886200"/>
            <a:ext cx="1554480" cy="1554480"/>
          </a:xfrm>
          <a:prstGeom prst="rect">
            <a:avLst/>
          </a:prstGeom>
          <a:solidFill>
            <a:srgbClr val="F6F6F6"/>
          </a:solidFill>
          <a:ln w="19050">
            <a:solidFill>
              <a:srgbClr val="FE6768"/>
            </a:solidFill>
            <a:prstDash val="solid"/>
          </a:ln>
        </p:spPr>
      </p:sp>
      <p:sp>
        <p:nvSpPr>
          <p:cNvPr id="20" name="Text 18"/>
          <p:cNvSpPr/>
          <p:nvPr/>
        </p:nvSpPr>
        <p:spPr>
          <a:xfrm>
            <a:off x="3535528" y="3886200"/>
            <a:ext cx="777240" cy="1554480"/>
          </a:xfrm>
          <a:prstGeom prst="rect">
            <a:avLst/>
          </a:prstGeom>
          <a:noFill/>
          <a:ln/>
        </p:spPr>
        <p:txBody>
          <a:bodyPr wrap="square" lIns="0" tIns="0" rIns="0" bIns="0" rtlCol="0" anchor="ctr"/>
          <a:lstStyle/>
          <a:p>
            <a:pPr marL="0" indent="0" algn="ctr">
              <a:buNone/>
            </a:pPr>
            <a:r>
              <a:rPr lang="en-US" sz="5200" b="1" dirty="0">
                <a:solidFill>
                  <a:srgbClr val="FE6768"/>
                </a:solidFill>
                <a:latin typeface="Malgun Gothic" pitchFamily="34" charset="0"/>
                <a:ea typeface="Malgun Gothic" pitchFamily="34" charset="-122"/>
                <a:cs typeface="Malgun Gothic" pitchFamily="34" charset="-120"/>
              </a:rPr>
              <a:t>ㄱ</a:t>
            </a:r>
            <a:endParaRPr lang="en-US" sz="5200" dirty="0"/>
          </a:p>
        </p:txBody>
      </p:sp>
      <p:sp>
        <p:nvSpPr>
          <p:cNvPr id="21" name="Text 19"/>
          <p:cNvSpPr/>
          <p:nvPr/>
        </p:nvSpPr>
        <p:spPr>
          <a:xfrm>
            <a:off x="4312768" y="3886200"/>
            <a:ext cx="777240" cy="1554480"/>
          </a:xfrm>
          <a:prstGeom prst="rect">
            <a:avLst/>
          </a:prstGeom>
          <a:noFill/>
          <a:ln/>
        </p:spPr>
        <p:txBody>
          <a:bodyPr wrap="square" lIns="0" tIns="0" rIns="0" bIns="0" rtlCol="0" anchor="ctr"/>
          <a:lstStyle/>
          <a:p>
            <a:pPr marL="0" indent="0" algn="ctr">
              <a:buNone/>
            </a:pPr>
            <a:r>
              <a:rPr lang="en-US" sz="5200" b="1" dirty="0">
                <a:solidFill>
                  <a:srgbClr val="FE6768"/>
                </a:solidFill>
                <a:latin typeface="Malgun Gothic" pitchFamily="34" charset="0"/>
                <a:ea typeface="Malgun Gothic" pitchFamily="34" charset="-122"/>
                <a:cs typeface="Malgun Gothic" pitchFamily="34" charset="-120"/>
              </a:rPr>
              <a:t>ㅑ</a:t>
            </a:r>
            <a:endParaRPr lang="en-US" sz="5200" dirty="0"/>
          </a:p>
        </p:txBody>
      </p:sp>
      <p:sp>
        <p:nvSpPr>
          <p:cNvPr id="22" name="Text 20"/>
          <p:cNvSpPr/>
          <p:nvPr/>
        </p:nvSpPr>
        <p:spPr>
          <a:xfrm>
            <a:off x="3535528" y="5486400"/>
            <a:ext cx="1554480" cy="365760"/>
          </a:xfrm>
          <a:prstGeom prst="rect">
            <a:avLst/>
          </a:prstGeom>
          <a:noFill/>
          <a:ln/>
        </p:spPr>
        <p:txBody>
          <a:bodyPr wrap="square" lIns="0" tIns="0" rIns="0" bIns="0" rtlCol="0" anchor="ctr"/>
          <a:lstStyle/>
          <a:p>
            <a:pPr marL="0" indent="0" algn="ctr">
              <a:buNone/>
            </a:pPr>
            <a:r>
              <a:rPr lang="en-US" sz="1600" b="1" i="1" dirty="0">
                <a:solidFill>
                  <a:srgbClr val="FE6768"/>
                </a:solidFill>
                <a:latin typeface="Calibri" pitchFamily="34" charset="0"/>
                <a:ea typeface="Calibri" pitchFamily="34" charset="-122"/>
                <a:cs typeface="Calibri" pitchFamily="34" charset="-120"/>
              </a:rPr>
              <a:t>kya</a:t>
            </a:r>
            <a:endParaRPr lang="en-US" sz="1600" dirty="0"/>
          </a:p>
        </p:txBody>
      </p:sp>
      <p:sp>
        <p:nvSpPr>
          <p:cNvPr id="23" name="Text 21"/>
          <p:cNvSpPr/>
          <p:nvPr/>
        </p:nvSpPr>
        <p:spPr>
          <a:xfrm>
            <a:off x="5318608" y="3291840"/>
            <a:ext cx="466344" cy="457200"/>
          </a:xfrm>
          <a:prstGeom prst="rect">
            <a:avLst/>
          </a:prstGeom>
          <a:noFill/>
          <a:ln/>
        </p:spPr>
        <p:txBody>
          <a:bodyPr wrap="square" lIns="0" tIns="0" rIns="0" bIns="0" rtlCol="0" anchor="ctr"/>
          <a:lstStyle/>
          <a:p>
            <a:pPr marL="0" indent="0" algn="ctr">
              <a:buNone/>
            </a:pPr>
            <a:r>
              <a:rPr lang="en-US" sz="2200" b="1" dirty="0">
                <a:solidFill>
                  <a:srgbClr val="FE6768"/>
                </a:solidFill>
                <a:latin typeface="Malgun Gothic" pitchFamily="34" charset="0"/>
                <a:ea typeface="Malgun Gothic" pitchFamily="34" charset="-122"/>
                <a:cs typeface="Malgun Gothic" pitchFamily="34" charset="-120"/>
              </a:rPr>
              <a:t>ㄱ</a:t>
            </a:r>
            <a:endParaRPr lang="en-US" sz="2200" dirty="0"/>
          </a:p>
        </p:txBody>
      </p:sp>
      <p:sp>
        <p:nvSpPr>
          <p:cNvPr id="24" name="Text 22"/>
          <p:cNvSpPr/>
          <p:nvPr/>
        </p:nvSpPr>
        <p:spPr>
          <a:xfrm>
            <a:off x="5784952" y="3291840"/>
            <a:ext cx="233172" cy="457200"/>
          </a:xfrm>
          <a:prstGeom prst="rect">
            <a:avLst/>
          </a:prstGeom>
          <a:noFill/>
          <a:ln/>
        </p:spPr>
        <p:txBody>
          <a:bodyPr wrap="square" lIns="0" tIns="0" rIns="0" bIns="0" rtlCol="0" anchor="ctr"/>
          <a:lstStyle/>
          <a:p>
            <a:pPr marL="0" indent="0" algn="ctr">
              <a:buNone/>
            </a:pPr>
            <a:r>
              <a:rPr lang="en-US" sz="1800" b="1" dirty="0">
                <a:solidFill>
                  <a:srgbClr val="FE6768"/>
                </a:solidFill>
              </a:rPr>
              <a:t>+</a:t>
            </a:r>
            <a:endParaRPr lang="en-US" sz="1800" dirty="0"/>
          </a:p>
        </p:txBody>
      </p:sp>
      <p:sp>
        <p:nvSpPr>
          <p:cNvPr id="25" name="Text 23"/>
          <p:cNvSpPr/>
          <p:nvPr/>
        </p:nvSpPr>
        <p:spPr>
          <a:xfrm>
            <a:off x="6018124" y="3291840"/>
            <a:ext cx="466344" cy="457200"/>
          </a:xfrm>
          <a:prstGeom prst="rect">
            <a:avLst/>
          </a:prstGeom>
          <a:noFill/>
          <a:ln/>
        </p:spPr>
        <p:txBody>
          <a:bodyPr wrap="square" lIns="0" tIns="0" rIns="0" bIns="0" rtlCol="0" anchor="ctr"/>
          <a:lstStyle/>
          <a:p>
            <a:pPr marL="0" indent="0" algn="ctr">
              <a:buNone/>
            </a:pPr>
            <a:r>
              <a:rPr lang="en-US" sz="2200" b="1" dirty="0">
                <a:solidFill>
                  <a:srgbClr val="FE6768"/>
                </a:solidFill>
                <a:latin typeface="Malgun Gothic" pitchFamily="34" charset="0"/>
                <a:ea typeface="Malgun Gothic" pitchFamily="34" charset="-122"/>
                <a:cs typeface="Malgun Gothic" pitchFamily="34" charset="-120"/>
              </a:rPr>
              <a:t>ㅓ</a:t>
            </a:r>
            <a:endParaRPr lang="en-US" sz="2200" dirty="0"/>
          </a:p>
        </p:txBody>
      </p:sp>
      <p:sp>
        <p:nvSpPr>
          <p:cNvPr id="26" name="Text 24"/>
          <p:cNvSpPr/>
          <p:nvPr/>
        </p:nvSpPr>
        <p:spPr>
          <a:xfrm>
            <a:off x="6484468" y="3291840"/>
            <a:ext cx="388620" cy="457200"/>
          </a:xfrm>
          <a:prstGeom prst="rect">
            <a:avLst/>
          </a:prstGeom>
          <a:noFill/>
          <a:ln/>
        </p:spPr>
        <p:txBody>
          <a:bodyPr wrap="square" lIns="0" tIns="0" rIns="0" bIns="0" rtlCol="0" anchor="ctr"/>
          <a:lstStyle/>
          <a:p>
            <a:pPr marL="0" indent="0" algn="ctr">
              <a:buNone/>
            </a:pPr>
            <a:r>
              <a:rPr lang="en-US" sz="1800" b="1" dirty="0">
                <a:solidFill>
                  <a:srgbClr val="FE6768"/>
                </a:solidFill>
              </a:rPr>
              <a:t>=</a:t>
            </a:r>
            <a:endParaRPr lang="en-US" sz="1800" dirty="0"/>
          </a:p>
        </p:txBody>
      </p:sp>
      <p:sp>
        <p:nvSpPr>
          <p:cNvPr id="27" name="Shape 25"/>
          <p:cNvSpPr/>
          <p:nvPr/>
        </p:nvSpPr>
        <p:spPr>
          <a:xfrm>
            <a:off x="5318608" y="3886200"/>
            <a:ext cx="1554480" cy="1554480"/>
          </a:xfrm>
          <a:prstGeom prst="rect">
            <a:avLst/>
          </a:prstGeom>
          <a:solidFill>
            <a:srgbClr val="F6F6F6"/>
          </a:solidFill>
          <a:ln w="19050">
            <a:solidFill>
              <a:srgbClr val="FE6768"/>
            </a:solidFill>
            <a:prstDash val="solid"/>
          </a:ln>
        </p:spPr>
      </p:sp>
      <p:sp>
        <p:nvSpPr>
          <p:cNvPr id="28" name="Text 26"/>
          <p:cNvSpPr/>
          <p:nvPr/>
        </p:nvSpPr>
        <p:spPr>
          <a:xfrm>
            <a:off x="5318608" y="3886200"/>
            <a:ext cx="777240" cy="1554480"/>
          </a:xfrm>
          <a:prstGeom prst="rect">
            <a:avLst/>
          </a:prstGeom>
          <a:noFill/>
          <a:ln/>
        </p:spPr>
        <p:txBody>
          <a:bodyPr wrap="square" lIns="0" tIns="0" rIns="0" bIns="0" rtlCol="0" anchor="ctr"/>
          <a:lstStyle/>
          <a:p>
            <a:pPr marL="0" indent="0" algn="ctr">
              <a:buNone/>
            </a:pPr>
            <a:r>
              <a:rPr lang="en-US" sz="5200" b="1" dirty="0">
                <a:solidFill>
                  <a:srgbClr val="FE6768"/>
                </a:solidFill>
                <a:latin typeface="Malgun Gothic" pitchFamily="34" charset="0"/>
                <a:ea typeface="Malgun Gothic" pitchFamily="34" charset="-122"/>
                <a:cs typeface="Malgun Gothic" pitchFamily="34" charset="-120"/>
              </a:rPr>
              <a:t>ㄱ</a:t>
            </a:r>
            <a:endParaRPr lang="en-US" sz="5200" dirty="0"/>
          </a:p>
        </p:txBody>
      </p:sp>
      <p:sp>
        <p:nvSpPr>
          <p:cNvPr id="29" name="Text 27"/>
          <p:cNvSpPr/>
          <p:nvPr/>
        </p:nvSpPr>
        <p:spPr>
          <a:xfrm>
            <a:off x="6095848" y="3886200"/>
            <a:ext cx="777240" cy="1554480"/>
          </a:xfrm>
          <a:prstGeom prst="rect">
            <a:avLst/>
          </a:prstGeom>
          <a:noFill/>
          <a:ln/>
        </p:spPr>
        <p:txBody>
          <a:bodyPr wrap="square" lIns="0" tIns="0" rIns="0" bIns="0" rtlCol="0" anchor="ctr"/>
          <a:lstStyle/>
          <a:p>
            <a:pPr marL="0" indent="0" algn="ctr">
              <a:buNone/>
            </a:pPr>
            <a:r>
              <a:rPr lang="en-US" sz="5200" b="1" dirty="0">
                <a:solidFill>
                  <a:srgbClr val="FE6768"/>
                </a:solidFill>
                <a:latin typeface="Malgun Gothic" pitchFamily="34" charset="0"/>
                <a:ea typeface="Malgun Gothic" pitchFamily="34" charset="-122"/>
                <a:cs typeface="Malgun Gothic" pitchFamily="34" charset="-120"/>
              </a:rPr>
              <a:t>ㅓ</a:t>
            </a:r>
            <a:endParaRPr lang="en-US" sz="5200" dirty="0"/>
          </a:p>
        </p:txBody>
      </p:sp>
      <p:sp>
        <p:nvSpPr>
          <p:cNvPr id="30" name="Text 28"/>
          <p:cNvSpPr/>
          <p:nvPr/>
        </p:nvSpPr>
        <p:spPr>
          <a:xfrm>
            <a:off x="5318608" y="5486400"/>
            <a:ext cx="1554480" cy="365760"/>
          </a:xfrm>
          <a:prstGeom prst="rect">
            <a:avLst/>
          </a:prstGeom>
          <a:noFill/>
          <a:ln/>
        </p:spPr>
        <p:txBody>
          <a:bodyPr wrap="square" lIns="0" tIns="0" rIns="0" bIns="0" rtlCol="0" anchor="ctr"/>
          <a:lstStyle/>
          <a:p>
            <a:pPr marL="0" indent="0" algn="ctr">
              <a:buNone/>
            </a:pPr>
            <a:r>
              <a:rPr lang="en-US" sz="1600" b="1" i="1" dirty="0">
                <a:solidFill>
                  <a:srgbClr val="FE6768"/>
                </a:solidFill>
                <a:latin typeface="Calibri" pitchFamily="34" charset="0"/>
                <a:ea typeface="Calibri" pitchFamily="34" charset="-122"/>
                <a:cs typeface="Calibri" pitchFamily="34" charset="-120"/>
              </a:rPr>
              <a:t>keo</a:t>
            </a:r>
            <a:endParaRPr lang="en-US" sz="1600" dirty="0"/>
          </a:p>
        </p:txBody>
      </p:sp>
      <p:sp>
        <p:nvSpPr>
          <p:cNvPr id="31" name="Text 29"/>
          <p:cNvSpPr/>
          <p:nvPr/>
        </p:nvSpPr>
        <p:spPr>
          <a:xfrm>
            <a:off x="7101688" y="3291840"/>
            <a:ext cx="466344" cy="457200"/>
          </a:xfrm>
          <a:prstGeom prst="rect">
            <a:avLst/>
          </a:prstGeom>
          <a:noFill/>
          <a:ln/>
        </p:spPr>
        <p:txBody>
          <a:bodyPr wrap="square" lIns="0" tIns="0" rIns="0" bIns="0" rtlCol="0" anchor="ctr"/>
          <a:lstStyle/>
          <a:p>
            <a:pPr marL="0" indent="0" algn="ctr">
              <a:buNone/>
            </a:pPr>
            <a:r>
              <a:rPr lang="en-US" sz="2200" b="1" dirty="0">
                <a:solidFill>
                  <a:srgbClr val="FE6768"/>
                </a:solidFill>
                <a:latin typeface="Malgun Gothic" pitchFamily="34" charset="0"/>
                <a:ea typeface="Malgun Gothic" pitchFamily="34" charset="-122"/>
                <a:cs typeface="Malgun Gothic" pitchFamily="34" charset="-120"/>
              </a:rPr>
              <a:t>ㄱ</a:t>
            </a:r>
            <a:endParaRPr lang="en-US" sz="2200" dirty="0"/>
          </a:p>
        </p:txBody>
      </p:sp>
      <p:sp>
        <p:nvSpPr>
          <p:cNvPr id="32" name="Text 30"/>
          <p:cNvSpPr/>
          <p:nvPr/>
        </p:nvSpPr>
        <p:spPr>
          <a:xfrm>
            <a:off x="7568032" y="3291840"/>
            <a:ext cx="233172" cy="457200"/>
          </a:xfrm>
          <a:prstGeom prst="rect">
            <a:avLst/>
          </a:prstGeom>
          <a:noFill/>
          <a:ln/>
        </p:spPr>
        <p:txBody>
          <a:bodyPr wrap="square" lIns="0" tIns="0" rIns="0" bIns="0" rtlCol="0" anchor="ctr"/>
          <a:lstStyle/>
          <a:p>
            <a:pPr marL="0" indent="0" algn="ctr">
              <a:buNone/>
            </a:pPr>
            <a:r>
              <a:rPr lang="en-US" sz="1800" b="1" dirty="0">
                <a:solidFill>
                  <a:srgbClr val="FE6768"/>
                </a:solidFill>
              </a:rPr>
              <a:t>+</a:t>
            </a:r>
            <a:endParaRPr lang="en-US" sz="1800" dirty="0"/>
          </a:p>
        </p:txBody>
      </p:sp>
      <p:sp>
        <p:nvSpPr>
          <p:cNvPr id="33" name="Text 31"/>
          <p:cNvSpPr/>
          <p:nvPr/>
        </p:nvSpPr>
        <p:spPr>
          <a:xfrm>
            <a:off x="7801204" y="3291840"/>
            <a:ext cx="466344" cy="457200"/>
          </a:xfrm>
          <a:prstGeom prst="rect">
            <a:avLst/>
          </a:prstGeom>
          <a:noFill/>
          <a:ln/>
        </p:spPr>
        <p:txBody>
          <a:bodyPr wrap="square" lIns="0" tIns="0" rIns="0" bIns="0" rtlCol="0" anchor="ctr"/>
          <a:lstStyle/>
          <a:p>
            <a:pPr marL="0" indent="0" algn="ctr">
              <a:buNone/>
            </a:pPr>
            <a:r>
              <a:rPr lang="en-US" sz="2200" b="1" dirty="0">
                <a:solidFill>
                  <a:srgbClr val="FE6768"/>
                </a:solidFill>
                <a:latin typeface="Malgun Gothic" pitchFamily="34" charset="0"/>
                <a:ea typeface="Malgun Gothic" pitchFamily="34" charset="-122"/>
                <a:cs typeface="Malgun Gothic" pitchFamily="34" charset="-120"/>
              </a:rPr>
              <a:t>ㅕ</a:t>
            </a:r>
            <a:endParaRPr lang="en-US" sz="2200" dirty="0"/>
          </a:p>
        </p:txBody>
      </p:sp>
      <p:sp>
        <p:nvSpPr>
          <p:cNvPr id="34" name="Text 32"/>
          <p:cNvSpPr/>
          <p:nvPr/>
        </p:nvSpPr>
        <p:spPr>
          <a:xfrm>
            <a:off x="8267548" y="3291840"/>
            <a:ext cx="388620" cy="457200"/>
          </a:xfrm>
          <a:prstGeom prst="rect">
            <a:avLst/>
          </a:prstGeom>
          <a:noFill/>
          <a:ln/>
        </p:spPr>
        <p:txBody>
          <a:bodyPr wrap="square" lIns="0" tIns="0" rIns="0" bIns="0" rtlCol="0" anchor="ctr"/>
          <a:lstStyle/>
          <a:p>
            <a:pPr marL="0" indent="0" algn="ctr">
              <a:buNone/>
            </a:pPr>
            <a:r>
              <a:rPr lang="en-US" sz="1800" b="1" dirty="0">
                <a:solidFill>
                  <a:srgbClr val="FE6768"/>
                </a:solidFill>
              </a:rPr>
              <a:t>=</a:t>
            </a:r>
            <a:endParaRPr lang="en-US" sz="1800" dirty="0"/>
          </a:p>
        </p:txBody>
      </p:sp>
      <p:sp>
        <p:nvSpPr>
          <p:cNvPr id="35" name="Shape 33"/>
          <p:cNvSpPr/>
          <p:nvPr/>
        </p:nvSpPr>
        <p:spPr>
          <a:xfrm>
            <a:off x="7101688" y="3886200"/>
            <a:ext cx="1554480" cy="1554480"/>
          </a:xfrm>
          <a:prstGeom prst="rect">
            <a:avLst/>
          </a:prstGeom>
          <a:solidFill>
            <a:srgbClr val="F6F6F6"/>
          </a:solidFill>
          <a:ln w="19050">
            <a:solidFill>
              <a:srgbClr val="FE6768"/>
            </a:solidFill>
            <a:prstDash val="solid"/>
          </a:ln>
        </p:spPr>
      </p:sp>
      <p:sp>
        <p:nvSpPr>
          <p:cNvPr id="36" name="Text 34"/>
          <p:cNvSpPr/>
          <p:nvPr/>
        </p:nvSpPr>
        <p:spPr>
          <a:xfrm>
            <a:off x="7101688" y="3886200"/>
            <a:ext cx="777240" cy="1554480"/>
          </a:xfrm>
          <a:prstGeom prst="rect">
            <a:avLst/>
          </a:prstGeom>
          <a:noFill/>
          <a:ln/>
        </p:spPr>
        <p:txBody>
          <a:bodyPr wrap="square" lIns="0" tIns="0" rIns="0" bIns="0" rtlCol="0" anchor="ctr"/>
          <a:lstStyle/>
          <a:p>
            <a:pPr marL="0" indent="0" algn="ctr">
              <a:buNone/>
            </a:pPr>
            <a:r>
              <a:rPr lang="en-US" sz="5200" b="1" dirty="0">
                <a:solidFill>
                  <a:srgbClr val="FE6768"/>
                </a:solidFill>
                <a:latin typeface="Malgun Gothic" pitchFamily="34" charset="0"/>
                <a:ea typeface="Malgun Gothic" pitchFamily="34" charset="-122"/>
                <a:cs typeface="Malgun Gothic" pitchFamily="34" charset="-120"/>
              </a:rPr>
              <a:t>ㄱ</a:t>
            </a:r>
            <a:endParaRPr lang="en-US" sz="5200" dirty="0"/>
          </a:p>
        </p:txBody>
      </p:sp>
      <p:sp>
        <p:nvSpPr>
          <p:cNvPr id="37" name="Text 35"/>
          <p:cNvSpPr/>
          <p:nvPr/>
        </p:nvSpPr>
        <p:spPr>
          <a:xfrm>
            <a:off x="7878928" y="3886200"/>
            <a:ext cx="777240" cy="1554480"/>
          </a:xfrm>
          <a:prstGeom prst="rect">
            <a:avLst/>
          </a:prstGeom>
          <a:noFill/>
          <a:ln/>
        </p:spPr>
        <p:txBody>
          <a:bodyPr wrap="square" lIns="0" tIns="0" rIns="0" bIns="0" rtlCol="0" anchor="ctr"/>
          <a:lstStyle/>
          <a:p>
            <a:pPr marL="0" indent="0" algn="ctr">
              <a:buNone/>
            </a:pPr>
            <a:r>
              <a:rPr lang="en-US" sz="5200" b="1" dirty="0">
                <a:solidFill>
                  <a:srgbClr val="FE6768"/>
                </a:solidFill>
                <a:latin typeface="Malgun Gothic" pitchFamily="34" charset="0"/>
                <a:ea typeface="Malgun Gothic" pitchFamily="34" charset="-122"/>
                <a:cs typeface="Malgun Gothic" pitchFamily="34" charset="-120"/>
              </a:rPr>
              <a:t>ㅕ</a:t>
            </a:r>
            <a:endParaRPr lang="en-US" sz="5200" dirty="0"/>
          </a:p>
        </p:txBody>
      </p:sp>
      <p:sp>
        <p:nvSpPr>
          <p:cNvPr id="38" name="Text 36"/>
          <p:cNvSpPr/>
          <p:nvPr/>
        </p:nvSpPr>
        <p:spPr>
          <a:xfrm>
            <a:off x="7101688" y="5486400"/>
            <a:ext cx="1554480" cy="365760"/>
          </a:xfrm>
          <a:prstGeom prst="rect">
            <a:avLst/>
          </a:prstGeom>
          <a:noFill/>
          <a:ln/>
        </p:spPr>
        <p:txBody>
          <a:bodyPr wrap="square" lIns="0" tIns="0" rIns="0" bIns="0" rtlCol="0" anchor="ctr"/>
          <a:lstStyle/>
          <a:p>
            <a:pPr marL="0" indent="0" algn="ctr">
              <a:buNone/>
            </a:pPr>
            <a:r>
              <a:rPr lang="en-US" sz="1600" b="1" i="1" dirty="0">
                <a:solidFill>
                  <a:srgbClr val="FE6768"/>
                </a:solidFill>
                <a:latin typeface="Calibri" pitchFamily="34" charset="0"/>
                <a:ea typeface="Calibri" pitchFamily="34" charset="-122"/>
                <a:cs typeface="Calibri" pitchFamily="34" charset="-120"/>
              </a:rPr>
              <a:t>kyeo</a:t>
            </a:r>
            <a:endParaRPr lang="en-US" sz="1600" dirty="0"/>
          </a:p>
        </p:txBody>
      </p:sp>
      <p:sp>
        <p:nvSpPr>
          <p:cNvPr id="39" name="Text 37"/>
          <p:cNvSpPr/>
          <p:nvPr/>
        </p:nvSpPr>
        <p:spPr>
          <a:xfrm>
            <a:off x="8884768" y="3291840"/>
            <a:ext cx="466344" cy="457200"/>
          </a:xfrm>
          <a:prstGeom prst="rect">
            <a:avLst/>
          </a:prstGeom>
          <a:noFill/>
          <a:ln/>
        </p:spPr>
        <p:txBody>
          <a:bodyPr wrap="square" lIns="0" tIns="0" rIns="0" bIns="0" rtlCol="0" anchor="ctr"/>
          <a:lstStyle/>
          <a:p>
            <a:pPr marL="0" indent="0" algn="ctr">
              <a:buNone/>
            </a:pPr>
            <a:r>
              <a:rPr lang="en-US" sz="2200" b="1" dirty="0">
                <a:solidFill>
                  <a:srgbClr val="FE6768"/>
                </a:solidFill>
                <a:latin typeface="Malgun Gothic" pitchFamily="34" charset="0"/>
                <a:ea typeface="Malgun Gothic" pitchFamily="34" charset="-122"/>
                <a:cs typeface="Malgun Gothic" pitchFamily="34" charset="-120"/>
              </a:rPr>
              <a:t>ㄱ</a:t>
            </a:r>
            <a:endParaRPr lang="en-US" sz="2200" dirty="0"/>
          </a:p>
        </p:txBody>
      </p:sp>
      <p:sp>
        <p:nvSpPr>
          <p:cNvPr id="40" name="Text 38"/>
          <p:cNvSpPr/>
          <p:nvPr/>
        </p:nvSpPr>
        <p:spPr>
          <a:xfrm>
            <a:off x="9351112" y="3291840"/>
            <a:ext cx="233172" cy="457200"/>
          </a:xfrm>
          <a:prstGeom prst="rect">
            <a:avLst/>
          </a:prstGeom>
          <a:noFill/>
          <a:ln/>
        </p:spPr>
        <p:txBody>
          <a:bodyPr wrap="square" lIns="0" tIns="0" rIns="0" bIns="0" rtlCol="0" anchor="ctr"/>
          <a:lstStyle/>
          <a:p>
            <a:pPr marL="0" indent="0" algn="ctr">
              <a:buNone/>
            </a:pPr>
            <a:r>
              <a:rPr lang="en-US" sz="1800" b="1" dirty="0">
                <a:solidFill>
                  <a:srgbClr val="FE6768"/>
                </a:solidFill>
              </a:rPr>
              <a:t>+</a:t>
            </a:r>
            <a:endParaRPr lang="en-US" sz="1800" dirty="0"/>
          </a:p>
        </p:txBody>
      </p:sp>
      <p:sp>
        <p:nvSpPr>
          <p:cNvPr id="41" name="Text 39"/>
          <p:cNvSpPr/>
          <p:nvPr/>
        </p:nvSpPr>
        <p:spPr>
          <a:xfrm>
            <a:off x="9584284" y="3291840"/>
            <a:ext cx="466344" cy="457200"/>
          </a:xfrm>
          <a:prstGeom prst="rect">
            <a:avLst/>
          </a:prstGeom>
          <a:noFill/>
          <a:ln/>
        </p:spPr>
        <p:txBody>
          <a:bodyPr wrap="square" lIns="0" tIns="0" rIns="0" bIns="0" rtlCol="0" anchor="ctr"/>
          <a:lstStyle/>
          <a:p>
            <a:pPr marL="0" indent="0" algn="ctr">
              <a:buNone/>
            </a:pPr>
            <a:r>
              <a:rPr lang="en-US" sz="2200" b="1" dirty="0">
                <a:solidFill>
                  <a:srgbClr val="FE6768"/>
                </a:solidFill>
                <a:latin typeface="Malgun Gothic" pitchFamily="34" charset="0"/>
                <a:ea typeface="Malgun Gothic" pitchFamily="34" charset="-122"/>
                <a:cs typeface="Malgun Gothic" pitchFamily="34" charset="-120"/>
              </a:rPr>
              <a:t>ㅣ</a:t>
            </a:r>
            <a:endParaRPr lang="en-US" sz="2200" dirty="0"/>
          </a:p>
        </p:txBody>
      </p:sp>
      <p:sp>
        <p:nvSpPr>
          <p:cNvPr id="42" name="Text 40"/>
          <p:cNvSpPr/>
          <p:nvPr/>
        </p:nvSpPr>
        <p:spPr>
          <a:xfrm>
            <a:off x="10050628" y="3291840"/>
            <a:ext cx="388620" cy="457200"/>
          </a:xfrm>
          <a:prstGeom prst="rect">
            <a:avLst/>
          </a:prstGeom>
          <a:noFill/>
          <a:ln/>
        </p:spPr>
        <p:txBody>
          <a:bodyPr wrap="square" lIns="0" tIns="0" rIns="0" bIns="0" rtlCol="0" anchor="ctr"/>
          <a:lstStyle/>
          <a:p>
            <a:pPr marL="0" indent="0" algn="ctr">
              <a:buNone/>
            </a:pPr>
            <a:r>
              <a:rPr lang="en-US" sz="1800" b="1" dirty="0">
                <a:solidFill>
                  <a:srgbClr val="FE6768"/>
                </a:solidFill>
              </a:rPr>
              <a:t>=</a:t>
            </a:r>
            <a:endParaRPr lang="en-US" sz="1800" dirty="0"/>
          </a:p>
        </p:txBody>
      </p:sp>
      <p:sp>
        <p:nvSpPr>
          <p:cNvPr id="43" name="Shape 41"/>
          <p:cNvSpPr/>
          <p:nvPr/>
        </p:nvSpPr>
        <p:spPr>
          <a:xfrm>
            <a:off x="8884768" y="3886200"/>
            <a:ext cx="1554480" cy="1554480"/>
          </a:xfrm>
          <a:prstGeom prst="rect">
            <a:avLst/>
          </a:prstGeom>
          <a:solidFill>
            <a:srgbClr val="F6F6F6"/>
          </a:solidFill>
          <a:ln w="19050">
            <a:solidFill>
              <a:srgbClr val="FE6768"/>
            </a:solidFill>
            <a:prstDash val="solid"/>
          </a:ln>
        </p:spPr>
      </p:sp>
      <p:sp>
        <p:nvSpPr>
          <p:cNvPr id="44" name="Text 42"/>
          <p:cNvSpPr/>
          <p:nvPr/>
        </p:nvSpPr>
        <p:spPr>
          <a:xfrm>
            <a:off x="8884768" y="3886200"/>
            <a:ext cx="777240" cy="1554480"/>
          </a:xfrm>
          <a:prstGeom prst="rect">
            <a:avLst/>
          </a:prstGeom>
          <a:noFill/>
          <a:ln/>
        </p:spPr>
        <p:txBody>
          <a:bodyPr wrap="square" lIns="0" tIns="0" rIns="0" bIns="0" rtlCol="0" anchor="ctr"/>
          <a:lstStyle/>
          <a:p>
            <a:pPr marL="0" indent="0" algn="ctr">
              <a:buNone/>
            </a:pPr>
            <a:r>
              <a:rPr lang="en-US" sz="5200" b="1" dirty="0">
                <a:solidFill>
                  <a:srgbClr val="FE6768"/>
                </a:solidFill>
                <a:latin typeface="Malgun Gothic" pitchFamily="34" charset="0"/>
                <a:ea typeface="Malgun Gothic" pitchFamily="34" charset="-122"/>
                <a:cs typeface="Malgun Gothic" pitchFamily="34" charset="-120"/>
              </a:rPr>
              <a:t>ㄱ</a:t>
            </a:r>
            <a:endParaRPr lang="en-US" sz="5200" dirty="0"/>
          </a:p>
        </p:txBody>
      </p:sp>
      <p:sp>
        <p:nvSpPr>
          <p:cNvPr id="45" name="Text 43"/>
          <p:cNvSpPr/>
          <p:nvPr/>
        </p:nvSpPr>
        <p:spPr>
          <a:xfrm>
            <a:off x="9662008" y="3886200"/>
            <a:ext cx="777240" cy="1554480"/>
          </a:xfrm>
          <a:prstGeom prst="rect">
            <a:avLst/>
          </a:prstGeom>
          <a:noFill/>
          <a:ln/>
        </p:spPr>
        <p:txBody>
          <a:bodyPr wrap="square" lIns="0" tIns="0" rIns="0" bIns="0" rtlCol="0" anchor="ctr"/>
          <a:lstStyle/>
          <a:p>
            <a:pPr marL="0" indent="0" algn="ctr">
              <a:buNone/>
            </a:pPr>
            <a:r>
              <a:rPr lang="en-US" sz="5200" b="1" dirty="0">
                <a:solidFill>
                  <a:srgbClr val="FE6768"/>
                </a:solidFill>
                <a:latin typeface="Malgun Gothic" pitchFamily="34" charset="0"/>
                <a:ea typeface="Malgun Gothic" pitchFamily="34" charset="-122"/>
                <a:cs typeface="Malgun Gothic" pitchFamily="34" charset="-120"/>
              </a:rPr>
              <a:t>ㅣ</a:t>
            </a:r>
            <a:endParaRPr lang="en-US" sz="5200" dirty="0"/>
          </a:p>
        </p:txBody>
      </p:sp>
      <p:sp>
        <p:nvSpPr>
          <p:cNvPr id="46" name="Text 44"/>
          <p:cNvSpPr/>
          <p:nvPr/>
        </p:nvSpPr>
        <p:spPr>
          <a:xfrm>
            <a:off x="8884768" y="5486400"/>
            <a:ext cx="1554480" cy="365760"/>
          </a:xfrm>
          <a:prstGeom prst="rect">
            <a:avLst/>
          </a:prstGeom>
          <a:noFill/>
          <a:ln/>
        </p:spPr>
        <p:txBody>
          <a:bodyPr wrap="square" lIns="0" tIns="0" rIns="0" bIns="0" rtlCol="0" anchor="ctr"/>
          <a:lstStyle/>
          <a:p>
            <a:pPr marL="0" indent="0" algn="ctr">
              <a:buNone/>
            </a:pPr>
            <a:r>
              <a:rPr lang="en-US" sz="1600" b="1" i="1" dirty="0">
                <a:solidFill>
                  <a:srgbClr val="FE6768"/>
                </a:solidFill>
                <a:latin typeface="Calibri" pitchFamily="34" charset="0"/>
                <a:ea typeface="Calibri" pitchFamily="34" charset="-122"/>
                <a:cs typeface="Calibri" pitchFamily="34" charset="-120"/>
              </a:rPr>
              <a:t>ki</a:t>
            </a:r>
            <a:endParaRPr lang="en-US" sz="1600" dirty="0"/>
          </a:p>
        </p:txBody>
      </p:sp>
      <p:pic>
        <p:nvPicPr>
          <p:cNvPr id="47"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48" name="Text 4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49" name="Text 4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67</a:t>
            </a:r>
            <a:endParaRPr lang="en-US" sz="800" dirty="0"/>
          </a:p>
        </p:txBody>
      </p:sp>
    </p:spTree>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name="Slide 68">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§3.6 · LECTURA</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Práctica · ㄴ ㄷ ㄹ</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Tres consonantes de la lengua, cinco vocales verticales.</a:t>
            </a:r>
            <a:endParaRPr lang="en-US" sz="1400" dirty="0"/>
          </a:p>
        </p:txBody>
      </p:sp>
      <p:sp>
        <p:nvSpPr>
          <p:cNvPr id="5" name="Text 3"/>
          <p:cNvSpPr/>
          <p:nvPr/>
        </p:nvSpPr>
        <p:spPr>
          <a:xfrm>
            <a:off x="8534095" y="868680"/>
            <a:ext cx="3200400" cy="320040"/>
          </a:xfrm>
          <a:prstGeom prst="rect">
            <a:avLst/>
          </a:prstGeom>
          <a:noFill/>
          <a:ln/>
        </p:spPr>
        <p:txBody>
          <a:bodyPr wrap="square" lIns="0" tIns="0" rIns="0" bIns="0" rtlCol="0" anchor="ctr"/>
          <a:lstStyle/>
          <a:p>
            <a:pPr marL="0" indent="0" algn="r">
              <a:buNone/>
            </a:pPr>
            <a:r>
              <a:rPr lang="en-US" sz="1100" b="1" kern="0" spc="300" dirty="0">
                <a:solidFill>
                  <a:srgbClr val="A79BFF"/>
                </a:solidFill>
                <a:latin typeface="Calibri" pitchFamily="34" charset="0"/>
                <a:ea typeface="Calibri" pitchFamily="34" charset="-122"/>
                <a:cs typeface="Calibri" pitchFamily="34" charset="-120"/>
              </a:rPr>
              <a:t>설음 · LENGUA</a:t>
            </a:r>
            <a:endParaRPr lang="en-US" sz="1100" dirty="0"/>
          </a:p>
        </p:txBody>
      </p:sp>
      <p:sp>
        <p:nvSpPr>
          <p:cNvPr id="6" name="Shape 4"/>
          <p:cNvSpPr/>
          <p:nvPr/>
        </p:nvSpPr>
        <p:spPr>
          <a:xfrm>
            <a:off x="1638148" y="2560320"/>
            <a:ext cx="1371600" cy="1005840"/>
          </a:xfrm>
          <a:prstGeom prst="roundRect">
            <a:avLst>
              <a:gd name="adj" fmla="val 10909"/>
            </a:avLst>
          </a:prstGeom>
          <a:solidFill>
            <a:srgbClr val="A79BFF"/>
          </a:solidFill>
          <a:ln w="12700">
            <a:solidFill>
              <a:srgbClr val="A79BFF"/>
            </a:solidFill>
            <a:prstDash val="solid"/>
          </a:ln>
        </p:spPr>
      </p:sp>
      <p:sp>
        <p:nvSpPr>
          <p:cNvPr id="7" name="Text 5"/>
          <p:cNvSpPr/>
          <p:nvPr/>
        </p:nvSpPr>
        <p:spPr>
          <a:xfrm>
            <a:off x="1638148" y="2560320"/>
            <a:ext cx="1371600" cy="653796"/>
          </a:xfrm>
          <a:prstGeom prst="rect">
            <a:avLst/>
          </a:prstGeom>
          <a:noFill/>
          <a:ln/>
        </p:spPr>
        <p:txBody>
          <a:bodyPr wrap="square" lIns="0" tIns="0" rIns="0" bIns="0" rtlCol="0" anchor="ctr"/>
          <a:lstStyle/>
          <a:p>
            <a:pPr marL="0" indent="0" algn="ctr">
              <a:buNone/>
            </a:pPr>
            <a:r>
              <a:rPr lang="en-US" sz="3800" b="1" dirty="0">
                <a:solidFill>
                  <a:srgbClr val="F6F6F6"/>
                </a:solidFill>
                <a:latin typeface="Malgun Gothic" pitchFamily="34" charset="0"/>
                <a:ea typeface="Malgun Gothic" pitchFamily="34" charset="-122"/>
                <a:cs typeface="Malgun Gothic" pitchFamily="34" charset="-120"/>
              </a:rPr>
              <a:t>ㄴ</a:t>
            </a:r>
            <a:endParaRPr lang="en-US" sz="3800" dirty="0"/>
          </a:p>
        </p:txBody>
      </p:sp>
      <p:sp>
        <p:nvSpPr>
          <p:cNvPr id="8" name="Text 6"/>
          <p:cNvSpPr/>
          <p:nvPr/>
        </p:nvSpPr>
        <p:spPr>
          <a:xfrm>
            <a:off x="1638148" y="3214116"/>
            <a:ext cx="1371600" cy="352044"/>
          </a:xfrm>
          <a:prstGeom prst="rect">
            <a:avLst/>
          </a:prstGeom>
          <a:noFill/>
          <a:ln/>
        </p:spPr>
        <p:txBody>
          <a:bodyPr wrap="square" lIns="0" tIns="0" rIns="0" bIns="0" rtlCol="0" anchor="t"/>
          <a:lstStyle/>
          <a:p>
            <a:pPr marL="0" indent="0" algn="ctr">
              <a:buNone/>
            </a:pPr>
            <a:r>
              <a:rPr lang="en-US" sz="1000" b="1" kern="0" spc="200" dirty="0">
                <a:solidFill>
                  <a:srgbClr val="EDE8FF"/>
                </a:solidFill>
                <a:latin typeface="Calibri" pitchFamily="34" charset="0"/>
                <a:ea typeface="Calibri" pitchFamily="34" charset="-122"/>
                <a:cs typeface="Calibri" pitchFamily="34" charset="-120"/>
              </a:rPr>
              <a:t>NIEUN</a:t>
            </a:r>
            <a:endParaRPr lang="en-US" sz="1000" dirty="0"/>
          </a:p>
        </p:txBody>
      </p:sp>
      <p:sp>
        <p:nvSpPr>
          <p:cNvPr id="9" name="Shape 7"/>
          <p:cNvSpPr/>
          <p:nvPr/>
        </p:nvSpPr>
        <p:spPr>
          <a:xfrm>
            <a:off x="3146908" y="2560320"/>
            <a:ext cx="1371600" cy="1005840"/>
          </a:xfrm>
          <a:prstGeom prst="roundRect">
            <a:avLst>
              <a:gd name="adj" fmla="val 10909"/>
            </a:avLst>
          </a:prstGeom>
          <a:solidFill>
            <a:srgbClr val="EDE8FF"/>
          </a:solidFill>
          <a:ln w="15240">
            <a:solidFill>
              <a:srgbClr val="A79BFF"/>
            </a:solidFill>
            <a:prstDash val="solid"/>
          </a:ln>
        </p:spPr>
      </p:sp>
      <p:sp>
        <p:nvSpPr>
          <p:cNvPr id="10" name="Text 8"/>
          <p:cNvSpPr/>
          <p:nvPr/>
        </p:nvSpPr>
        <p:spPr>
          <a:xfrm>
            <a:off x="3146908" y="2560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나</a:t>
            </a:r>
            <a:endParaRPr lang="en-US" sz="3600" dirty="0"/>
          </a:p>
        </p:txBody>
      </p:sp>
      <p:sp>
        <p:nvSpPr>
          <p:cNvPr id="11" name="Text 9"/>
          <p:cNvSpPr/>
          <p:nvPr/>
        </p:nvSpPr>
        <p:spPr>
          <a:xfrm>
            <a:off x="314690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na</a:t>
            </a:r>
            <a:endParaRPr lang="en-US" sz="1200" dirty="0"/>
          </a:p>
        </p:txBody>
      </p:sp>
      <p:sp>
        <p:nvSpPr>
          <p:cNvPr id="12" name="Shape 10"/>
          <p:cNvSpPr/>
          <p:nvPr/>
        </p:nvSpPr>
        <p:spPr>
          <a:xfrm>
            <a:off x="4655668" y="2560320"/>
            <a:ext cx="1371600" cy="1005840"/>
          </a:xfrm>
          <a:prstGeom prst="roundRect">
            <a:avLst>
              <a:gd name="adj" fmla="val 10909"/>
            </a:avLst>
          </a:prstGeom>
          <a:solidFill>
            <a:srgbClr val="EDE8FF"/>
          </a:solidFill>
          <a:ln w="15240">
            <a:solidFill>
              <a:srgbClr val="A79BFF"/>
            </a:solidFill>
            <a:prstDash val="solid"/>
          </a:ln>
        </p:spPr>
      </p:sp>
      <p:sp>
        <p:nvSpPr>
          <p:cNvPr id="13" name="Text 11"/>
          <p:cNvSpPr/>
          <p:nvPr/>
        </p:nvSpPr>
        <p:spPr>
          <a:xfrm>
            <a:off x="4655668" y="2560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냐</a:t>
            </a:r>
            <a:endParaRPr lang="en-US" sz="3600" dirty="0"/>
          </a:p>
        </p:txBody>
      </p:sp>
      <p:sp>
        <p:nvSpPr>
          <p:cNvPr id="14" name="Text 12"/>
          <p:cNvSpPr/>
          <p:nvPr/>
        </p:nvSpPr>
        <p:spPr>
          <a:xfrm>
            <a:off x="465566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nya</a:t>
            </a:r>
            <a:endParaRPr lang="en-US" sz="1200" dirty="0"/>
          </a:p>
        </p:txBody>
      </p:sp>
      <p:sp>
        <p:nvSpPr>
          <p:cNvPr id="15" name="Shape 13"/>
          <p:cNvSpPr/>
          <p:nvPr/>
        </p:nvSpPr>
        <p:spPr>
          <a:xfrm>
            <a:off x="6164428" y="2560320"/>
            <a:ext cx="1371600" cy="1005840"/>
          </a:xfrm>
          <a:prstGeom prst="roundRect">
            <a:avLst>
              <a:gd name="adj" fmla="val 10909"/>
            </a:avLst>
          </a:prstGeom>
          <a:solidFill>
            <a:srgbClr val="EDE8FF"/>
          </a:solidFill>
          <a:ln w="15240">
            <a:solidFill>
              <a:srgbClr val="A79BFF"/>
            </a:solidFill>
            <a:prstDash val="solid"/>
          </a:ln>
        </p:spPr>
      </p:sp>
      <p:sp>
        <p:nvSpPr>
          <p:cNvPr id="16" name="Text 14"/>
          <p:cNvSpPr/>
          <p:nvPr/>
        </p:nvSpPr>
        <p:spPr>
          <a:xfrm>
            <a:off x="6164428" y="2560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너</a:t>
            </a:r>
            <a:endParaRPr lang="en-US" sz="3600" dirty="0"/>
          </a:p>
        </p:txBody>
      </p:sp>
      <p:sp>
        <p:nvSpPr>
          <p:cNvPr id="17" name="Text 15"/>
          <p:cNvSpPr/>
          <p:nvPr/>
        </p:nvSpPr>
        <p:spPr>
          <a:xfrm>
            <a:off x="616442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neo</a:t>
            </a:r>
            <a:endParaRPr lang="en-US" sz="1200" dirty="0"/>
          </a:p>
        </p:txBody>
      </p:sp>
      <p:sp>
        <p:nvSpPr>
          <p:cNvPr id="18" name="Shape 16"/>
          <p:cNvSpPr/>
          <p:nvPr/>
        </p:nvSpPr>
        <p:spPr>
          <a:xfrm>
            <a:off x="7673188" y="2560320"/>
            <a:ext cx="1371600" cy="1005840"/>
          </a:xfrm>
          <a:prstGeom prst="roundRect">
            <a:avLst>
              <a:gd name="adj" fmla="val 10909"/>
            </a:avLst>
          </a:prstGeom>
          <a:solidFill>
            <a:srgbClr val="EDE8FF"/>
          </a:solidFill>
          <a:ln w="15240">
            <a:solidFill>
              <a:srgbClr val="A79BFF"/>
            </a:solidFill>
            <a:prstDash val="solid"/>
          </a:ln>
        </p:spPr>
      </p:sp>
      <p:sp>
        <p:nvSpPr>
          <p:cNvPr id="19" name="Text 17"/>
          <p:cNvSpPr/>
          <p:nvPr/>
        </p:nvSpPr>
        <p:spPr>
          <a:xfrm>
            <a:off x="7673188" y="2560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녀</a:t>
            </a:r>
            <a:endParaRPr lang="en-US" sz="3600" dirty="0"/>
          </a:p>
        </p:txBody>
      </p:sp>
      <p:sp>
        <p:nvSpPr>
          <p:cNvPr id="20" name="Text 18"/>
          <p:cNvSpPr/>
          <p:nvPr/>
        </p:nvSpPr>
        <p:spPr>
          <a:xfrm>
            <a:off x="767318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nyeo</a:t>
            </a:r>
            <a:endParaRPr lang="en-US" sz="1200" dirty="0"/>
          </a:p>
        </p:txBody>
      </p:sp>
      <p:sp>
        <p:nvSpPr>
          <p:cNvPr id="21" name="Shape 19"/>
          <p:cNvSpPr/>
          <p:nvPr/>
        </p:nvSpPr>
        <p:spPr>
          <a:xfrm>
            <a:off x="9181948" y="2560320"/>
            <a:ext cx="1371600" cy="1005840"/>
          </a:xfrm>
          <a:prstGeom prst="roundRect">
            <a:avLst>
              <a:gd name="adj" fmla="val 10909"/>
            </a:avLst>
          </a:prstGeom>
          <a:solidFill>
            <a:srgbClr val="EDE8FF"/>
          </a:solidFill>
          <a:ln w="15240">
            <a:solidFill>
              <a:srgbClr val="A79BFF"/>
            </a:solidFill>
            <a:prstDash val="solid"/>
          </a:ln>
        </p:spPr>
      </p:sp>
      <p:sp>
        <p:nvSpPr>
          <p:cNvPr id="22" name="Text 20"/>
          <p:cNvSpPr/>
          <p:nvPr/>
        </p:nvSpPr>
        <p:spPr>
          <a:xfrm>
            <a:off x="9181948" y="2560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니</a:t>
            </a:r>
            <a:endParaRPr lang="en-US" sz="3600" dirty="0"/>
          </a:p>
        </p:txBody>
      </p:sp>
      <p:sp>
        <p:nvSpPr>
          <p:cNvPr id="23" name="Text 21"/>
          <p:cNvSpPr/>
          <p:nvPr/>
        </p:nvSpPr>
        <p:spPr>
          <a:xfrm>
            <a:off x="918194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ni</a:t>
            </a:r>
            <a:endParaRPr lang="en-US" sz="1200" dirty="0"/>
          </a:p>
        </p:txBody>
      </p:sp>
      <p:sp>
        <p:nvSpPr>
          <p:cNvPr id="24" name="Shape 22"/>
          <p:cNvSpPr/>
          <p:nvPr/>
        </p:nvSpPr>
        <p:spPr>
          <a:xfrm>
            <a:off x="1638148" y="3703320"/>
            <a:ext cx="1371600" cy="1005840"/>
          </a:xfrm>
          <a:prstGeom prst="roundRect">
            <a:avLst>
              <a:gd name="adj" fmla="val 10909"/>
            </a:avLst>
          </a:prstGeom>
          <a:solidFill>
            <a:srgbClr val="A79BFF"/>
          </a:solidFill>
          <a:ln w="12700">
            <a:solidFill>
              <a:srgbClr val="A79BFF"/>
            </a:solidFill>
            <a:prstDash val="solid"/>
          </a:ln>
        </p:spPr>
      </p:sp>
      <p:sp>
        <p:nvSpPr>
          <p:cNvPr id="25" name="Text 23"/>
          <p:cNvSpPr/>
          <p:nvPr/>
        </p:nvSpPr>
        <p:spPr>
          <a:xfrm>
            <a:off x="1638148" y="3703320"/>
            <a:ext cx="1371600" cy="653796"/>
          </a:xfrm>
          <a:prstGeom prst="rect">
            <a:avLst/>
          </a:prstGeom>
          <a:noFill/>
          <a:ln/>
        </p:spPr>
        <p:txBody>
          <a:bodyPr wrap="square" lIns="0" tIns="0" rIns="0" bIns="0" rtlCol="0" anchor="ctr"/>
          <a:lstStyle/>
          <a:p>
            <a:pPr marL="0" indent="0" algn="ctr">
              <a:buNone/>
            </a:pPr>
            <a:r>
              <a:rPr lang="en-US" sz="3800" b="1" dirty="0">
                <a:solidFill>
                  <a:srgbClr val="F6F6F6"/>
                </a:solidFill>
                <a:latin typeface="Malgun Gothic" pitchFamily="34" charset="0"/>
                <a:ea typeface="Malgun Gothic" pitchFamily="34" charset="-122"/>
                <a:cs typeface="Malgun Gothic" pitchFamily="34" charset="-120"/>
              </a:rPr>
              <a:t>ㄷ</a:t>
            </a:r>
            <a:endParaRPr lang="en-US" sz="3800" dirty="0"/>
          </a:p>
        </p:txBody>
      </p:sp>
      <p:sp>
        <p:nvSpPr>
          <p:cNvPr id="26" name="Text 24"/>
          <p:cNvSpPr/>
          <p:nvPr/>
        </p:nvSpPr>
        <p:spPr>
          <a:xfrm>
            <a:off x="1638148" y="4357116"/>
            <a:ext cx="1371600" cy="352044"/>
          </a:xfrm>
          <a:prstGeom prst="rect">
            <a:avLst/>
          </a:prstGeom>
          <a:noFill/>
          <a:ln/>
        </p:spPr>
        <p:txBody>
          <a:bodyPr wrap="square" lIns="0" tIns="0" rIns="0" bIns="0" rtlCol="0" anchor="t"/>
          <a:lstStyle/>
          <a:p>
            <a:pPr marL="0" indent="0" algn="ctr">
              <a:buNone/>
            </a:pPr>
            <a:r>
              <a:rPr lang="en-US" sz="1000" b="1" kern="0" spc="200" dirty="0">
                <a:solidFill>
                  <a:srgbClr val="EDE8FF"/>
                </a:solidFill>
                <a:latin typeface="Calibri" pitchFamily="34" charset="0"/>
                <a:ea typeface="Calibri" pitchFamily="34" charset="-122"/>
                <a:cs typeface="Calibri" pitchFamily="34" charset="-120"/>
              </a:rPr>
              <a:t>DIGEUT</a:t>
            </a:r>
            <a:endParaRPr lang="en-US" sz="1000" dirty="0"/>
          </a:p>
        </p:txBody>
      </p:sp>
      <p:sp>
        <p:nvSpPr>
          <p:cNvPr id="27" name="Shape 25"/>
          <p:cNvSpPr/>
          <p:nvPr/>
        </p:nvSpPr>
        <p:spPr>
          <a:xfrm>
            <a:off x="3146908" y="3703320"/>
            <a:ext cx="1371600" cy="1005840"/>
          </a:xfrm>
          <a:prstGeom prst="roundRect">
            <a:avLst>
              <a:gd name="adj" fmla="val 10909"/>
            </a:avLst>
          </a:prstGeom>
          <a:solidFill>
            <a:srgbClr val="EDE8FF"/>
          </a:solidFill>
          <a:ln w="15240">
            <a:solidFill>
              <a:srgbClr val="A79BFF"/>
            </a:solidFill>
            <a:prstDash val="solid"/>
          </a:ln>
        </p:spPr>
      </p:sp>
      <p:sp>
        <p:nvSpPr>
          <p:cNvPr id="28" name="Text 26"/>
          <p:cNvSpPr/>
          <p:nvPr/>
        </p:nvSpPr>
        <p:spPr>
          <a:xfrm>
            <a:off x="3146908" y="3703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다</a:t>
            </a:r>
            <a:endParaRPr lang="en-US" sz="3600" dirty="0"/>
          </a:p>
        </p:txBody>
      </p:sp>
      <p:sp>
        <p:nvSpPr>
          <p:cNvPr id="29" name="Text 27"/>
          <p:cNvSpPr/>
          <p:nvPr/>
        </p:nvSpPr>
        <p:spPr>
          <a:xfrm>
            <a:off x="314690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da</a:t>
            </a:r>
            <a:endParaRPr lang="en-US" sz="1200" dirty="0"/>
          </a:p>
        </p:txBody>
      </p:sp>
      <p:sp>
        <p:nvSpPr>
          <p:cNvPr id="30" name="Shape 28"/>
          <p:cNvSpPr/>
          <p:nvPr/>
        </p:nvSpPr>
        <p:spPr>
          <a:xfrm>
            <a:off x="4655668" y="3703320"/>
            <a:ext cx="1371600" cy="1005840"/>
          </a:xfrm>
          <a:prstGeom prst="roundRect">
            <a:avLst>
              <a:gd name="adj" fmla="val 10909"/>
            </a:avLst>
          </a:prstGeom>
          <a:solidFill>
            <a:srgbClr val="EDE8FF"/>
          </a:solidFill>
          <a:ln w="15240">
            <a:solidFill>
              <a:srgbClr val="A79BFF"/>
            </a:solidFill>
            <a:prstDash val="solid"/>
          </a:ln>
        </p:spPr>
      </p:sp>
      <p:sp>
        <p:nvSpPr>
          <p:cNvPr id="31" name="Text 29"/>
          <p:cNvSpPr/>
          <p:nvPr/>
        </p:nvSpPr>
        <p:spPr>
          <a:xfrm>
            <a:off x="4655668" y="3703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댜</a:t>
            </a:r>
            <a:endParaRPr lang="en-US" sz="3600" dirty="0"/>
          </a:p>
        </p:txBody>
      </p:sp>
      <p:sp>
        <p:nvSpPr>
          <p:cNvPr id="32" name="Text 30"/>
          <p:cNvSpPr/>
          <p:nvPr/>
        </p:nvSpPr>
        <p:spPr>
          <a:xfrm>
            <a:off x="465566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dya</a:t>
            </a:r>
            <a:endParaRPr lang="en-US" sz="1200" dirty="0"/>
          </a:p>
        </p:txBody>
      </p:sp>
      <p:sp>
        <p:nvSpPr>
          <p:cNvPr id="33" name="Shape 31"/>
          <p:cNvSpPr/>
          <p:nvPr/>
        </p:nvSpPr>
        <p:spPr>
          <a:xfrm>
            <a:off x="6164428" y="3703320"/>
            <a:ext cx="1371600" cy="1005840"/>
          </a:xfrm>
          <a:prstGeom prst="roundRect">
            <a:avLst>
              <a:gd name="adj" fmla="val 10909"/>
            </a:avLst>
          </a:prstGeom>
          <a:solidFill>
            <a:srgbClr val="EDE8FF"/>
          </a:solidFill>
          <a:ln w="15240">
            <a:solidFill>
              <a:srgbClr val="A79BFF"/>
            </a:solidFill>
            <a:prstDash val="solid"/>
          </a:ln>
        </p:spPr>
      </p:sp>
      <p:sp>
        <p:nvSpPr>
          <p:cNvPr id="34" name="Text 32"/>
          <p:cNvSpPr/>
          <p:nvPr/>
        </p:nvSpPr>
        <p:spPr>
          <a:xfrm>
            <a:off x="6164428" y="3703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더</a:t>
            </a:r>
            <a:endParaRPr lang="en-US" sz="3600" dirty="0"/>
          </a:p>
        </p:txBody>
      </p:sp>
      <p:sp>
        <p:nvSpPr>
          <p:cNvPr id="35" name="Text 33"/>
          <p:cNvSpPr/>
          <p:nvPr/>
        </p:nvSpPr>
        <p:spPr>
          <a:xfrm>
            <a:off x="616442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deo</a:t>
            </a:r>
            <a:endParaRPr lang="en-US" sz="1200" dirty="0"/>
          </a:p>
        </p:txBody>
      </p:sp>
      <p:sp>
        <p:nvSpPr>
          <p:cNvPr id="36" name="Shape 34"/>
          <p:cNvSpPr/>
          <p:nvPr/>
        </p:nvSpPr>
        <p:spPr>
          <a:xfrm>
            <a:off x="7673188" y="3703320"/>
            <a:ext cx="1371600" cy="1005840"/>
          </a:xfrm>
          <a:prstGeom prst="roundRect">
            <a:avLst>
              <a:gd name="adj" fmla="val 10909"/>
            </a:avLst>
          </a:prstGeom>
          <a:solidFill>
            <a:srgbClr val="EDE8FF"/>
          </a:solidFill>
          <a:ln w="15240">
            <a:solidFill>
              <a:srgbClr val="A79BFF"/>
            </a:solidFill>
            <a:prstDash val="solid"/>
          </a:ln>
        </p:spPr>
      </p:sp>
      <p:sp>
        <p:nvSpPr>
          <p:cNvPr id="37" name="Text 35"/>
          <p:cNvSpPr/>
          <p:nvPr/>
        </p:nvSpPr>
        <p:spPr>
          <a:xfrm>
            <a:off x="7673188" y="3703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뎌</a:t>
            </a:r>
            <a:endParaRPr lang="en-US" sz="3600" dirty="0"/>
          </a:p>
        </p:txBody>
      </p:sp>
      <p:sp>
        <p:nvSpPr>
          <p:cNvPr id="38" name="Text 36"/>
          <p:cNvSpPr/>
          <p:nvPr/>
        </p:nvSpPr>
        <p:spPr>
          <a:xfrm>
            <a:off x="767318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dyeo</a:t>
            </a:r>
            <a:endParaRPr lang="en-US" sz="1200" dirty="0"/>
          </a:p>
        </p:txBody>
      </p:sp>
      <p:sp>
        <p:nvSpPr>
          <p:cNvPr id="39" name="Shape 37"/>
          <p:cNvSpPr/>
          <p:nvPr/>
        </p:nvSpPr>
        <p:spPr>
          <a:xfrm>
            <a:off x="9181948" y="3703320"/>
            <a:ext cx="1371600" cy="1005840"/>
          </a:xfrm>
          <a:prstGeom prst="roundRect">
            <a:avLst>
              <a:gd name="adj" fmla="val 10909"/>
            </a:avLst>
          </a:prstGeom>
          <a:solidFill>
            <a:srgbClr val="EDE8FF"/>
          </a:solidFill>
          <a:ln w="15240">
            <a:solidFill>
              <a:srgbClr val="A79BFF"/>
            </a:solidFill>
            <a:prstDash val="solid"/>
          </a:ln>
        </p:spPr>
      </p:sp>
      <p:sp>
        <p:nvSpPr>
          <p:cNvPr id="40" name="Text 38"/>
          <p:cNvSpPr/>
          <p:nvPr/>
        </p:nvSpPr>
        <p:spPr>
          <a:xfrm>
            <a:off x="9181948" y="3703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디</a:t>
            </a:r>
            <a:endParaRPr lang="en-US" sz="3600" dirty="0"/>
          </a:p>
        </p:txBody>
      </p:sp>
      <p:sp>
        <p:nvSpPr>
          <p:cNvPr id="41" name="Text 39"/>
          <p:cNvSpPr/>
          <p:nvPr/>
        </p:nvSpPr>
        <p:spPr>
          <a:xfrm>
            <a:off x="918194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di</a:t>
            </a:r>
            <a:endParaRPr lang="en-US" sz="1200" dirty="0"/>
          </a:p>
        </p:txBody>
      </p:sp>
      <p:sp>
        <p:nvSpPr>
          <p:cNvPr id="42" name="Shape 40"/>
          <p:cNvSpPr/>
          <p:nvPr/>
        </p:nvSpPr>
        <p:spPr>
          <a:xfrm>
            <a:off x="1638148" y="4846320"/>
            <a:ext cx="1371600" cy="1005840"/>
          </a:xfrm>
          <a:prstGeom prst="roundRect">
            <a:avLst>
              <a:gd name="adj" fmla="val 10909"/>
            </a:avLst>
          </a:prstGeom>
          <a:solidFill>
            <a:srgbClr val="A79BFF"/>
          </a:solidFill>
          <a:ln w="12700">
            <a:solidFill>
              <a:srgbClr val="A79BFF"/>
            </a:solidFill>
            <a:prstDash val="solid"/>
          </a:ln>
        </p:spPr>
      </p:sp>
      <p:sp>
        <p:nvSpPr>
          <p:cNvPr id="43" name="Text 41"/>
          <p:cNvSpPr/>
          <p:nvPr/>
        </p:nvSpPr>
        <p:spPr>
          <a:xfrm>
            <a:off x="1638148" y="4846320"/>
            <a:ext cx="1371600" cy="653796"/>
          </a:xfrm>
          <a:prstGeom prst="rect">
            <a:avLst/>
          </a:prstGeom>
          <a:noFill/>
          <a:ln/>
        </p:spPr>
        <p:txBody>
          <a:bodyPr wrap="square" lIns="0" tIns="0" rIns="0" bIns="0" rtlCol="0" anchor="ctr"/>
          <a:lstStyle/>
          <a:p>
            <a:pPr marL="0" indent="0" algn="ctr">
              <a:buNone/>
            </a:pPr>
            <a:r>
              <a:rPr lang="en-US" sz="3800" b="1" dirty="0">
                <a:solidFill>
                  <a:srgbClr val="F6F6F6"/>
                </a:solidFill>
                <a:latin typeface="Malgun Gothic" pitchFamily="34" charset="0"/>
                <a:ea typeface="Malgun Gothic" pitchFamily="34" charset="-122"/>
                <a:cs typeface="Malgun Gothic" pitchFamily="34" charset="-120"/>
              </a:rPr>
              <a:t>ㄹ</a:t>
            </a:r>
            <a:endParaRPr lang="en-US" sz="3800" dirty="0"/>
          </a:p>
        </p:txBody>
      </p:sp>
      <p:sp>
        <p:nvSpPr>
          <p:cNvPr id="44" name="Text 42"/>
          <p:cNvSpPr/>
          <p:nvPr/>
        </p:nvSpPr>
        <p:spPr>
          <a:xfrm>
            <a:off x="1638148" y="5500116"/>
            <a:ext cx="1371600" cy="352044"/>
          </a:xfrm>
          <a:prstGeom prst="rect">
            <a:avLst/>
          </a:prstGeom>
          <a:noFill/>
          <a:ln/>
        </p:spPr>
        <p:txBody>
          <a:bodyPr wrap="square" lIns="0" tIns="0" rIns="0" bIns="0" rtlCol="0" anchor="t"/>
          <a:lstStyle/>
          <a:p>
            <a:pPr marL="0" indent="0" algn="ctr">
              <a:buNone/>
            </a:pPr>
            <a:r>
              <a:rPr lang="en-US" sz="1000" b="1" kern="0" spc="200" dirty="0">
                <a:solidFill>
                  <a:srgbClr val="EDE8FF"/>
                </a:solidFill>
                <a:latin typeface="Calibri" pitchFamily="34" charset="0"/>
                <a:ea typeface="Calibri" pitchFamily="34" charset="-122"/>
                <a:cs typeface="Calibri" pitchFamily="34" charset="-120"/>
              </a:rPr>
              <a:t>RIEUL</a:t>
            </a:r>
            <a:endParaRPr lang="en-US" sz="1000" dirty="0"/>
          </a:p>
        </p:txBody>
      </p:sp>
      <p:sp>
        <p:nvSpPr>
          <p:cNvPr id="45" name="Shape 43"/>
          <p:cNvSpPr/>
          <p:nvPr/>
        </p:nvSpPr>
        <p:spPr>
          <a:xfrm>
            <a:off x="3146908" y="4846320"/>
            <a:ext cx="1371600" cy="1005840"/>
          </a:xfrm>
          <a:prstGeom prst="roundRect">
            <a:avLst>
              <a:gd name="adj" fmla="val 10909"/>
            </a:avLst>
          </a:prstGeom>
          <a:solidFill>
            <a:srgbClr val="EDE8FF"/>
          </a:solidFill>
          <a:ln w="15240">
            <a:solidFill>
              <a:srgbClr val="A79BFF"/>
            </a:solidFill>
            <a:prstDash val="solid"/>
          </a:ln>
        </p:spPr>
      </p:sp>
      <p:sp>
        <p:nvSpPr>
          <p:cNvPr id="46" name="Text 44"/>
          <p:cNvSpPr/>
          <p:nvPr/>
        </p:nvSpPr>
        <p:spPr>
          <a:xfrm>
            <a:off x="3146908" y="4846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라</a:t>
            </a:r>
            <a:endParaRPr lang="en-US" sz="3600" dirty="0"/>
          </a:p>
        </p:txBody>
      </p:sp>
      <p:sp>
        <p:nvSpPr>
          <p:cNvPr id="47" name="Text 45"/>
          <p:cNvSpPr/>
          <p:nvPr/>
        </p:nvSpPr>
        <p:spPr>
          <a:xfrm>
            <a:off x="314690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ra</a:t>
            </a:r>
            <a:endParaRPr lang="en-US" sz="1200" dirty="0"/>
          </a:p>
        </p:txBody>
      </p:sp>
      <p:sp>
        <p:nvSpPr>
          <p:cNvPr id="48" name="Shape 46"/>
          <p:cNvSpPr/>
          <p:nvPr/>
        </p:nvSpPr>
        <p:spPr>
          <a:xfrm>
            <a:off x="4655668" y="4846320"/>
            <a:ext cx="1371600" cy="1005840"/>
          </a:xfrm>
          <a:prstGeom prst="roundRect">
            <a:avLst>
              <a:gd name="adj" fmla="val 10909"/>
            </a:avLst>
          </a:prstGeom>
          <a:solidFill>
            <a:srgbClr val="EDE8FF"/>
          </a:solidFill>
          <a:ln w="15240">
            <a:solidFill>
              <a:srgbClr val="A79BFF"/>
            </a:solidFill>
            <a:prstDash val="solid"/>
          </a:ln>
        </p:spPr>
      </p:sp>
      <p:sp>
        <p:nvSpPr>
          <p:cNvPr id="49" name="Text 47"/>
          <p:cNvSpPr/>
          <p:nvPr/>
        </p:nvSpPr>
        <p:spPr>
          <a:xfrm>
            <a:off x="4655668" y="4846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랴</a:t>
            </a:r>
            <a:endParaRPr lang="en-US" sz="3600" dirty="0"/>
          </a:p>
        </p:txBody>
      </p:sp>
      <p:sp>
        <p:nvSpPr>
          <p:cNvPr id="50" name="Text 48"/>
          <p:cNvSpPr/>
          <p:nvPr/>
        </p:nvSpPr>
        <p:spPr>
          <a:xfrm>
            <a:off x="465566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rya</a:t>
            </a:r>
            <a:endParaRPr lang="en-US" sz="1200" dirty="0"/>
          </a:p>
        </p:txBody>
      </p:sp>
      <p:sp>
        <p:nvSpPr>
          <p:cNvPr id="51" name="Shape 49"/>
          <p:cNvSpPr/>
          <p:nvPr/>
        </p:nvSpPr>
        <p:spPr>
          <a:xfrm>
            <a:off x="6164428" y="4846320"/>
            <a:ext cx="1371600" cy="1005840"/>
          </a:xfrm>
          <a:prstGeom prst="roundRect">
            <a:avLst>
              <a:gd name="adj" fmla="val 10909"/>
            </a:avLst>
          </a:prstGeom>
          <a:solidFill>
            <a:srgbClr val="EDE8FF"/>
          </a:solidFill>
          <a:ln w="15240">
            <a:solidFill>
              <a:srgbClr val="A79BFF"/>
            </a:solidFill>
            <a:prstDash val="solid"/>
          </a:ln>
        </p:spPr>
      </p:sp>
      <p:sp>
        <p:nvSpPr>
          <p:cNvPr id="52" name="Text 50"/>
          <p:cNvSpPr/>
          <p:nvPr/>
        </p:nvSpPr>
        <p:spPr>
          <a:xfrm>
            <a:off x="6164428" y="4846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러</a:t>
            </a:r>
            <a:endParaRPr lang="en-US" sz="3600" dirty="0"/>
          </a:p>
        </p:txBody>
      </p:sp>
      <p:sp>
        <p:nvSpPr>
          <p:cNvPr id="53" name="Text 51"/>
          <p:cNvSpPr/>
          <p:nvPr/>
        </p:nvSpPr>
        <p:spPr>
          <a:xfrm>
            <a:off x="616442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reo</a:t>
            </a:r>
            <a:endParaRPr lang="en-US" sz="1200" dirty="0"/>
          </a:p>
        </p:txBody>
      </p:sp>
      <p:sp>
        <p:nvSpPr>
          <p:cNvPr id="54" name="Shape 52"/>
          <p:cNvSpPr/>
          <p:nvPr/>
        </p:nvSpPr>
        <p:spPr>
          <a:xfrm>
            <a:off x="7673188" y="4846320"/>
            <a:ext cx="1371600" cy="1005840"/>
          </a:xfrm>
          <a:prstGeom prst="roundRect">
            <a:avLst>
              <a:gd name="adj" fmla="val 10909"/>
            </a:avLst>
          </a:prstGeom>
          <a:solidFill>
            <a:srgbClr val="EDE8FF"/>
          </a:solidFill>
          <a:ln w="15240">
            <a:solidFill>
              <a:srgbClr val="A79BFF"/>
            </a:solidFill>
            <a:prstDash val="solid"/>
          </a:ln>
        </p:spPr>
      </p:sp>
      <p:sp>
        <p:nvSpPr>
          <p:cNvPr id="55" name="Text 53"/>
          <p:cNvSpPr/>
          <p:nvPr/>
        </p:nvSpPr>
        <p:spPr>
          <a:xfrm>
            <a:off x="7673188" y="4846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려</a:t>
            </a:r>
            <a:endParaRPr lang="en-US" sz="3600" dirty="0"/>
          </a:p>
        </p:txBody>
      </p:sp>
      <p:sp>
        <p:nvSpPr>
          <p:cNvPr id="56" name="Text 54"/>
          <p:cNvSpPr/>
          <p:nvPr/>
        </p:nvSpPr>
        <p:spPr>
          <a:xfrm>
            <a:off x="767318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ryeo</a:t>
            </a:r>
            <a:endParaRPr lang="en-US" sz="1200" dirty="0"/>
          </a:p>
        </p:txBody>
      </p:sp>
      <p:sp>
        <p:nvSpPr>
          <p:cNvPr id="57" name="Shape 55"/>
          <p:cNvSpPr/>
          <p:nvPr/>
        </p:nvSpPr>
        <p:spPr>
          <a:xfrm>
            <a:off x="9181948" y="4846320"/>
            <a:ext cx="1371600" cy="1005840"/>
          </a:xfrm>
          <a:prstGeom prst="roundRect">
            <a:avLst>
              <a:gd name="adj" fmla="val 10909"/>
            </a:avLst>
          </a:prstGeom>
          <a:solidFill>
            <a:srgbClr val="EDE8FF"/>
          </a:solidFill>
          <a:ln w="15240">
            <a:solidFill>
              <a:srgbClr val="A79BFF"/>
            </a:solidFill>
            <a:prstDash val="solid"/>
          </a:ln>
        </p:spPr>
      </p:sp>
      <p:sp>
        <p:nvSpPr>
          <p:cNvPr id="58" name="Text 56"/>
          <p:cNvSpPr/>
          <p:nvPr/>
        </p:nvSpPr>
        <p:spPr>
          <a:xfrm>
            <a:off x="9181948" y="4846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리</a:t>
            </a:r>
            <a:endParaRPr lang="en-US" sz="3600" dirty="0"/>
          </a:p>
        </p:txBody>
      </p:sp>
      <p:sp>
        <p:nvSpPr>
          <p:cNvPr id="59" name="Text 57"/>
          <p:cNvSpPr/>
          <p:nvPr/>
        </p:nvSpPr>
        <p:spPr>
          <a:xfrm>
            <a:off x="918194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ri</a:t>
            </a:r>
            <a:endParaRPr lang="en-US" sz="1200" dirty="0"/>
          </a:p>
        </p:txBody>
      </p:sp>
      <p:pic>
        <p:nvPicPr>
          <p:cNvPr id="60"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61" name="Text 58"/>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62" name="Text 59"/>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68</a:t>
            </a:r>
            <a:endParaRPr lang="en-US" sz="800" dirty="0"/>
          </a:p>
        </p:txBody>
      </p:sp>
    </p:spTree>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name="Slide 69">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§3.7 · LECTURA</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Práctica · ㅁ ㅂ ㅍ</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Tres consonantes de los labios, cinco vocales verticales.</a:t>
            </a:r>
            <a:endParaRPr lang="en-US" sz="1400" dirty="0"/>
          </a:p>
        </p:txBody>
      </p:sp>
      <p:sp>
        <p:nvSpPr>
          <p:cNvPr id="5" name="Text 3"/>
          <p:cNvSpPr/>
          <p:nvPr/>
        </p:nvSpPr>
        <p:spPr>
          <a:xfrm>
            <a:off x="8534095" y="868680"/>
            <a:ext cx="3200400" cy="32004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순음 · LABIOS</a:t>
            </a:r>
            <a:endParaRPr lang="en-US" sz="1100" dirty="0"/>
          </a:p>
        </p:txBody>
      </p:sp>
      <p:sp>
        <p:nvSpPr>
          <p:cNvPr id="6" name="Shape 4"/>
          <p:cNvSpPr/>
          <p:nvPr/>
        </p:nvSpPr>
        <p:spPr>
          <a:xfrm>
            <a:off x="1638148" y="2560320"/>
            <a:ext cx="1371600" cy="1005840"/>
          </a:xfrm>
          <a:prstGeom prst="roundRect">
            <a:avLst>
              <a:gd name="adj" fmla="val 10909"/>
            </a:avLst>
          </a:prstGeom>
          <a:solidFill>
            <a:srgbClr val="FE6768"/>
          </a:solidFill>
          <a:ln w="12700">
            <a:solidFill>
              <a:srgbClr val="FE6768"/>
            </a:solidFill>
            <a:prstDash val="solid"/>
          </a:ln>
        </p:spPr>
      </p:sp>
      <p:sp>
        <p:nvSpPr>
          <p:cNvPr id="7" name="Text 5"/>
          <p:cNvSpPr/>
          <p:nvPr/>
        </p:nvSpPr>
        <p:spPr>
          <a:xfrm>
            <a:off x="1638148" y="2560320"/>
            <a:ext cx="1371600" cy="653796"/>
          </a:xfrm>
          <a:prstGeom prst="rect">
            <a:avLst/>
          </a:prstGeom>
          <a:noFill/>
          <a:ln/>
        </p:spPr>
        <p:txBody>
          <a:bodyPr wrap="square" lIns="0" tIns="0" rIns="0" bIns="0" rtlCol="0" anchor="ctr"/>
          <a:lstStyle/>
          <a:p>
            <a:pPr marL="0" indent="0" algn="ctr">
              <a:buNone/>
            </a:pPr>
            <a:r>
              <a:rPr lang="en-US" sz="3800" b="1" dirty="0">
                <a:solidFill>
                  <a:srgbClr val="F6F6F6"/>
                </a:solidFill>
                <a:latin typeface="Malgun Gothic" pitchFamily="34" charset="0"/>
                <a:ea typeface="Malgun Gothic" pitchFamily="34" charset="-122"/>
                <a:cs typeface="Malgun Gothic" pitchFamily="34" charset="-120"/>
              </a:rPr>
              <a:t>ㅁ</a:t>
            </a:r>
            <a:endParaRPr lang="en-US" sz="3800" dirty="0"/>
          </a:p>
        </p:txBody>
      </p:sp>
      <p:sp>
        <p:nvSpPr>
          <p:cNvPr id="8" name="Text 6"/>
          <p:cNvSpPr/>
          <p:nvPr/>
        </p:nvSpPr>
        <p:spPr>
          <a:xfrm>
            <a:off x="1638148" y="3214116"/>
            <a:ext cx="1371600" cy="352044"/>
          </a:xfrm>
          <a:prstGeom prst="rect">
            <a:avLst/>
          </a:prstGeom>
          <a:noFill/>
          <a:ln/>
        </p:spPr>
        <p:txBody>
          <a:bodyPr wrap="square" lIns="0" tIns="0" rIns="0" bIns="0" rtlCol="0" anchor="t"/>
          <a:lstStyle/>
          <a:p>
            <a:pPr marL="0" indent="0" algn="ctr">
              <a:buNone/>
            </a:pPr>
            <a:r>
              <a:rPr lang="en-US" sz="1000" b="1" kern="0" spc="200" dirty="0">
                <a:solidFill>
                  <a:srgbClr val="FFE0E0"/>
                </a:solidFill>
                <a:latin typeface="Calibri" pitchFamily="34" charset="0"/>
                <a:ea typeface="Calibri" pitchFamily="34" charset="-122"/>
                <a:cs typeface="Calibri" pitchFamily="34" charset="-120"/>
              </a:rPr>
              <a:t>MIEUM</a:t>
            </a:r>
            <a:endParaRPr lang="en-US" sz="1000" dirty="0"/>
          </a:p>
        </p:txBody>
      </p:sp>
      <p:sp>
        <p:nvSpPr>
          <p:cNvPr id="9" name="Shape 7"/>
          <p:cNvSpPr/>
          <p:nvPr/>
        </p:nvSpPr>
        <p:spPr>
          <a:xfrm>
            <a:off x="3146908" y="2560320"/>
            <a:ext cx="1371600" cy="1005840"/>
          </a:xfrm>
          <a:prstGeom prst="roundRect">
            <a:avLst>
              <a:gd name="adj" fmla="val 10909"/>
            </a:avLst>
          </a:prstGeom>
          <a:solidFill>
            <a:srgbClr val="FFE0E0"/>
          </a:solidFill>
          <a:ln w="15240">
            <a:solidFill>
              <a:srgbClr val="FE6768"/>
            </a:solidFill>
            <a:prstDash val="solid"/>
          </a:ln>
        </p:spPr>
      </p:sp>
      <p:sp>
        <p:nvSpPr>
          <p:cNvPr id="10" name="Text 8"/>
          <p:cNvSpPr/>
          <p:nvPr/>
        </p:nvSpPr>
        <p:spPr>
          <a:xfrm>
            <a:off x="3146908" y="2560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마</a:t>
            </a:r>
            <a:endParaRPr lang="en-US" sz="3600" dirty="0"/>
          </a:p>
        </p:txBody>
      </p:sp>
      <p:sp>
        <p:nvSpPr>
          <p:cNvPr id="11" name="Text 9"/>
          <p:cNvSpPr/>
          <p:nvPr/>
        </p:nvSpPr>
        <p:spPr>
          <a:xfrm>
            <a:off x="314690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ma</a:t>
            </a:r>
            <a:endParaRPr lang="en-US" sz="1200" dirty="0"/>
          </a:p>
        </p:txBody>
      </p:sp>
      <p:sp>
        <p:nvSpPr>
          <p:cNvPr id="12" name="Shape 10"/>
          <p:cNvSpPr/>
          <p:nvPr/>
        </p:nvSpPr>
        <p:spPr>
          <a:xfrm>
            <a:off x="4655668" y="2560320"/>
            <a:ext cx="1371600" cy="1005840"/>
          </a:xfrm>
          <a:prstGeom prst="roundRect">
            <a:avLst>
              <a:gd name="adj" fmla="val 10909"/>
            </a:avLst>
          </a:prstGeom>
          <a:solidFill>
            <a:srgbClr val="FFE0E0"/>
          </a:solidFill>
          <a:ln w="15240">
            <a:solidFill>
              <a:srgbClr val="FE6768"/>
            </a:solidFill>
            <a:prstDash val="solid"/>
          </a:ln>
        </p:spPr>
      </p:sp>
      <p:sp>
        <p:nvSpPr>
          <p:cNvPr id="13" name="Text 11"/>
          <p:cNvSpPr/>
          <p:nvPr/>
        </p:nvSpPr>
        <p:spPr>
          <a:xfrm>
            <a:off x="4655668" y="2560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먀</a:t>
            </a:r>
            <a:endParaRPr lang="en-US" sz="3600" dirty="0"/>
          </a:p>
        </p:txBody>
      </p:sp>
      <p:sp>
        <p:nvSpPr>
          <p:cNvPr id="14" name="Text 12"/>
          <p:cNvSpPr/>
          <p:nvPr/>
        </p:nvSpPr>
        <p:spPr>
          <a:xfrm>
            <a:off x="465566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mya</a:t>
            </a:r>
            <a:endParaRPr lang="en-US" sz="1200" dirty="0"/>
          </a:p>
        </p:txBody>
      </p:sp>
      <p:sp>
        <p:nvSpPr>
          <p:cNvPr id="15" name="Shape 13"/>
          <p:cNvSpPr/>
          <p:nvPr/>
        </p:nvSpPr>
        <p:spPr>
          <a:xfrm>
            <a:off x="6164428" y="2560320"/>
            <a:ext cx="1371600" cy="1005840"/>
          </a:xfrm>
          <a:prstGeom prst="roundRect">
            <a:avLst>
              <a:gd name="adj" fmla="val 10909"/>
            </a:avLst>
          </a:prstGeom>
          <a:solidFill>
            <a:srgbClr val="FFE0E0"/>
          </a:solidFill>
          <a:ln w="15240">
            <a:solidFill>
              <a:srgbClr val="FE6768"/>
            </a:solidFill>
            <a:prstDash val="solid"/>
          </a:ln>
        </p:spPr>
      </p:sp>
      <p:sp>
        <p:nvSpPr>
          <p:cNvPr id="16" name="Text 14"/>
          <p:cNvSpPr/>
          <p:nvPr/>
        </p:nvSpPr>
        <p:spPr>
          <a:xfrm>
            <a:off x="6164428" y="2560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머</a:t>
            </a:r>
            <a:endParaRPr lang="en-US" sz="3600" dirty="0"/>
          </a:p>
        </p:txBody>
      </p:sp>
      <p:sp>
        <p:nvSpPr>
          <p:cNvPr id="17" name="Text 15"/>
          <p:cNvSpPr/>
          <p:nvPr/>
        </p:nvSpPr>
        <p:spPr>
          <a:xfrm>
            <a:off x="616442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meo</a:t>
            </a:r>
            <a:endParaRPr lang="en-US" sz="1200" dirty="0"/>
          </a:p>
        </p:txBody>
      </p:sp>
      <p:sp>
        <p:nvSpPr>
          <p:cNvPr id="18" name="Shape 16"/>
          <p:cNvSpPr/>
          <p:nvPr/>
        </p:nvSpPr>
        <p:spPr>
          <a:xfrm>
            <a:off x="7673188" y="2560320"/>
            <a:ext cx="1371600" cy="1005840"/>
          </a:xfrm>
          <a:prstGeom prst="roundRect">
            <a:avLst>
              <a:gd name="adj" fmla="val 10909"/>
            </a:avLst>
          </a:prstGeom>
          <a:solidFill>
            <a:srgbClr val="FFE0E0"/>
          </a:solidFill>
          <a:ln w="15240">
            <a:solidFill>
              <a:srgbClr val="FE6768"/>
            </a:solidFill>
            <a:prstDash val="solid"/>
          </a:ln>
        </p:spPr>
      </p:sp>
      <p:sp>
        <p:nvSpPr>
          <p:cNvPr id="19" name="Text 17"/>
          <p:cNvSpPr/>
          <p:nvPr/>
        </p:nvSpPr>
        <p:spPr>
          <a:xfrm>
            <a:off x="7673188" y="2560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며</a:t>
            </a:r>
            <a:endParaRPr lang="en-US" sz="3600" dirty="0"/>
          </a:p>
        </p:txBody>
      </p:sp>
      <p:sp>
        <p:nvSpPr>
          <p:cNvPr id="20" name="Text 18"/>
          <p:cNvSpPr/>
          <p:nvPr/>
        </p:nvSpPr>
        <p:spPr>
          <a:xfrm>
            <a:off x="767318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myeo</a:t>
            </a:r>
            <a:endParaRPr lang="en-US" sz="1200" dirty="0"/>
          </a:p>
        </p:txBody>
      </p:sp>
      <p:sp>
        <p:nvSpPr>
          <p:cNvPr id="21" name="Shape 19"/>
          <p:cNvSpPr/>
          <p:nvPr/>
        </p:nvSpPr>
        <p:spPr>
          <a:xfrm>
            <a:off x="9181948" y="2560320"/>
            <a:ext cx="1371600" cy="1005840"/>
          </a:xfrm>
          <a:prstGeom prst="roundRect">
            <a:avLst>
              <a:gd name="adj" fmla="val 10909"/>
            </a:avLst>
          </a:prstGeom>
          <a:solidFill>
            <a:srgbClr val="FFE0E0"/>
          </a:solidFill>
          <a:ln w="15240">
            <a:solidFill>
              <a:srgbClr val="FE6768"/>
            </a:solidFill>
            <a:prstDash val="solid"/>
          </a:ln>
        </p:spPr>
      </p:sp>
      <p:sp>
        <p:nvSpPr>
          <p:cNvPr id="22" name="Text 20"/>
          <p:cNvSpPr/>
          <p:nvPr/>
        </p:nvSpPr>
        <p:spPr>
          <a:xfrm>
            <a:off x="9181948" y="2560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미</a:t>
            </a:r>
            <a:endParaRPr lang="en-US" sz="3600" dirty="0"/>
          </a:p>
        </p:txBody>
      </p:sp>
      <p:sp>
        <p:nvSpPr>
          <p:cNvPr id="23" name="Text 21"/>
          <p:cNvSpPr/>
          <p:nvPr/>
        </p:nvSpPr>
        <p:spPr>
          <a:xfrm>
            <a:off x="918194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mi</a:t>
            </a:r>
            <a:endParaRPr lang="en-US" sz="1200" dirty="0"/>
          </a:p>
        </p:txBody>
      </p:sp>
      <p:sp>
        <p:nvSpPr>
          <p:cNvPr id="24" name="Shape 22"/>
          <p:cNvSpPr/>
          <p:nvPr/>
        </p:nvSpPr>
        <p:spPr>
          <a:xfrm>
            <a:off x="1638148" y="3703320"/>
            <a:ext cx="1371600" cy="1005840"/>
          </a:xfrm>
          <a:prstGeom prst="roundRect">
            <a:avLst>
              <a:gd name="adj" fmla="val 10909"/>
            </a:avLst>
          </a:prstGeom>
          <a:solidFill>
            <a:srgbClr val="FE6768"/>
          </a:solidFill>
          <a:ln w="12700">
            <a:solidFill>
              <a:srgbClr val="FE6768"/>
            </a:solidFill>
            <a:prstDash val="solid"/>
          </a:ln>
        </p:spPr>
      </p:sp>
      <p:sp>
        <p:nvSpPr>
          <p:cNvPr id="25" name="Text 23"/>
          <p:cNvSpPr/>
          <p:nvPr/>
        </p:nvSpPr>
        <p:spPr>
          <a:xfrm>
            <a:off x="1638148" y="3703320"/>
            <a:ext cx="1371600" cy="653796"/>
          </a:xfrm>
          <a:prstGeom prst="rect">
            <a:avLst/>
          </a:prstGeom>
          <a:noFill/>
          <a:ln/>
        </p:spPr>
        <p:txBody>
          <a:bodyPr wrap="square" lIns="0" tIns="0" rIns="0" bIns="0" rtlCol="0" anchor="ctr"/>
          <a:lstStyle/>
          <a:p>
            <a:pPr marL="0" indent="0" algn="ctr">
              <a:buNone/>
            </a:pPr>
            <a:r>
              <a:rPr lang="en-US" sz="3800" b="1" dirty="0">
                <a:solidFill>
                  <a:srgbClr val="F6F6F6"/>
                </a:solidFill>
                <a:latin typeface="Malgun Gothic" pitchFamily="34" charset="0"/>
                <a:ea typeface="Malgun Gothic" pitchFamily="34" charset="-122"/>
                <a:cs typeface="Malgun Gothic" pitchFamily="34" charset="-120"/>
              </a:rPr>
              <a:t>ㅂ</a:t>
            </a:r>
            <a:endParaRPr lang="en-US" sz="3800" dirty="0"/>
          </a:p>
        </p:txBody>
      </p:sp>
      <p:sp>
        <p:nvSpPr>
          <p:cNvPr id="26" name="Text 24"/>
          <p:cNvSpPr/>
          <p:nvPr/>
        </p:nvSpPr>
        <p:spPr>
          <a:xfrm>
            <a:off x="1638148" y="4357116"/>
            <a:ext cx="1371600" cy="352044"/>
          </a:xfrm>
          <a:prstGeom prst="rect">
            <a:avLst/>
          </a:prstGeom>
          <a:noFill/>
          <a:ln/>
        </p:spPr>
        <p:txBody>
          <a:bodyPr wrap="square" lIns="0" tIns="0" rIns="0" bIns="0" rtlCol="0" anchor="t"/>
          <a:lstStyle/>
          <a:p>
            <a:pPr marL="0" indent="0" algn="ctr">
              <a:buNone/>
            </a:pPr>
            <a:r>
              <a:rPr lang="en-US" sz="1000" b="1" kern="0" spc="200" dirty="0">
                <a:solidFill>
                  <a:srgbClr val="FFE0E0"/>
                </a:solidFill>
                <a:latin typeface="Calibri" pitchFamily="34" charset="0"/>
                <a:ea typeface="Calibri" pitchFamily="34" charset="-122"/>
                <a:cs typeface="Calibri" pitchFamily="34" charset="-120"/>
              </a:rPr>
              <a:t>BIEUP</a:t>
            </a:r>
            <a:endParaRPr lang="en-US" sz="1000" dirty="0"/>
          </a:p>
        </p:txBody>
      </p:sp>
      <p:sp>
        <p:nvSpPr>
          <p:cNvPr id="27" name="Shape 25"/>
          <p:cNvSpPr/>
          <p:nvPr/>
        </p:nvSpPr>
        <p:spPr>
          <a:xfrm>
            <a:off x="3146908" y="3703320"/>
            <a:ext cx="1371600" cy="1005840"/>
          </a:xfrm>
          <a:prstGeom prst="roundRect">
            <a:avLst>
              <a:gd name="adj" fmla="val 10909"/>
            </a:avLst>
          </a:prstGeom>
          <a:solidFill>
            <a:srgbClr val="FFE0E0"/>
          </a:solidFill>
          <a:ln w="15240">
            <a:solidFill>
              <a:srgbClr val="FE6768"/>
            </a:solidFill>
            <a:prstDash val="solid"/>
          </a:ln>
        </p:spPr>
      </p:sp>
      <p:sp>
        <p:nvSpPr>
          <p:cNvPr id="28" name="Text 26"/>
          <p:cNvSpPr/>
          <p:nvPr/>
        </p:nvSpPr>
        <p:spPr>
          <a:xfrm>
            <a:off x="3146908" y="3703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바</a:t>
            </a:r>
            <a:endParaRPr lang="en-US" sz="3600" dirty="0"/>
          </a:p>
        </p:txBody>
      </p:sp>
      <p:sp>
        <p:nvSpPr>
          <p:cNvPr id="29" name="Text 27"/>
          <p:cNvSpPr/>
          <p:nvPr/>
        </p:nvSpPr>
        <p:spPr>
          <a:xfrm>
            <a:off x="314690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ba</a:t>
            </a:r>
            <a:endParaRPr lang="en-US" sz="1200" dirty="0"/>
          </a:p>
        </p:txBody>
      </p:sp>
      <p:sp>
        <p:nvSpPr>
          <p:cNvPr id="30" name="Shape 28"/>
          <p:cNvSpPr/>
          <p:nvPr/>
        </p:nvSpPr>
        <p:spPr>
          <a:xfrm>
            <a:off x="4655668" y="3703320"/>
            <a:ext cx="1371600" cy="1005840"/>
          </a:xfrm>
          <a:prstGeom prst="roundRect">
            <a:avLst>
              <a:gd name="adj" fmla="val 10909"/>
            </a:avLst>
          </a:prstGeom>
          <a:solidFill>
            <a:srgbClr val="FFE0E0"/>
          </a:solidFill>
          <a:ln w="15240">
            <a:solidFill>
              <a:srgbClr val="FE6768"/>
            </a:solidFill>
            <a:prstDash val="solid"/>
          </a:ln>
        </p:spPr>
      </p:sp>
      <p:sp>
        <p:nvSpPr>
          <p:cNvPr id="31" name="Text 29"/>
          <p:cNvSpPr/>
          <p:nvPr/>
        </p:nvSpPr>
        <p:spPr>
          <a:xfrm>
            <a:off x="4655668" y="3703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뱌</a:t>
            </a:r>
            <a:endParaRPr lang="en-US" sz="3600" dirty="0"/>
          </a:p>
        </p:txBody>
      </p:sp>
      <p:sp>
        <p:nvSpPr>
          <p:cNvPr id="32" name="Text 30"/>
          <p:cNvSpPr/>
          <p:nvPr/>
        </p:nvSpPr>
        <p:spPr>
          <a:xfrm>
            <a:off x="465566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bya</a:t>
            </a:r>
            <a:endParaRPr lang="en-US" sz="1200" dirty="0"/>
          </a:p>
        </p:txBody>
      </p:sp>
      <p:sp>
        <p:nvSpPr>
          <p:cNvPr id="33" name="Shape 31"/>
          <p:cNvSpPr/>
          <p:nvPr/>
        </p:nvSpPr>
        <p:spPr>
          <a:xfrm>
            <a:off x="6164428" y="3703320"/>
            <a:ext cx="1371600" cy="1005840"/>
          </a:xfrm>
          <a:prstGeom prst="roundRect">
            <a:avLst>
              <a:gd name="adj" fmla="val 10909"/>
            </a:avLst>
          </a:prstGeom>
          <a:solidFill>
            <a:srgbClr val="FFE0E0"/>
          </a:solidFill>
          <a:ln w="15240">
            <a:solidFill>
              <a:srgbClr val="FE6768"/>
            </a:solidFill>
            <a:prstDash val="solid"/>
          </a:ln>
        </p:spPr>
      </p:sp>
      <p:sp>
        <p:nvSpPr>
          <p:cNvPr id="34" name="Text 32"/>
          <p:cNvSpPr/>
          <p:nvPr/>
        </p:nvSpPr>
        <p:spPr>
          <a:xfrm>
            <a:off x="6164428" y="3703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버</a:t>
            </a:r>
            <a:endParaRPr lang="en-US" sz="3600" dirty="0"/>
          </a:p>
        </p:txBody>
      </p:sp>
      <p:sp>
        <p:nvSpPr>
          <p:cNvPr id="35" name="Text 33"/>
          <p:cNvSpPr/>
          <p:nvPr/>
        </p:nvSpPr>
        <p:spPr>
          <a:xfrm>
            <a:off x="616442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beo</a:t>
            </a:r>
            <a:endParaRPr lang="en-US" sz="1200" dirty="0"/>
          </a:p>
        </p:txBody>
      </p:sp>
      <p:sp>
        <p:nvSpPr>
          <p:cNvPr id="36" name="Shape 34"/>
          <p:cNvSpPr/>
          <p:nvPr/>
        </p:nvSpPr>
        <p:spPr>
          <a:xfrm>
            <a:off x="7673188" y="3703320"/>
            <a:ext cx="1371600" cy="1005840"/>
          </a:xfrm>
          <a:prstGeom prst="roundRect">
            <a:avLst>
              <a:gd name="adj" fmla="val 10909"/>
            </a:avLst>
          </a:prstGeom>
          <a:solidFill>
            <a:srgbClr val="FFE0E0"/>
          </a:solidFill>
          <a:ln w="15240">
            <a:solidFill>
              <a:srgbClr val="FE6768"/>
            </a:solidFill>
            <a:prstDash val="solid"/>
          </a:ln>
        </p:spPr>
      </p:sp>
      <p:sp>
        <p:nvSpPr>
          <p:cNvPr id="37" name="Text 35"/>
          <p:cNvSpPr/>
          <p:nvPr/>
        </p:nvSpPr>
        <p:spPr>
          <a:xfrm>
            <a:off x="7673188" y="3703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벼</a:t>
            </a:r>
            <a:endParaRPr lang="en-US" sz="3600" dirty="0"/>
          </a:p>
        </p:txBody>
      </p:sp>
      <p:sp>
        <p:nvSpPr>
          <p:cNvPr id="38" name="Text 36"/>
          <p:cNvSpPr/>
          <p:nvPr/>
        </p:nvSpPr>
        <p:spPr>
          <a:xfrm>
            <a:off x="767318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byeo</a:t>
            </a:r>
            <a:endParaRPr lang="en-US" sz="1200" dirty="0"/>
          </a:p>
        </p:txBody>
      </p:sp>
      <p:sp>
        <p:nvSpPr>
          <p:cNvPr id="39" name="Shape 37"/>
          <p:cNvSpPr/>
          <p:nvPr/>
        </p:nvSpPr>
        <p:spPr>
          <a:xfrm>
            <a:off x="9181948" y="3703320"/>
            <a:ext cx="1371600" cy="1005840"/>
          </a:xfrm>
          <a:prstGeom prst="roundRect">
            <a:avLst>
              <a:gd name="adj" fmla="val 10909"/>
            </a:avLst>
          </a:prstGeom>
          <a:solidFill>
            <a:srgbClr val="FFE0E0"/>
          </a:solidFill>
          <a:ln w="15240">
            <a:solidFill>
              <a:srgbClr val="FE6768"/>
            </a:solidFill>
            <a:prstDash val="solid"/>
          </a:ln>
        </p:spPr>
      </p:sp>
      <p:sp>
        <p:nvSpPr>
          <p:cNvPr id="40" name="Text 38"/>
          <p:cNvSpPr/>
          <p:nvPr/>
        </p:nvSpPr>
        <p:spPr>
          <a:xfrm>
            <a:off x="9181948" y="3703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비</a:t>
            </a:r>
            <a:endParaRPr lang="en-US" sz="3600" dirty="0"/>
          </a:p>
        </p:txBody>
      </p:sp>
      <p:sp>
        <p:nvSpPr>
          <p:cNvPr id="41" name="Text 39"/>
          <p:cNvSpPr/>
          <p:nvPr/>
        </p:nvSpPr>
        <p:spPr>
          <a:xfrm>
            <a:off x="918194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bi</a:t>
            </a:r>
            <a:endParaRPr lang="en-US" sz="1200" dirty="0"/>
          </a:p>
        </p:txBody>
      </p:sp>
      <p:sp>
        <p:nvSpPr>
          <p:cNvPr id="42" name="Shape 40"/>
          <p:cNvSpPr/>
          <p:nvPr/>
        </p:nvSpPr>
        <p:spPr>
          <a:xfrm>
            <a:off x="1638148" y="4846320"/>
            <a:ext cx="1371600" cy="1005840"/>
          </a:xfrm>
          <a:prstGeom prst="roundRect">
            <a:avLst>
              <a:gd name="adj" fmla="val 10909"/>
            </a:avLst>
          </a:prstGeom>
          <a:solidFill>
            <a:srgbClr val="FE6768"/>
          </a:solidFill>
          <a:ln w="12700">
            <a:solidFill>
              <a:srgbClr val="FE6768"/>
            </a:solidFill>
            <a:prstDash val="solid"/>
          </a:ln>
        </p:spPr>
      </p:sp>
      <p:sp>
        <p:nvSpPr>
          <p:cNvPr id="43" name="Text 41"/>
          <p:cNvSpPr/>
          <p:nvPr/>
        </p:nvSpPr>
        <p:spPr>
          <a:xfrm>
            <a:off x="1638148" y="4846320"/>
            <a:ext cx="1371600" cy="653796"/>
          </a:xfrm>
          <a:prstGeom prst="rect">
            <a:avLst/>
          </a:prstGeom>
          <a:noFill/>
          <a:ln/>
        </p:spPr>
        <p:txBody>
          <a:bodyPr wrap="square" lIns="0" tIns="0" rIns="0" bIns="0" rtlCol="0" anchor="ctr"/>
          <a:lstStyle/>
          <a:p>
            <a:pPr marL="0" indent="0" algn="ctr">
              <a:buNone/>
            </a:pPr>
            <a:r>
              <a:rPr lang="en-US" sz="3800" b="1" dirty="0">
                <a:solidFill>
                  <a:srgbClr val="F6F6F6"/>
                </a:solidFill>
                <a:latin typeface="Malgun Gothic" pitchFamily="34" charset="0"/>
                <a:ea typeface="Malgun Gothic" pitchFamily="34" charset="-122"/>
                <a:cs typeface="Malgun Gothic" pitchFamily="34" charset="-120"/>
              </a:rPr>
              <a:t>ㅍ</a:t>
            </a:r>
            <a:endParaRPr lang="en-US" sz="3800" dirty="0"/>
          </a:p>
        </p:txBody>
      </p:sp>
      <p:sp>
        <p:nvSpPr>
          <p:cNvPr id="44" name="Text 42"/>
          <p:cNvSpPr/>
          <p:nvPr/>
        </p:nvSpPr>
        <p:spPr>
          <a:xfrm>
            <a:off x="1638148" y="5500116"/>
            <a:ext cx="1371600" cy="352044"/>
          </a:xfrm>
          <a:prstGeom prst="rect">
            <a:avLst/>
          </a:prstGeom>
          <a:noFill/>
          <a:ln/>
        </p:spPr>
        <p:txBody>
          <a:bodyPr wrap="square" lIns="0" tIns="0" rIns="0" bIns="0" rtlCol="0" anchor="t"/>
          <a:lstStyle/>
          <a:p>
            <a:pPr marL="0" indent="0" algn="ctr">
              <a:buNone/>
            </a:pPr>
            <a:r>
              <a:rPr lang="en-US" sz="1000" b="1" kern="0" spc="200" dirty="0">
                <a:solidFill>
                  <a:srgbClr val="FFE0E0"/>
                </a:solidFill>
                <a:latin typeface="Calibri" pitchFamily="34" charset="0"/>
                <a:ea typeface="Calibri" pitchFamily="34" charset="-122"/>
                <a:cs typeface="Calibri" pitchFamily="34" charset="-120"/>
              </a:rPr>
              <a:t>PIEUP</a:t>
            </a:r>
            <a:endParaRPr lang="en-US" sz="1000" dirty="0"/>
          </a:p>
        </p:txBody>
      </p:sp>
      <p:sp>
        <p:nvSpPr>
          <p:cNvPr id="45" name="Shape 43"/>
          <p:cNvSpPr/>
          <p:nvPr/>
        </p:nvSpPr>
        <p:spPr>
          <a:xfrm>
            <a:off x="3146908" y="4846320"/>
            <a:ext cx="1371600" cy="1005840"/>
          </a:xfrm>
          <a:prstGeom prst="roundRect">
            <a:avLst>
              <a:gd name="adj" fmla="val 10909"/>
            </a:avLst>
          </a:prstGeom>
          <a:solidFill>
            <a:srgbClr val="FFE0E0"/>
          </a:solidFill>
          <a:ln w="15240">
            <a:solidFill>
              <a:srgbClr val="FE6768"/>
            </a:solidFill>
            <a:prstDash val="solid"/>
          </a:ln>
        </p:spPr>
      </p:sp>
      <p:sp>
        <p:nvSpPr>
          <p:cNvPr id="46" name="Text 44"/>
          <p:cNvSpPr/>
          <p:nvPr/>
        </p:nvSpPr>
        <p:spPr>
          <a:xfrm>
            <a:off x="3146908" y="4846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파</a:t>
            </a:r>
            <a:endParaRPr lang="en-US" sz="3600" dirty="0"/>
          </a:p>
        </p:txBody>
      </p:sp>
      <p:sp>
        <p:nvSpPr>
          <p:cNvPr id="47" name="Text 45"/>
          <p:cNvSpPr/>
          <p:nvPr/>
        </p:nvSpPr>
        <p:spPr>
          <a:xfrm>
            <a:off x="314690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pa</a:t>
            </a:r>
            <a:endParaRPr lang="en-US" sz="1200" dirty="0"/>
          </a:p>
        </p:txBody>
      </p:sp>
      <p:sp>
        <p:nvSpPr>
          <p:cNvPr id="48" name="Shape 46"/>
          <p:cNvSpPr/>
          <p:nvPr/>
        </p:nvSpPr>
        <p:spPr>
          <a:xfrm>
            <a:off x="4655668" y="4846320"/>
            <a:ext cx="1371600" cy="1005840"/>
          </a:xfrm>
          <a:prstGeom prst="roundRect">
            <a:avLst>
              <a:gd name="adj" fmla="val 10909"/>
            </a:avLst>
          </a:prstGeom>
          <a:solidFill>
            <a:srgbClr val="FFE0E0"/>
          </a:solidFill>
          <a:ln w="15240">
            <a:solidFill>
              <a:srgbClr val="FE6768"/>
            </a:solidFill>
            <a:prstDash val="solid"/>
          </a:ln>
        </p:spPr>
      </p:sp>
      <p:sp>
        <p:nvSpPr>
          <p:cNvPr id="49" name="Text 47"/>
          <p:cNvSpPr/>
          <p:nvPr/>
        </p:nvSpPr>
        <p:spPr>
          <a:xfrm>
            <a:off x="4655668" y="4846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퍄</a:t>
            </a:r>
            <a:endParaRPr lang="en-US" sz="3600" dirty="0"/>
          </a:p>
        </p:txBody>
      </p:sp>
      <p:sp>
        <p:nvSpPr>
          <p:cNvPr id="50" name="Text 48"/>
          <p:cNvSpPr/>
          <p:nvPr/>
        </p:nvSpPr>
        <p:spPr>
          <a:xfrm>
            <a:off x="465566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pya</a:t>
            </a:r>
            <a:endParaRPr lang="en-US" sz="1200" dirty="0"/>
          </a:p>
        </p:txBody>
      </p:sp>
      <p:sp>
        <p:nvSpPr>
          <p:cNvPr id="51" name="Shape 49"/>
          <p:cNvSpPr/>
          <p:nvPr/>
        </p:nvSpPr>
        <p:spPr>
          <a:xfrm>
            <a:off x="6164428" y="4846320"/>
            <a:ext cx="1371600" cy="1005840"/>
          </a:xfrm>
          <a:prstGeom prst="roundRect">
            <a:avLst>
              <a:gd name="adj" fmla="val 10909"/>
            </a:avLst>
          </a:prstGeom>
          <a:solidFill>
            <a:srgbClr val="FFE0E0"/>
          </a:solidFill>
          <a:ln w="15240">
            <a:solidFill>
              <a:srgbClr val="FE6768"/>
            </a:solidFill>
            <a:prstDash val="solid"/>
          </a:ln>
        </p:spPr>
      </p:sp>
      <p:sp>
        <p:nvSpPr>
          <p:cNvPr id="52" name="Text 50"/>
          <p:cNvSpPr/>
          <p:nvPr/>
        </p:nvSpPr>
        <p:spPr>
          <a:xfrm>
            <a:off x="6164428" y="4846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퍼</a:t>
            </a:r>
            <a:endParaRPr lang="en-US" sz="3600" dirty="0"/>
          </a:p>
        </p:txBody>
      </p:sp>
      <p:sp>
        <p:nvSpPr>
          <p:cNvPr id="53" name="Text 51"/>
          <p:cNvSpPr/>
          <p:nvPr/>
        </p:nvSpPr>
        <p:spPr>
          <a:xfrm>
            <a:off x="616442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peo</a:t>
            </a:r>
            <a:endParaRPr lang="en-US" sz="1200" dirty="0"/>
          </a:p>
        </p:txBody>
      </p:sp>
      <p:sp>
        <p:nvSpPr>
          <p:cNvPr id="54" name="Shape 52"/>
          <p:cNvSpPr/>
          <p:nvPr/>
        </p:nvSpPr>
        <p:spPr>
          <a:xfrm>
            <a:off x="7673188" y="4846320"/>
            <a:ext cx="1371600" cy="1005840"/>
          </a:xfrm>
          <a:prstGeom prst="roundRect">
            <a:avLst>
              <a:gd name="adj" fmla="val 10909"/>
            </a:avLst>
          </a:prstGeom>
          <a:solidFill>
            <a:srgbClr val="FFE0E0"/>
          </a:solidFill>
          <a:ln w="15240">
            <a:solidFill>
              <a:srgbClr val="FE6768"/>
            </a:solidFill>
            <a:prstDash val="solid"/>
          </a:ln>
        </p:spPr>
      </p:sp>
      <p:sp>
        <p:nvSpPr>
          <p:cNvPr id="55" name="Text 53"/>
          <p:cNvSpPr/>
          <p:nvPr/>
        </p:nvSpPr>
        <p:spPr>
          <a:xfrm>
            <a:off x="7673188" y="4846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펴</a:t>
            </a:r>
            <a:endParaRPr lang="en-US" sz="3600" dirty="0"/>
          </a:p>
        </p:txBody>
      </p:sp>
      <p:sp>
        <p:nvSpPr>
          <p:cNvPr id="56" name="Text 54"/>
          <p:cNvSpPr/>
          <p:nvPr/>
        </p:nvSpPr>
        <p:spPr>
          <a:xfrm>
            <a:off x="767318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pyeo</a:t>
            </a:r>
            <a:endParaRPr lang="en-US" sz="1200" dirty="0"/>
          </a:p>
        </p:txBody>
      </p:sp>
      <p:sp>
        <p:nvSpPr>
          <p:cNvPr id="57" name="Shape 55"/>
          <p:cNvSpPr/>
          <p:nvPr/>
        </p:nvSpPr>
        <p:spPr>
          <a:xfrm>
            <a:off x="9181948" y="4846320"/>
            <a:ext cx="1371600" cy="1005840"/>
          </a:xfrm>
          <a:prstGeom prst="roundRect">
            <a:avLst>
              <a:gd name="adj" fmla="val 10909"/>
            </a:avLst>
          </a:prstGeom>
          <a:solidFill>
            <a:srgbClr val="FFE0E0"/>
          </a:solidFill>
          <a:ln w="15240">
            <a:solidFill>
              <a:srgbClr val="FE6768"/>
            </a:solidFill>
            <a:prstDash val="solid"/>
          </a:ln>
        </p:spPr>
      </p:sp>
      <p:sp>
        <p:nvSpPr>
          <p:cNvPr id="58" name="Text 56"/>
          <p:cNvSpPr/>
          <p:nvPr/>
        </p:nvSpPr>
        <p:spPr>
          <a:xfrm>
            <a:off x="9181948" y="4846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피</a:t>
            </a:r>
            <a:endParaRPr lang="en-US" sz="3600" dirty="0"/>
          </a:p>
        </p:txBody>
      </p:sp>
      <p:sp>
        <p:nvSpPr>
          <p:cNvPr id="59" name="Text 57"/>
          <p:cNvSpPr/>
          <p:nvPr/>
        </p:nvSpPr>
        <p:spPr>
          <a:xfrm>
            <a:off x="918194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pi</a:t>
            </a:r>
            <a:endParaRPr lang="en-US" sz="1200" dirty="0"/>
          </a:p>
        </p:txBody>
      </p:sp>
      <p:pic>
        <p:nvPicPr>
          <p:cNvPr id="60"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61" name="Text 58"/>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62" name="Text 59"/>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69</a:t>
            </a:r>
            <a:endParaRPr lang="en-US" sz="800" dirty="0"/>
          </a:p>
        </p:txBody>
      </p:sp>
    </p:spTree>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name="Slide 70">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§3.8 · LECTURA</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Práctica · ㅅ ㅈ ㅊ</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Tres consonantes de los dientes, cinco vocales verticales.</a:t>
            </a:r>
            <a:endParaRPr lang="en-US" sz="1400" dirty="0"/>
          </a:p>
        </p:txBody>
      </p:sp>
      <p:sp>
        <p:nvSpPr>
          <p:cNvPr id="5" name="Text 3"/>
          <p:cNvSpPr/>
          <p:nvPr/>
        </p:nvSpPr>
        <p:spPr>
          <a:xfrm>
            <a:off x="8534095" y="868680"/>
            <a:ext cx="3200400" cy="32004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치음 · DIENTES</a:t>
            </a:r>
            <a:endParaRPr lang="en-US" sz="1100" dirty="0"/>
          </a:p>
        </p:txBody>
      </p:sp>
      <p:sp>
        <p:nvSpPr>
          <p:cNvPr id="6" name="Shape 4"/>
          <p:cNvSpPr/>
          <p:nvPr/>
        </p:nvSpPr>
        <p:spPr>
          <a:xfrm>
            <a:off x="1638148" y="2560320"/>
            <a:ext cx="1371600" cy="1005840"/>
          </a:xfrm>
          <a:prstGeom prst="roundRect">
            <a:avLst>
              <a:gd name="adj" fmla="val 10909"/>
            </a:avLst>
          </a:prstGeom>
          <a:solidFill>
            <a:srgbClr val="FE6768"/>
          </a:solidFill>
          <a:ln w="12700">
            <a:solidFill>
              <a:srgbClr val="FE6768"/>
            </a:solidFill>
            <a:prstDash val="solid"/>
          </a:ln>
        </p:spPr>
      </p:sp>
      <p:sp>
        <p:nvSpPr>
          <p:cNvPr id="7" name="Text 5"/>
          <p:cNvSpPr/>
          <p:nvPr/>
        </p:nvSpPr>
        <p:spPr>
          <a:xfrm>
            <a:off x="1638148" y="2560320"/>
            <a:ext cx="1371600" cy="653796"/>
          </a:xfrm>
          <a:prstGeom prst="rect">
            <a:avLst/>
          </a:prstGeom>
          <a:noFill/>
          <a:ln/>
        </p:spPr>
        <p:txBody>
          <a:bodyPr wrap="square" lIns="0" tIns="0" rIns="0" bIns="0" rtlCol="0" anchor="ctr"/>
          <a:lstStyle/>
          <a:p>
            <a:pPr marL="0" indent="0" algn="ctr">
              <a:buNone/>
            </a:pPr>
            <a:r>
              <a:rPr lang="en-US" sz="3800" b="1" dirty="0">
                <a:solidFill>
                  <a:srgbClr val="F6F6F6"/>
                </a:solidFill>
                <a:latin typeface="Malgun Gothic" pitchFamily="34" charset="0"/>
                <a:ea typeface="Malgun Gothic" pitchFamily="34" charset="-122"/>
                <a:cs typeface="Malgun Gothic" pitchFamily="34" charset="-120"/>
              </a:rPr>
              <a:t>ㅅ</a:t>
            </a:r>
            <a:endParaRPr lang="en-US" sz="3800" dirty="0"/>
          </a:p>
        </p:txBody>
      </p:sp>
      <p:sp>
        <p:nvSpPr>
          <p:cNvPr id="8" name="Text 6"/>
          <p:cNvSpPr/>
          <p:nvPr/>
        </p:nvSpPr>
        <p:spPr>
          <a:xfrm>
            <a:off x="1638148" y="3214116"/>
            <a:ext cx="1371600" cy="352044"/>
          </a:xfrm>
          <a:prstGeom prst="rect">
            <a:avLst/>
          </a:prstGeom>
          <a:noFill/>
          <a:ln/>
        </p:spPr>
        <p:txBody>
          <a:bodyPr wrap="square" lIns="0" tIns="0" rIns="0" bIns="0" rtlCol="0" anchor="t"/>
          <a:lstStyle/>
          <a:p>
            <a:pPr marL="0" indent="0" algn="ctr">
              <a:buNone/>
            </a:pPr>
            <a:r>
              <a:rPr lang="en-US" sz="1000" b="1" kern="0" spc="200" dirty="0">
                <a:solidFill>
                  <a:srgbClr val="FFE0E0"/>
                </a:solidFill>
                <a:latin typeface="Calibri" pitchFamily="34" charset="0"/>
                <a:ea typeface="Calibri" pitchFamily="34" charset="-122"/>
                <a:cs typeface="Calibri" pitchFamily="34" charset="-120"/>
              </a:rPr>
              <a:t>SIOT</a:t>
            </a:r>
            <a:endParaRPr lang="en-US" sz="1000" dirty="0"/>
          </a:p>
        </p:txBody>
      </p:sp>
      <p:sp>
        <p:nvSpPr>
          <p:cNvPr id="9" name="Shape 7"/>
          <p:cNvSpPr/>
          <p:nvPr/>
        </p:nvSpPr>
        <p:spPr>
          <a:xfrm>
            <a:off x="3146908" y="2560320"/>
            <a:ext cx="1371600" cy="1005840"/>
          </a:xfrm>
          <a:prstGeom prst="roundRect">
            <a:avLst>
              <a:gd name="adj" fmla="val 10909"/>
            </a:avLst>
          </a:prstGeom>
          <a:solidFill>
            <a:srgbClr val="FFE0E0"/>
          </a:solidFill>
          <a:ln w="15240">
            <a:solidFill>
              <a:srgbClr val="FE6768"/>
            </a:solidFill>
            <a:prstDash val="solid"/>
          </a:ln>
        </p:spPr>
      </p:sp>
      <p:sp>
        <p:nvSpPr>
          <p:cNvPr id="10" name="Text 8"/>
          <p:cNvSpPr/>
          <p:nvPr/>
        </p:nvSpPr>
        <p:spPr>
          <a:xfrm>
            <a:off x="3146908" y="2560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사</a:t>
            </a:r>
            <a:endParaRPr lang="en-US" sz="3600" dirty="0"/>
          </a:p>
        </p:txBody>
      </p:sp>
      <p:sp>
        <p:nvSpPr>
          <p:cNvPr id="11" name="Text 9"/>
          <p:cNvSpPr/>
          <p:nvPr/>
        </p:nvSpPr>
        <p:spPr>
          <a:xfrm>
            <a:off x="314690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sa</a:t>
            </a:r>
            <a:endParaRPr lang="en-US" sz="1200" dirty="0"/>
          </a:p>
        </p:txBody>
      </p:sp>
      <p:sp>
        <p:nvSpPr>
          <p:cNvPr id="12" name="Shape 10"/>
          <p:cNvSpPr/>
          <p:nvPr/>
        </p:nvSpPr>
        <p:spPr>
          <a:xfrm>
            <a:off x="4655668" y="2560320"/>
            <a:ext cx="1371600" cy="1005840"/>
          </a:xfrm>
          <a:prstGeom prst="roundRect">
            <a:avLst>
              <a:gd name="adj" fmla="val 10909"/>
            </a:avLst>
          </a:prstGeom>
          <a:solidFill>
            <a:srgbClr val="FFE0E0"/>
          </a:solidFill>
          <a:ln w="15240">
            <a:solidFill>
              <a:srgbClr val="FE6768"/>
            </a:solidFill>
            <a:prstDash val="solid"/>
          </a:ln>
        </p:spPr>
      </p:sp>
      <p:sp>
        <p:nvSpPr>
          <p:cNvPr id="13" name="Text 11"/>
          <p:cNvSpPr/>
          <p:nvPr/>
        </p:nvSpPr>
        <p:spPr>
          <a:xfrm>
            <a:off x="4655668" y="2560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샤</a:t>
            </a:r>
            <a:endParaRPr lang="en-US" sz="3600" dirty="0"/>
          </a:p>
        </p:txBody>
      </p:sp>
      <p:sp>
        <p:nvSpPr>
          <p:cNvPr id="14" name="Text 12"/>
          <p:cNvSpPr/>
          <p:nvPr/>
        </p:nvSpPr>
        <p:spPr>
          <a:xfrm>
            <a:off x="465566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sha</a:t>
            </a:r>
            <a:endParaRPr lang="en-US" sz="1200" dirty="0"/>
          </a:p>
        </p:txBody>
      </p:sp>
      <p:sp>
        <p:nvSpPr>
          <p:cNvPr id="15" name="Shape 13"/>
          <p:cNvSpPr/>
          <p:nvPr/>
        </p:nvSpPr>
        <p:spPr>
          <a:xfrm>
            <a:off x="6164428" y="2560320"/>
            <a:ext cx="1371600" cy="1005840"/>
          </a:xfrm>
          <a:prstGeom prst="roundRect">
            <a:avLst>
              <a:gd name="adj" fmla="val 10909"/>
            </a:avLst>
          </a:prstGeom>
          <a:solidFill>
            <a:srgbClr val="FFE0E0"/>
          </a:solidFill>
          <a:ln w="15240">
            <a:solidFill>
              <a:srgbClr val="FE6768"/>
            </a:solidFill>
            <a:prstDash val="solid"/>
          </a:ln>
        </p:spPr>
      </p:sp>
      <p:sp>
        <p:nvSpPr>
          <p:cNvPr id="16" name="Text 14"/>
          <p:cNvSpPr/>
          <p:nvPr/>
        </p:nvSpPr>
        <p:spPr>
          <a:xfrm>
            <a:off x="6164428" y="2560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서</a:t>
            </a:r>
            <a:endParaRPr lang="en-US" sz="3600" dirty="0"/>
          </a:p>
        </p:txBody>
      </p:sp>
      <p:sp>
        <p:nvSpPr>
          <p:cNvPr id="17" name="Text 15"/>
          <p:cNvSpPr/>
          <p:nvPr/>
        </p:nvSpPr>
        <p:spPr>
          <a:xfrm>
            <a:off x="616442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seo</a:t>
            </a:r>
            <a:endParaRPr lang="en-US" sz="1200" dirty="0"/>
          </a:p>
        </p:txBody>
      </p:sp>
      <p:sp>
        <p:nvSpPr>
          <p:cNvPr id="18" name="Shape 16"/>
          <p:cNvSpPr/>
          <p:nvPr/>
        </p:nvSpPr>
        <p:spPr>
          <a:xfrm>
            <a:off x="7673188" y="2560320"/>
            <a:ext cx="1371600" cy="1005840"/>
          </a:xfrm>
          <a:prstGeom prst="roundRect">
            <a:avLst>
              <a:gd name="adj" fmla="val 10909"/>
            </a:avLst>
          </a:prstGeom>
          <a:solidFill>
            <a:srgbClr val="FFE0E0"/>
          </a:solidFill>
          <a:ln w="15240">
            <a:solidFill>
              <a:srgbClr val="FE6768"/>
            </a:solidFill>
            <a:prstDash val="solid"/>
          </a:ln>
        </p:spPr>
      </p:sp>
      <p:sp>
        <p:nvSpPr>
          <p:cNvPr id="19" name="Text 17"/>
          <p:cNvSpPr/>
          <p:nvPr/>
        </p:nvSpPr>
        <p:spPr>
          <a:xfrm>
            <a:off x="7673188" y="2560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셔</a:t>
            </a:r>
            <a:endParaRPr lang="en-US" sz="3600" dirty="0"/>
          </a:p>
        </p:txBody>
      </p:sp>
      <p:sp>
        <p:nvSpPr>
          <p:cNvPr id="20" name="Text 18"/>
          <p:cNvSpPr/>
          <p:nvPr/>
        </p:nvSpPr>
        <p:spPr>
          <a:xfrm>
            <a:off x="767318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syeo</a:t>
            </a:r>
            <a:endParaRPr lang="en-US" sz="1200" dirty="0"/>
          </a:p>
        </p:txBody>
      </p:sp>
      <p:sp>
        <p:nvSpPr>
          <p:cNvPr id="21" name="Shape 19"/>
          <p:cNvSpPr/>
          <p:nvPr/>
        </p:nvSpPr>
        <p:spPr>
          <a:xfrm>
            <a:off x="9181948" y="2560320"/>
            <a:ext cx="1371600" cy="1005840"/>
          </a:xfrm>
          <a:prstGeom prst="roundRect">
            <a:avLst>
              <a:gd name="adj" fmla="val 10909"/>
            </a:avLst>
          </a:prstGeom>
          <a:solidFill>
            <a:srgbClr val="FFE0E0"/>
          </a:solidFill>
          <a:ln w="15240">
            <a:solidFill>
              <a:srgbClr val="FE6768"/>
            </a:solidFill>
            <a:prstDash val="solid"/>
          </a:ln>
        </p:spPr>
      </p:sp>
      <p:sp>
        <p:nvSpPr>
          <p:cNvPr id="22" name="Text 20"/>
          <p:cNvSpPr/>
          <p:nvPr/>
        </p:nvSpPr>
        <p:spPr>
          <a:xfrm>
            <a:off x="9181948" y="2560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시</a:t>
            </a:r>
            <a:endParaRPr lang="en-US" sz="3600" dirty="0"/>
          </a:p>
        </p:txBody>
      </p:sp>
      <p:sp>
        <p:nvSpPr>
          <p:cNvPr id="23" name="Text 21"/>
          <p:cNvSpPr/>
          <p:nvPr/>
        </p:nvSpPr>
        <p:spPr>
          <a:xfrm>
            <a:off x="918194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shi</a:t>
            </a:r>
            <a:endParaRPr lang="en-US" sz="1200" dirty="0"/>
          </a:p>
        </p:txBody>
      </p:sp>
      <p:sp>
        <p:nvSpPr>
          <p:cNvPr id="24" name="Shape 22"/>
          <p:cNvSpPr/>
          <p:nvPr/>
        </p:nvSpPr>
        <p:spPr>
          <a:xfrm>
            <a:off x="1638148" y="3703320"/>
            <a:ext cx="1371600" cy="1005840"/>
          </a:xfrm>
          <a:prstGeom prst="roundRect">
            <a:avLst>
              <a:gd name="adj" fmla="val 10909"/>
            </a:avLst>
          </a:prstGeom>
          <a:solidFill>
            <a:srgbClr val="FE6768"/>
          </a:solidFill>
          <a:ln w="12700">
            <a:solidFill>
              <a:srgbClr val="FE6768"/>
            </a:solidFill>
            <a:prstDash val="solid"/>
          </a:ln>
        </p:spPr>
      </p:sp>
      <p:sp>
        <p:nvSpPr>
          <p:cNvPr id="25" name="Text 23"/>
          <p:cNvSpPr/>
          <p:nvPr/>
        </p:nvSpPr>
        <p:spPr>
          <a:xfrm>
            <a:off x="1638148" y="3703320"/>
            <a:ext cx="1371600" cy="653796"/>
          </a:xfrm>
          <a:prstGeom prst="rect">
            <a:avLst/>
          </a:prstGeom>
          <a:noFill/>
          <a:ln/>
        </p:spPr>
        <p:txBody>
          <a:bodyPr wrap="square" lIns="0" tIns="0" rIns="0" bIns="0" rtlCol="0" anchor="ctr"/>
          <a:lstStyle/>
          <a:p>
            <a:pPr marL="0" indent="0" algn="ctr">
              <a:buNone/>
            </a:pPr>
            <a:r>
              <a:rPr lang="en-US" sz="3800" b="1" dirty="0">
                <a:solidFill>
                  <a:srgbClr val="F6F6F6"/>
                </a:solidFill>
                <a:latin typeface="Malgun Gothic" pitchFamily="34" charset="0"/>
                <a:ea typeface="Malgun Gothic" pitchFamily="34" charset="-122"/>
                <a:cs typeface="Malgun Gothic" pitchFamily="34" charset="-120"/>
              </a:rPr>
              <a:t>ㅈ</a:t>
            </a:r>
            <a:endParaRPr lang="en-US" sz="3800" dirty="0"/>
          </a:p>
        </p:txBody>
      </p:sp>
      <p:sp>
        <p:nvSpPr>
          <p:cNvPr id="26" name="Text 24"/>
          <p:cNvSpPr/>
          <p:nvPr/>
        </p:nvSpPr>
        <p:spPr>
          <a:xfrm>
            <a:off x="1638148" y="4357116"/>
            <a:ext cx="1371600" cy="352044"/>
          </a:xfrm>
          <a:prstGeom prst="rect">
            <a:avLst/>
          </a:prstGeom>
          <a:noFill/>
          <a:ln/>
        </p:spPr>
        <p:txBody>
          <a:bodyPr wrap="square" lIns="0" tIns="0" rIns="0" bIns="0" rtlCol="0" anchor="t"/>
          <a:lstStyle/>
          <a:p>
            <a:pPr marL="0" indent="0" algn="ctr">
              <a:buNone/>
            </a:pPr>
            <a:r>
              <a:rPr lang="en-US" sz="1000" b="1" kern="0" spc="200" dirty="0">
                <a:solidFill>
                  <a:srgbClr val="FFE0E0"/>
                </a:solidFill>
                <a:latin typeface="Calibri" pitchFamily="34" charset="0"/>
                <a:ea typeface="Calibri" pitchFamily="34" charset="-122"/>
                <a:cs typeface="Calibri" pitchFamily="34" charset="-120"/>
              </a:rPr>
              <a:t>JIEUT</a:t>
            </a:r>
            <a:endParaRPr lang="en-US" sz="1000" dirty="0"/>
          </a:p>
        </p:txBody>
      </p:sp>
      <p:sp>
        <p:nvSpPr>
          <p:cNvPr id="27" name="Shape 25"/>
          <p:cNvSpPr/>
          <p:nvPr/>
        </p:nvSpPr>
        <p:spPr>
          <a:xfrm>
            <a:off x="3146908" y="3703320"/>
            <a:ext cx="1371600" cy="1005840"/>
          </a:xfrm>
          <a:prstGeom prst="roundRect">
            <a:avLst>
              <a:gd name="adj" fmla="val 10909"/>
            </a:avLst>
          </a:prstGeom>
          <a:solidFill>
            <a:srgbClr val="FFE0E0"/>
          </a:solidFill>
          <a:ln w="15240">
            <a:solidFill>
              <a:srgbClr val="FE6768"/>
            </a:solidFill>
            <a:prstDash val="solid"/>
          </a:ln>
        </p:spPr>
      </p:sp>
      <p:sp>
        <p:nvSpPr>
          <p:cNvPr id="28" name="Text 26"/>
          <p:cNvSpPr/>
          <p:nvPr/>
        </p:nvSpPr>
        <p:spPr>
          <a:xfrm>
            <a:off x="3146908" y="3703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자</a:t>
            </a:r>
            <a:endParaRPr lang="en-US" sz="3600" dirty="0"/>
          </a:p>
        </p:txBody>
      </p:sp>
      <p:sp>
        <p:nvSpPr>
          <p:cNvPr id="29" name="Text 27"/>
          <p:cNvSpPr/>
          <p:nvPr/>
        </p:nvSpPr>
        <p:spPr>
          <a:xfrm>
            <a:off x="314690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ja</a:t>
            </a:r>
            <a:endParaRPr lang="en-US" sz="1200" dirty="0"/>
          </a:p>
        </p:txBody>
      </p:sp>
      <p:sp>
        <p:nvSpPr>
          <p:cNvPr id="30" name="Shape 28"/>
          <p:cNvSpPr/>
          <p:nvPr/>
        </p:nvSpPr>
        <p:spPr>
          <a:xfrm>
            <a:off x="4655668" y="3703320"/>
            <a:ext cx="1371600" cy="1005840"/>
          </a:xfrm>
          <a:prstGeom prst="roundRect">
            <a:avLst>
              <a:gd name="adj" fmla="val 10909"/>
            </a:avLst>
          </a:prstGeom>
          <a:solidFill>
            <a:srgbClr val="FFE0E0"/>
          </a:solidFill>
          <a:ln w="15240">
            <a:solidFill>
              <a:srgbClr val="FE6768"/>
            </a:solidFill>
            <a:prstDash val="solid"/>
          </a:ln>
        </p:spPr>
      </p:sp>
      <p:sp>
        <p:nvSpPr>
          <p:cNvPr id="31" name="Text 29"/>
          <p:cNvSpPr/>
          <p:nvPr/>
        </p:nvSpPr>
        <p:spPr>
          <a:xfrm>
            <a:off x="4655668" y="3703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쟈</a:t>
            </a:r>
            <a:endParaRPr lang="en-US" sz="3600" dirty="0"/>
          </a:p>
        </p:txBody>
      </p:sp>
      <p:sp>
        <p:nvSpPr>
          <p:cNvPr id="32" name="Text 30"/>
          <p:cNvSpPr/>
          <p:nvPr/>
        </p:nvSpPr>
        <p:spPr>
          <a:xfrm>
            <a:off x="465566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jya</a:t>
            </a:r>
            <a:endParaRPr lang="en-US" sz="1200" dirty="0"/>
          </a:p>
        </p:txBody>
      </p:sp>
      <p:sp>
        <p:nvSpPr>
          <p:cNvPr id="33" name="Shape 31"/>
          <p:cNvSpPr/>
          <p:nvPr/>
        </p:nvSpPr>
        <p:spPr>
          <a:xfrm>
            <a:off x="6164428" y="3703320"/>
            <a:ext cx="1371600" cy="1005840"/>
          </a:xfrm>
          <a:prstGeom prst="roundRect">
            <a:avLst>
              <a:gd name="adj" fmla="val 10909"/>
            </a:avLst>
          </a:prstGeom>
          <a:solidFill>
            <a:srgbClr val="FFE0E0"/>
          </a:solidFill>
          <a:ln w="15240">
            <a:solidFill>
              <a:srgbClr val="FE6768"/>
            </a:solidFill>
            <a:prstDash val="solid"/>
          </a:ln>
        </p:spPr>
      </p:sp>
      <p:sp>
        <p:nvSpPr>
          <p:cNvPr id="34" name="Text 32"/>
          <p:cNvSpPr/>
          <p:nvPr/>
        </p:nvSpPr>
        <p:spPr>
          <a:xfrm>
            <a:off x="6164428" y="3703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저</a:t>
            </a:r>
            <a:endParaRPr lang="en-US" sz="3600" dirty="0"/>
          </a:p>
        </p:txBody>
      </p:sp>
      <p:sp>
        <p:nvSpPr>
          <p:cNvPr id="35" name="Text 33"/>
          <p:cNvSpPr/>
          <p:nvPr/>
        </p:nvSpPr>
        <p:spPr>
          <a:xfrm>
            <a:off x="616442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jeo</a:t>
            </a:r>
            <a:endParaRPr lang="en-US" sz="1200" dirty="0"/>
          </a:p>
        </p:txBody>
      </p:sp>
      <p:sp>
        <p:nvSpPr>
          <p:cNvPr id="36" name="Shape 34"/>
          <p:cNvSpPr/>
          <p:nvPr/>
        </p:nvSpPr>
        <p:spPr>
          <a:xfrm>
            <a:off x="7673188" y="3703320"/>
            <a:ext cx="1371600" cy="1005840"/>
          </a:xfrm>
          <a:prstGeom prst="roundRect">
            <a:avLst>
              <a:gd name="adj" fmla="val 10909"/>
            </a:avLst>
          </a:prstGeom>
          <a:solidFill>
            <a:srgbClr val="FFE0E0"/>
          </a:solidFill>
          <a:ln w="15240">
            <a:solidFill>
              <a:srgbClr val="FE6768"/>
            </a:solidFill>
            <a:prstDash val="solid"/>
          </a:ln>
        </p:spPr>
      </p:sp>
      <p:sp>
        <p:nvSpPr>
          <p:cNvPr id="37" name="Text 35"/>
          <p:cNvSpPr/>
          <p:nvPr/>
        </p:nvSpPr>
        <p:spPr>
          <a:xfrm>
            <a:off x="7673188" y="3703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져</a:t>
            </a:r>
            <a:endParaRPr lang="en-US" sz="3600" dirty="0"/>
          </a:p>
        </p:txBody>
      </p:sp>
      <p:sp>
        <p:nvSpPr>
          <p:cNvPr id="38" name="Text 36"/>
          <p:cNvSpPr/>
          <p:nvPr/>
        </p:nvSpPr>
        <p:spPr>
          <a:xfrm>
            <a:off x="767318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jyeo</a:t>
            </a:r>
            <a:endParaRPr lang="en-US" sz="1200" dirty="0"/>
          </a:p>
        </p:txBody>
      </p:sp>
      <p:sp>
        <p:nvSpPr>
          <p:cNvPr id="39" name="Shape 37"/>
          <p:cNvSpPr/>
          <p:nvPr/>
        </p:nvSpPr>
        <p:spPr>
          <a:xfrm>
            <a:off x="9181948" y="3703320"/>
            <a:ext cx="1371600" cy="1005840"/>
          </a:xfrm>
          <a:prstGeom prst="roundRect">
            <a:avLst>
              <a:gd name="adj" fmla="val 10909"/>
            </a:avLst>
          </a:prstGeom>
          <a:solidFill>
            <a:srgbClr val="FFE0E0"/>
          </a:solidFill>
          <a:ln w="15240">
            <a:solidFill>
              <a:srgbClr val="FE6768"/>
            </a:solidFill>
            <a:prstDash val="solid"/>
          </a:ln>
        </p:spPr>
      </p:sp>
      <p:sp>
        <p:nvSpPr>
          <p:cNvPr id="40" name="Text 38"/>
          <p:cNvSpPr/>
          <p:nvPr/>
        </p:nvSpPr>
        <p:spPr>
          <a:xfrm>
            <a:off x="9181948" y="3703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지</a:t>
            </a:r>
            <a:endParaRPr lang="en-US" sz="3600" dirty="0"/>
          </a:p>
        </p:txBody>
      </p:sp>
      <p:sp>
        <p:nvSpPr>
          <p:cNvPr id="41" name="Text 39"/>
          <p:cNvSpPr/>
          <p:nvPr/>
        </p:nvSpPr>
        <p:spPr>
          <a:xfrm>
            <a:off x="918194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ji</a:t>
            </a:r>
            <a:endParaRPr lang="en-US" sz="1200" dirty="0"/>
          </a:p>
        </p:txBody>
      </p:sp>
      <p:sp>
        <p:nvSpPr>
          <p:cNvPr id="42" name="Shape 40"/>
          <p:cNvSpPr/>
          <p:nvPr/>
        </p:nvSpPr>
        <p:spPr>
          <a:xfrm>
            <a:off x="1638148" y="4846320"/>
            <a:ext cx="1371600" cy="1005840"/>
          </a:xfrm>
          <a:prstGeom prst="roundRect">
            <a:avLst>
              <a:gd name="adj" fmla="val 10909"/>
            </a:avLst>
          </a:prstGeom>
          <a:solidFill>
            <a:srgbClr val="FE6768"/>
          </a:solidFill>
          <a:ln w="12700">
            <a:solidFill>
              <a:srgbClr val="FE6768"/>
            </a:solidFill>
            <a:prstDash val="solid"/>
          </a:ln>
        </p:spPr>
      </p:sp>
      <p:sp>
        <p:nvSpPr>
          <p:cNvPr id="43" name="Text 41"/>
          <p:cNvSpPr/>
          <p:nvPr/>
        </p:nvSpPr>
        <p:spPr>
          <a:xfrm>
            <a:off x="1638148" y="4846320"/>
            <a:ext cx="1371600" cy="653796"/>
          </a:xfrm>
          <a:prstGeom prst="rect">
            <a:avLst/>
          </a:prstGeom>
          <a:noFill/>
          <a:ln/>
        </p:spPr>
        <p:txBody>
          <a:bodyPr wrap="square" lIns="0" tIns="0" rIns="0" bIns="0" rtlCol="0" anchor="ctr"/>
          <a:lstStyle/>
          <a:p>
            <a:pPr marL="0" indent="0" algn="ctr">
              <a:buNone/>
            </a:pPr>
            <a:r>
              <a:rPr lang="en-US" sz="3800" b="1" dirty="0">
                <a:solidFill>
                  <a:srgbClr val="F6F6F6"/>
                </a:solidFill>
                <a:latin typeface="Malgun Gothic" pitchFamily="34" charset="0"/>
                <a:ea typeface="Malgun Gothic" pitchFamily="34" charset="-122"/>
                <a:cs typeface="Malgun Gothic" pitchFamily="34" charset="-120"/>
              </a:rPr>
              <a:t>ㅊ</a:t>
            </a:r>
            <a:endParaRPr lang="en-US" sz="3800" dirty="0"/>
          </a:p>
        </p:txBody>
      </p:sp>
      <p:sp>
        <p:nvSpPr>
          <p:cNvPr id="44" name="Text 42"/>
          <p:cNvSpPr/>
          <p:nvPr/>
        </p:nvSpPr>
        <p:spPr>
          <a:xfrm>
            <a:off x="1638148" y="5500116"/>
            <a:ext cx="1371600" cy="352044"/>
          </a:xfrm>
          <a:prstGeom prst="rect">
            <a:avLst/>
          </a:prstGeom>
          <a:noFill/>
          <a:ln/>
        </p:spPr>
        <p:txBody>
          <a:bodyPr wrap="square" lIns="0" tIns="0" rIns="0" bIns="0" rtlCol="0" anchor="t"/>
          <a:lstStyle/>
          <a:p>
            <a:pPr marL="0" indent="0" algn="ctr">
              <a:buNone/>
            </a:pPr>
            <a:r>
              <a:rPr lang="en-US" sz="1000" b="1" kern="0" spc="200" dirty="0">
                <a:solidFill>
                  <a:srgbClr val="FFE0E0"/>
                </a:solidFill>
                <a:latin typeface="Calibri" pitchFamily="34" charset="0"/>
                <a:ea typeface="Calibri" pitchFamily="34" charset="-122"/>
                <a:cs typeface="Calibri" pitchFamily="34" charset="-120"/>
              </a:rPr>
              <a:t>CHIEUT</a:t>
            </a:r>
            <a:endParaRPr lang="en-US" sz="1000" dirty="0"/>
          </a:p>
        </p:txBody>
      </p:sp>
      <p:sp>
        <p:nvSpPr>
          <p:cNvPr id="45" name="Shape 43"/>
          <p:cNvSpPr/>
          <p:nvPr/>
        </p:nvSpPr>
        <p:spPr>
          <a:xfrm>
            <a:off x="3146908" y="4846320"/>
            <a:ext cx="1371600" cy="1005840"/>
          </a:xfrm>
          <a:prstGeom prst="roundRect">
            <a:avLst>
              <a:gd name="adj" fmla="val 10909"/>
            </a:avLst>
          </a:prstGeom>
          <a:solidFill>
            <a:srgbClr val="FFE0E0"/>
          </a:solidFill>
          <a:ln w="15240">
            <a:solidFill>
              <a:srgbClr val="FE6768"/>
            </a:solidFill>
            <a:prstDash val="solid"/>
          </a:ln>
        </p:spPr>
      </p:sp>
      <p:sp>
        <p:nvSpPr>
          <p:cNvPr id="46" name="Text 44"/>
          <p:cNvSpPr/>
          <p:nvPr/>
        </p:nvSpPr>
        <p:spPr>
          <a:xfrm>
            <a:off x="3146908" y="4846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차</a:t>
            </a:r>
            <a:endParaRPr lang="en-US" sz="3600" dirty="0"/>
          </a:p>
        </p:txBody>
      </p:sp>
      <p:sp>
        <p:nvSpPr>
          <p:cNvPr id="47" name="Text 45"/>
          <p:cNvSpPr/>
          <p:nvPr/>
        </p:nvSpPr>
        <p:spPr>
          <a:xfrm>
            <a:off x="314690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cha</a:t>
            </a:r>
            <a:endParaRPr lang="en-US" sz="1200" dirty="0"/>
          </a:p>
        </p:txBody>
      </p:sp>
      <p:sp>
        <p:nvSpPr>
          <p:cNvPr id="48" name="Shape 46"/>
          <p:cNvSpPr/>
          <p:nvPr/>
        </p:nvSpPr>
        <p:spPr>
          <a:xfrm>
            <a:off x="4655668" y="4846320"/>
            <a:ext cx="1371600" cy="1005840"/>
          </a:xfrm>
          <a:prstGeom prst="roundRect">
            <a:avLst>
              <a:gd name="adj" fmla="val 10909"/>
            </a:avLst>
          </a:prstGeom>
          <a:solidFill>
            <a:srgbClr val="FFE0E0"/>
          </a:solidFill>
          <a:ln w="15240">
            <a:solidFill>
              <a:srgbClr val="FE6768"/>
            </a:solidFill>
            <a:prstDash val="solid"/>
          </a:ln>
        </p:spPr>
      </p:sp>
      <p:sp>
        <p:nvSpPr>
          <p:cNvPr id="49" name="Text 47"/>
          <p:cNvSpPr/>
          <p:nvPr/>
        </p:nvSpPr>
        <p:spPr>
          <a:xfrm>
            <a:off x="4655668" y="4846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챠</a:t>
            </a:r>
            <a:endParaRPr lang="en-US" sz="3600" dirty="0"/>
          </a:p>
        </p:txBody>
      </p:sp>
      <p:sp>
        <p:nvSpPr>
          <p:cNvPr id="50" name="Text 48"/>
          <p:cNvSpPr/>
          <p:nvPr/>
        </p:nvSpPr>
        <p:spPr>
          <a:xfrm>
            <a:off x="465566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cha</a:t>
            </a:r>
            <a:endParaRPr lang="en-US" sz="1200" dirty="0"/>
          </a:p>
        </p:txBody>
      </p:sp>
      <p:sp>
        <p:nvSpPr>
          <p:cNvPr id="51" name="Shape 49"/>
          <p:cNvSpPr/>
          <p:nvPr/>
        </p:nvSpPr>
        <p:spPr>
          <a:xfrm>
            <a:off x="6164428" y="4846320"/>
            <a:ext cx="1371600" cy="1005840"/>
          </a:xfrm>
          <a:prstGeom prst="roundRect">
            <a:avLst>
              <a:gd name="adj" fmla="val 10909"/>
            </a:avLst>
          </a:prstGeom>
          <a:solidFill>
            <a:srgbClr val="FFE0E0"/>
          </a:solidFill>
          <a:ln w="15240">
            <a:solidFill>
              <a:srgbClr val="FE6768"/>
            </a:solidFill>
            <a:prstDash val="solid"/>
          </a:ln>
        </p:spPr>
      </p:sp>
      <p:sp>
        <p:nvSpPr>
          <p:cNvPr id="52" name="Text 50"/>
          <p:cNvSpPr/>
          <p:nvPr/>
        </p:nvSpPr>
        <p:spPr>
          <a:xfrm>
            <a:off x="6164428" y="4846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처</a:t>
            </a:r>
            <a:endParaRPr lang="en-US" sz="3600" dirty="0"/>
          </a:p>
        </p:txBody>
      </p:sp>
      <p:sp>
        <p:nvSpPr>
          <p:cNvPr id="53" name="Text 51"/>
          <p:cNvSpPr/>
          <p:nvPr/>
        </p:nvSpPr>
        <p:spPr>
          <a:xfrm>
            <a:off x="616442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cheo</a:t>
            </a:r>
            <a:endParaRPr lang="en-US" sz="1200" dirty="0"/>
          </a:p>
        </p:txBody>
      </p:sp>
      <p:sp>
        <p:nvSpPr>
          <p:cNvPr id="54" name="Shape 52"/>
          <p:cNvSpPr/>
          <p:nvPr/>
        </p:nvSpPr>
        <p:spPr>
          <a:xfrm>
            <a:off x="7673188" y="4846320"/>
            <a:ext cx="1371600" cy="1005840"/>
          </a:xfrm>
          <a:prstGeom prst="roundRect">
            <a:avLst>
              <a:gd name="adj" fmla="val 10909"/>
            </a:avLst>
          </a:prstGeom>
          <a:solidFill>
            <a:srgbClr val="FFE0E0"/>
          </a:solidFill>
          <a:ln w="15240">
            <a:solidFill>
              <a:srgbClr val="FE6768"/>
            </a:solidFill>
            <a:prstDash val="solid"/>
          </a:ln>
        </p:spPr>
      </p:sp>
      <p:sp>
        <p:nvSpPr>
          <p:cNvPr id="55" name="Text 53"/>
          <p:cNvSpPr/>
          <p:nvPr/>
        </p:nvSpPr>
        <p:spPr>
          <a:xfrm>
            <a:off x="7673188" y="4846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쳐</a:t>
            </a:r>
            <a:endParaRPr lang="en-US" sz="3600" dirty="0"/>
          </a:p>
        </p:txBody>
      </p:sp>
      <p:sp>
        <p:nvSpPr>
          <p:cNvPr id="56" name="Text 54"/>
          <p:cNvSpPr/>
          <p:nvPr/>
        </p:nvSpPr>
        <p:spPr>
          <a:xfrm>
            <a:off x="767318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cheo</a:t>
            </a:r>
            <a:endParaRPr lang="en-US" sz="1200" dirty="0"/>
          </a:p>
        </p:txBody>
      </p:sp>
      <p:sp>
        <p:nvSpPr>
          <p:cNvPr id="57" name="Shape 55"/>
          <p:cNvSpPr/>
          <p:nvPr/>
        </p:nvSpPr>
        <p:spPr>
          <a:xfrm>
            <a:off x="9181948" y="4846320"/>
            <a:ext cx="1371600" cy="1005840"/>
          </a:xfrm>
          <a:prstGeom prst="roundRect">
            <a:avLst>
              <a:gd name="adj" fmla="val 10909"/>
            </a:avLst>
          </a:prstGeom>
          <a:solidFill>
            <a:srgbClr val="FFE0E0"/>
          </a:solidFill>
          <a:ln w="15240">
            <a:solidFill>
              <a:srgbClr val="FE6768"/>
            </a:solidFill>
            <a:prstDash val="solid"/>
          </a:ln>
        </p:spPr>
      </p:sp>
      <p:sp>
        <p:nvSpPr>
          <p:cNvPr id="58" name="Text 56"/>
          <p:cNvSpPr/>
          <p:nvPr/>
        </p:nvSpPr>
        <p:spPr>
          <a:xfrm>
            <a:off x="9181948" y="4846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치</a:t>
            </a:r>
            <a:endParaRPr lang="en-US" sz="3600" dirty="0"/>
          </a:p>
        </p:txBody>
      </p:sp>
      <p:sp>
        <p:nvSpPr>
          <p:cNvPr id="59" name="Text 57"/>
          <p:cNvSpPr/>
          <p:nvPr/>
        </p:nvSpPr>
        <p:spPr>
          <a:xfrm>
            <a:off x="918194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chi</a:t>
            </a:r>
            <a:endParaRPr lang="en-US" sz="1200" dirty="0"/>
          </a:p>
        </p:txBody>
      </p:sp>
      <p:pic>
        <p:nvPicPr>
          <p:cNvPr id="60"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61" name="Text 58"/>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62" name="Text 59"/>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70</a:t>
            </a:r>
            <a:endParaRPr lang="en-US" sz="800" dirty="0"/>
          </a:p>
        </p:txBody>
      </p:sp>
    </p:spTree>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name="Slide 71">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§3.9 · LECTURA</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Práctica · ㅋ ㅌ ㅎ</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Las aspiradas y la garganta — completando las simples.</a:t>
            </a:r>
            <a:endParaRPr lang="en-US" sz="1400" dirty="0"/>
          </a:p>
        </p:txBody>
      </p:sp>
      <p:sp>
        <p:nvSpPr>
          <p:cNvPr id="5" name="Text 3"/>
          <p:cNvSpPr/>
          <p:nvPr/>
        </p:nvSpPr>
        <p:spPr>
          <a:xfrm>
            <a:off x="8534095" y="868680"/>
            <a:ext cx="3200400" cy="320040"/>
          </a:xfrm>
          <a:prstGeom prst="rect">
            <a:avLst/>
          </a:prstGeom>
          <a:noFill/>
          <a:ln/>
        </p:spPr>
        <p:txBody>
          <a:bodyPr wrap="square" lIns="0" tIns="0" rIns="0" bIns="0" rtlCol="0" anchor="ctr"/>
          <a:lstStyle/>
          <a:p>
            <a:pPr marL="0" indent="0" algn="r">
              <a:buNone/>
            </a:pPr>
            <a:r>
              <a:rPr lang="en-US" sz="1100" b="1" kern="0" spc="300" dirty="0">
                <a:solidFill>
                  <a:srgbClr val="4036ED"/>
                </a:solidFill>
                <a:latin typeface="Calibri" pitchFamily="34" charset="0"/>
                <a:ea typeface="Calibri" pitchFamily="34" charset="-122"/>
                <a:cs typeface="Calibri" pitchFamily="34" charset="-120"/>
              </a:rPr>
              <a:t>아음·설음·후음</a:t>
            </a:r>
            <a:endParaRPr lang="en-US" sz="1100" dirty="0"/>
          </a:p>
        </p:txBody>
      </p:sp>
      <p:sp>
        <p:nvSpPr>
          <p:cNvPr id="6" name="Shape 4"/>
          <p:cNvSpPr/>
          <p:nvPr/>
        </p:nvSpPr>
        <p:spPr>
          <a:xfrm>
            <a:off x="1638148" y="2560320"/>
            <a:ext cx="1371600" cy="1005840"/>
          </a:xfrm>
          <a:prstGeom prst="roundRect">
            <a:avLst>
              <a:gd name="adj" fmla="val 10909"/>
            </a:avLst>
          </a:prstGeom>
          <a:solidFill>
            <a:srgbClr val="4036ED"/>
          </a:solidFill>
          <a:ln w="12700">
            <a:solidFill>
              <a:srgbClr val="4036ED"/>
            </a:solidFill>
            <a:prstDash val="solid"/>
          </a:ln>
        </p:spPr>
      </p:sp>
      <p:sp>
        <p:nvSpPr>
          <p:cNvPr id="7" name="Text 5"/>
          <p:cNvSpPr/>
          <p:nvPr/>
        </p:nvSpPr>
        <p:spPr>
          <a:xfrm>
            <a:off x="1638148" y="2560320"/>
            <a:ext cx="1371600" cy="653796"/>
          </a:xfrm>
          <a:prstGeom prst="rect">
            <a:avLst/>
          </a:prstGeom>
          <a:noFill/>
          <a:ln/>
        </p:spPr>
        <p:txBody>
          <a:bodyPr wrap="square" lIns="0" tIns="0" rIns="0" bIns="0" rtlCol="0" anchor="ctr"/>
          <a:lstStyle/>
          <a:p>
            <a:pPr marL="0" indent="0" algn="ctr">
              <a:buNone/>
            </a:pPr>
            <a:r>
              <a:rPr lang="en-US" sz="3800" b="1" dirty="0">
                <a:solidFill>
                  <a:srgbClr val="F6F6F6"/>
                </a:solidFill>
                <a:latin typeface="Malgun Gothic" pitchFamily="34" charset="0"/>
                <a:ea typeface="Malgun Gothic" pitchFamily="34" charset="-122"/>
                <a:cs typeface="Malgun Gothic" pitchFamily="34" charset="-120"/>
              </a:rPr>
              <a:t>ㅋ</a:t>
            </a:r>
            <a:endParaRPr lang="en-US" sz="3800" dirty="0"/>
          </a:p>
        </p:txBody>
      </p:sp>
      <p:sp>
        <p:nvSpPr>
          <p:cNvPr id="8" name="Text 6"/>
          <p:cNvSpPr/>
          <p:nvPr/>
        </p:nvSpPr>
        <p:spPr>
          <a:xfrm>
            <a:off x="1638148" y="3214116"/>
            <a:ext cx="1371600" cy="352044"/>
          </a:xfrm>
          <a:prstGeom prst="rect">
            <a:avLst/>
          </a:prstGeom>
          <a:noFill/>
          <a:ln/>
        </p:spPr>
        <p:txBody>
          <a:bodyPr wrap="square" lIns="0" tIns="0" rIns="0" bIns="0" rtlCol="0" anchor="t"/>
          <a:lstStyle/>
          <a:p>
            <a:pPr marL="0" indent="0" algn="ctr">
              <a:buNone/>
            </a:pPr>
            <a:r>
              <a:rPr lang="en-US" sz="1000" b="1" kern="0" spc="200" dirty="0">
                <a:solidFill>
                  <a:srgbClr val="EDE8FF"/>
                </a:solidFill>
                <a:latin typeface="Calibri" pitchFamily="34" charset="0"/>
                <a:ea typeface="Calibri" pitchFamily="34" charset="-122"/>
                <a:cs typeface="Calibri" pitchFamily="34" charset="-120"/>
              </a:rPr>
              <a:t>KIEUK</a:t>
            </a:r>
            <a:endParaRPr lang="en-US" sz="1000" dirty="0"/>
          </a:p>
        </p:txBody>
      </p:sp>
      <p:sp>
        <p:nvSpPr>
          <p:cNvPr id="9" name="Shape 7"/>
          <p:cNvSpPr/>
          <p:nvPr/>
        </p:nvSpPr>
        <p:spPr>
          <a:xfrm>
            <a:off x="3146908" y="2560320"/>
            <a:ext cx="1371600" cy="1005840"/>
          </a:xfrm>
          <a:prstGeom prst="roundRect">
            <a:avLst>
              <a:gd name="adj" fmla="val 10909"/>
            </a:avLst>
          </a:prstGeom>
          <a:solidFill>
            <a:srgbClr val="EDE8FF"/>
          </a:solidFill>
          <a:ln w="15240">
            <a:solidFill>
              <a:srgbClr val="4036ED"/>
            </a:solidFill>
            <a:prstDash val="solid"/>
          </a:ln>
        </p:spPr>
      </p:sp>
      <p:sp>
        <p:nvSpPr>
          <p:cNvPr id="10" name="Text 8"/>
          <p:cNvSpPr/>
          <p:nvPr/>
        </p:nvSpPr>
        <p:spPr>
          <a:xfrm>
            <a:off x="3146908" y="2560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카</a:t>
            </a:r>
            <a:endParaRPr lang="en-US" sz="3600" dirty="0"/>
          </a:p>
        </p:txBody>
      </p:sp>
      <p:sp>
        <p:nvSpPr>
          <p:cNvPr id="11" name="Text 9"/>
          <p:cNvSpPr/>
          <p:nvPr/>
        </p:nvSpPr>
        <p:spPr>
          <a:xfrm>
            <a:off x="314690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ka</a:t>
            </a:r>
            <a:endParaRPr lang="en-US" sz="1200" dirty="0"/>
          </a:p>
        </p:txBody>
      </p:sp>
      <p:sp>
        <p:nvSpPr>
          <p:cNvPr id="12" name="Shape 10"/>
          <p:cNvSpPr/>
          <p:nvPr/>
        </p:nvSpPr>
        <p:spPr>
          <a:xfrm>
            <a:off x="4655668" y="2560320"/>
            <a:ext cx="1371600" cy="1005840"/>
          </a:xfrm>
          <a:prstGeom prst="roundRect">
            <a:avLst>
              <a:gd name="adj" fmla="val 10909"/>
            </a:avLst>
          </a:prstGeom>
          <a:solidFill>
            <a:srgbClr val="EDE8FF"/>
          </a:solidFill>
          <a:ln w="15240">
            <a:solidFill>
              <a:srgbClr val="4036ED"/>
            </a:solidFill>
            <a:prstDash val="solid"/>
          </a:ln>
        </p:spPr>
      </p:sp>
      <p:sp>
        <p:nvSpPr>
          <p:cNvPr id="13" name="Text 11"/>
          <p:cNvSpPr/>
          <p:nvPr/>
        </p:nvSpPr>
        <p:spPr>
          <a:xfrm>
            <a:off x="4655668" y="2560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캬</a:t>
            </a:r>
            <a:endParaRPr lang="en-US" sz="3600" dirty="0"/>
          </a:p>
        </p:txBody>
      </p:sp>
      <p:sp>
        <p:nvSpPr>
          <p:cNvPr id="14" name="Text 12"/>
          <p:cNvSpPr/>
          <p:nvPr/>
        </p:nvSpPr>
        <p:spPr>
          <a:xfrm>
            <a:off x="465566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kya</a:t>
            </a:r>
            <a:endParaRPr lang="en-US" sz="1200" dirty="0"/>
          </a:p>
        </p:txBody>
      </p:sp>
      <p:sp>
        <p:nvSpPr>
          <p:cNvPr id="15" name="Shape 13"/>
          <p:cNvSpPr/>
          <p:nvPr/>
        </p:nvSpPr>
        <p:spPr>
          <a:xfrm>
            <a:off x="6164428" y="2560320"/>
            <a:ext cx="1371600" cy="1005840"/>
          </a:xfrm>
          <a:prstGeom prst="roundRect">
            <a:avLst>
              <a:gd name="adj" fmla="val 10909"/>
            </a:avLst>
          </a:prstGeom>
          <a:solidFill>
            <a:srgbClr val="EDE8FF"/>
          </a:solidFill>
          <a:ln w="15240">
            <a:solidFill>
              <a:srgbClr val="4036ED"/>
            </a:solidFill>
            <a:prstDash val="solid"/>
          </a:ln>
        </p:spPr>
      </p:sp>
      <p:sp>
        <p:nvSpPr>
          <p:cNvPr id="16" name="Text 14"/>
          <p:cNvSpPr/>
          <p:nvPr/>
        </p:nvSpPr>
        <p:spPr>
          <a:xfrm>
            <a:off x="6164428" y="2560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커</a:t>
            </a:r>
            <a:endParaRPr lang="en-US" sz="3600" dirty="0"/>
          </a:p>
        </p:txBody>
      </p:sp>
      <p:sp>
        <p:nvSpPr>
          <p:cNvPr id="17" name="Text 15"/>
          <p:cNvSpPr/>
          <p:nvPr/>
        </p:nvSpPr>
        <p:spPr>
          <a:xfrm>
            <a:off x="616442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keo</a:t>
            </a:r>
            <a:endParaRPr lang="en-US" sz="1200" dirty="0"/>
          </a:p>
        </p:txBody>
      </p:sp>
      <p:sp>
        <p:nvSpPr>
          <p:cNvPr id="18" name="Shape 16"/>
          <p:cNvSpPr/>
          <p:nvPr/>
        </p:nvSpPr>
        <p:spPr>
          <a:xfrm>
            <a:off x="7673188" y="2560320"/>
            <a:ext cx="1371600" cy="1005840"/>
          </a:xfrm>
          <a:prstGeom prst="roundRect">
            <a:avLst>
              <a:gd name="adj" fmla="val 10909"/>
            </a:avLst>
          </a:prstGeom>
          <a:solidFill>
            <a:srgbClr val="EDE8FF"/>
          </a:solidFill>
          <a:ln w="15240">
            <a:solidFill>
              <a:srgbClr val="4036ED"/>
            </a:solidFill>
            <a:prstDash val="solid"/>
          </a:ln>
        </p:spPr>
      </p:sp>
      <p:sp>
        <p:nvSpPr>
          <p:cNvPr id="19" name="Text 17"/>
          <p:cNvSpPr/>
          <p:nvPr/>
        </p:nvSpPr>
        <p:spPr>
          <a:xfrm>
            <a:off x="7673188" y="2560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켜</a:t>
            </a:r>
            <a:endParaRPr lang="en-US" sz="3600" dirty="0"/>
          </a:p>
        </p:txBody>
      </p:sp>
      <p:sp>
        <p:nvSpPr>
          <p:cNvPr id="20" name="Text 18"/>
          <p:cNvSpPr/>
          <p:nvPr/>
        </p:nvSpPr>
        <p:spPr>
          <a:xfrm>
            <a:off x="767318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kyeo</a:t>
            </a:r>
            <a:endParaRPr lang="en-US" sz="1200" dirty="0"/>
          </a:p>
        </p:txBody>
      </p:sp>
      <p:sp>
        <p:nvSpPr>
          <p:cNvPr id="21" name="Shape 19"/>
          <p:cNvSpPr/>
          <p:nvPr/>
        </p:nvSpPr>
        <p:spPr>
          <a:xfrm>
            <a:off x="9181948" y="2560320"/>
            <a:ext cx="1371600" cy="1005840"/>
          </a:xfrm>
          <a:prstGeom prst="roundRect">
            <a:avLst>
              <a:gd name="adj" fmla="val 10909"/>
            </a:avLst>
          </a:prstGeom>
          <a:solidFill>
            <a:srgbClr val="EDE8FF"/>
          </a:solidFill>
          <a:ln w="15240">
            <a:solidFill>
              <a:srgbClr val="4036ED"/>
            </a:solidFill>
            <a:prstDash val="solid"/>
          </a:ln>
        </p:spPr>
      </p:sp>
      <p:sp>
        <p:nvSpPr>
          <p:cNvPr id="22" name="Text 20"/>
          <p:cNvSpPr/>
          <p:nvPr/>
        </p:nvSpPr>
        <p:spPr>
          <a:xfrm>
            <a:off x="9181948" y="2560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키</a:t>
            </a:r>
            <a:endParaRPr lang="en-US" sz="3600" dirty="0"/>
          </a:p>
        </p:txBody>
      </p:sp>
      <p:sp>
        <p:nvSpPr>
          <p:cNvPr id="23" name="Text 21"/>
          <p:cNvSpPr/>
          <p:nvPr/>
        </p:nvSpPr>
        <p:spPr>
          <a:xfrm>
            <a:off x="918194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ki</a:t>
            </a:r>
            <a:endParaRPr lang="en-US" sz="1200" dirty="0"/>
          </a:p>
        </p:txBody>
      </p:sp>
      <p:sp>
        <p:nvSpPr>
          <p:cNvPr id="24" name="Shape 22"/>
          <p:cNvSpPr/>
          <p:nvPr/>
        </p:nvSpPr>
        <p:spPr>
          <a:xfrm>
            <a:off x="1638148" y="3703320"/>
            <a:ext cx="1371600" cy="1005840"/>
          </a:xfrm>
          <a:prstGeom prst="roundRect">
            <a:avLst>
              <a:gd name="adj" fmla="val 10909"/>
            </a:avLst>
          </a:prstGeom>
          <a:solidFill>
            <a:srgbClr val="4036ED"/>
          </a:solidFill>
          <a:ln w="12700">
            <a:solidFill>
              <a:srgbClr val="4036ED"/>
            </a:solidFill>
            <a:prstDash val="solid"/>
          </a:ln>
        </p:spPr>
      </p:sp>
      <p:sp>
        <p:nvSpPr>
          <p:cNvPr id="25" name="Text 23"/>
          <p:cNvSpPr/>
          <p:nvPr/>
        </p:nvSpPr>
        <p:spPr>
          <a:xfrm>
            <a:off x="1638148" y="3703320"/>
            <a:ext cx="1371600" cy="653796"/>
          </a:xfrm>
          <a:prstGeom prst="rect">
            <a:avLst/>
          </a:prstGeom>
          <a:noFill/>
          <a:ln/>
        </p:spPr>
        <p:txBody>
          <a:bodyPr wrap="square" lIns="0" tIns="0" rIns="0" bIns="0" rtlCol="0" anchor="ctr"/>
          <a:lstStyle/>
          <a:p>
            <a:pPr marL="0" indent="0" algn="ctr">
              <a:buNone/>
            </a:pPr>
            <a:r>
              <a:rPr lang="en-US" sz="3800" b="1" dirty="0">
                <a:solidFill>
                  <a:srgbClr val="F6F6F6"/>
                </a:solidFill>
                <a:latin typeface="Malgun Gothic" pitchFamily="34" charset="0"/>
                <a:ea typeface="Malgun Gothic" pitchFamily="34" charset="-122"/>
                <a:cs typeface="Malgun Gothic" pitchFamily="34" charset="-120"/>
              </a:rPr>
              <a:t>ㅌ</a:t>
            </a:r>
            <a:endParaRPr lang="en-US" sz="3800" dirty="0"/>
          </a:p>
        </p:txBody>
      </p:sp>
      <p:sp>
        <p:nvSpPr>
          <p:cNvPr id="26" name="Text 24"/>
          <p:cNvSpPr/>
          <p:nvPr/>
        </p:nvSpPr>
        <p:spPr>
          <a:xfrm>
            <a:off x="1638148" y="4357116"/>
            <a:ext cx="1371600" cy="352044"/>
          </a:xfrm>
          <a:prstGeom prst="rect">
            <a:avLst/>
          </a:prstGeom>
          <a:noFill/>
          <a:ln/>
        </p:spPr>
        <p:txBody>
          <a:bodyPr wrap="square" lIns="0" tIns="0" rIns="0" bIns="0" rtlCol="0" anchor="t"/>
          <a:lstStyle/>
          <a:p>
            <a:pPr marL="0" indent="0" algn="ctr">
              <a:buNone/>
            </a:pPr>
            <a:r>
              <a:rPr lang="en-US" sz="1000" b="1" kern="0" spc="200" dirty="0">
                <a:solidFill>
                  <a:srgbClr val="EDE8FF"/>
                </a:solidFill>
                <a:latin typeface="Calibri" pitchFamily="34" charset="0"/>
                <a:ea typeface="Calibri" pitchFamily="34" charset="-122"/>
                <a:cs typeface="Calibri" pitchFamily="34" charset="-120"/>
              </a:rPr>
              <a:t>TIEUT</a:t>
            </a:r>
            <a:endParaRPr lang="en-US" sz="1000" dirty="0"/>
          </a:p>
        </p:txBody>
      </p:sp>
      <p:sp>
        <p:nvSpPr>
          <p:cNvPr id="27" name="Shape 25"/>
          <p:cNvSpPr/>
          <p:nvPr/>
        </p:nvSpPr>
        <p:spPr>
          <a:xfrm>
            <a:off x="3146908" y="3703320"/>
            <a:ext cx="1371600" cy="1005840"/>
          </a:xfrm>
          <a:prstGeom prst="roundRect">
            <a:avLst>
              <a:gd name="adj" fmla="val 10909"/>
            </a:avLst>
          </a:prstGeom>
          <a:solidFill>
            <a:srgbClr val="EDE8FF"/>
          </a:solidFill>
          <a:ln w="15240">
            <a:solidFill>
              <a:srgbClr val="4036ED"/>
            </a:solidFill>
            <a:prstDash val="solid"/>
          </a:ln>
        </p:spPr>
      </p:sp>
      <p:sp>
        <p:nvSpPr>
          <p:cNvPr id="28" name="Text 26"/>
          <p:cNvSpPr/>
          <p:nvPr/>
        </p:nvSpPr>
        <p:spPr>
          <a:xfrm>
            <a:off x="3146908" y="3703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타</a:t>
            </a:r>
            <a:endParaRPr lang="en-US" sz="3600" dirty="0"/>
          </a:p>
        </p:txBody>
      </p:sp>
      <p:sp>
        <p:nvSpPr>
          <p:cNvPr id="29" name="Text 27"/>
          <p:cNvSpPr/>
          <p:nvPr/>
        </p:nvSpPr>
        <p:spPr>
          <a:xfrm>
            <a:off x="314690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ta</a:t>
            </a:r>
            <a:endParaRPr lang="en-US" sz="1200" dirty="0"/>
          </a:p>
        </p:txBody>
      </p:sp>
      <p:sp>
        <p:nvSpPr>
          <p:cNvPr id="30" name="Shape 28"/>
          <p:cNvSpPr/>
          <p:nvPr/>
        </p:nvSpPr>
        <p:spPr>
          <a:xfrm>
            <a:off x="4655668" y="3703320"/>
            <a:ext cx="1371600" cy="1005840"/>
          </a:xfrm>
          <a:prstGeom prst="roundRect">
            <a:avLst>
              <a:gd name="adj" fmla="val 10909"/>
            </a:avLst>
          </a:prstGeom>
          <a:solidFill>
            <a:srgbClr val="EDE8FF"/>
          </a:solidFill>
          <a:ln w="15240">
            <a:solidFill>
              <a:srgbClr val="4036ED"/>
            </a:solidFill>
            <a:prstDash val="solid"/>
          </a:ln>
        </p:spPr>
      </p:sp>
      <p:sp>
        <p:nvSpPr>
          <p:cNvPr id="31" name="Text 29"/>
          <p:cNvSpPr/>
          <p:nvPr/>
        </p:nvSpPr>
        <p:spPr>
          <a:xfrm>
            <a:off x="4655668" y="3703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탸</a:t>
            </a:r>
            <a:endParaRPr lang="en-US" sz="3600" dirty="0"/>
          </a:p>
        </p:txBody>
      </p:sp>
      <p:sp>
        <p:nvSpPr>
          <p:cNvPr id="32" name="Text 30"/>
          <p:cNvSpPr/>
          <p:nvPr/>
        </p:nvSpPr>
        <p:spPr>
          <a:xfrm>
            <a:off x="465566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tya</a:t>
            </a:r>
            <a:endParaRPr lang="en-US" sz="1200" dirty="0"/>
          </a:p>
        </p:txBody>
      </p:sp>
      <p:sp>
        <p:nvSpPr>
          <p:cNvPr id="33" name="Shape 31"/>
          <p:cNvSpPr/>
          <p:nvPr/>
        </p:nvSpPr>
        <p:spPr>
          <a:xfrm>
            <a:off x="6164428" y="3703320"/>
            <a:ext cx="1371600" cy="1005840"/>
          </a:xfrm>
          <a:prstGeom prst="roundRect">
            <a:avLst>
              <a:gd name="adj" fmla="val 10909"/>
            </a:avLst>
          </a:prstGeom>
          <a:solidFill>
            <a:srgbClr val="EDE8FF"/>
          </a:solidFill>
          <a:ln w="15240">
            <a:solidFill>
              <a:srgbClr val="4036ED"/>
            </a:solidFill>
            <a:prstDash val="solid"/>
          </a:ln>
        </p:spPr>
      </p:sp>
      <p:sp>
        <p:nvSpPr>
          <p:cNvPr id="34" name="Text 32"/>
          <p:cNvSpPr/>
          <p:nvPr/>
        </p:nvSpPr>
        <p:spPr>
          <a:xfrm>
            <a:off x="6164428" y="3703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터</a:t>
            </a:r>
            <a:endParaRPr lang="en-US" sz="3600" dirty="0"/>
          </a:p>
        </p:txBody>
      </p:sp>
      <p:sp>
        <p:nvSpPr>
          <p:cNvPr id="35" name="Text 33"/>
          <p:cNvSpPr/>
          <p:nvPr/>
        </p:nvSpPr>
        <p:spPr>
          <a:xfrm>
            <a:off x="616442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teo</a:t>
            </a:r>
            <a:endParaRPr lang="en-US" sz="1200" dirty="0"/>
          </a:p>
        </p:txBody>
      </p:sp>
      <p:sp>
        <p:nvSpPr>
          <p:cNvPr id="36" name="Shape 34"/>
          <p:cNvSpPr/>
          <p:nvPr/>
        </p:nvSpPr>
        <p:spPr>
          <a:xfrm>
            <a:off x="7673188" y="3703320"/>
            <a:ext cx="1371600" cy="1005840"/>
          </a:xfrm>
          <a:prstGeom prst="roundRect">
            <a:avLst>
              <a:gd name="adj" fmla="val 10909"/>
            </a:avLst>
          </a:prstGeom>
          <a:solidFill>
            <a:srgbClr val="EDE8FF"/>
          </a:solidFill>
          <a:ln w="15240">
            <a:solidFill>
              <a:srgbClr val="4036ED"/>
            </a:solidFill>
            <a:prstDash val="solid"/>
          </a:ln>
        </p:spPr>
      </p:sp>
      <p:sp>
        <p:nvSpPr>
          <p:cNvPr id="37" name="Text 35"/>
          <p:cNvSpPr/>
          <p:nvPr/>
        </p:nvSpPr>
        <p:spPr>
          <a:xfrm>
            <a:off x="7673188" y="3703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텨</a:t>
            </a:r>
            <a:endParaRPr lang="en-US" sz="3600" dirty="0"/>
          </a:p>
        </p:txBody>
      </p:sp>
      <p:sp>
        <p:nvSpPr>
          <p:cNvPr id="38" name="Text 36"/>
          <p:cNvSpPr/>
          <p:nvPr/>
        </p:nvSpPr>
        <p:spPr>
          <a:xfrm>
            <a:off x="767318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tyeo</a:t>
            </a:r>
            <a:endParaRPr lang="en-US" sz="1200" dirty="0"/>
          </a:p>
        </p:txBody>
      </p:sp>
      <p:sp>
        <p:nvSpPr>
          <p:cNvPr id="39" name="Shape 37"/>
          <p:cNvSpPr/>
          <p:nvPr/>
        </p:nvSpPr>
        <p:spPr>
          <a:xfrm>
            <a:off x="9181948" y="3703320"/>
            <a:ext cx="1371600" cy="1005840"/>
          </a:xfrm>
          <a:prstGeom prst="roundRect">
            <a:avLst>
              <a:gd name="adj" fmla="val 10909"/>
            </a:avLst>
          </a:prstGeom>
          <a:solidFill>
            <a:srgbClr val="EDE8FF"/>
          </a:solidFill>
          <a:ln w="15240">
            <a:solidFill>
              <a:srgbClr val="4036ED"/>
            </a:solidFill>
            <a:prstDash val="solid"/>
          </a:ln>
        </p:spPr>
      </p:sp>
      <p:sp>
        <p:nvSpPr>
          <p:cNvPr id="40" name="Text 38"/>
          <p:cNvSpPr/>
          <p:nvPr/>
        </p:nvSpPr>
        <p:spPr>
          <a:xfrm>
            <a:off x="9181948" y="3703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티</a:t>
            </a:r>
            <a:endParaRPr lang="en-US" sz="3600" dirty="0"/>
          </a:p>
        </p:txBody>
      </p:sp>
      <p:sp>
        <p:nvSpPr>
          <p:cNvPr id="41" name="Text 39"/>
          <p:cNvSpPr/>
          <p:nvPr/>
        </p:nvSpPr>
        <p:spPr>
          <a:xfrm>
            <a:off x="918194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ti</a:t>
            </a:r>
            <a:endParaRPr lang="en-US" sz="1200" dirty="0"/>
          </a:p>
        </p:txBody>
      </p:sp>
      <p:sp>
        <p:nvSpPr>
          <p:cNvPr id="42" name="Shape 40"/>
          <p:cNvSpPr/>
          <p:nvPr/>
        </p:nvSpPr>
        <p:spPr>
          <a:xfrm>
            <a:off x="1638148" y="4846320"/>
            <a:ext cx="1371600" cy="1005840"/>
          </a:xfrm>
          <a:prstGeom prst="roundRect">
            <a:avLst>
              <a:gd name="adj" fmla="val 10909"/>
            </a:avLst>
          </a:prstGeom>
          <a:solidFill>
            <a:srgbClr val="4036ED"/>
          </a:solidFill>
          <a:ln w="12700">
            <a:solidFill>
              <a:srgbClr val="4036ED"/>
            </a:solidFill>
            <a:prstDash val="solid"/>
          </a:ln>
        </p:spPr>
      </p:sp>
      <p:sp>
        <p:nvSpPr>
          <p:cNvPr id="43" name="Text 41"/>
          <p:cNvSpPr/>
          <p:nvPr/>
        </p:nvSpPr>
        <p:spPr>
          <a:xfrm>
            <a:off x="1638148" y="4846320"/>
            <a:ext cx="1371600" cy="653796"/>
          </a:xfrm>
          <a:prstGeom prst="rect">
            <a:avLst/>
          </a:prstGeom>
          <a:noFill/>
          <a:ln/>
        </p:spPr>
        <p:txBody>
          <a:bodyPr wrap="square" lIns="0" tIns="0" rIns="0" bIns="0" rtlCol="0" anchor="ctr"/>
          <a:lstStyle/>
          <a:p>
            <a:pPr marL="0" indent="0" algn="ctr">
              <a:buNone/>
            </a:pPr>
            <a:r>
              <a:rPr lang="en-US" sz="3800" b="1" dirty="0">
                <a:solidFill>
                  <a:srgbClr val="F6F6F6"/>
                </a:solidFill>
                <a:latin typeface="Malgun Gothic" pitchFamily="34" charset="0"/>
                <a:ea typeface="Malgun Gothic" pitchFamily="34" charset="-122"/>
                <a:cs typeface="Malgun Gothic" pitchFamily="34" charset="-120"/>
              </a:rPr>
              <a:t>ㅎ</a:t>
            </a:r>
            <a:endParaRPr lang="en-US" sz="3800" dirty="0"/>
          </a:p>
        </p:txBody>
      </p:sp>
      <p:sp>
        <p:nvSpPr>
          <p:cNvPr id="44" name="Text 42"/>
          <p:cNvSpPr/>
          <p:nvPr/>
        </p:nvSpPr>
        <p:spPr>
          <a:xfrm>
            <a:off x="1638148" y="5500116"/>
            <a:ext cx="1371600" cy="352044"/>
          </a:xfrm>
          <a:prstGeom prst="rect">
            <a:avLst/>
          </a:prstGeom>
          <a:noFill/>
          <a:ln/>
        </p:spPr>
        <p:txBody>
          <a:bodyPr wrap="square" lIns="0" tIns="0" rIns="0" bIns="0" rtlCol="0" anchor="t"/>
          <a:lstStyle/>
          <a:p>
            <a:pPr marL="0" indent="0" algn="ctr">
              <a:buNone/>
            </a:pPr>
            <a:r>
              <a:rPr lang="en-US" sz="1000" b="1" kern="0" spc="200" dirty="0">
                <a:solidFill>
                  <a:srgbClr val="EDE8FF"/>
                </a:solidFill>
                <a:latin typeface="Calibri" pitchFamily="34" charset="0"/>
                <a:ea typeface="Calibri" pitchFamily="34" charset="-122"/>
                <a:cs typeface="Calibri" pitchFamily="34" charset="-120"/>
              </a:rPr>
              <a:t>HIEUT</a:t>
            </a:r>
            <a:endParaRPr lang="en-US" sz="1000" dirty="0"/>
          </a:p>
        </p:txBody>
      </p:sp>
      <p:sp>
        <p:nvSpPr>
          <p:cNvPr id="45" name="Shape 43"/>
          <p:cNvSpPr/>
          <p:nvPr/>
        </p:nvSpPr>
        <p:spPr>
          <a:xfrm>
            <a:off x="3146908" y="4846320"/>
            <a:ext cx="1371600" cy="1005840"/>
          </a:xfrm>
          <a:prstGeom prst="roundRect">
            <a:avLst>
              <a:gd name="adj" fmla="val 10909"/>
            </a:avLst>
          </a:prstGeom>
          <a:solidFill>
            <a:srgbClr val="EDE8FF"/>
          </a:solidFill>
          <a:ln w="15240">
            <a:solidFill>
              <a:srgbClr val="4036ED"/>
            </a:solidFill>
            <a:prstDash val="solid"/>
          </a:ln>
        </p:spPr>
      </p:sp>
      <p:sp>
        <p:nvSpPr>
          <p:cNvPr id="46" name="Text 44"/>
          <p:cNvSpPr/>
          <p:nvPr/>
        </p:nvSpPr>
        <p:spPr>
          <a:xfrm>
            <a:off x="3146908" y="4846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하</a:t>
            </a:r>
            <a:endParaRPr lang="en-US" sz="3600" dirty="0"/>
          </a:p>
        </p:txBody>
      </p:sp>
      <p:sp>
        <p:nvSpPr>
          <p:cNvPr id="47" name="Text 45"/>
          <p:cNvSpPr/>
          <p:nvPr/>
        </p:nvSpPr>
        <p:spPr>
          <a:xfrm>
            <a:off x="314690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ha</a:t>
            </a:r>
            <a:endParaRPr lang="en-US" sz="1200" dirty="0"/>
          </a:p>
        </p:txBody>
      </p:sp>
      <p:sp>
        <p:nvSpPr>
          <p:cNvPr id="48" name="Shape 46"/>
          <p:cNvSpPr/>
          <p:nvPr/>
        </p:nvSpPr>
        <p:spPr>
          <a:xfrm>
            <a:off x="4655668" y="4846320"/>
            <a:ext cx="1371600" cy="1005840"/>
          </a:xfrm>
          <a:prstGeom prst="roundRect">
            <a:avLst>
              <a:gd name="adj" fmla="val 10909"/>
            </a:avLst>
          </a:prstGeom>
          <a:solidFill>
            <a:srgbClr val="EDE8FF"/>
          </a:solidFill>
          <a:ln w="15240">
            <a:solidFill>
              <a:srgbClr val="4036ED"/>
            </a:solidFill>
            <a:prstDash val="solid"/>
          </a:ln>
        </p:spPr>
      </p:sp>
      <p:sp>
        <p:nvSpPr>
          <p:cNvPr id="49" name="Text 47"/>
          <p:cNvSpPr/>
          <p:nvPr/>
        </p:nvSpPr>
        <p:spPr>
          <a:xfrm>
            <a:off x="4655668" y="4846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햐</a:t>
            </a:r>
            <a:endParaRPr lang="en-US" sz="3600" dirty="0"/>
          </a:p>
        </p:txBody>
      </p:sp>
      <p:sp>
        <p:nvSpPr>
          <p:cNvPr id="50" name="Text 48"/>
          <p:cNvSpPr/>
          <p:nvPr/>
        </p:nvSpPr>
        <p:spPr>
          <a:xfrm>
            <a:off x="465566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hya</a:t>
            </a:r>
            <a:endParaRPr lang="en-US" sz="1200" dirty="0"/>
          </a:p>
        </p:txBody>
      </p:sp>
      <p:sp>
        <p:nvSpPr>
          <p:cNvPr id="51" name="Shape 49"/>
          <p:cNvSpPr/>
          <p:nvPr/>
        </p:nvSpPr>
        <p:spPr>
          <a:xfrm>
            <a:off x="6164428" y="4846320"/>
            <a:ext cx="1371600" cy="1005840"/>
          </a:xfrm>
          <a:prstGeom prst="roundRect">
            <a:avLst>
              <a:gd name="adj" fmla="val 10909"/>
            </a:avLst>
          </a:prstGeom>
          <a:solidFill>
            <a:srgbClr val="EDE8FF"/>
          </a:solidFill>
          <a:ln w="15240">
            <a:solidFill>
              <a:srgbClr val="4036ED"/>
            </a:solidFill>
            <a:prstDash val="solid"/>
          </a:ln>
        </p:spPr>
      </p:sp>
      <p:sp>
        <p:nvSpPr>
          <p:cNvPr id="52" name="Text 50"/>
          <p:cNvSpPr/>
          <p:nvPr/>
        </p:nvSpPr>
        <p:spPr>
          <a:xfrm>
            <a:off x="6164428" y="4846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허</a:t>
            </a:r>
            <a:endParaRPr lang="en-US" sz="3600" dirty="0"/>
          </a:p>
        </p:txBody>
      </p:sp>
      <p:sp>
        <p:nvSpPr>
          <p:cNvPr id="53" name="Text 51"/>
          <p:cNvSpPr/>
          <p:nvPr/>
        </p:nvSpPr>
        <p:spPr>
          <a:xfrm>
            <a:off x="616442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heo</a:t>
            </a:r>
            <a:endParaRPr lang="en-US" sz="1200" dirty="0"/>
          </a:p>
        </p:txBody>
      </p:sp>
      <p:sp>
        <p:nvSpPr>
          <p:cNvPr id="54" name="Shape 52"/>
          <p:cNvSpPr/>
          <p:nvPr/>
        </p:nvSpPr>
        <p:spPr>
          <a:xfrm>
            <a:off x="7673188" y="4846320"/>
            <a:ext cx="1371600" cy="1005840"/>
          </a:xfrm>
          <a:prstGeom prst="roundRect">
            <a:avLst>
              <a:gd name="adj" fmla="val 10909"/>
            </a:avLst>
          </a:prstGeom>
          <a:solidFill>
            <a:srgbClr val="EDE8FF"/>
          </a:solidFill>
          <a:ln w="15240">
            <a:solidFill>
              <a:srgbClr val="4036ED"/>
            </a:solidFill>
            <a:prstDash val="solid"/>
          </a:ln>
        </p:spPr>
      </p:sp>
      <p:sp>
        <p:nvSpPr>
          <p:cNvPr id="55" name="Text 53"/>
          <p:cNvSpPr/>
          <p:nvPr/>
        </p:nvSpPr>
        <p:spPr>
          <a:xfrm>
            <a:off x="7673188" y="4846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혀</a:t>
            </a:r>
            <a:endParaRPr lang="en-US" sz="3600" dirty="0"/>
          </a:p>
        </p:txBody>
      </p:sp>
      <p:sp>
        <p:nvSpPr>
          <p:cNvPr id="56" name="Text 54"/>
          <p:cNvSpPr/>
          <p:nvPr/>
        </p:nvSpPr>
        <p:spPr>
          <a:xfrm>
            <a:off x="767318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hyeo</a:t>
            </a:r>
            <a:endParaRPr lang="en-US" sz="1200" dirty="0"/>
          </a:p>
        </p:txBody>
      </p:sp>
      <p:sp>
        <p:nvSpPr>
          <p:cNvPr id="57" name="Shape 55"/>
          <p:cNvSpPr/>
          <p:nvPr/>
        </p:nvSpPr>
        <p:spPr>
          <a:xfrm>
            <a:off x="9181948" y="4846320"/>
            <a:ext cx="1371600" cy="1005840"/>
          </a:xfrm>
          <a:prstGeom prst="roundRect">
            <a:avLst>
              <a:gd name="adj" fmla="val 10909"/>
            </a:avLst>
          </a:prstGeom>
          <a:solidFill>
            <a:srgbClr val="EDE8FF"/>
          </a:solidFill>
          <a:ln w="15240">
            <a:solidFill>
              <a:srgbClr val="4036ED"/>
            </a:solidFill>
            <a:prstDash val="solid"/>
          </a:ln>
        </p:spPr>
      </p:sp>
      <p:sp>
        <p:nvSpPr>
          <p:cNvPr id="58" name="Text 56"/>
          <p:cNvSpPr/>
          <p:nvPr/>
        </p:nvSpPr>
        <p:spPr>
          <a:xfrm>
            <a:off x="9181948" y="4846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히</a:t>
            </a:r>
            <a:endParaRPr lang="en-US" sz="3600" dirty="0"/>
          </a:p>
        </p:txBody>
      </p:sp>
      <p:sp>
        <p:nvSpPr>
          <p:cNvPr id="59" name="Text 57"/>
          <p:cNvSpPr/>
          <p:nvPr/>
        </p:nvSpPr>
        <p:spPr>
          <a:xfrm>
            <a:off x="918194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hi</a:t>
            </a:r>
            <a:endParaRPr lang="en-US" sz="1200" dirty="0"/>
          </a:p>
        </p:txBody>
      </p:sp>
      <p:pic>
        <p:nvPicPr>
          <p:cNvPr id="60"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61" name="Text 58"/>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62" name="Text 59"/>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71</a:t>
            </a:r>
            <a:endParaRPr lang="en-US" sz="800" dirty="0"/>
          </a:p>
        </p:txBody>
      </p:sp>
    </p:spTree>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name="Slide 72">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§3.10</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Leyendo con vocales horizontales</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Consonante arriba, vocal abajo. La forma se acomoda hacia abajo.</a:t>
            </a:r>
            <a:endParaRPr lang="en-US" sz="1400" dirty="0"/>
          </a:p>
        </p:txBody>
      </p:sp>
      <p:sp>
        <p:nvSpPr>
          <p:cNvPr id="5" name="Shape 3"/>
          <p:cNvSpPr/>
          <p:nvPr/>
        </p:nvSpPr>
        <p:spPr>
          <a:xfrm>
            <a:off x="640080" y="2468880"/>
            <a:ext cx="10911535" cy="3840480"/>
          </a:xfrm>
          <a:prstGeom prst="roundRect">
            <a:avLst>
              <a:gd name="adj" fmla="val 4762"/>
            </a:avLst>
          </a:prstGeom>
          <a:solidFill>
            <a:srgbClr val="EDE8FF"/>
          </a:solidFill>
          <a:ln w="19050">
            <a:solidFill>
              <a:srgbClr val="4036ED"/>
            </a:solidFill>
            <a:prstDash val="solid"/>
          </a:ln>
        </p:spPr>
      </p:sp>
      <p:sp>
        <p:nvSpPr>
          <p:cNvPr id="6" name="Text 4"/>
          <p:cNvSpPr/>
          <p:nvPr/>
        </p:nvSpPr>
        <p:spPr>
          <a:xfrm>
            <a:off x="640080" y="2606040"/>
            <a:ext cx="10911535" cy="457200"/>
          </a:xfrm>
          <a:prstGeom prst="rect">
            <a:avLst/>
          </a:prstGeom>
          <a:noFill/>
          <a:ln/>
        </p:spPr>
        <p:txBody>
          <a:bodyPr wrap="square" lIns="0" tIns="0" rIns="0" bIns="0" rtlCol="0" anchor="ctr"/>
          <a:lstStyle/>
          <a:p>
            <a:pPr marL="0" indent="0" algn="ctr">
              <a:buNone/>
            </a:pPr>
            <a:r>
              <a:rPr lang="en-US" sz="1800" b="1" i="1" kern="0" spc="300" dirty="0">
                <a:solidFill>
                  <a:srgbClr val="4036ED"/>
                </a:solidFill>
                <a:latin typeface="Calibri" pitchFamily="34" charset="0"/>
                <a:ea typeface="Calibri" pitchFamily="34" charset="-122"/>
                <a:cs typeface="Calibri" pitchFamily="34" charset="-120"/>
              </a:rPr>
              <a:t>ㄱ + vocales horizontales</a:t>
            </a:r>
            <a:endParaRPr lang="en-US" sz="1800" dirty="0"/>
          </a:p>
        </p:txBody>
      </p:sp>
      <p:sp>
        <p:nvSpPr>
          <p:cNvPr id="7" name="Text 5"/>
          <p:cNvSpPr/>
          <p:nvPr/>
        </p:nvSpPr>
        <p:spPr>
          <a:xfrm>
            <a:off x="1752448" y="3291840"/>
            <a:ext cx="466344" cy="45720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ㄱ</a:t>
            </a:r>
            <a:endParaRPr lang="en-US" sz="2200" dirty="0"/>
          </a:p>
        </p:txBody>
      </p:sp>
      <p:sp>
        <p:nvSpPr>
          <p:cNvPr id="8" name="Text 6"/>
          <p:cNvSpPr/>
          <p:nvPr/>
        </p:nvSpPr>
        <p:spPr>
          <a:xfrm>
            <a:off x="2218792" y="3291840"/>
            <a:ext cx="233172" cy="457200"/>
          </a:xfrm>
          <a:prstGeom prst="rect">
            <a:avLst/>
          </a:prstGeom>
          <a:noFill/>
          <a:ln/>
        </p:spPr>
        <p:txBody>
          <a:bodyPr wrap="square" lIns="0" tIns="0" rIns="0" bIns="0" rtlCol="0" anchor="ctr"/>
          <a:lstStyle/>
          <a:p>
            <a:pPr marL="0" indent="0" algn="ctr">
              <a:buNone/>
            </a:pPr>
            <a:r>
              <a:rPr lang="en-US" sz="1800" b="1" dirty="0">
                <a:solidFill>
                  <a:srgbClr val="4036ED"/>
                </a:solidFill>
              </a:rPr>
              <a:t>+</a:t>
            </a:r>
            <a:endParaRPr lang="en-US" sz="1800" dirty="0"/>
          </a:p>
        </p:txBody>
      </p:sp>
      <p:sp>
        <p:nvSpPr>
          <p:cNvPr id="9" name="Text 7"/>
          <p:cNvSpPr/>
          <p:nvPr/>
        </p:nvSpPr>
        <p:spPr>
          <a:xfrm>
            <a:off x="2451964" y="3291840"/>
            <a:ext cx="466344" cy="45720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ㅗ</a:t>
            </a:r>
            <a:endParaRPr lang="en-US" sz="2200" dirty="0"/>
          </a:p>
        </p:txBody>
      </p:sp>
      <p:sp>
        <p:nvSpPr>
          <p:cNvPr id="10" name="Text 8"/>
          <p:cNvSpPr/>
          <p:nvPr/>
        </p:nvSpPr>
        <p:spPr>
          <a:xfrm>
            <a:off x="2918308" y="3291840"/>
            <a:ext cx="388620" cy="457200"/>
          </a:xfrm>
          <a:prstGeom prst="rect">
            <a:avLst/>
          </a:prstGeom>
          <a:noFill/>
          <a:ln/>
        </p:spPr>
        <p:txBody>
          <a:bodyPr wrap="square" lIns="0" tIns="0" rIns="0" bIns="0" rtlCol="0" anchor="ctr"/>
          <a:lstStyle/>
          <a:p>
            <a:pPr marL="0" indent="0" algn="ctr">
              <a:buNone/>
            </a:pPr>
            <a:r>
              <a:rPr lang="en-US" sz="1800" b="1" dirty="0">
                <a:solidFill>
                  <a:srgbClr val="4036ED"/>
                </a:solidFill>
              </a:rPr>
              <a:t>=</a:t>
            </a:r>
            <a:endParaRPr lang="en-US" sz="1800" dirty="0"/>
          </a:p>
        </p:txBody>
      </p:sp>
      <p:sp>
        <p:nvSpPr>
          <p:cNvPr id="11" name="Shape 9"/>
          <p:cNvSpPr/>
          <p:nvPr/>
        </p:nvSpPr>
        <p:spPr>
          <a:xfrm>
            <a:off x="1752448" y="3886200"/>
            <a:ext cx="1554480" cy="1554480"/>
          </a:xfrm>
          <a:prstGeom prst="rect">
            <a:avLst/>
          </a:prstGeom>
          <a:solidFill>
            <a:srgbClr val="F6F6F6"/>
          </a:solidFill>
          <a:ln w="19050">
            <a:solidFill>
              <a:srgbClr val="4036ED"/>
            </a:solidFill>
            <a:prstDash val="solid"/>
          </a:ln>
        </p:spPr>
      </p:sp>
      <p:sp>
        <p:nvSpPr>
          <p:cNvPr id="12" name="Text 10"/>
          <p:cNvSpPr/>
          <p:nvPr/>
        </p:nvSpPr>
        <p:spPr>
          <a:xfrm>
            <a:off x="1752448" y="3886200"/>
            <a:ext cx="1554480" cy="77724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ㄱ</a:t>
            </a:r>
            <a:endParaRPr lang="en-US" sz="5000" dirty="0"/>
          </a:p>
        </p:txBody>
      </p:sp>
      <p:sp>
        <p:nvSpPr>
          <p:cNvPr id="13" name="Text 11"/>
          <p:cNvSpPr/>
          <p:nvPr/>
        </p:nvSpPr>
        <p:spPr>
          <a:xfrm>
            <a:off x="1752448" y="4663440"/>
            <a:ext cx="1554480" cy="77724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ㅗ</a:t>
            </a:r>
            <a:endParaRPr lang="en-US" sz="5000" dirty="0"/>
          </a:p>
        </p:txBody>
      </p:sp>
      <p:sp>
        <p:nvSpPr>
          <p:cNvPr id="14" name="Text 12"/>
          <p:cNvSpPr/>
          <p:nvPr/>
        </p:nvSpPr>
        <p:spPr>
          <a:xfrm>
            <a:off x="1752448" y="5486400"/>
            <a:ext cx="1554480" cy="365760"/>
          </a:xfrm>
          <a:prstGeom prst="rect">
            <a:avLst/>
          </a:prstGeom>
          <a:noFill/>
          <a:ln/>
        </p:spPr>
        <p:txBody>
          <a:bodyPr wrap="square" lIns="0" tIns="0" rIns="0" bIns="0" rtlCol="0" anchor="ctr"/>
          <a:lstStyle/>
          <a:p>
            <a:pPr marL="0" indent="0" algn="ctr">
              <a:buNone/>
            </a:pPr>
            <a:r>
              <a:rPr lang="en-US" sz="1600" b="1" i="1" dirty="0">
                <a:solidFill>
                  <a:srgbClr val="4036ED"/>
                </a:solidFill>
                <a:latin typeface="Calibri" pitchFamily="34" charset="0"/>
                <a:ea typeface="Calibri" pitchFamily="34" charset="-122"/>
                <a:cs typeface="Calibri" pitchFamily="34" charset="-120"/>
              </a:rPr>
              <a:t>ko</a:t>
            </a:r>
            <a:endParaRPr lang="en-US" sz="1600" dirty="0"/>
          </a:p>
        </p:txBody>
      </p:sp>
      <p:sp>
        <p:nvSpPr>
          <p:cNvPr id="15" name="Text 13"/>
          <p:cNvSpPr/>
          <p:nvPr/>
        </p:nvSpPr>
        <p:spPr>
          <a:xfrm>
            <a:off x="3535528" y="3291840"/>
            <a:ext cx="466344" cy="45720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ㄱ</a:t>
            </a:r>
            <a:endParaRPr lang="en-US" sz="2200" dirty="0"/>
          </a:p>
        </p:txBody>
      </p:sp>
      <p:sp>
        <p:nvSpPr>
          <p:cNvPr id="16" name="Text 14"/>
          <p:cNvSpPr/>
          <p:nvPr/>
        </p:nvSpPr>
        <p:spPr>
          <a:xfrm>
            <a:off x="4001872" y="3291840"/>
            <a:ext cx="233172" cy="457200"/>
          </a:xfrm>
          <a:prstGeom prst="rect">
            <a:avLst/>
          </a:prstGeom>
          <a:noFill/>
          <a:ln/>
        </p:spPr>
        <p:txBody>
          <a:bodyPr wrap="square" lIns="0" tIns="0" rIns="0" bIns="0" rtlCol="0" anchor="ctr"/>
          <a:lstStyle/>
          <a:p>
            <a:pPr marL="0" indent="0" algn="ctr">
              <a:buNone/>
            </a:pPr>
            <a:r>
              <a:rPr lang="en-US" sz="1800" b="1" dirty="0">
                <a:solidFill>
                  <a:srgbClr val="4036ED"/>
                </a:solidFill>
              </a:rPr>
              <a:t>+</a:t>
            </a:r>
            <a:endParaRPr lang="en-US" sz="1800" dirty="0"/>
          </a:p>
        </p:txBody>
      </p:sp>
      <p:sp>
        <p:nvSpPr>
          <p:cNvPr id="17" name="Text 15"/>
          <p:cNvSpPr/>
          <p:nvPr/>
        </p:nvSpPr>
        <p:spPr>
          <a:xfrm>
            <a:off x="4235044" y="3291840"/>
            <a:ext cx="466344" cy="45720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ㅛ</a:t>
            </a:r>
            <a:endParaRPr lang="en-US" sz="2200" dirty="0"/>
          </a:p>
        </p:txBody>
      </p:sp>
      <p:sp>
        <p:nvSpPr>
          <p:cNvPr id="18" name="Text 16"/>
          <p:cNvSpPr/>
          <p:nvPr/>
        </p:nvSpPr>
        <p:spPr>
          <a:xfrm>
            <a:off x="4701388" y="3291840"/>
            <a:ext cx="388620" cy="457200"/>
          </a:xfrm>
          <a:prstGeom prst="rect">
            <a:avLst/>
          </a:prstGeom>
          <a:noFill/>
          <a:ln/>
        </p:spPr>
        <p:txBody>
          <a:bodyPr wrap="square" lIns="0" tIns="0" rIns="0" bIns="0" rtlCol="0" anchor="ctr"/>
          <a:lstStyle/>
          <a:p>
            <a:pPr marL="0" indent="0" algn="ctr">
              <a:buNone/>
            </a:pPr>
            <a:r>
              <a:rPr lang="en-US" sz="1800" b="1" dirty="0">
                <a:solidFill>
                  <a:srgbClr val="4036ED"/>
                </a:solidFill>
              </a:rPr>
              <a:t>=</a:t>
            </a:r>
            <a:endParaRPr lang="en-US" sz="1800" dirty="0"/>
          </a:p>
        </p:txBody>
      </p:sp>
      <p:sp>
        <p:nvSpPr>
          <p:cNvPr id="19" name="Shape 17"/>
          <p:cNvSpPr/>
          <p:nvPr/>
        </p:nvSpPr>
        <p:spPr>
          <a:xfrm>
            <a:off x="3535528" y="3886200"/>
            <a:ext cx="1554480" cy="1554480"/>
          </a:xfrm>
          <a:prstGeom prst="rect">
            <a:avLst/>
          </a:prstGeom>
          <a:solidFill>
            <a:srgbClr val="F6F6F6"/>
          </a:solidFill>
          <a:ln w="19050">
            <a:solidFill>
              <a:srgbClr val="4036ED"/>
            </a:solidFill>
            <a:prstDash val="solid"/>
          </a:ln>
        </p:spPr>
      </p:sp>
      <p:sp>
        <p:nvSpPr>
          <p:cNvPr id="20" name="Text 18"/>
          <p:cNvSpPr/>
          <p:nvPr/>
        </p:nvSpPr>
        <p:spPr>
          <a:xfrm>
            <a:off x="3535528" y="3886200"/>
            <a:ext cx="1554480" cy="77724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ㄱ</a:t>
            </a:r>
            <a:endParaRPr lang="en-US" sz="5000" dirty="0"/>
          </a:p>
        </p:txBody>
      </p:sp>
      <p:sp>
        <p:nvSpPr>
          <p:cNvPr id="21" name="Text 19"/>
          <p:cNvSpPr/>
          <p:nvPr/>
        </p:nvSpPr>
        <p:spPr>
          <a:xfrm>
            <a:off x="3535528" y="4663440"/>
            <a:ext cx="1554480" cy="77724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ㅛ</a:t>
            </a:r>
            <a:endParaRPr lang="en-US" sz="5000" dirty="0"/>
          </a:p>
        </p:txBody>
      </p:sp>
      <p:sp>
        <p:nvSpPr>
          <p:cNvPr id="22" name="Text 20"/>
          <p:cNvSpPr/>
          <p:nvPr/>
        </p:nvSpPr>
        <p:spPr>
          <a:xfrm>
            <a:off x="3535528" y="5486400"/>
            <a:ext cx="1554480" cy="365760"/>
          </a:xfrm>
          <a:prstGeom prst="rect">
            <a:avLst/>
          </a:prstGeom>
          <a:noFill/>
          <a:ln/>
        </p:spPr>
        <p:txBody>
          <a:bodyPr wrap="square" lIns="0" tIns="0" rIns="0" bIns="0" rtlCol="0" anchor="ctr"/>
          <a:lstStyle/>
          <a:p>
            <a:pPr marL="0" indent="0" algn="ctr">
              <a:buNone/>
            </a:pPr>
            <a:r>
              <a:rPr lang="en-US" sz="1600" b="1" i="1" dirty="0">
                <a:solidFill>
                  <a:srgbClr val="4036ED"/>
                </a:solidFill>
                <a:latin typeface="Calibri" pitchFamily="34" charset="0"/>
                <a:ea typeface="Calibri" pitchFamily="34" charset="-122"/>
                <a:cs typeface="Calibri" pitchFamily="34" charset="-120"/>
              </a:rPr>
              <a:t>kyo</a:t>
            </a:r>
            <a:endParaRPr lang="en-US" sz="1600" dirty="0"/>
          </a:p>
        </p:txBody>
      </p:sp>
      <p:sp>
        <p:nvSpPr>
          <p:cNvPr id="23" name="Text 21"/>
          <p:cNvSpPr/>
          <p:nvPr/>
        </p:nvSpPr>
        <p:spPr>
          <a:xfrm>
            <a:off x="5318608" y="3291840"/>
            <a:ext cx="466344" cy="45720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ㄱ</a:t>
            </a:r>
            <a:endParaRPr lang="en-US" sz="2200" dirty="0"/>
          </a:p>
        </p:txBody>
      </p:sp>
      <p:sp>
        <p:nvSpPr>
          <p:cNvPr id="24" name="Text 22"/>
          <p:cNvSpPr/>
          <p:nvPr/>
        </p:nvSpPr>
        <p:spPr>
          <a:xfrm>
            <a:off x="5784952" y="3291840"/>
            <a:ext cx="233172" cy="457200"/>
          </a:xfrm>
          <a:prstGeom prst="rect">
            <a:avLst/>
          </a:prstGeom>
          <a:noFill/>
          <a:ln/>
        </p:spPr>
        <p:txBody>
          <a:bodyPr wrap="square" lIns="0" tIns="0" rIns="0" bIns="0" rtlCol="0" anchor="ctr"/>
          <a:lstStyle/>
          <a:p>
            <a:pPr marL="0" indent="0" algn="ctr">
              <a:buNone/>
            </a:pPr>
            <a:r>
              <a:rPr lang="en-US" sz="1800" b="1" dirty="0">
                <a:solidFill>
                  <a:srgbClr val="4036ED"/>
                </a:solidFill>
              </a:rPr>
              <a:t>+</a:t>
            </a:r>
            <a:endParaRPr lang="en-US" sz="1800" dirty="0"/>
          </a:p>
        </p:txBody>
      </p:sp>
      <p:sp>
        <p:nvSpPr>
          <p:cNvPr id="25" name="Text 23"/>
          <p:cNvSpPr/>
          <p:nvPr/>
        </p:nvSpPr>
        <p:spPr>
          <a:xfrm>
            <a:off x="6018124" y="3291840"/>
            <a:ext cx="466344" cy="45720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ㅜ</a:t>
            </a:r>
            <a:endParaRPr lang="en-US" sz="2200" dirty="0"/>
          </a:p>
        </p:txBody>
      </p:sp>
      <p:sp>
        <p:nvSpPr>
          <p:cNvPr id="26" name="Text 24"/>
          <p:cNvSpPr/>
          <p:nvPr/>
        </p:nvSpPr>
        <p:spPr>
          <a:xfrm>
            <a:off x="6484468" y="3291840"/>
            <a:ext cx="388620" cy="457200"/>
          </a:xfrm>
          <a:prstGeom prst="rect">
            <a:avLst/>
          </a:prstGeom>
          <a:noFill/>
          <a:ln/>
        </p:spPr>
        <p:txBody>
          <a:bodyPr wrap="square" lIns="0" tIns="0" rIns="0" bIns="0" rtlCol="0" anchor="ctr"/>
          <a:lstStyle/>
          <a:p>
            <a:pPr marL="0" indent="0" algn="ctr">
              <a:buNone/>
            </a:pPr>
            <a:r>
              <a:rPr lang="en-US" sz="1800" b="1" dirty="0">
                <a:solidFill>
                  <a:srgbClr val="4036ED"/>
                </a:solidFill>
              </a:rPr>
              <a:t>=</a:t>
            </a:r>
            <a:endParaRPr lang="en-US" sz="1800" dirty="0"/>
          </a:p>
        </p:txBody>
      </p:sp>
      <p:sp>
        <p:nvSpPr>
          <p:cNvPr id="27" name="Shape 25"/>
          <p:cNvSpPr/>
          <p:nvPr/>
        </p:nvSpPr>
        <p:spPr>
          <a:xfrm>
            <a:off x="5318608" y="3886200"/>
            <a:ext cx="1554480" cy="1554480"/>
          </a:xfrm>
          <a:prstGeom prst="rect">
            <a:avLst/>
          </a:prstGeom>
          <a:solidFill>
            <a:srgbClr val="F6F6F6"/>
          </a:solidFill>
          <a:ln w="19050">
            <a:solidFill>
              <a:srgbClr val="4036ED"/>
            </a:solidFill>
            <a:prstDash val="solid"/>
          </a:ln>
        </p:spPr>
      </p:sp>
      <p:sp>
        <p:nvSpPr>
          <p:cNvPr id="28" name="Text 26"/>
          <p:cNvSpPr/>
          <p:nvPr/>
        </p:nvSpPr>
        <p:spPr>
          <a:xfrm>
            <a:off x="5318608" y="3886200"/>
            <a:ext cx="1554480" cy="77724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ㄱ</a:t>
            </a:r>
            <a:endParaRPr lang="en-US" sz="5000" dirty="0"/>
          </a:p>
        </p:txBody>
      </p:sp>
      <p:sp>
        <p:nvSpPr>
          <p:cNvPr id="29" name="Text 27"/>
          <p:cNvSpPr/>
          <p:nvPr/>
        </p:nvSpPr>
        <p:spPr>
          <a:xfrm>
            <a:off x="5318608" y="4663440"/>
            <a:ext cx="1554480" cy="77724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ㅜ</a:t>
            </a:r>
            <a:endParaRPr lang="en-US" sz="5000" dirty="0"/>
          </a:p>
        </p:txBody>
      </p:sp>
      <p:sp>
        <p:nvSpPr>
          <p:cNvPr id="30" name="Text 28"/>
          <p:cNvSpPr/>
          <p:nvPr/>
        </p:nvSpPr>
        <p:spPr>
          <a:xfrm>
            <a:off x="5318608" y="5486400"/>
            <a:ext cx="1554480" cy="365760"/>
          </a:xfrm>
          <a:prstGeom prst="rect">
            <a:avLst/>
          </a:prstGeom>
          <a:noFill/>
          <a:ln/>
        </p:spPr>
        <p:txBody>
          <a:bodyPr wrap="square" lIns="0" tIns="0" rIns="0" bIns="0" rtlCol="0" anchor="ctr"/>
          <a:lstStyle/>
          <a:p>
            <a:pPr marL="0" indent="0" algn="ctr">
              <a:buNone/>
            </a:pPr>
            <a:r>
              <a:rPr lang="en-US" sz="1600" b="1" i="1" dirty="0">
                <a:solidFill>
                  <a:srgbClr val="4036ED"/>
                </a:solidFill>
                <a:latin typeface="Calibri" pitchFamily="34" charset="0"/>
                <a:ea typeface="Calibri" pitchFamily="34" charset="-122"/>
                <a:cs typeface="Calibri" pitchFamily="34" charset="-120"/>
              </a:rPr>
              <a:t>ku</a:t>
            </a:r>
            <a:endParaRPr lang="en-US" sz="1600" dirty="0"/>
          </a:p>
        </p:txBody>
      </p:sp>
      <p:sp>
        <p:nvSpPr>
          <p:cNvPr id="31" name="Text 29"/>
          <p:cNvSpPr/>
          <p:nvPr/>
        </p:nvSpPr>
        <p:spPr>
          <a:xfrm>
            <a:off x="7101688" y="3291840"/>
            <a:ext cx="466344" cy="45720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ㄱ</a:t>
            </a:r>
            <a:endParaRPr lang="en-US" sz="2200" dirty="0"/>
          </a:p>
        </p:txBody>
      </p:sp>
      <p:sp>
        <p:nvSpPr>
          <p:cNvPr id="32" name="Text 30"/>
          <p:cNvSpPr/>
          <p:nvPr/>
        </p:nvSpPr>
        <p:spPr>
          <a:xfrm>
            <a:off x="7568032" y="3291840"/>
            <a:ext cx="233172" cy="457200"/>
          </a:xfrm>
          <a:prstGeom prst="rect">
            <a:avLst/>
          </a:prstGeom>
          <a:noFill/>
          <a:ln/>
        </p:spPr>
        <p:txBody>
          <a:bodyPr wrap="square" lIns="0" tIns="0" rIns="0" bIns="0" rtlCol="0" anchor="ctr"/>
          <a:lstStyle/>
          <a:p>
            <a:pPr marL="0" indent="0" algn="ctr">
              <a:buNone/>
            </a:pPr>
            <a:r>
              <a:rPr lang="en-US" sz="1800" b="1" dirty="0">
                <a:solidFill>
                  <a:srgbClr val="4036ED"/>
                </a:solidFill>
              </a:rPr>
              <a:t>+</a:t>
            </a:r>
            <a:endParaRPr lang="en-US" sz="1800" dirty="0"/>
          </a:p>
        </p:txBody>
      </p:sp>
      <p:sp>
        <p:nvSpPr>
          <p:cNvPr id="33" name="Text 31"/>
          <p:cNvSpPr/>
          <p:nvPr/>
        </p:nvSpPr>
        <p:spPr>
          <a:xfrm>
            <a:off x="7801204" y="3291840"/>
            <a:ext cx="466344" cy="45720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ㅠ</a:t>
            </a:r>
            <a:endParaRPr lang="en-US" sz="2200" dirty="0"/>
          </a:p>
        </p:txBody>
      </p:sp>
      <p:sp>
        <p:nvSpPr>
          <p:cNvPr id="34" name="Text 32"/>
          <p:cNvSpPr/>
          <p:nvPr/>
        </p:nvSpPr>
        <p:spPr>
          <a:xfrm>
            <a:off x="8267548" y="3291840"/>
            <a:ext cx="388620" cy="457200"/>
          </a:xfrm>
          <a:prstGeom prst="rect">
            <a:avLst/>
          </a:prstGeom>
          <a:noFill/>
          <a:ln/>
        </p:spPr>
        <p:txBody>
          <a:bodyPr wrap="square" lIns="0" tIns="0" rIns="0" bIns="0" rtlCol="0" anchor="ctr"/>
          <a:lstStyle/>
          <a:p>
            <a:pPr marL="0" indent="0" algn="ctr">
              <a:buNone/>
            </a:pPr>
            <a:r>
              <a:rPr lang="en-US" sz="1800" b="1" dirty="0">
                <a:solidFill>
                  <a:srgbClr val="4036ED"/>
                </a:solidFill>
              </a:rPr>
              <a:t>=</a:t>
            </a:r>
            <a:endParaRPr lang="en-US" sz="1800" dirty="0"/>
          </a:p>
        </p:txBody>
      </p:sp>
      <p:sp>
        <p:nvSpPr>
          <p:cNvPr id="35" name="Shape 33"/>
          <p:cNvSpPr/>
          <p:nvPr/>
        </p:nvSpPr>
        <p:spPr>
          <a:xfrm>
            <a:off x="7101688" y="3886200"/>
            <a:ext cx="1554480" cy="1554480"/>
          </a:xfrm>
          <a:prstGeom prst="rect">
            <a:avLst/>
          </a:prstGeom>
          <a:solidFill>
            <a:srgbClr val="F6F6F6"/>
          </a:solidFill>
          <a:ln w="19050">
            <a:solidFill>
              <a:srgbClr val="4036ED"/>
            </a:solidFill>
            <a:prstDash val="solid"/>
          </a:ln>
        </p:spPr>
      </p:sp>
      <p:sp>
        <p:nvSpPr>
          <p:cNvPr id="36" name="Text 34"/>
          <p:cNvSpPr/>
          <p:nvPr/>
        </p:nvSpPr>
        <p:spPr>
          <a:xfrm>
            <a:off x="7101688" y="3886200"/>
            <a:ext cx="1554480" cy="77724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ㄱ</a:t>
            </a:r>
            <a:endParaRPr lang="en-US" sz="5000" dirty="0"/>
          </a:p>
        </p:txBody>
      </p:sp>
      <p:sp>
        <p:nvSpPr>
          <p:cNvPr id="37" name="Text 35"/>
          <p:cNvSpPr/>
          <p:nvPr/>
        </p:nvSpPr>
        <p:spPr>
          <a:xfrm>
            <a:off x="7101688" y="4663440"/>
            <a:ext cx="1554480" cy="77724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ㅠ</a:t>
            </a:r>
            <a:endParaRPr lang="en-US" sz="5000" dirty="0"/>
          </a:p>
        </p:txBody>
      </p:sp>
      <p:sp>
        <p:nvSpPr>
          <p:cNvPr id="38" name="Text 36"/>
          <p:cNvSpPr/>
          <p:nvPr/>
        </p:nvSpPr>
        <p:spPr>
          <a:xfrm>
            <a:off x="7101688" y="5486400"/>
            <a:ext cx="1554480" cy="365760"/>
          </a:xfrm>
          <a:prstGeom prst="rect">
            <a:avLst/>
          </a:prstGeom>
          <a:noFill/>
          <a:ln/>
        </p:spPr>
        <p:txBody>
          <a:bodyPr wrap="square" lIns="0" tIns="0" rIns="0" bIns="0" rtlCol="0" anchor="ctr"/>
          <a:lstStyle/>
          <a:p>
            <a:pPr marL="0" indent="0" algn="ctr">
              <a:buNone/>
            </a:pPr>
            <a:r>
              <a:rPr lang="en-US" sz="1600" b="1" i="1" dirty="0">
                <a:solidFill>
                  <a:srgbClr val="4036ED"/>
                </a:solidFill>
                <a:latin typeface="Calibri" pitchFamily="34" charset="0"/>
                <a:ea typeface="Calibri" pitchFamily="34" charset="-122"/>
                <a:cs typeface="Calibri" pitchFamily="34" charset="-120"/>
              </a:rPr>
              <a:t>kyu</a:t>
            </a:r>
            <a:endParaRPr lang="en-US" sz="1600" dirty="0"/>
          </a:p>
        </p:txBody>
      </p:sp>
      <p:sp>
        <p:nvSpPr>
          <p:cNvPr id="39" name="Text 37"/>
          <p:cNvSpPr/>
          <p:nvPr/>
        </p:nvSpPr>
        <p:spPr>
          <a:xfrm>
            <a:off x="8884768" y="3291840"/>
            <a:ext cx="466344" cy="45720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ㄱ</a:t>
            </a:r>
            <a:endParaRPr lang="en-US" sz="2200" dirty="0"/>
          </a:p>
        </p:txBody>
      </p:sp>
      <p:sp>
        <p:nvSpPr>
          <p:cNvPr id="40" name="Text 38"/>
          <p:cNvSpPr/>
          <p:nvPr/>
        </p:nvSpPr>
        <p:spPr>
          <a:xfrm>
            <a:off x="9351112" y="3291840"/>
            <a:ext cx="233172" cy="457200"/>
          </a:xfrm>
          <a:prstGeom prst="rect">
            <a:avLst/>
          </a:prstGeom>
          <a:noFill/>
          <a:ln/>
        </p:spPr>
        <p:txBody>
          <a:bodyPr wrap="square" lIns="0" tIns="0" rIns="0" bIns="0" rtlCol="0" anchor="ctr"/>
          <a:lstStyle/>
          <a:p>
            <a:pPr marL="0" indent="0" algn="ctr">
              <a:buNone/>
            </a:pPr>
            <a:r>
              <a:rPr lang="en-US" sz="1800" b="1" dirty="0">
                <a:solidFill>
                  <a:srgbClr val="4036ED"/>
                </a:solidFill>
              </a:rPr>
              <a:t>+</a:t>
            </a:r>
            <a:endParaRPr lang="en-US" sz="1800" dirty="0"/>
          </a:p>
        </p:txBody>
      </p:sp>
      <p:sp>
        <p:nvSpPr>
          <p:cNvPr id="41" name="Text 39"/>
          <p:cNvSpPr/>
          <p:nvPr/>
        </p:nvSpPr>
        <p:spPr>
          <a:xfrm>
            <a:off x="9584284" y="3291840"/>
            <a:ext cx="466344" cy="45720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ㅡ</a:t>
            </a:r>
            <a:endParaRPr lang="en-US" sz="2200" dirty="0"/>
          </a:p>
        </p:txBody>
      </p:sp>
      <p:sp>
        <p:nvSpPr>
          <p:cNvPr id="42" name="Text 40"/>
          <p:cNvSpPr/>
          <p:nvPr/>
        </p:nvSpPr>
        <p:spPr>
          <a:xfrm>
            <a:off x="10050628" y="3291840"/>
            <a:ext cx="388620" cy="457200"/>
          </a:xfrm>
          <a:prstGeom prst="rect">
            <a:avLst/>
          </a:prstGeom>
          <a:noFill/>
          <a:ln/>
        </p:spPr>
        <p:txBody>
          <a:bodyPr wrap="square" lIns="0" tIns="0" rIns="0" bIns="0" rtlCol="0" anchor="ctr"/>
          <a:lstStyle/>
          <a:p>
            <a:pPr marL="0" indent="0" algn="ctr">
              <a:buNone/>
            </a:pPr>
            <a:r>
              <a:rPr lang="en-US" sz="1800" b="1" dirty="0">
                <a:solidFill>
                  <a:srgbClr val="4036ED"/>
                </a:solidFill>
              </a:rPr>
              <a:t>=</a:t>
            </a:r>
            <a:endParaRPr lang="en-US" sz="1800" dirty="0"/>
          </a:p>
        </p:txBody>
      </p:sp>
      <p:sp>
        <p:nvSpPr>
          <p:cNvPr id="43" name="Shape 41"/>
          <p:cNvSpPr/>
          <p:nvPr/>
        </p:nvSpPr>
        <p:spPr>
          <a:xfrm>
            <a:off x="8884768" y="3886200"/>
            <a:ext cx="1554480" cy="1554480"/>
          </a:xfrm>
          <a:prstGeom prst="rect">
            <a:avLst/>
          </a:prstGeom>
          <a:solidFill>
            <a:srgbClr val="F6F6F6"/>
          </a:solidFill>
          <a:ln w="19050">
            <a:solidFill>
              <a:srgbClr val="4036ED"/>
            </a:solidFill>
            <a:prstDash val="solid"/>
          </a:ln>
        </p:spPr>
      </p:sp>
      <p:sp>
        <p:nvSpPr>
          <p:cNvPr id="44" name="Text 42"/>
          <p:cNvSpPr/>
          <p:nvPr/>
        </p:nvSpPr>
        <p:spPr>
          <a:xfrm>
            <a:off x="8884768" y="3886200"/>
            <a:ext cx="1554480" cy="77724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ㄱ</a:t>
            </a:r>
            <a:endParaRPr lang="en-US" sz="5000" dirty="0"/>
          </a:p>
        </p:txBody>
      </p:sp>
      <p:sp>
        <p:nvSpPr>
          <p:cNvPr id="45" name="Text 43"/>
          <p:cNvSpPr/>
          <p:nvPr/>
        </p:nvSpPr>
        <p:spPr>
          <a:xfrm>
            <a:off x="8884768" y="4663440"/>
            <a:ext cx="1554480" cy="77724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ㅡ</a:t>
            </a:r>
            <a:endParaRPr lang="en-US" sz="5000" dirty="0"/>
          </a:p>
        </p:txBody>
      </p:sp>
      <p:sp>
        <p:nvSpPr>
          <p:cNvPr id="46" name="Text 44"/>
          <p:cNvSpPr/>
          <p:nvPr/>
        </p:nvSpPr>
        <p:spPr>
          <a:xfrm>
            <a:off x="8884768" y="5486400"/>
            <a:ext cx="1554480" cy="365760"/>
          </a:xfrm>
          <a:prstGeom prst="rect">
            <a:avLst/>
          </a:prstGeom>
          <a:noFill/>
          <a:ln/>
        </p:spPr>
        <p:txBody>
          <a:bodyPr wrap="square" lIns="0" tIns="0" rIns="0" bIns="0" rtlCol="0" anchor="ctr"/>
          <a:lstStyle/>
          <a:p>
            <a:pPr marL="0" indent="0" algn="ctr">
              <a:buNone/>
            </a:pPr>
            <a:r>
              <a:rPr lang="en-US" sz="1600" b="1" i="1" dirty="0">
                <a:solidFill>
                  <a:srgbClr val="4036ED"/>
                </a:solidFill>
                <a:latin typeface="Calibri" pitchFamily="34" charset="0"/>
                <a:ea typeface="Calibri" pitchFamily="34" charset="-122"/>
                <a:cs typeface="Calibri" pitchFamily="34" charset="-120"/>
              </a:rPr>
              <a:t>keu</a:t>
            </a:r>
            <a:endParaRPr lang="en-US" sz="1600" dirty="0"/>
          </a:p>
        </p:txBody>
      </p:sp>
      <p:pic>
        <p:nvPicPr>
          <p:cNvPr id="47"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48" name="Text 4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49" name="Text 4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72</a:t>
            </a:r>
            <a:endParaRPr lang="en-US" sz="800" dirty="0"/>
          </a:p>
        </p:txBody>
      </p:sp>
    </p:spTree>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name="Slide 73">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§3.11 · LECTURA</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Práctica · ㄴ ㄷ ㄹ</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Mismas tres consonantes, ahora con vocales horizontales.</a:t>
            </a:r>
            <a:endParaRPr lang="en-US" sz="1400" dirty="0"/>
          </a:p>
        </p:txBody>
      </p:sp>
      <p:sp>
        <p:nvSpPr>
          <p:cNvPr id="5" name="Text 3"/>
          <p:cNvSpPr/>
          <p:nvPr/>
        </p:nvSpPr>
        <p:spPr>
          <a:xfrm>
            <a:off x="8534095" y="868680"/>
            <a:ext cx="3200400" cy="320040"/>
          </a:xfrm>
          <a:prstGeom prst="rect">
            <a:avLst/>
          </a:prstGeom>
          <a:noFill/>
          <a:ln/>
        </p:spPr>
        <p:txBody>
          <a:bodyPr wrap="square" lIns="0" tIns="0" rIns="0" bIns="0" rtlCol="0" anchor="ctr"/>
          <a:lstStyle/>
          <a:p>
            <a:pPr marL="0" indent="0" algn="r">
              <a:buNone/>
            </a:pPr>
            <a:r>
              <a:rPr lang="en-US" sz="1100" b="1" kern="0" spc="300" dirty="0">
                <a:solidFill>
                  <a:srgbClr val="A79BFF"/>
                </a:solidFill>
                <a:latin typeface="Calibri" pitchFamily="34" charset="0"/>
                <a:ea typeface="Calibri" pitchFamily="34" charset="-122"/>
                <a:cs typeface="Calibri" pitchFamily="34" charset="-120"/>
              </a:rPr>
              <a:t>설음 · LENGUA</a:t>
            </a:r>
            <a:endParaRPr lang="en-US" sz="1100" dirty="0"/>
          </a:p>
        </p:txBody>
      </p:sp>
      <p:sp>
        <p:nvSpPr>
          <p:cNvPr id="6" name="Shape 4"/>
          <p:cNvSpPr/>
          <p:nvPr/>
        </p:nvSpPr>
        <p:spPr>
          <a:xfrm>
            <a:off x="1638148" y="2560320"/>
            <a:ext cx="1371600" cy="1005840"/>
          </a:xfrm>
          <a:prstGeom prst="roundRect">
            <a:avLst>
              <a:gd name="adj" fmla="val 10909"/>
            </a:avLst>
          </a:prstGeom>
          <a:solidFill>
            <a:srgbClr val="A79BFF"/>
          </a:solidFill>
          <a:ln w="12700">
            <a:solidFill>
              <a:srgbClr val="A79BFF"/>
            </a:solidFill>
            <a:prstDash val="solid"/>
          </a:ln>
        </p:spPr>
      </p:sp>
      <p:sp>
        <p:nvSpPr>
          <p:cNvPr id="7" name="Text 5"/>
          <p:cNvSpPr/>
          <p:nvPr/>
        </p:nvSpPr>
        <p:spPr>
          <a:xfrm>
            <a:off x="1638148" y="2560320"/>
            <a:ext cx="1371600" cy="653796"/>
          </a:xfrm>
          <a:prstGeom prst="rect">
            <a:avLst/>
          </a:prstGeom>
          <a:noFill/>
          <a:ln/>
        </p:spPr>
        <p:txBody>
          <a:bodyPr wrap="square" lIns="0" tIns="0" rIns="0" bIns="0" rtlCol="0" anchor="ctr"/>
          <a:lstStyle/>
          <a:p>
            <a:pPr marL="0" indent="0" algn="ctr">
              <a:buNone/>
            </a:pPr>
            <a:r>
              <a:rPr lang="en-US" sz="3800" b="1" dirty="0">
                <a:solidFill>
                  <a:srgbClr val="F6F6F6"/>
                </a:solidFill>
                <a:latin typeface="Malgun Gothic" pitchFamily="34" charset="0"/>
                <a:ea typeface="Malgun Gothic" pitchFamily="34" charset="-122"/>
                <a:cs typeface="Malgun Gothic" pitchFamily="34" charset="-120"/>
              </a:rPr>
              <a:t>ㄴ</a:t>
            </a:r>
            <a:endParaRPr lang="en-US" sz="3800" dirty="0"/>
          </a:p>
        </p:txBody>
      </p:sp>
      <p:sp>
        <p:nvSpPr>
          <p:cNvPr id="8" name="Text 6"/>
          <p:cNvSpPr/>
          <p:nvPr/>
        </p:nvSpPr>
        <p:spPr>
          <a:xfrm>
            <a:off x="1638148" y="3214116"/>
            <a:ext cx="1371600" cy="352044"/>
          </a:xfrm>
          <a:prstGeom prst="rect">
            <a:avLst/>
          </a:prstGeom>
          <a:noFill/>
          <a:ln/>
        </p:spPr>
        <p:txBody>
          <a:bodyPr wrap="square" lIns="0" tIns="0" rIns="0" bIns="0" rtlCol="0" anchor="t"/>
          <a:lstStyle/>
          <a:p>
            <a:pPr marL="0" indent="0" algn="ctr">
              <a:buNone/>
            </a:pPr>
            <a:r>
              <a:rPr lang="en-US" sz="1000" b="1" kern="0" spc="200" dirty="0">
                <a:solidFill>
                  <a:srgbClr val="EDE8FF"/>
                </a:solidFill>
                <a:latin typeface="Calibri" pitchFamily="34" charset="0"/>
                <a:ea typeface="Calibri" pitchFamily="34" charset="-122"/>
                <a:cs typeface="Calibri" pitchFamily="34" charset="-120"/>
              </a:rPr>
              <a:t>NIEUN</a:t>
            </a:r>
            <a:endParaRPr lang="en-US" sz="1000" dirty="0"/>
          </a:p>
        </p:txBody>
      </p:sp>
      <p:sp>
        <p:nvSpPr>
          <p:cNvPr id="9" name="Shape 7"/>
          <p:cNvSpPr/>
          <p:nvPr/>
        </p:nvSpPr>
        <p:spPr>
          <a:xfrm>
            <a:off x="3146908" y="2560320"/>
            <a:ext cx="1371600" cy="1005840"/>
          </a:xfrm>
          <a:prstGeom prst="roundRect">
            <a:avLst>
              <a:gd name="adj" fmla="val 10909"/>
            </a:avLst>
          </a:prstGeom>
          <a:solidFill>
            <a:srgbClr val="EDE8FF"/>
          </a:solidFill>
          <a:ln w="15240">
            <a:solidFill>
              <a:srgbClr val="A79BFF"/>
            </a:solidFill>
            <a:prstDash val="solid"/>
          </a:ln>
        </p:spPr>
      </p:sp>
      <p:sp>
        <p:nvSpPr>
          <p:cNvPr id="10" name="Text 8"/>
          <p:cNvSpPr/>
          <p:nvPr/>
        </p:nvSpPr>
        <p:spPr>
          <a:xfrm>
            <a:off x="3146908" y="2560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노</a:t>
            </a:r>
            <a:endParaRPr lang="en-US" sz="3600" dirty="0"/>
          </a:p>
        </p:txBody>
      </p:sp>
      <p:sp>
        <p:nvSpPr>
          <p:cNvPr id="11" name="Text 9"/>
          <p:cNvSpPr/>
          <p:nvPr/>
        </p:nvSpPr>
        <p:spPr>
          <a:xfrm>
            <a:off x="314690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no</a:t>
            </a:r>
            <a:endParaRPr lang="en-US" sz="1200" dirty="0"/>
          </a:p>
        </p:txBody>
      </p:sp>
      <p:sp>
        <p:nvSpPr>
          <p:cNvPr id="12" name="Shape 10"/>
          <p:cNvSpPr/>
          <p:nvPr/>
        </p:nvSpPr>
        <p:spPr>
          <a:xfrm>
            <a:off x="4655668" y="2560320"/>
            <a:ext cx="1371600" cy="1005840"/>
          </a:xfrm>
          <a:prstGeom prst="roundRect">
            <a:avLst>
              <a:gd name="adj" fmla="val 10909"/>
            </a:avLst>
          </a:prstGeom>
          <a:solidFill>
            <a:srgbClr val="EDE8FF"/>
          </a:solidFill>
          <a:ln w="15240">
            <a:solidFill>
              <a:srgbClr val="A79BFF"/>
            </a:solidFill>
            <a:prstDash val="solid"/>
          </a:ln>
        </p:spPr>
      </p:sp>
      <p:sp>
        <p:nvSpPr>
          <p:cNvPr id="13" name="Text 11"/>
          <p:cNvSpPr/>
          <p:nvPr/>
        </p:nvSpPr>
        <p:spPr>
          <a:xfrm>
            <a:off x="4655668" y="2560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뇨</a:t>
            </a:r>
            <a:endParaRPr lang="en-US" sz="3600" dirty="0"/>
          </a:p>
        </p:txBody>
      </p:sp>
      <p:sp>
        <p:nvSpPr>
          <p:cNvPr id="14" name="Text 12"/>
          <p:cNvSpPr/>
          <p:nvPr/>
        </p:nvSpPr>
        <p:spPr>
          <a:xfrm>
            <a:off x="465566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nyo</a:t>
            </a:r>
            <a:endParaRPr lang="en-US" sz="1200" dirty="0"/>
          </a:p>
        </p:txBody>
      </p:sp>
      <p:sp>
        <p:nvSpPr>
          <p:cNvPr id="15" name="Shape 13"/>
          <p:cNvSpPr/>
          <p:nvPr/>
        </p:nvSpPr>
        <p:spPr>
          <a:xfrm>
            <a:off x="6164428" y="2560320"/>
            <a:ext cx="1371600" cy="1005840"/>
          </a:xfrm>
          <a:prstGeom prst="roundRect">
            <a:avLst>
              <a:gd name="adj" fmla="val 10909"/>
            </a:avLst>
          </a:prstGeom>
          <a:solidFill>
            <a:srgbClr val="EDE8FF"/>
          </a:solidFill>
          <a:ln w="15240">
            <a:solidFill>
              <a:srgbClr val="A79BFF"/>
            </a:solidFill>
            <a:prstDash val="solid"/>
          </a:ln>
        </p:spPr>
      </p:sp>
      <p:sp>
        <p:nvSpPr>
          <p:cNvPr id="16" name="Text 14"/>
          <p:cNvSpPr/>
          <p:nvPr/>
        </p:nvSpPr>
        <p:spPr>
          <a:xfrm>
            <a:off x="6164428" y="2560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누</a:t>
            </a:r>
            <a:endParaRPr lang="en-US" sz="3600" dirty="0"/>
          </a:p>
        </p:txBody>
      </p:sp>
      <p:sp>
        <p:nvSpPr>
          <p:cNvPr id="17" name="Text 15"/>
          <p:cNvSpPr/>
          <p:nvPr/>
        </p:nvSpPr>
        <p:spPr>
          <a:xfrm>
            <a:off x="616442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nu</a:t>
            </a:r>
            <a:endParaRPr lang="en-US" sz="1200" dirty="0"/>
          </a:p>
        </p:txBody>
      </p:sp>
      <p:sp>
        <p:nvSpPr>
          <p:cNvPr id="18" name="Shape 16"/>
          <p:cNvSpPr/>
          <p:nvPr/>
        </p:nvSpPr>
        <p:spPr>
          <a:xfrm>
            <a:off x="7673188" y="2560320"/>
            <a:ext cx="1371600" cy="1005840"/>
          </a:xfrm>
          <a:prstGeom prst="roundRect">
            <a:avLst>
              <a:gd name="adj" fmla="val 10909"/>
            </a:avLst>
          </a:prstGeom>
          <a:solidFill>
            <a:srgbClr val="EDE8FF"/>
          </a:solidFill>
          <a:ln w="15240">
            <a:solidFill>
              <a:srgbClr val="A79BFF"/>
            </a:solidFill>
            <a:prstDash val="solid"/>
          </a:ln>
        </p:spPr>
      </p:sp>
      <p:sp>
        <p:nvSpPr>
          <p:cNvPr id="19" name="Text 17"/>
          <p:cNvSpPr/>
          <p:nvPr/>
        </p:nvSpPr>
        <p:spPr>
          <a:xfrm>
            <a:off x="7673188" y="2560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뉴</a:t>
            </a:r>
            <a:endParaRPr lang="en-US" sz="3600" dirty="0"/>
          </a:p>
        </p:txBody>
      </p:sp>
      <p:sp>
        <p:nvSpPr>
          <p:cNvPr id="20" name="Text 18"/>
          <p:cNvSpPr/>
          <p:nvPr/>
        </p:nvSpPr>
        <p:spPr>
          <a:xfrm>
            <a:off x="767318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nyu</a:t>
            </a:r>
            <a:endParaRPr lang="en-US" sz="1200" dirty="0"/>
          </a:p>
        </p:txBody>
      </p:sp>
      <p:sp>
        <p:nvSpPr>
          <p:cNvPr id="21" name="Shape 19"/>
          <p:cNvSpPr/>
          <p:nvPr/>
        </p:nvSpPr>
        <p:spPr>
          <a:xfrm>
            <a:off x="9181948" y="2560320"/>
            <a:ext cx="1371600" cy="1005840"/>
          </a:xfrm>
          <a:prstGeom prst="roundRect">
            <a:avLst>
              <a:gd name="adj" fmla="val 10909"/>
            </a:avLst>
          </a:prstGeom>
          <a:solidFill>
            <a:srgbClr val="EDE8FF"/>
          </a:solidFill>
          <a:ln w="15240">
            <a:solidFill>
              <a:srgbClr val="A79BFF"/>
            </a:solidFill>
            <a:prstDash val="solid"/>
          </a:ln>
        </p:spPr>
      </p:sp>
      <p:sp>
        <p:nvSpPr>
          <p:cNvPr id="22" name="Text 20"/>
          <p:cNvSpPr/>
          <p:nvPr/>
        </p:nvSpPr>
        <p:spPr>
          <a:xfrm>
            <a:off x="9181948" y="2560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느</a:t>
            </a:r>
            <a:endParaRPr lang="en-US" sz="3600" dirty="0"/>
          </a:p>
        </p:txBody>
      </p:sp>
      <p:sp>
        <p:nvSpPr>
          <p:cNvPr id="23" name="Text 21"/>
          <p:cNvSpPr/>
          <p:nvPr/>
        </p:nvSpPr>
        <p:spPr>
          <a:xfrm>
            <a:off x="918194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neu</a:t>
            </a:r>
            <a:endParaRPr lang="en-US" sz="1200" dirty="0"/>
          </a:p>
        </p:txBody>
      </p:sp>
      <p:sp>
        <p:nvSpPr>
          <p:cNvPr id="24" name="Shape 22"/>
          <p:cNvSpPr/>
          <p:nvPr/>
        </p:nvSpPr>
        <p:spPr>
          <a:xfrm>
            <a:off x="1638148" y="3703320"/>
            <a:ext cx="1371600" cy="1005840"/>
          </a:xfrm>
          <a:prstGeom prst="roundRect">
            <a:avLst>
              <a:gd name="adj" fmla="val 10909"/>
            </a:avLst>
          </a:prstGeom>
          <a:solidFill>
            <a:srgbClr val="A79BFF"/>
          </a:solidFill>
          <a:ln w="12700">
            <a:solidFill>
              <a:srgbClr val="A79BFF"/>
            </a:solidFill>
            <a:prstDash val="solid"/>
          </a:ln>
        </p:spPr>
      </p:sp>
      <p:sp>
        <p:nvSpPr>
          <p:cNvPr id="25" name="Text 23"/>
          <p:cNvSpPr/>
          <p:nvPr/>
        </p:nvSpPr>
        <p:spPr>
          <a:xfrm>
            <a:off x="1638148" y="3703320"/>
            <a:ext cx="1371600" cy="653796"/>
          </a:xfrm>
          <a:prstGeom prst="rect">
            <a:avLst/>
          </a:prstGeom>
          <a:noFill/>
          <a:ln/>
        </p:spPr>
        <p:txBody>
          <a:bodyPr wrap="square" lIns="0" tIns="0" rIns="0" bIns="0" rtlCol="0" anchor="ctr"/>
          <a:lstStyle/>
          <a:p>
            <a:pPr marL="0" indent="0" algn="ctr">
              <a:buNone/>
            </a:pPr>
            <a:r>
              <a:rPr lang="en-US" sz="3800" b="1" dirty="0">
                <a:solidFill>
                  <a:srgbClr val="F6F6F6"/>
                </a:solidFill>
                <a:latin typeface="Malgun Gothic" pitchFamily="34" charset="0"/>
                <a:ea typeface="Malgun Gothic" pitchFamily="34" charset="-122"/>
                <a:cs typeface="Malgun Gothic" pitchFamily="34" charset="-120"/>
              </a:rPr>
              <a:t>ㄷ</a:t>
            </a:r>
            <a:endParaRPr lang="en-US" sz="3800" dirty="0"/>
          </a:p>
        </p:txBody>
      </p:sp>
      <p:sp>
        <p:nvSpPr>
          <p:cNvPr id="26" name="Text 24"/>
          <p:cNvSpPr/>
          <p:nvPr/>
        </p:nvSpPr>
        <p:spPr>
          <a:xfrm>
            <a:off x="1638148" y="4357116"/>
            <a:ext cx="1371600" cy="352044"/>
          </a:xfrm>
          <a:prstGeom prst="rect">
            <a:avLst/>
          </a:prstGeom>
          <a:noFill/>
          <a:ln/>
        </p:spPr>
        <p:txBody>
          <a:bodyPr wrap="square" lIns="0" tIns="0" rIns="0" bIns="0" rtlCol="0" anchor="t"/>
          <a:lstStyle/>
          <a:p>
            <a:pPr marL="0" indent="0" algn="ctr">
              <a:buNone/>
            </a:pPr>
            <a:r>
              <a:rPr lang="en-US" sz="1000" b="1" kern="0" spc="200" dirty="0">
                <a:solidFill>
                  <a:srgbClr val="EDE8FF"/>
                </a:solidFill>
                <a:latin typeface="Calibri" pitchFamily="34" charset="0"/>
                <a:ea typeface="Calibri" pitchFamily="34" charset="-122"/>
                <a:cs typeface="Calibri" pitchFamily="34" charset="-120"/>
              </a:rPr>
              <a:t>DIGEUT</a:t>
            </a:r>
            <a:endParaRPr lang="en-US" sz="1000" dirty="0"/>
          </a:p>
        </p:txBody>
      </p:sp>
      <p:sp>
        <p:nvSpPr>
          <p:cNvPr id="27" name="Shape 25"/>
          <p:cNvSpPr/>
          <p:nvPr/>
        </p:nvSpPr>
        <p:spPr>
          <a:xfrm>
            <a:off x="3146908" y="3703320"/>
            <a:ext cx="1371600" cy="1005840"/>
          </a:xfrm>
          <a:prstGeom prst="roundRect">
            <a:avLst>
              <a:gd name="adj" fmla="val 10909"/>
            </a:avLst>
          </a:prstGeom>
          <a:solidFill>
            <a:srgbClr val="EDE8FF"/>
          </a:solidFill>
          <a:ln w="15240">
            <a:solidFill>
              <a:srgbClr val="A79BFF"/>
            </a:solidFill>
            <a:prstDash val="solid"/>
          </a:ln>
        </p:spPr>
      </p:sp>
      <p:sp>
        <p:nvSpPr>
          <p:cNvPr id="28" name="Text 26"/>
          <p:cNvSpPr/>
          <p:nvPr/>
        </p:nvSpPr>
        <p:spPr>
          <a:xfrm>
            <a:off x="3146908" y="3703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도</a:t>
            </a:r>
            <a:endParaRPr lang="en-US" sz="3600" dirty="0"/>
          </a:p>
        </p:txBody>
      </p:sp>
      <p:sp>
        <p:nvSpPr>
          <p:cNvPr id="29" name="Text 27"/>
          <p:cNvSpPr/>
          <p:nvPr/>
        </p:nvSpPr>
        <p:spPr>
          <a:xfrm>
            <a:off x="314690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do</a:t>
            </a:r>
            <a:endParaRPr lang="en-US" sz="1200" dirty="0"/>
          </a:p>
        </p:txBody>
      </p:sp>
      <p:sp>
        <p:nvSpPr>
          <p:cNvPr id="30" name="Shape 28"/>
          <p:cNvSpPr/>
          <p:nvPr/>
        </p:nvSpPr>
        <p:spPr>
          <a:xfrm>
            <a:off x="4655668" y="3703320"/>
            <a:ext cx="1371600" cy="1005840"/>
          </a:xfrm>
          <a:prstGeom prst="roundRect">
            <a:avLst>
              <a:gd name="adj" fmla="val 10909"/>
            </a:avLst>
          </a:prstGeom>
          <a:solidFill>
            <a:srgbClr val="EDE8FF"/>
          </a:solidFill>
          <a:ln w="15240">
            <a:solidFill>
              <a:srgbClr val="A79BFF"/>
            </a:solidFill>
            <a:prstDash val="solid"/>
          </a:ln>
        </p:spPr>
      </p:sp>
      <p:sp>
        <p:nvSpPr>
          <p:cNvPr id="31" name="Text 29"/>
          <p:cNvSpPr/>
          <p:nvPr/>
        </p:nvSpPr>
        <p:spPr>
          <a:xfrm>
            <a:off x="4655668" y="3703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됴</a:t>
            </a:r>
            <a:endParaRPr lang="en-US" sz="3600" dirty="0"/>
          </a:p>
        </p:txBody>
      </p:sp>
      <p:sp>
        <p:nvSpPr>
          <p:cNvPr id="32" name="Text 30"/>
          <p:cNvSpPr/>
          <p:nvPr/>
        </p:nvSpPr>
        <p:spPr>
          <a:xfrm>
            <a:off x="465566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dyo</a:t>
            </a:r>
            <a:endParaRPr lang="en-US" sz="1200" dirty="0"/>
          </a:p>
        </p:txBody>
      </p:sp>
      <p:sp>
        <p:nvSpPr>
          <p:cNvPr id="33" name="Shape 31"/>
          <p:cNvSpPr/>
          <p:nvPr/>
        </p:nvSpPr>
        <p:spPr>
          <a:xfrm>
            <a:off x="6164428" y="3703320"/>
            <a:ext cx="1371600" cy="1005840"/>
          </a:xfrm>
          <a:prstGeom prst="roundRect">
            <a:avLst>
              <a:gd name="adj" fmla="val 10909"/>
            </a:avLst>
          </a:prstGeom>
          <a:solidFill>
            <a:srgbClr val="EDE8FF"/>
          </a:solidFill>
          <a:ln w="15240">
            <a:solidFill>
              <a:srgbClr val="A79BFF"/>
            </a:solidFill>
            <a:prstDash val="solid"/>
          </a:ln>
        </p:spPr>
      </p:sp>
      <p:sp>
        <p:nvSpPr>
          <p:cNvPr id="34" name="Text 32"/>
          <p:cNvSpPr/>
          <p:nvPr/>
        </p:nvSpPr>
        <p:spPr>
          <a:xfrm>
            <a:off x="6164428" y="3703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두</a:t>
            </a:r>
            <a:endParaRPr lang="en-US" sz="3600" dirty="0"/>
          </a:p>
        </p:txBody>
      </p:sp>
      <p:sp>
        <p:nvSpPr>
          <p:cNvPr id="35" name="Text 33"/>
          <p:cNvSpPr/>
          <p:nvPr/>
        </p:nvSpPr>
        <p:spPr>
          <a:xfrm>
            <a:off x="616442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du</a:t>
            </a:r>
            <a:endParaRPr lang="en-US" sz="1200" dirty="0"/>
          </a:p>
        </p:txBody>
      </p:sp>
      <p:sp>
        <p:nvSpPr>
          <p:cNvPr id="36" name="Shape 34"/>
          <p:cNvSpPr/>
          <p:nvPr/>
        </p:nvSpPr>
        <p:spPr>
          <a:xfrm>
            <a:off x="7673188" y="3703320"/>
            <a:ext cx="1371600" cy="1005840"/>
          </a:xfrm>
          <a:prstGeom prst="roundRect">
            <a:avLst>
              <a:gd name="adj" fmla="val 10909"/>
            </a:avLst>
          </a:prstGeom>
          <a:solidFill>
            <a:srgbClr val="EDE8FF"/>
          </a:solidFill>
          <a:ln w="15240">
            <a:solidFill>
              <a:srgbClr val="A79BFF"/>
            </a:solidFill>
            <a:prstDash val="solid"/>
          </a:ln>
        </p:spPr>
      </p:sp>
      <p:sp>
        <p:nvSpPr>
          <p:cNvPr id="37" name="Text 35"/>
          <p:cNvSpPr/>
          <p:nvPr/>
        </p:nvSpPr>
        <p:spPr>
          <a:xfrm>
            <a:off x="7673188" y="3703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듀</a:t>
            </a:r>
            <a:endParaRPr lang="en-US" sz="3600" dirty="0"/>
          </a:p>
        </p:txBody>
      </p:sp>
      <p:sp>
        <p:nvSpPr>
          <p:cNvPr id="38" name="Text 36"/>
          <p:cNvSpPr/>
          <p:nvPr/>
        </p:nvSpPr>
        <p:spPr>
          <a:xfrm>
            <a:off x="767318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dyu</a:t>
            </a:r>
            <a:endParaRPr lang="en-US" sz="1200" dirty="0"/>
          </a:p>
        </p:txBody>
      </p:sp>
      <p:sp>
        <p:nvSpPr>
          <p:cNvPr id="39" name="Shape 37"/>
          <p:cNvSpPr/>
          <p:nvPr/>
        </p:nvSpPr>
        <p:spPr>
          <a:xfrm>
            <a:off x="9181948" y="3703320"/>
            <a:ext cx="1371600" cy="1005840"/>
          </a:xfrm>
          <a:prstGeom prst="roundRect">
            <a:avLst>
              <a:gd name="adj" fmla="val 10909"/>
            </a:avLst>
          </a:prstGeom>
          <a:solidFill>
            <a:srgbClr val="EDE8FF"/>
          </a:solidFill>
          <a:ln w="15240">
            <a:solidFill>
              <a:srgbClr val="A79BFF"/>
            </a:solidFill>
            <a:prstDash val="solid"/>
          </a:ln>
        </p:spPr>
      </p:sp>
      <p:sp>
        <p:nvSpPr>
          <p:cNvPr id="40" name="Text 38"/>
          <p:cNvSpPr/>
          <p:nvPr/>
        </p:nvSpPr>
        <p:spPr>
          <a:xfrm>
            <a:off x="9181948" y="3703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드</a:t>
            </a:r>
            <a:endParaRPr lang="en-US" sz="3600" dirty="0"/>
          </a:p>
        </p:txBody>
      </p:sp>
      <p:sp>
        <p:nvSpPr>
          <p:cNvPr id="41" name="Text 39"/>
          <p:cNvSpPr/>
          <p:nvPr/>
        </p:nvSpPr>
        <p:spPr>
          <a:xfrm>
            <a:off x="918194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deu</a:t>
            </a:r>
            <a:endParaRPr lang="en-US" sz="1200" dirty="0"/>
          </a:p>
        </p:txBody>
      </p:sp>
      <p:sp>
        <p:nvSpPr>
          <p:cNvPr id="42" name="Shape 40"/>
          <p:cNvSpPr/>
          <p:nvPr/>
        </p:nvSpPr>
        <p:spPr>
          <a:xfrm>
            <a:off x="1638148" y="4846320"/>
            <a:ext cx="1371600" cy="1005840"/>
          </a:xfrm>
          <a:prstGeom prst="roundRect">
            <a:avLst>
              <a:gd name="adj" fmla="val 10909"/>
            </a:avLst>
          </a:prstGeom>
          <a:solidFill>
            <a:srgbClr val="A79BFF"/>
          </a:solidFill>
          <a:ln w="12700">
            <a:solidFill>
              <a:srgbClr val="A79BFF"/>
            </a:solidFill>
            <a:prstDash val="solid"/>
          </a:ln>
        </p:spPr>
      </p:sp>
      <p:sp>
        <p:nvSpPr>
          <p:cNvPr id="43" name="Text 41"/>
          <p:cNvSpPr/>
          <p:nvPr/>
        </p:nvSpPr>
        <p:spPr>
          <a:xfrm>
            <a:off x="1638148" y="4846320"/>
            <a:ext cx="1371600" cy="653796"/>
          </a:xfrm>
          <a:prstGeom prst="rect">
            <a:avLst/>
          </a:prstGeom>
          <a:noFill/>
          <a:ln/>
        </p:spPr>
        <p:txBody>
          <a:bodyPr wrap="square" lIns="0" tIns="0" rIns="0" bIns="0" rtlCol="0" anchor="ctr"/>
          <a:lstStyle/>
          <a:p>
            <a:pPr marL="0" indent="0" algn="ctr">
              <a:buNone/>
            </a:pPr>
            <a:r>
              <a:rPr lang="en-US" sz="3800" b="1" dirty="0">
                <a:solidFill>
                  <a:srgbClr val="F6F6F6"/>
                </a:solidFill>
                <a:latin typeface="Malgun Gothic" pitchFamily="34" charset="0"/>
                <a:ea typeface="Malgun Gothic" pitchFamily="34" charset="-122"/>
                <a:cs typeface="Malgun Gothic" pitchFamily="34" charset="-120"/>
              </a:rPr>
              <a:t>ㄹ</a:t>
            </a:r>
            <a:endParaRPr lang="en-US" sz="3800" dirty="0"/>
          </a:p>
        </p:txBody>
      </p:sp>
      <p:sp>
        <p:nvSpPr>
          <p:cNvPr id="44" name="Text 42"/>
          <p:cNvSpPr/>
          <p:nvPr/>
        </p:nvSpPr>
        <p:spPr>
          <a:xfrm>
            <a:off x="1638148" y="5500116"/>
            <a:ext cx="1371600" cy="352044"/>
          </a:xfrm>
          <a:prstGeom prst="rect">
            <a:avLst/>
          </a:prstGeom>
          <a:noFill/>
          <a:ln/>
        </p:spPr>
        <p:txBody>
          <a:bodyPr wrap="square" lIns="0" tIns="0" rIns="0" bIns="0" rtlCol="0" anchor="t"/>
          <a:lstStyle/>
          <a:p>
            <a:pPr marL="0" indent="0" algn="ctr">
              <a:buNone/>
            </a:pPr>
            <a:r>
              <a:rPr lang="en-US" sz="1000" b="1" kern="0" spc="200" dirty="0">
                <a:solidFill>
                  <a:srgbClr val="EDE8FF"/>
                </a:solidFill>
                <a:latin typeface="Calibri" pitchFamily="34" charset="0"/>
                <a:ea typeface="Calibri" pitchFamily="34" charset="-122"/>
                <a:cs typeface="Calibri" pitchFamily="34" charset="-120"/>
              </a:rPr>
              <a:t>RIEUL</a:t>
            </a:r>
            <a:endParaRPr lang="en-US" sz="1000" dirty="0"/>
          </a:p>
        </p:txBody>
      </p:sp>
      <p:sp>
        <p:nvSpPr>
          <p:cNvPr id="45" name="Shape 43"/>
          <p:cNvSpPr/>
          <p:nvPr/>
        </p:nvSpPr>
        <p:spPr>
          <a:xfrm>
            <a:off x="3146908" y="4846320"/>
            <a:ext cx="1371600" cy="1005840"/>
          </a:xfrm>
          <a:prstGeom prst="roundRect">
            <a:avLst>
              <a:gd name="adj" fmla="val 10909"/>
            </a:avLst>
          </a:prstGeom>
          <a:solidFill>
            <a:srgbClr val="EDE8FF"/>
          </a:solidFill>
          <a:ln w="15240">
            <a:solidFill>
              <a:srgbClr val="A79BFF"/>
            </a:solidFill>
            <a:prstDash val="solid"/>
          </a:ln>
        </p:spPr>
      </p:sp>
      <p:sp>
        <p:nvSpPr>
          <p:cNvPr id="46" name="Text 44"/>
          <p:cNvSpPr/>
          <p:nvPr/>
        </p:nvSpPr>
        <p:spPr>
          <a:xfrm>
            <a:off x="3146908" y="4846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로</a:t>
            </a:r>
            <a:endParaRPr lang="en-US" sz="3600" dirty="0"/>
          </a:p>
        </p:txBody>
      </p:sp>
      <p:sp>
        <p:nvSpPr>
          <p:cNvPr id="47" name="Text 45"/>
          <p:cNvSpPr/>
          <p:nvPr/>
        </p:nvSpPr>
        <p:spPr>
          <a:xfrm>
            <a:off x="314690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ro</a:t>
            </a:r>
            <a:endParaRPr lang="en-US" sz="1200" dirty="0"/>
          </a:p>
        </p:txBody>
      </p:sp>
      <p:sp>
        <p:nvSpPr>
          <p:cNvPr id="48" name="Shape 46"/>
          <p:cNvSpPr/>
          <p:nvPr/>
        </p:nvSpPr>
        <p:spPr>
          <a:xfrm>
            <a:off x="4655668" y="4846320"/>
            <a:ext cx="1371600" cy="1005840"/>
          </a:xfrm>
          <a:prstGeom prst="roundRect">
            <a:avLst>
              <a:gd name="adj" fmla="val 10909"/>
            </a:avLst>
          </a:prstGeom>
          <a:solidFill>
            <a:srgbClr val="EDE8FF"/>
          </a:solidFill>
          <a:ln w="15240">
            <a:solidFill>
              <a:srgbClr val="A79BFF"/>
            </a:solidFill>
            <a:prstDash val="solid"/>
          </a:ln>
        </p:spPr>
      </p:sp>
      <p:sp>
        <p:nvSpPr>
          <p:cNvPr id="49" name="Text 47"/>
          <p:cNvSpPr/>
          <p:nvPr/>
        </p:nvSpPr>
        <p:spPr>
          <a:xfrm>
            <a:off x="4655668" y="4846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료</a:t>
            </a:r>
            <a:endParaRPr lang="en-US" sz="3600" dirty="0"/>
          </a:p>
        </p:txBody>
      </p:sp>
      <p:sp>
        <p:nvSpPr>
          <p:cNvPr id="50" name="Text 48"/>
          <p:cNvSpPr/>
          <p:nvPr/>
        </p:nvSpPr>
        <p:spPr>
          <a:xfrm>
            <a:off x="465566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ryo</a:t>
            </a:r>
            <a:endParaRPr lang="en-US" sz="1200" dirty="0"/>
          </a:p>
        </p:txBody>
      </p:sp>
      <p:sp>
        <p:nvSpPr>
          <p:cNvPr id="51" name="Shape 49"/>
          <p:cNvSpPr/>
          <p:nvPr/>
        </p:nvSpPr>
        <p:spPr>
          <a:xfrm>
            <a:off x="6164428" y="4846320"/>
            <a:ext cx="1371600" cy="1005840"/>
          </a:xfrm>
          <a:prstGeom prst="roundRect">
            <a:avLst>
              <a:gd name="adj" fmla="val 10909"/>
            </a:avLst>
          </a:prstGeom>
          <a:solidFill>
            <a:srgbClr val="EDE8FF"/>
          </a:solidFill>
          <a:ln w="15240">
            <a:solidFill>
              <a:srgbClr val="A79BFF"/>
            </a:solidFill>
            <a:prstDash val="solid"/>
          </a:ln>
        </p:spPr>
      </p:sp>
      <p:sp>
        <p:nvSpPr>
          <p:cNvPr id="52" name="Text 50"/>
          <p:cNvSpPr/>
          <p:nvPr/>
        </p:nvSpPr>
        <p:spPr>
          <a:xfrm>
            <a:off x="6164428" y="4846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루</a:t>
            </a:r>
            <a:endParaRPr lang="en-US" sz="3600" dirty="0"/>
          </a:p>
        </p:txBody>
      </p:sp>
      <p:sp>
        <p:nvSpPr>
          <p:cNvPr id="53" name="Text 51"/>
          <p:cNvSpPr/>
          <p:nvPr/>
        </p:nvSpPr>
        <p:spPr>
          <a:xfrm>
            <a:off x="616442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ru</a:t>
            </a:r>
            <a:endParaRPr lang="en-US" sz="1200" dirty="0"/>
          </a:p>
        </p:txBody>
      </p:sp>
      <p:sp>
        <p:nvSpPr>
          <p:cNvPr id="54" name="Shape 52"/>
          <p:cNvSpPr/>
          <p:nvPr/>
        </p:nvSpPr>
        <p:spPr>
          <a:xfrm>
            <a:off x="7673188" y="4846320"/>
            <a:ext cx="1371600" cy="1005840"/>
          </a:xfrm>
          <a:prstGeom prst="roundRect">
            <a:avLst>
              <a:gd name="adj" fmla="val 10909"/>
            </a:avLst>
          </a:prstGeom>
          <a:solidFill>
            <a:srgbClr val="EDE8FF"/>
          </a:solidFill>
          <a:ln w="15240">
            <a:solidFill>
              <a:srgbClr val="A79BFF"/>
            </a:solidFill>
            <a:prstDash val="solid"/>
          </a:ln>
        </p:spPr>
      </p:sp>
      <p:sp>
        <p:nvSpPr>
          <p:cNvPr id="55" name="Text 53"/>
          <p:cNvSpPr/>
          <p:nvPr/>
        </p:nvSpPr>
        <p:spPr>
          <a:xfrm>
            <a:off x="7673188" y="4846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류</a:t>
            </a:r>
            <a:endParaRPr lang="en-US" sz="3600" dirty="0"/>
          </a:p>
        </p:txBody>
      </p:sp>
      <p:sp>
        <p:nvSpPr>
          <p:cNvPr id="56" name="Text 54"/>
          <p:cNvSpPr/>
          <p:nvPr/>
        </p:nvSpPr>
        <p:spPr>
          <a:xfrm>
            <a:off x="767318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ryu</a:t>
            </a:r>
            <a:endParaRPr lang="en-US" sz="1200" dirty="0"/>
          </a:p>
        </p:txBody>
      </p:sp>
      <p:sp>
        <p:nvSpPr>
          <p:cNvPr id="57" name="Shape 55"/>
          <p:cNvSpPr/>
          <p:nvPr/>
        </p:nvSpPr>
        <p:spPr>
          <a:xfrm>
            <a:off x="9181948" y="4846320"/>
            <a:ext cx="1371600" cy="1005840"/>
          </a:xfrm>
          <a:prstGeom prst="roundRect">
            <a:avLst>
              <a:gd name="adj" fmla="val 10909"/>
            </a:avLst>
          </a:prstGeom>
          <a:solidFill>
            <a:srgbClr val="EDE8FF"/>
          </a:solidFill>
          <a:ln w="15240">
            <a:solidFill>
              <a:srgbClr val="A79BFF"/>
            </a:solidFill>
            <a:prstDash val="solid"/>
          </a:ln>
        </p:spPr>
      </p:sp>
      <p:sp>
        <p:nvSpPr>
          <p:cNvPr id="58" name="Text 56"/>
          <p:cNvSpPr/>
          <p:nvPr/>
        </p:nvSpPr>
        <p:spPr>
          <a:xfrm>
            <a:off x="9181948" y="4846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르</a:t>
            </a:r>
            <a:endParaRPr lang="en-US" sz="3600" dirty="0"/>
          </a:p>
        </p:txBody>
      </p:sp>
      <p:sp>
        <p:nvSpPr>
          <p:cNvPr id="59" name="Text 57"/>
          <p:cNvSpPr/>
          <p:nvPr/>
        </p:nvSpPr>
        <p:spPr>
          <a:xfrm>
            <a:off x="918194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reu</a:t>
            </a:r>
            <a:endParaRPr lang="en-US" sz="1200" dirty="0"/>
          </a:p>
        </p:txBody>
      </p:sp>
      <p:pic>
        <p:nvPicPr>
          <p:cNvPr id="60"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61" name="Text 58"/>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62" name="Text 59"/>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73</a:t>
            </a:r>
            <a:endParaRPr lang="en-US" sz="800" dirty="0"/>
          </a:p>
        </p:txBody>
      </p:sp>
    </p:spTree>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name="Slide 74">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§3.12 · LECTURA</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Práctica · ㅁ ㅂ ㅍ</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Las labiales con vocales horizontales.</a:t>
            </a:r>
            <a:endParaRPr lang="en-US" sz="1400" dirty="0"/>
          </a:p>
        </p:txBody>
      </p:sp>
      <p:sp>
        <p:nvSpPr>
          <p:cNvPr id="5" name="Text 3"/>
          <p:cNvSpPr/>
          <p:nvPr/>
        </p:nvSpPr>
        <p:spPr>
          <a:xfrm>
            <a:off x="8534095" y="868680"/>
            <a:ext cx="3200400" cy="32004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순음 · LABIOS</a:t>
            </a:r>
            <a:endParaRPr lang="en-US" sz="1100" dirty="0"/>
          </a:p>
        </p:txBody>
      </p:sp>
      <p:sp>
        <p:nvSpPr>
          <p:cNvPr id="6" name="Shape 4"/>
          <p:cNvSpPr/>
          <p:nvPr/>
        </p:nvSpPr>
        <p:spPr>
          <a:xfrm>
            <a:off x="1638148" y="2560320"/>
            <a:ext cx="1371600" cy="1005840"/>
          </a:xfrm>
          <a:prstGeom prst="roundRect">
            <a:avLst>
              <a:gd name="adj" fmla="val 10909"/>
            </a:avLst>
          </a:prstGeom>
          <a:solidFill>
            <a:srgbClr val="FE6768"/>
          </a:solidFill>
          <a:ln w="12700">
            <a:solidFill>
              <a:srgbClr val="FE6768"/>
            </a:solidFill>
            <a:prstDash val="solid"/>
          </a:ln>
        </p:spPr>
      </p:sp>
      <p:sp>
        <p:nvSpPr>
          <p:cNvPr id="7" name="Text 5"/>
          <p:cNvSpPr/>
          <p:nvPr/>
        </p:nvSpPr>
        <p:spPr>
          <a:xfrm>
            <a:off x="1638148" y="2560320"/>
            <a:ext cx="1371600" cy="653796"/>
          </a:xfrm>
          <a:prstGeom prst="rect">
            <a:avLst/>
          </a:prstGeom>
          <a:noFill/>
          <a:ln/>
        </p:spPr>
        <p:txBody>
          <a:bodyPr wrap="square" lIns="0" tIns="0" rIns="0" bIns="0" rtlCol="0" anchor="ctr"/>
          <a:lstStyle/>
          <a:p>
            <a:pPr marL="0" indent="0" algn="ctr">
              <a:buNone/>
            </a:pPr>
            <a:r>
              <a:rPr lang="en-US" sz="3800" b="1" dirty="0">
                <a:solidFill>
                  <a:srgbClr val="F6F6F6"/>
                </a:solidFill>
                <a:latin typeface="Malgun Gothic" pitchFamily="34" charset="0"/>
                <a:ea typeface="Malgun Gothic" pitchFamily="34" charset="-122"/>
                <a:cs typeface="Malgun Gothic" pitchFamily="34" charset="-120"/>
              </a:rPr>
              <a:t>ㅁ</a:t>
            </a:r>
            <a:endParaRPr lang="en-US" sz="3800" dirty="0"/>
          </a:p>
        </p:txBody>
      </p:sp>
      <p:sp>
        <p:nvSpPr>
          <p:cNvPr id="8" name="Text 6"/>
          <p:cNvSpPr/>
          <p:nvPr/>
        </p:nvSpPr>
        <p:spPr>
          <a:xfrm>
            <a:off x="1638148" y="3214116"/>
            <a:ext cx="1371600" cy="352044"/>
          </a:xfrm>
          <a:prstGeom prst="rect">
            <a:avLst/>
          </a:prstGeom>
          <a:noFill/>
          <a:ln/>
        </p:spPr>
        <p:txBody>
          <a:bodyPr wrap="square" lIns="0" tIns="0" rIns="0" bIns="0" rtlCol="0" anchor="t"/>
          <a:lstStyle/>
          <a:p>
            <a:pPr marL="0" indent="0" algn="ctr">
              <a:buNone/>
            </a:pPr>
            <a:r>
              <a:rPr lang="en-US" sz="1000" b="1" kern="0" spc="200" dirty="0">
                <a:solidFill>
                  <a:srgbClr val="FFE0E0"/>
                </a:solidFill>
                <a:latin typeface="Calibri" pitchFamily="34" charset="0"/>
                <a:ea typeface="Calibri" pitchFamily="34" charset="-122"/>
                <a:cs typeface="Calibri" pitchFamily="34" charset="-120"/>
              </a:rPr>
              <a:t>MIEUM</a:t>
            </a:r>
            <a:endParaRPr lang="en-US" sz="1000" dirty="0"/>
          </a:p>
        </p:txBody>
      </p:sp>
      <p:sp>
        <p:nvSpPr>
          <p:cNvPr id="9" name="Shape 7"/>
          <p:cNvSpPr/>
          <p:nvPr/>
        </p:nvSpPr>
        <p:spPr>
          <a:xfrm>
            <a:off x="3146908" y="2560320"/>
            <a:ext cx="1371600" cy="1005840"/>
          </a:xfrm>
          <a:prstGeom prst="roundRect">
            <a:avLst>
              <a:gd name="adj" fmla="val 10909"/>
            </a:avLst>
          </a:prstGeom>
          <a:solidFill>
            <a:srgbClr val="FFE0E0"/>
          </a:solidFill>
          <a:ln w="15240">
            <a:solidFill>
              <a:srgbClr val="FE6768"/>
            </a:solidFill>
            <a:prstDash val="solid"/>
          </a:ln>
        </p:spPr>
      </p:sp>
      <p:sp>
        <p:nvSpPr>
          <p:cNvPr id="10" name="Text 8"/>
          <p:cNvSpPr/>
          <p:nvPr/>
        </p:nvSpPr>
        <p:spPr>
          <a:xfrm>
            <a:off x="3146908" y="2560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모</a:t>
            </a:r>
            <a:endParaRPr lang="en-US" sz="3600" dirty="0"/>
          </a:p>
        </p:txBody>
      </p:sp>
      <p:sp>
        <p:nvSpPr>
          <p:cNvPr id="11" name="Text 9"/>
          <p:cNvSpPr/>
          <p:nvPr/>
        </p:nvSpPr>
        <p:spPr>
          <a:xfrm>
            <a:off x="314690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mo</a:t>
            </a:r>
            <a:endParaRPr lang="en-US" sz="1200" dirty="0"/>
          </a:p>
        </p:txBody>
      </p:sp>
      <p:sp>
        <p:nvSpPr>
          <p:cNvPr id="12" name="Shape 10"/>
          <p:cNvSpPr/>
          <p:nvPr/>
        </p:nvSpPr>
        <p:spPr>
          <a:xfrm>
            <a:off x="4655668" y="2560320"/>
            <a:ext cx="1371600" cy="1005840"/>
          </a:xfrm>
          <a:prstGeom prst="roundRect">
            <a:avLst>
              <a:gd name="adj" fmla="val 10909"/>
            </a:avLst>
          </a:prstGeom>
          <a:solidFill>
            <a:srgbClr val="FFE0E0"/>
          </a:solidFill>
          <a:ln w="15240">
            <a:solidFill>
              <a:srgbClr val="FE6768"/>
            </a:solidFill>
            <a:prstDash val="solid"/>
          </a:ln>
        </p:spPr>
      </p:sp>
      <p:sp>
        <p:nvSpPr>
          <p:cNvPr id="13" name="Text 11"/>
          <p:cNvSpPr/>
          <p:nvPr/>
        </p:nvSpPr>
        <p:spPr>
          <a:xfrm>
            <a:off x="4655668" y="2560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묘</a:t>
            </a:r>
            <a:endParaRPr lang="en-US" sz="3600" dirty="0"/>
          </a:p>
        </p:txBody>
      </p:sp>
      <p:sp>
        <p:nvSpPr>
          <p:cNvPr id="14" name="Text 12"/>
          <p:cNvSpPr/>
          <p:nvPr/>
        </p:nvSpPr>
        <p:spPr>
          <a:xfrm>
            <a:off x="465566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myo</a:t>
            </a:r>
            <a:endParaRPr lang="en-US" sz="1200" dirty="0"/>
          </a:p>
        </p:txBody>
      </p:sp>
      <p:sp>
        <p:nvSpPr>
          <p:cNvPr id="15" name="Shape 13"/>
          <p:cNvSpPr/>
          <p:nvPr/>
        </p:nvSpPr>
        <p:spPr>
          <a:xfrm>
            <a:off x="6164428" y="2560320"/>
            <a:ext cx="1371600" cy="1005840"/>
          </a:xfrm>
          <a:prstGeom prst="roundRect">
            <a:avLst>
              <a:gd name="adj" fmla="val 10909"/>
            </a:avLst>
          </a:prstGeom>
          <a:solidFill>
            <a:srgbClr val="FFE0E0"/>
          </a:solidFill>
          <a:ln w="15240">
            <a:solidFill>
              <a:srgbClr val="FE6768"/>
            </a:solidFill>
            <a:prstDash val="solid"/>
          </a:ln>
        </p:spPr>
      </p:sp>
      <p:sp>
        <p:nvSpPr>
          <p:cNvPr id="16" name="Text 14"/>
          <p:cNvSpPr/>
          <p:nvPr/>
        </p:nvSpPr>
        <p:spPr>
          <a:xfrm>
            <a:off x="6164428" y="2560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무</a:t>
            </a:r>
            <a:endParaRPr lang="en-US" sz="3600" dirty="0"/>
          </a:p>
        </p:txBody>
      </p:sp>
      <p:sp>
        <p:nvSpPr>
          <p:cNvPr id="17" name="Text 15"/>
          <p:cNvSpPr/>
          <p:nvPr/>
        </p:nvSpPr>
        <p:spPr>
          <a:xfrm>
            <a:off x="616442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mu</a:t>
            </a:r>
            <a:endParaRPr lang="en-US" sz="1200" dirty="0"/>
          </a:p>
        </p:txBody>
      </p:sp>
      <p:sp>
        <p:nvSpPr>
          <p:cNvPr id="18" name="Shape 16"/>
          <p:cNvSpPr/>
          <p:nvPr/>
        </p:nvSpPr>
        <p:spPr>
          <a:xfrm>
            <a:off x="7673188" y="2560320"/>
            <a:ext cx="1371600" cy="1005840"/>
          </a:xfrm>
          <a:prstGeom prst="roundRect">
            <a:avLst>
              <a:gd name="adj" fmla="val 10909"/>
            </a:avLst>
          </a:prstGeom>
          <a:solidFill>
            <a:srgbClr val="FFE0E0"/>
          </a:solidFill>
          <a:ln w="15240">
            <a:solidFill>
              <a:srgbClr val="FE6768"/>
            </a:solidFill>
            <a:prstDash val="solid"/>
          </a:ln>
        </p:spPr>
      </p:sp>
      <p:sp>
        <p:nvSpPr>
          <p:cNvPr id="19" name="Text 17"/>
          <p:cNvSpPr/>
          <p:nvPr/>
        </p:nvSpPr>
        <p:spPr>
          <a:xfrm>
            <a:off x="7673188" y="2560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뮤</a:t>
            </a:r>
            <a:endParaRPr lang="en-US" sz="3600" dirty="0"/>
          </a:p>
        </p:txBody>
      </p:sp>
      <p:sp>
        <p:nvSpPr>
          <p:cNvPr id="20" name="Text 18"/>
          <p:cNvSpPr/>
          <p:nvPr/>
        </p:nvSpPr>
        <p:spPr>
          <a:xfrm>
            <a:off x="767318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myu</a:t>
            </a:r>
            <a:endParaRPr lang="en-US" sz="1200" dirty="0"/>
          </a:p>
        </p:txBody>
      </p:sp>
      <p:sp>
        <p:nvSpPr>
          <p:cNvPr id="21" name="Shape 19"/>
          <p:cNvSpPr/>
          <p:nvPr/>
        </p:nvSpPr>
        <p:spPr>
          <a:xfrm>
            <a:off x="9181948" y="2560320"/>
            <a:ext cx="1371600" cy="1005840"/>
          </a:xfrm>
          <a:prstGeom prst="roundRect">
            <a:avLst>
              <a:gd name="adj" fmla="val 10909"/>
            </a:avLst>
          </a:prstGeom>
          <a:solidFill>
            <a:srgbClr val="FFE0E0"/>
          </a:solidFill>
          <a:ln w="15240">
            <a:solidFill>
              <a:srgbClr val="FE6768"/>
            </a:solidFill>
            <a:prstDash val="solid"/>
          </a:ln>
        </p:spPr>
      </p:sp>
      <p:sp>
        <p:nvSpPr>
          <p:cNvPr id="22" name="Text 20"/>
          <p:cNvSpPr/>
          <p:nvPr/>
        </p:nvSpPr>
        <p:spPr>
          <a:xfrm>
            <a:off x="9181948" y="2560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므</a:t>
            </a:r>
            <a:endParaRPr lang="en-US" sz="3600" dirty="0"/>
          </a:p>
        </p:txBody>
      </p:sp>
      <p:sp>
        <p:nvSpPr>
          <p:cNvPr id="23" name="Text 21"/>
          <p:cNvSpPr/>
          <p:nvPr/>
        </p:nvSpPr>
        <p:spPr>
          <a:xfrm>
            <a:off x="918194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meu</a:t>
            </a:r>
            <a:endParaRPr lang="en-US" sz="1200" dirty="0"/>
          </a:p>
        </p:txBody>
      </p:sp>
      <p:sp>
        <p:nvSpPr>
          <p:cNvPr id="24" name="Shape 22"/>
          <p:cNvSpPr/>
          <p:nvPr/>
        </p:nvSpPr>
        <p:spPr>
          <a:xfrm>
            <a:off x="1638148" y="3703320"/>
            <a:ext cx="1371600" cy="1005840"/>
          </a:xfrm>
          <a:prstGeom prst="roundRect">
            <a:avLst>
              <a:gd name="adj" fmla="val 10909"/>
            </a:avLst>
          </a:prstGeom>
          <a:solidFill>
            <a:srgbClr val="FE6768"/>
          </a:solidFill>
          <a:ln w="12700">
            <a:solidFill>
              <a:srgbClr val="FE6768"/>
            </a:solidFill>
            <a:prstDash val="solid"/>
          </a:ln>
        </p:spPr>
      </p:sp>
      <p:sp>
        <p:nvSpPr>
          <p:cNvPr id="25" name="Text 23"/>
          <p:cNvSpPr/>
          <p:nvPr/>
        </p:nvSpPr>
        <p:spPr>
          <a:xfrm>
            <a:off x="1638148" y="3703320"/>
            <a:ext cx="1371600" cy="653796"/>
          </a:xfrm>
          <a:prstGeom prst="rect">
            <a:avLst/>
          </a:prstGeom>
          <a:noFill/>
          <a:ln/>
        </p:spPr>
        <p:txBody>
          <a:bodyPr wrap="square" lIns="0" tIns="0" rIns="0" bIns="0" rtlCol="0" anchor="ctr"/>
          <a:lstStyle/>
          <a:p>
            <a:pPr marL="0" indent="0" algn="ctr">
              <a:buNone/>
            </a:pPr>
            <a:r>
              <a:rPr lang="en-US" sz="3800" b="1" dirty="0">
                <a:solidFill>
                  <a:srgbClr val="F6F6F6"/>
                </a:solidFill>
                <a:latin typeface="Malgun Gothic" pitchFamily="34" charset="0"/>
                <a:ea typeface="Malgun Gothic" pitchFamily="34" charset="-122"/>
                <a:cs typeface="Malgun Gothic" pitchFamily="34" charset="-120"/>
              </a:rPr>
              <a:t>ㅂ</a:t>
            </a:r>
            <a:endParaRPr lang="en-US" sz="3800" dirty="0"/>
          </a:p>
        </p:txBody>
      </p:sp>
      <p:sp>
        <p:nvSpPr>
          <p:cNvPr id="26" name="Text 24"/>
          <p:cNvSpPr/>
          <p:nvPr/>
        </p:nvSpPr>
        <p:spPr>
          <a:xfrm>
            <a:off x="1638148" y="4357116"/>
            <a:ext cx="1371600" cy="352044"/>
          </a:xfrm>
          <a:prstGeom prst="rect">
            <a:avLst/>
          </a:prstGeom>
          <a:noFill/>
          <a:ln/>
        </p:spPr>
        <p:txBody>
          <a:bodyPr wrap="square" lIns="0" tIns="0" rIns="0" bIns="0" rtlCol="0" anchor="t"/>
          <a:lstStyle/>
          <a:p>
            <a:pPr marL="0" indent="0" algn="ctr">
              <a:buNone/>
            </a:pPr>
            <a:r>
              <a:rPr lang="en-US" sz="1000" b="1" kern="0" spc="200" dirty="0">
                <a:solidFill>
                  <a:srgbClr val="FFE0E0"/>
                </a:solidFill>
                <a:latin typeface="Calibri" pitchFamily="34" charset="0"/>
                <a:ea typeface="Calibri" pitchFamily="34" charset="-122"/>
                <a:cs typeface="Calibri" pitchFamily="34" charset="-120"/>
              </a:rPr>
              <a:t>BIEUP</a:t>
            </a:r>
            <a:endParaRPr lang="en-US" sz="1000" dirty="0"/>
          </a:p>
        </p:txBody>
      </p:sp>
      <p:sp>
        <p:nvSpPr>
          <p:cNvPr id="27" name="Shape 25"/>
          <p:cNvSpPr/>
          <p:nvPr/>
        </p:nvSpPr>
        <p:spPr>
          <a:xfrm>
            <a:off x="3146908" y="3703320"/>
            <a:ext cx="1371600" cy="1005840"/>
          </a:xfrm>
          <a:prstGeom prst="roundRect">
            <a:avLst>
              <a:gd name="adj" fmla="val 10909"/>
            </a:avLst>
          </a:prstGeom>
          <a:solidFill>
            <a:srgbClr val="FFE0E0"/>
          </a:solidFill>
          <a:ln w="15240">
            <a:solidFill>
              <a:srgbClr val="FE6768"/>
            </a:solidFill>
            <a:prstDash val="solid"/>
          </a:ln>
        </p:spPr>
      </p:sp>
      <p:sp>
        <p:nvSpPr>
          <p:cNvPr id="28" name="Text 26"/>
          <p:cNvSpPr/>
          <p:nvPr/>
        </p:nvSpPr>
        <p:spPr>
          <a:xfrm>
            <a:off x="3146908" y="3703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보</a:t>
            </a:r>
            <a:endParaRPr lang="en-US" sz="3600" dirty="0"/>
          </a:p>
        </p:txBody>
      </p:sp>
      <p:sp>
        <p:nvSpPr>
          <p:cNvPr id="29" name="Text 27"/>
          <p:cNvSpPr/>
          <p:nvPr/>
        </p:nvSpPr>
        <p:spPr>
          <a:xfrm>
            <a:off x="314690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bo</a:t>
            </a:r>
            <a:endParaRPr lang="en-US" sz="1200" dirty="0"/>
          </a:p>
        </p:txBody>
      </p:sp>
      <p:sp>
        <p:nvSpPr>
          <p:cNvPr id="30" name="Shape 28"/>
          <p:cNvSpPr/>
          <p:nvPr/>
        </p:nvSpPr>
        <p:spPr>
          <a:xfrm>
            <a:off x="4655668" y="3703320"/>
            <a:ext cx="1371600" cy="1005840"/>
          </a:xfrm>
          <a:prstGeom prst="roundRect">
            <a:avLst>
              <a:gd name="adj" fmla="val 10909"/>
            </a:avLst>
          </a:prstGeom>
          <a:solidFill>
            <a:srgbClr val="FFE0E0"/>
          </a:solidFill>
          <a:ln w="15240">
            <a:solidFill>
              <a:srgbClr val="FE6768"/>
            </a:solidFill>
            <a:prstDash val="solid"/>
          </a:ln>
        </p:spPr>
      </p:sp>
      <p:sp>
        <p:nvSpPr>
          <p:cNvPr id="31" name="Text 29"/>
          <p:cNvSpPr/>
          <p:nvPr/>
        </p:nvSpPr>
        <p:spPr>
          <a:xfrm>
            <a:off x="4655668" y="3703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뵤</a:t>
            </a:r>
            <a:endParaRPr lang="en-US" sz="3600" dirty="0"/>
          </a:p>
        </p:txBody>
      </p:sp>
      <p:sp>
        <p:nvSpPr>
          <p:cNvPr id="32" name="Text 30"/>
          <p:cNvSpPr/>
          <p:nvPr/>
        </p:nvSpPr>
        <p:spPr>
          <a:xfrm>
            <a:off x="465566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byo</a:t>
            </a:r>
            <a:endParaRPr lang="en-US" sz="1200" dirty="0"/>
          </a:p>
        </p:txBody>
      </p:sp>
      <p:sp>
        <p:nvSpPr>
          <p:cNvPr id="33" name="Shape 31"/>
          <p:cNvSpPr/>
          <p:nvPr/>
        </p:nvSpPr>
        <p:spPr>
          <a:xfrm>
            <a:off x="6164428" y="3703320"/>
            <a:ext cx="1371600" cy="1005840"/>
          </a:xfrm>
          <a:prstGeom prst="roundRect">
            <a:avLst>
              <a:gd name="adj" fmla="val 10909"/>
            </a:avLst>
          </a:prstGeom>
          <a:solidFill>
            <a:srgbClr val="FFE0E0"/>
          </a:solidFill>
          <a:ln w="15240">
            <a:solidFill>
              <a:srgbClr val="FE6768"/>
            </a:solidFill>
            <a:prstDash val="solid"/>
          </a:ln>
        </p:spPr>
      </p:sp>
      <p:sp>
        <p:nvSpPr>
          <p:cNvPr id="34" name="Text 32"/>
          <p:cNvSpPr/>
          <p:nvPr/>
        </p:nvSpPr>
        <p:spPr>
          <a:xfrm>
            <a:off x="6164428" y="3703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부</a:t>
            </a:r>
            <a:endParaRPr lang="en-US" sz="3600" dirty="0"/>
          </a:p>
        </p:txBody>
      </p:sp>
      <p:sp>
        <p:nvSpPr>
          <p:cNvPr id="35" name="Text 33"/>
          <p:cNvSpPr/>
          <p:nvPr/>
        </p:nvSpPr>
        <p:spPr>
          <a:xfrm>
            <a:off x="616442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bu</a:t>
            </a:r>
            <a:endParaRPr lang="en-US" sz="1200" dirty="0"/>
          </a:p>
        </p:txBody>
      </p:sp>
      <p:sp>
        <p:nvSpPr>
          <p:cNvPr id="36" name="Shape 34"/>
          <p:cNvSpPr/>
          <p:nvPr/>
        </p:nvSpPr>
        <p:spPr>
          <a:xfrm>
            <a:off x="7673188" y="3703320"/>
            <a:ext cx="1371600" cy="1005840"/>
          </a:xfrm>
          <a:prstGeom prst="roundRect">
            <a:avLst>
              <a:gd name="adj" fmla="val 10909"/>
            </a:avLst>
          </a:prstGeom>
          <a:solidFill>
            <a:srgbClr val="FFE0E0"/>
          </a:solidFill>
          <a:ln w="15240">
            <a:solidFill>
              <a:srgbClr val="FE6768"/>
            </a:solidFill>
            <a:prstDash val="solid"/>
          </a:ln>
        </p:spPr>
      </p:sp>
      <p:sp>
        <p:nvSpPr>
          <p:cNvPr id="37" name="Text 35"/>
          <p:cNvSpPr/>
          <p:nvPr/>
        </p:nvSpPr>
        <p:spPr>
          <a:xfrm>
            <a:off x="7673188" y="3703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뷰</a:t>
            </a:r>
            <a:endParaRPr lang="en-US" sz="3600" dirty="0"/>
          </a:p>
        </p:txBody>
      </p:sp>
      <p:sp>
        <p:nvSpPr>
          <p:cNvPr id="38" name="Text 36"/>
          <p:cNvSpPr/>
          <p:nvPr/>
        </p:nvSpPr>
        <p:spPr>
          <a:xfrm>
            <a:off x="767318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byu</a:t>
            </a:r>
            <a:endParaRPr lang="en-US" sz="1200" dirty="0"/>
          </a:p>
        </p:txBody>
      </p:sp>
      <p:sp>
        <p:nvSpPr>
          <p:cNvPr id="39" name="Shape 37"/>
          <p:cNvSpPr/>
          <p:nvPr/>
        </p:nvSpPr>
        <p:spPr>
          <a:xfrm>
            <a:off x="9181948" y="3703320"/>
            <a:ext cx="1371600" cy="1005840"/>
          </a:xfrm>
          <a:prstGeom prst="roundRect">
            <a:avLst>
              <a:gd name="adj" fmla="val 10909"/>
            </a:avLst>
          </a:prstGeom>
          <a:solidFill>
            <a:srgbClr val="FFE0E0"/>
          </a:solidFill>
          <a:ln w="15240">
            <a:solidFill>
              <a:srgbClr val="FE6768"/>
            </a:solidFill>
            <a:prstDash val="solid"/>
          </a:ln>
        </p:spPr>
      </p:sp>
      <p:sp>
        <p:nvSpPr>
          <p:cNvPr id="40" name="Text 38"/>
          <p:cNvSpPr/>
          <p:nvPr/>
        </p:nvSpPr>
        <p:spPr>
          <a:xfrm>
            <a:off x="9181948" y="3703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브</a:t>
            </a:r>
            <a:endParaRPr lang="en-US" sz="3600" dirty="0"/>
          </a:p>
        </p:txBody>
      </p:sp>
      <p:sp>
        <p:nvSpPr>
          <p:cNvPr id="41" name="Text 39"/>
          <p:cNvSpPr/>
          <p:nvPr/>
        </p:nvSpPr>
        <p:spPr>
          <a:xfrm>
            <a:off x="918194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beu</a:t>
            </a:r>
            <a:endParaRPr lang="en-US" sz="1200" dirty="0"/>
          </a:p>
        </p:txBody>
      </p:sp>
      <p:sp>
        <p:nvSpPr>
          <p:cNvPr id="42" name="Shape 40"/>
          <p:cNvSpPr/>
          <p:nvPr/>
        </p:nvSpPr>
        <p:spPr>
          <a:xfrm>
            <a:off x="1638148" y="4846320"/>
            <a:ext cx="1371600" cy="1005840"/>
          </a:xfrm>
          <a:prstGeom prst="roundRect">
            <a:avLst>
              <a:gd name="adj" fmla="val 10909"/>
            </a:avLst>
          </a:prstGeom>
          <a:solidFill>
            <a:srgbClr val="FE6768"/>
          </a:solidFill>
          <a:ln w="12700">
            <a:solidFill>
              <a:srgbClr val="FE6768"/>
            </a:solidFill>
            <a:prstDash val="solid"/>
          </a:ln>
        </p:spPr>
      </p:sp>
      <p:sp>
        <p:nvSpPr>
          <p:cNvPr id="43" name="Text 41"/>
          <p:cNvSpPr/>
          <p:nvPr/>
        </p:nvSpPr>
        <p:spPr>
          <a:xfrm>
            <a:off x="1638148" y="4846320"/>
            <a:ext cx="1371600" cy="653796"/>
          </a:xfrm>
          <a:prstGeom prst="rect">
            <a:avLst/>
          </a:prstGeom>
          <a:noFill/>
          <a:ln/>
        </p:spPr>
        <p:txBody>
          <a:bodyPr wrap="square" lIns="0" tIns="0" rIns="0" bIns="0" rtlCol="0" anchor="ctr"/>
          <a:lstStyle/>
          <a:p>
            <a:pPr marL="0" indent="0" algn="ctr">
              <a:buNone/>
            </a:pPr>
            <a:r>
              <a:rPr lang="en-US" sz="3800" b="1" dirty="0">
                <a:solidFill>
                  <a:srgbClr val="F6F6F6"/>
                </a:solidFill>
                <a:latin typeface="Malgun Gothic" pitchFamily="34" charset="0"/>
                <a:ea typeface="Malgun Gothic" pitchFamily="34" charset="-122"/>
                <a:cs typeface="Malgun Gothic" pitchFamily="34" charset="-120"/>
              </a:rPr>
              <a:t>ㅍ</a:t>
            </a:r>
            <a:endParaRPr lang="en-US" sz="3800" dirty="0"/>
          </a:p>
        </p:txBody>
      </p:sp>
      <p:sp>
        <p:nvSpPr>
          <p:cNvPr id="44" name="Text 42"/>
          <p:cNvSpPr/>
          <p:nvPr/>
        </p:nvSpPr>
        <p:spPr>
          <a:xfrm>
            <a:off x="1638148" y="5500116"/>
            <a:ext cx="1371600" cy="352044"/>
          </a:xfrm>
          <a:prstGeom prst="rect">
            <a:avLst/>
          </a:prstGeom>
          <a:noFill/>
          <a:ln/>
        </p:spPr>
        <p:txBody>
          <a:bodyPr wrap="square" lIns="0" tIns="0" rIns="0" bIns="0" rtlCol="0" anchor="t"/>
          <a:lstStyle/>
          <a:p>
            <a:pPr marL="0" indent="0" algn="ctr">
              <a:buNone/>
            </a:pPr>
            <a:r>
              <a:rPr lang="en-US" sz="1000" b="1" kern="0" spc="200" dirty="0">
                <a:solidFill>
                  <a:srgbClr val="FFE0E0"/>
                </a:solidFill>
                <a:latin typeface="Calibri" pitchFamily="34" charset="0"/>
                <a:ea typeface="Calibri" pitchFamily="34" charset="-122"/>
                <a:cs typeface="Calibri" pitchFamily="34" charset="-120"/>
              </a:rPr>
              <a:t>PIEUP</a:t>
            </a:r>
            <a:endParaRPr lang="en-US" sz="1000" dirty="0"/>
          </a:p>
        </p:txBody>
      </p:sp>
      <p:sp>
        <p:nvSpPr>
          <p:cNvPr id="45" name="Shape 43"/>
          <p:cNvSpPr/>
          <p:nvPr/>
        </p:nvSpPr>
        <p:spPr>
          <a:xfrm>
            <a:off x="3146908" y="4846320"/>
            <a:ext cx="1371600" cy="1005840"/>
          </a:xfrm>
          <a:prstGeom prst="roundRect">
            <a:avLst>
              <a:gd name="adj" fmla="val 10909"/>
            </a:avLst>
          </a:prstGeom>
          <a:solidFill>
            <a:srgbClr val="FFE0E0"/>
          </a:solidFill>
          <a:ln w="15240">
            <a:solidFill>
              <a:srgbClr val="FE6768"/>
            </a:solidFill>
            <a:prstDash val="solid"/>
          </a:ln>
        </p:spPr>
      </p:sp>
      <p:sp>
        <p:nvSpPr>
          <p:cNvPr id="46" name="Text 44"/>
          <p:cNvSpPr/>
          <p:nvPr/>
        </p:nvSpPr>
        <p:spPr>
          <a:xfrm>
            <a:off x="3146908" y="4846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포</a:t>
            </a:r>
            <a:endParaRPr lang="en-US" sz="3600" dirty="0"/>
          </a:p>
        </p:txBody>
      </p:sp>
      <p:sp>
        <p:nvSpPr>
          <p:cNvPr id="47" name="Text 45"/>
          <p:cNvSpPr/>
          <p:nvPr/>
        </p:nvSpPr>
        <p:spPr>
          <a:xfrm>
            <a:off x="314690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po</a:t>
            </a:r>
            <a:endParaRPr lang="en-US" sz="1200" dirty="0"/>
          </a:p>
        </p:txBody>
      </p:sp>
      <p:sp>
        <p:nvSpPr>
          <p:cNvPr id="48" name="Shape 46"/>
          <p:cNvSpPr/>
          <p:nvPr/>
        </p:nvSpPr>
        <p:spPr>
          <a:xfrm>
            <a:off x="4655668" y="4846320"/>
            <a:ext cx="1371600" cy="1005840"/>
          </a:xfrm>
          <a:prstGeom prst="roundRect">
            <a:avLst>
              <a:gd name="adj" fmla="val 10909"/>
            </a:avLst>
          </a:prstGeom>
          <a:solidFill>
            <a:srgbClr val="FFE0E0"/>
          </a:solidFill>
          <a:ln w="15240">
            <a:solidFill>
              <a:srgbClr val="FE6768"/>
            </a:solidFill>
            <a:prstDash val="solid"/>
          </a:ln>
        </p:spPr>
      </p:sp>
      <p:sp>
        <p:nvSpPr>
          <p:cNvPr id="49" name="Text 47"/>
          <p:cNvSpPr/>
          <p:nvPr/>
        </p:nvSpPr>
        <p:spPr>
          <a:xfrm>
            <a:off x="4655668" y="4846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표</a:t>
            </a:r>
            <a:endParaRPr lang="en-US" sz="3600" dirty="0"/>
          </a:p>
        </p:txBody>
      </p:sp>
      <p:sp>
        <p:nvSpPr>
          <p:cNvPr id="50" name="Text 48"/>
          <p:cNvSpPr/>
          <p:nvPr/>
        </p:nvSpPr>
        <p:spPr>
          <a:xfrm>
            <a:off x="465566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pyo</a:t>
            </a:r>
            <a:endParaRPr lang="en-US" sz="1200" dirty="0"/>
          </a:p>
        </p:txBody>
      </p:sp>
      <p:sp>
        <p:nvSpPr>
          <p:cNvPr id="51" name="Shape 49"/>
          <p:cNvSpPr/>
          <p:nvPr/>
        </p:nvSpPr>
        <p:spPr>
          <a:xfrm>
            <a:off x="6164428" y="4846320"/>
            <a:ext cx="1371600" cy="1005840"/>
          </a:xfrm>
          <a:prstGeom prst="roundRect">
            <a:avLst>
              <a:gd name="adj" fmla="val 10909"/>
            </a:avLst>
          </a:prstGeom>
          <a:solidFill>
            <a:srgbClr val="FFE0E0"/>
          </a:solidFill>
          <a:ln w="15240">
            <a:solidFill>
              <a:srgbClr val="FE6768"/>
            </a:solidFill>
            <a:prstDash val="solid"/>
          </a:ln>
        </p:spPr>
      </p:sp>
      <p:sp>
        <p:nvSpPr>
          <p:cNvPr id="52" name="Text 50"/>
          <p:cNvSpPr/>
          <p:nvPr/>
        </p:nvSpPr>
        <p:spPr>
          <a:xfrm>
            <a:off x="6164428" y="4846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푸</a:t>
            </a:r>
            <a:endParaRPr lang="en-US" sz="3600" dirty="0"/>
          </a:p>
        </p:txBody>
      </p:sp>
      <p:sp>
        <p:nvSpPr>
          <p:cNvPr id="53" name="Text 51"/>
          <p:cNvSpPr/>
          <p:nvPr/>
        </p:nvSpPr>
        <p:spPr>
          <a:xfrm>
            <a:off x="616442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pu</a:t>
            </a:r>
            <a:endParaRPr lang="en-US" sz="1200" dirty="0"/>
          </a:p>
        </p:txBody>
      </p:sp>
      <p:sp>
        <p:nvSpPr>
          <p:cNvPr id="54" name="Shape 52"/>
          <p:cNvSpPr/>
          <p:nvPr/>
        </p:nvSpPr>
        <p:spPr>
          <a:xfrm>
            <a:off x="7673188" y="4846320"/>
            <a:ext cx="1371600" cy="1005840"/>
          </a:xfrm>
          <a:prstGeom prst="roundRect">
            <a:avLst>
              <a:gd name="adj" fmla="val 10909"/>
            </a:avLst>
          </a:prstGeom>
          <a:solidFill>
            <a:srgbClr val="FFE0E0"/>
          </a:solidFill>
          <a:ln w="15240">
            <a:solidFill>
              <a:srgbClr val="FE6768"/>
            </a:solidFill>
            <a:prstDash val="solid"/>
          </a:ln>
        </p:spPr>
      </p:sp>
      <p:sp>
        <p:nvSpPr>
          <p:cNvPr id="55" name="Text 53"/>
          <p:cNvSpPr/>
          <p:nvPr/>
        </p:nvSpPr>
        <p:spPr>
          <a:xfrm>
            <a:off x="7673188" y="4846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퓨</a:t>
            </a:r>
            <a:endParaRPr lang="en-US" sz="3600" dirty="0"/>
          </a:p>
        </p:txBody>
      </p:sp>
      <p:sp>
        <p:nvSpPr>
          <p:cNvPr id="56" name="Text 54"/>
          <p:cNvSpPr/>
          <p:nvPr/>
        </p:nvSpPr>
        <p:spPr>
          <a:xfrm>
            <a:off x="767318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pyu</a:t>
            </a:r>
            <a:endParaRPr lang="en-US" sz="1200" dirty="0"/>
          </a:p>
        </p:txBody>
      </p:sp>
      <p:sp>
        <p:nvSpPr>
          <p:cNvPr id="57" name="Shape 55"/>
          <p:cNvSpPr/>
          <p:nvPr/>
        </p:nvSpPr>
        <p:spPr>
          <a:xfrm>
            <a:off x="9181948" y="4846320"/>
            <a:ext cx="1371600" cy="1005840"/>
          </a:xfrm>
          <a:prstGeom prst="roundRect">
            <a:avLst>
              <a:gd name="adj" fmla="val 10909"/>
            </a:avLst>
          </a:prstGeom>
          <a:solidFill>
            <a:srgbClr val="FFE0E0"/>
          </a:solidFill>
          <a:ln w="15240">
            <a:solidFill>
              <a:srgbClr val="FE6768"/>
            </a:solidFill>
            <a:prstDash val="solid"/>
          </a:ln>
        </p:spPr>
      </p:sp>
      <p:sp>
        <p:nvSpPr>
          <p:cNvPr id="58" name="Text 56"/>
          <p:cNvSpPr/>
          <p:nvPr/>
        </p:nvSpPr>
        <p:spPr>
          <a:xfrm>
            <a:off x="9181948" y="4846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프</a:t>
            </a:r>
            <a:endParaRPr lang="en-US" sz="3600" dirty="0"/>
          </a:p>
        </p:txBody>
      </p:sp>
      <p:sp>
        <p:nvSpPr>
          <p:cNvPr id="59" name="Text 57"/>
          <p:cNvSpPr/>
          <p:nvPr/>
        </p:nvSpPr>
        <p:spPr>
          <a:xfrm>
            <a:off x="918194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peu</a:t>
            </a:r>
            <a:endParaRPr lang="en-US" sz="1200" dirty="0"/>
          </a:p>
        </p:txBody>
      </p:sp>
      <p:pic>
        <p:nvPicPr>
          <p:cNvPr id="60"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61" name="Text 58"/>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62" name="Text 59"/>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74</a:t>
            </a:r>
            <a:endParaRPr lang="en-US" sz="800" dirty="0"/>
          </a:p>
        </p:txBody>
      </p:sp>
    </p:spTree>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name="Slide 75">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§3.13 · LECTURA</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Práctica · ㅅ ㅈ ㅊ</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Las sibilantes con vocales horizontales.</a:t>
            </a:r>
            <a:endParaRPr lang="en-US" sz="1400" dirty="0"/>
          </a:p>
        </p:txBody>
      </p:sp>
      <p:sp>
        <p:nvSpPr>
          <p:cNvPr id="5" name="Text 3"/>
          <p:cNvSpPr/>
          <p:nvPr/>
        </p:nvSpPr>
        <p:spPr>
          <a:xfrm>
            <a:off x="8534095" y="868680"/>
            <a:ext cx="3200400" cy="32004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치음 · DIENTES</a:t>
            </a:r>
            <a:endParaRPr lang="en-US" sz="1100" dirty="0"/>
          </a:p>
        </p:txBody>
      </p:sp>
      <p:sp>
        <p:nvSpPr>
          <p:cNvPr id="6" name="Shape 4"/>
          <p:cNvSpPr/>
          <p:nvPr/>
        </p:nvSpPr>
        <p:spPr>
          <a:xfrm>
            <a:off x="1638148" y="2560320"/>
            <a:ext cx="1371600" cy="1005840"/>
          </a:xfrm>
          <a:prstGeom prst="roundRect">
            <a:avLst>
              <a:gd name="adj" fmla="val 10909"/>
            </a:avLst>
          </a:prstGeom>
          <a:solidFill>
            <a:srgbClr val="FE6768"/>
          </a:solidFill>
          <a:ln w="12700">
            <a:solidFill>
              <a:srgbClr val="FE6768"/>
            </a:solidFill>
            <a:prstDash val="solid"/>
          </a:ln>
        </p:spPr>
      </p:sp>
      <p:sp>
        <p:nvSpPr>
          <p:cNvPr id="7" name="Text 5"/>
          <p:cNvSpPr/>
          <p:nvPr/>
        </p:nvSpPr>
        <p:spPr>
          <a:xfrm>
            <a:off x="1638148" y="2560320"/>
            <a:ext cx="1371600" cy="653796"/>
          </a:xfrm>
          <a:prstGeom prst="rect">
            <a:avLst/>
          </a:prstGeom>
          <a:noFill/>
          <a:ln/>
        </p:spPr>
        <p:txBody>
          <a:bodyPr wrap="square" lIns="0" tIns="0" rIns="0" bIns="0" rtlCol="0" anchor="ctr"/>
          <a:lstStyle/>
          <a:p>
            <a:pPr marL="0" indent="0" algn="ctr">
              <a:buNone/>
            </a:pPr>
            <a:r>
              <a:rPr lang="en-US" sz="3800" b="1" dirty="0">
                <a:solidFill>
                  <a:srgbClr val="F6F6F6"/>
                </a:solidFill>
                <a:latin typeface="Malgun Gothic" pitchFamily="34" charset="0"/>
                <a:ea typeface="Malgun Gothic" pitchFamily="34" charset="-122"/>
                <a:cs typeface="Malgun Gothic" pitchFamily="34" charset="-120"/>
              </a:rPr>
              <a:t>ㅅ</a:t>
            </a:r>
            <a:endParaRPr lang="en-US" sz="3800" dirty="0"/>
          </a:p>
        </p:txBody>
      </p:sp>
      <p:sp>
        <p:nvSpPr>
          <p:cNvPr id="8" name="Text 6"/>
          <p:cNvSpPr/>
          <p:nvPr/>
        </p:nvSpPr>
        <p:spPr>
          <a:xfrm>
            <a:off x="1638148" y="3214116"/>
            <a:ext cx="1371600" cy="352044"/>
          </a:xfrm>
          <a:prstGeom prst="rect">
            <a:avLst/>
          </a:prstGeom>
          <a:noFill/>
          <a:ln/>
        </p:spPr>
        <p:txBody>
          <a:bodyPr wrap="square" lIns="0" tIns="0" rIns="0" bIns="0" rtlCol="0" anchor="t"/>
          <a:lstStyle/>
          <a:p>
            <a:pPr marL="0" indent="0" algn="ctr">
              <a:buNone/>
            </a:pPr>
            <a:r>
              <a:rPr lang="en-US" sz="1000" b="1" kern="0" spc="200" dirty="0">
                <a:solidFill>
                  <a:srgbClr val="FFE0E0"/>
                </a:solidFill>
                <a:latin typeface="Calibri" pitchFamily="34" charset="0"/>
                <a:ea typeface="Calibri" pitchFamily="34" charset="-122"/>
                <a:cs typeface="Calibri" pitchFamily="34" charset="-120"/>
              </a:rPr>
              <a:t>SIOT</a:t>
            </a:r>
            <a:endParaRPr lang="en-US" sz="1000" dirty="0"/>
          </a:p>
        </p:txBody>
      </p:sp>
      <p:sp>
        <p:nvSpPr>
          <p:cNvPr id="9" name="Shape 7"/>
          <p:cNvSpPr/>
          <p:nvPr/>
        </p:nvSpPr>
        <p:spPr>
          <a:xfrm>
            <a:off x="3146908" y="2560320"/>
            <a:ext cx="1371600" cy="1005840"/>
          </a:xfrm>
          <a:prstGeom prst="roundRect">
            <a:avLst>
              <a:gd name="adj" fmla="val 10909"/>
            </a:avLst>
          </a:prstGeom>
          <a:solidFill>
            <a:srgbClr val="FFE0E0"/>
          </a:solidFill>
          <a:ln w="15240">
            <a:solidFill>
              <a:srgbClr val="FE6768"/>
            </a:solidFill>
            <a:prstDash val="solid"/>
          </a:ln>
        </p:spPr>
      </p:sp>
      <p:sp>
        <p:nvSpPr>
          <p:cNvPr id="10" name="Text 8"/>
          <p:cNvSpPr/>
          <p:nvPr/>
        </p:nvSpPr>
        <p:spPr>
          <a:xfrm>
            <a:off x="3146908" y="2560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소</a:t>
            </a:r>
            <a:endParaRPr lang="en-US" sz="3600" dirty="0"/>
          </a:p>
        </p:txBody>
      </p:sp>
      <p:sp>
        <p:nvSpPr>
          <p:cNvPr id="11" name="Text 9"/>
          <p:cNvSpPr/>
          <p:nvPr/>
        </p:nvSpPr>
        <p:spPr>
          <a:xfrm>
            <a:off x="314690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so</a:t>
            </a:r>
            <a:endParaRPr lang="en-US" sz="1200" dirty="0"/>
          </a:p>
        </p:txBody>
      </p:sp>
      <p:sp>
        <p:nvSpPr>
          <p:cNvPr id="12" name="Shape 10"/>
          <p:cNvSpPr/>
          <p:nvPr/>
        </p:nvSpPr>
        <p:spPr>
          <a:xfrm>
            <a:off x="4655668" y="2560320"/>
            <a:ext cx="1371600" cy="1005840"/>
          </a:xfrm>
          <a:prstGeom prst="roundRect">
            <a:avLst>
              <a:gd name="adj" fmla="val 10909"/>
            </a:avLst>
          </a:prstGeom>
          <a:solidFill>
            <a:srgbClr val="FFE0E0"/>
          </a:solidFill>
          <a:ln w="15240">
            <a:solidFill>
              <a:srgbClr val="FE6768"/>
            </a:solidFill>
            <a:prstDash val="solid"/>
          </a:ln>
        </p:spPr>
      </p:sp>
      <p:sp>
        <p:nvSpPr>
          <p:cNvPr id="13" name="Text 11"/>
          <p:cNvSpPr/>
          <p:nvPr/>
        </p:nvSpPr>
        <p:spPr>
          <a:xfrm>
            <a:off x="4655668" y="2560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쇼</a:t>
            </a:r>
            <a:endParaRPr lang="en-US" sz="3600" dirty="0"/>
          </a:p>
        </p:txBody>
      </p:sp>
      <p:sp>
        <p:nvSpPr>
          <p:cNvPr id="14" name="Text 12"/>
          <p:cNvSpPr/>
          <p:nvPr/>
        </p:nvSpPr>
        <p:spPr>
          <a:xfrm>
            <a:off x="465566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syo</a:t>
            </a:r>
            <a:endParaRPr lang="en-US" sz="1200" dirty="0"/>
          </a:p>
        </p:txBody>
      </p:sp>
      <p:sp>
        <p:nvSpPr>
          <p:cNvPr id="15" name="Shape 13"/>
          <p:cNvSpPr/>
          <p:nvPr/>
        </p:nvSpPr>
        <p:spPr>
          <a:xfrm>
            <a:off x="6164428" y="2560320"/>
            <a:ext cx="1371600" cy="1005840"/>
          </a:xfrm>
          <a:prstGeom prst="roundRect">
            <a:avLst>
              <a:gd name="adj" fmla="val 10909"/>
            </a:avLst>
          </a:prstGeom>
          <a:solidFill>
            <a:srgbClr val="FFE0E0"/>
          </a:solidFill>
          <a:ln w="15240">
            <a:solidFill>
              <a:srgbClr val="FE6768"/>
            </a:solidFill>
            <a:prstDash val="solid"/>
          </a:ln>
        </p:spPr>
      </p:sp>
      <p:sp>
        <p:nvSpPr>
          <p:cNvPr id="16" name="Text 14"/>
          <p:cNvSpPr/>
          <p:nvPr/>
        </p:nvSpPr>
        <p:spPr>
          <a:xfrm>
            <a:off x="6164428" y="2560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수</a:t>
            </a:r>
            <a:endParaRPr lang="en-US" sz="3600" dirty="0"/>
          </a:p>
        </p:txBody>
      </p:sp>
      <p:sp>
        <p:nvSpPr>
          <p:cNvPr id="17" name="Text 15"/>
          <p:cNvSpPr/>
          <p:nvPr/>
        </p:nvSpPr>
        <p:spPr>
          <a:xfrm>
            <a:off x="616442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su</a:t>
            </a:r>
            <a:endParaRPr lang="en-US" sz="1200" dirty="0"/>
          </a:p>
        </p:txBody>
      </p:sp>
      <p:sp>
        <p:nvSpPr>
          <p:cNvPr id="18" name="Shape 16"/>
          <p:cNvSpPr/>
          <p:nvPr/>
        </p:nvSpPr>
        <p:spPr>
          <a:xfrm>
            <a:off x="7673188" y="2560320"/>
            <a:ext cx="1371600" cy="1005840"/>
          </a:xfrm>
          <a:prstGeom prst="roundRect">
            <a:avLst>
              <a:gd name="adj" fmla="val 10909"/>
            </a:avLst>
          </a:prstGeom>
          <a:solidFill>
            <a:srgbClr val="FFE0E0"/>
          </a:solidFill>
          <a:ln w="15240">
            <a:solidFill>
              <a:srgbClr val="FE6768"/>
            </a:solidFill>
            <a:prstDash val="solid"/>
          </a:ln>
        </p:spPr>
      </p:sp>
      <p:sp>
        <p:nvSpPr>
          <p:cNvPr id="19" name="Text 17"/>
          <p:cNvSpPr/>
          <p:nvPr/>
        </p:nvSpPr>
        <p:spPr>
          <a:xfrm>
            <a:off x="7673188" y="2560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슈</a:t>
            </a:r>
            <a:endParaRPr lang="en-US" sz="3600" dirty="0"/>
          </a:p>
        </p:txBody>
      </p:sp>
      <p:sp>
        <p:nvSpPr>
          <p:cNvPr id="20" name="Text 18"/>
          <p:cNvSpPr/>
          <p:nvPr/>
        </p:nvSpPr>
        <p:spPr>
          <a:xfrm>
            <a:off x="767318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syu</a:t>
            </a:r>
            <a:endParaRPr lang="en-US" sz="1200" dirty="0"/>
          </a:p>
        </p:txBody>
      </p:sp>
      <p:sp>
        <p:nvSpPr>
          <p:cNvPr id="21" name="Shape 19"/>
          <p:cNvSpPr/>
          <p:nvPr/>
        </p:nvSpPr>
        <p:spPr>
          <a:xfrm>
            <a:off x="9181948" y="2560320"/>
            <a:ext cx="1371600" cy="1005840"/>
          </a:xfrm>
          <a:prstGeom prst="roundRect">
            <a:avLst>
              <a:gd name="adj" fmla="val 10909"/>
            </a:avLst>
          </a:prstGeom>
          <a:solidFill>
            <a:srgbClr val="FFE0E0"/>
          </a:solidFill>
          <a:ln w="15240">
            <a:solidFill>
              <a:srgbClr val="FE6768"/>
            </a:solidFill>
            <a:prstDash val="solid"/>
          </a:ln>
        </p:spPr>
      </p:sp>
      <p:sp>
        <p:nvSpPr>
          <p:cNvPr id="22" name="Text 20"/>
          <p:cNvSpPr/>
          <p:nvPr/>
        </p:nvSpPr>
        <p:spPr>
          <a:xfrm>
            <a:off x="9181948" y="2560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스</a:t>
            </a:r>
            <a:endParaRPr lang="en-US" sz="3600" dirty="0"/>
          </a:p>
        </p:txBody>
      </p:sp>
      <p:sp>
        <p:nvSpPr>
          <p:cNvPr id="23" name="Text 21"/>
          <p:cNvSpPr/>
          <p:nvPr/>
        </p:nvSpPr>
        <p:spPr>
          <a:xfrm>
            <a:off x="918194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seu</a:t>
            </a:r>
            <a:endParaRPr lang="en-US" sz="1200" dirty="0"/>
          </a:p>
        </p:txBody>
      </p:sp>
      <p:sp>
        <p:nvSpPr>
          <p:cNvPr id="24" name="Shape 22"/>
          <p:cNvSpPr/>
          <p:nvPr/>
        </p:nvSpPr>
        <p:spPr>
          <a:xfrm>
            <a:off x="1638148" y="3703320"/>
            <a:ext cx="1371600" cy="1005840"/>
          </a:xfrm>
          <a:prstGeom prst="roundRect">
            <a:avLst>
              <a:gd name="adj" fmla="val 10909"/>
            </a:avLst>
          </a:prstGeom>
          <a:solidFill>
            <a:srgbClr val="FE6768"/>
          </a:solidFill>
          <a:ln w="12700">
            <a:solidFill>
              <a:srgbClr val="FE6768"/>
            </a:solidFill>
            <a:prstDash val="solid"/>
          </a:ln>
        </p:spPr>
      </p:sp>
      <p:sp>
        <p:nvSpPr>
          <p:cNvPr id="25" name="Text 23"/>
          <p:cNvSpPr/>
          <p:nvPr/>
        </p:nvSpPr>
        <p:spPr>
          <a:xfrm>
            <a:off x="1638148" y="3703320"/>
            <a:ext cx="1371600" cy="653796"/>
          </a:xfrm>
          <a:prstGeom prst="rect">
            <a:avLst/>
          </a:prstGeom>
          <a:noFill/>
          <a:ln/>
        </p:spPr>
        <p:txBody>
          <a:bodyPr wrap="square" lIns="0" tIns="0" rIns="0" bIns="0" rtlCol="0" anchor="ctr"/>
          <a:lstStyle/>
          <a:p>
            <a:pPr marL="0" indent="0" algn="ctr">
              <a:buNone/>
            </a:pPr>
            <a:r>
              <a:rPr lang="en-US" sz="3800" b="1" dirty="0">
                <a:solidFill>
                  <a:srgbClr val="F6F6F6"/>
                </a:solidFill>
                <a:latin typeface="Malgun Gothic" pitchFamily="34" charset="0"/>
                <a:ea typeface="Malgun Gothic" pitchFamily="34" charset="-122"/>
                <a:cs typeface="Malgun Gothic" pitchFamily="34" charset="-120"/>
              </a:rPr>
              <a:t>ㅈ</a:t>
            </a:r>
            <a:endParaRPr lang="en-US" sz="3800" dirty="0"/>
          </a:p>
        </p:txBody>
      </p:sp>
      <p:sp>
        <p:nvSpPr>
          <p:cNvPr id="26" name="Text 24"/>
          <p:cNvSpPr/>
          <p:nvPr/>
        </p:nvSpPr>
        <p:spPr>
          <a:xfrm>
            <a:off x="1638148" y="4357116"/>
            <a:ext cx="1371600" cy="352044"/>
          </a:xfrm>
          <a:prstGeom prst="rect">
            <a:avLst/>
          </a:prstGeom>
          <a:noFill/>
          <a:ln/>
        </p:spPr>
        <p:txBody>
          <a:bodyPr wrap="square" lIns="0" tIns="0" rIns="0" bIns="0" rtlCol="0" anchor="t"/>
          <a:lstStyle/>
          <a:p>
            <a:pPr marL="0" indent="0" algn="ctr">
              <a:buNone/>
            </a:pPr>
            <a:r>
              <a:rPr lang="en-US" sz="1000" b="1" kern="0" spc="200" dirty="0">
                <a:solidFill>
                  <a:srgbClr val="FFE0E0"/>
                </a:solidFill>
                <a:latin typeface="Calibri" pitchFamily="34" charset="0"/>
                <a:ea typeface="Calibri" pitchFamily="34" charset="-122"/>
                <a:cs typeface="Calibri" pitchFamily="34" charset="-120"/>
              </a:rPr>
              <a:t>JIEUT</a:t>
            </a:r>
            <a:endParaRPr lang="en-US" sz="1000" dirty="0"/>
          </a:p>
        </p:txBody>
      </p:sp>
      <p:sp>
        <p:nvSpPr>
          <p:cNvPr id="27" name="Shape 25"/>
          <p:cNvSpPr/>
          <p:nvPr/>
        </p:nvSpPr>
        <p:spPr>
          <a:xfrm>
            <a:off x="3146908" y="3703320"/>
            <a:ext cx="1371600" cy="1005840"/>
          </a:xfrm>
          <a:prstGeom prst="roundRect">
            <a:avLst>
              <a:gd name="adj" fmla="val 10909"/>
            </a:avLst>
          </a:prstGeom>
          <a:solidFill>
            <a:srgbClr val="FFE0E0"/>
          </a:solidFill>
          <a:ln w="15240">
            <a:solidFill>
              <a:srgbClr val="FE6768"/>
            </a:solidFill>
            <a:prstDash val="solid"/>
          </a:ln>
        </p:spPr>
      </p:sp>
      <p:sp>
        <p:nvSpPr>
          <p:cNvPr id="28" name="Text 26"/>
          <p:cNvSpPr/>
          <p:nvPr/>
        </p:nvSpPr>
        <p:spPr>
          <a:xfrm>
            <a:off x="3146908" y="3703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조</a:t>
            </a:r>
            <a:endParaRPr lang="en-US" sz="3600" dirty="0"/>
          </a:p>
        </p:txBody>
      </p:sp>
      <p:sp>
        <p:nvSpPr>
          <p:cNvPr id="29" name="Text 27"/>
          <p:cNvSpPr/>
          <p:nvPr/>
        </p:nvSpPr>
        <p:spPr>
          <a:xfrm>
            <a:off x="314690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jo</a:t>
            </a:r>
            <a:endParaRPr lang="en-US" sz="1200" dirty="0"/>
          </a:p>
        </p:txBody>
      </p:sp>
      <p:sp>
        <p:nvSpPr>
          <p:cNvPr id="30" name="Shape 28"/>
          <p:cNvSpPr/>
          <p:nvPr/>
        </p:nvSpPr>
        <p:spPr>
          <a:xfrm>
            <a:off x="4655668" y="3703320"/>
            <a:ext cx="1371600" cy="1005840"/>
          </a:xfrm>
          <a:prstGeom prst="roundRect">
            <a:avLst>
              <a:gd name="adj" fmla="val 10909"/>
            </a:avLst>
          </a:prstGeom>
          <a:solidFill>
            <a:srgbClr val="FFE0E0"/>
          </a:solidFill>
          <a:ln w="15240">
            <a:solidFill>
              <a:srgbClr val="FE6768"/>
            </a:solidFill>
            <a:prstDash val="solid"/>
          </a:ln>
        </p:spPr>
      </p:sp>
      <p:sp>
        <p:nvSpPr>
          <p:cNvPr id="31" name="Text 29"/>
          <p:cNvSpPr/>
          <p:nvPr/>
        </p:nvSpPr>
        <p:spPr>
          <a:xfrm>
            <a:off x="4655668" y="3703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죠</a:t>
            </a:r>
            <a:endParaRPr lang="en-US" sz="3600" dirty="0"/>
          </a:p>
        </p:txBody>
      </p:sp>
      <p:sp>
        <p:nvSpPr>
          <p:cNvPr id="32" name="Text 30"/>
          <p:cNvSpPr/>
          <p:nvPr/>
        </p:nvSpPr>
        <p:spPr>
          <a:xfrm>
            <a:off x="465566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jyo</a:t>
            </a:r>
            <a:endParaRPr lang="en-US" sz="1200" dirty="0"/>
          </a:p>
        </p:txBody>
      </p:sp>
      <p:sp>
        <p:nvSpPr>
          <p:cNvPr id="33" name="Shape 31"/>
          <p:cNvSpPr/>
          <p:nvPr/>
        </p:nvSpPr>
        <p:spPr>
          <a:xfrm>
            <a:off x="6164428" y="3703320"/>
            <a:ext cx="1371600" cy="1005840"/>
          </a:xfrm>
          <a:prstGeom prst="roundRect">
            <a:avLst>
              <a:gd name="adj" fmla="val 10909"/>
            </a:avLst>
          </a:prstGeom>
          <a:solidFill>
            <a:srgbClr val="FFE0E0"/>
          </a:solidFill>
          <a:ln w="15240">
            <a:solidFill>
              <a:srgbClr val="FE6768"/>
            </a:solidFill>
            <a:prstDash val="solid"/>
          </a:ln>
        </p:spPr>
      </p:sp>
      <p:sp>
        <p:nvSpPr>
          <p:cNvPr id="34" name="Text 32"/>
          <p:cNvSpPr/>
          <p:nvPr/>
        </p:nvSpPr>
        <p:spPr>
          <a:xfrm>
            <a:off x="6164428" y="3703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주</a:t>
            </a:r>
            <a:endParaRPr lang="en-US" sz="3600" dirty="0"/>
          </a:p>
        </p:txBody>
      </p:sp>
      <p:sp>
        <p:nvSpPr>
          <p:cNvPr id="35" name="Text 33"/>
          <p:cNvSpPr/>
          <p:nvPr/>
        </p:nvSpPr>
        <p:spPr>
          <a:xfrm>
            <a:off x="616442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ju</a:t>
            </a:r>
            <a:endParaRPr lang="en-US" sz="1200" dirty="0"/>
          </a:p>
        </p:txBody>
      </p:sp>
      <p:sp>
        <p:nvSpPr>
          <p:cNvPr id="36" name="Shape 34"/>
          <p:cNvSpPr/>
          <p:nvPr/>
        </p:nvSpPr>
        <p:spPr>
          <a:xfrm>
            <a:off x="7673188" y="3703320"/>
            <a:ext cx="1371600" cy="1005840"/>
          </a:xfrm>
          <a:prstGeom prst="roundRect">
            <a:avLst>
              <a:gd name="adj" fmla="val 10909"/>
            </a:avLst>
          </a:prstGeom>
          <a:solidFill>
            <a:srgbClr val="FFE0E0"/>
          </a:solidFill>
          <a:ln w="15240">
            <a:solidFill>
              <a:srgbClr val="FE6768"/>
            </a:solidFill>
            <a:prstDash val="solid"/>
          </a:ln>
        </p:spPr>
      </p:sp>
      <p:sp>
        <p:nvSpPr>
          <p:cNvPr id="37" name="Text 35"/>
          <p:cNvSpPr/>
          <p:nvPr/>
        </p:nvSpPr>
        <p:spPr>
          <a:xfrm>
            <a:off x="7673188" y="3703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쥬</a:t>
            </a:r>
            <a:endParaRPr lang="en-US" sz="3600" dirty="0"/>
          </a:p>
        </p:txBody>
      </p:sp>
      <p:sp>
        <p:nvSpPr>
          <p:cNvPr id="38" name="Text 36"/>
          <p:cNvSpPr/>
          <p:nvPr/>
        </p:nvSpPr>
        <p:spPr>
          <a:xfrm>
            <a:off x="767318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jyu</a:t>
            </a:r>
            <a:endParaRPr lang="en-US" sz="1200" dirty="0"/>
          </a:p>
        </p:txBody>
      </p:sp>
      <p:sp>
        <p:nvSpPr>
          <p:cNvPr id="39" name="Shape 37"/>
          <p:cNvSpPr/>
          <p:nvPr/>
        </p:nvSpPr>
        <p:spPr>
          <a:xfrm>
            <a:off x="9181948" y="3703320"/>
            <a:ext cx="1371600" cy="1005840"/>
          </a:xfrm>
          <a:prstGeom prst="roundRect">
            <a:avLst>
              <a:gd name="adj" fmla="val 10909"/>
            </a:avLst>
          </a:prstGeom>
          <a:solidFill>
            <a:srgbClr val="FFE0E0"/>
          </a:solidFill>
          <a:ln w="15240">
            <a:solidFill>
              <a:srgbClr val="FE6768"/>
            </a:solidFill>
            <a:prstDash val="solid"/>
          </a:ln>
        </p:spPr>
      </p:sp>
      <p:sp>
        <p:nvSpPr>
          <p:cNvPr id="40" name="Text 38"/>
          <p:cNvSpPr/>
          <p:nvPr/>
        </p:nvSpPr>
        <p:spPr>
          <a:xfrm>
            <a:off x="9181948" y="3703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즈</a:t>
            </a:r>
            <a:endParaRPr lang="en-US" sz="3600" dirty="0"/>
          </a:p>
        </p:txBody>
      </p:sp>
      <p:sp>
        <p:nvSpPr>
          <p:cNvPr id="41" name="Text 39"/>
          <p:cNvSpPr/>
          <p:nvPr/>
        </p:nvSpPr>
        <p:spPr>
          <a:xfrm>
            <a:off x="918194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jeu</a:t>
            </a:r>
            <a:endParaRPr lang="en-US" sz="1200" dirty="0"/>
          </a:p>
        </p:txBody>
      </p:sp>
      <p:sp>
        <p:nvSpPr>
          <p:cNvPr id="42" name="Shape 40"/>
          <p:cNvSpPr/>
          <p:nvPr/>
        </p:nvSpPr>
        <p:spPr>
          <a:xfrm>
            <a:off x="1638148" y="4846320"/>
            <a:ext cx="1371600" cy="1005840"/>
          </a:xfrm>
          <a:prstGeom prst="roundRect">
            <a:avLst>
              <a:gd name="adj" fmla="val 10909"/>
            </a:avLst>
          </a:prstGeom>
          <a:solidFill>
            <a:srgbClr val="FE6768"/>
          </a:solidFill>
          <a:ln w="12700">
            <a:solidFill>
              <a:srgbClr val="FE6768"/>
            </a:solidFill>
            <a:prstDash val="solid"/>
          </a:ln>
        </p:spPr>
      </p:sp>
      <p:sp>
        <p:nvSpPr>
          <p:cNvPr id="43" name="Text 41"/>
          <p:cNvSpPr/>
          <p:nvPr/>
        </p:nvSpPr>
        <p:spPr>
          <a:xfrm>
            <a:off x="1638148" y="4846320"/>
            <a:ext cx="1371600" cy="653796"/>
          </a:xfrm>
          <a:prstGeom prst="rect">
            <a:avLst/>
          </a:prstGeom>
          <a:noFill/>
          <a:ln/>
        </p:spPr>
        <p:txBody>
          <a:bodyPr wrap="square" lIns="0" tIns="0" rIns="0" bIns="0" rtlCol="0" anchor="ctr"/>
          <a:lstStyle/>
          <a:p>
            <a:pPr marL="0" indent="0" algn="ctr">
              <a:buNone/>
            </a:pPr>
            <a:r>
              <a:rPr lang="en-US" sz="3800" b="1" dirty="0">
                <a:solidFill>
                  <a:srgbClr val="F6F6F6"/>
                </a:solidFill>
                <a:latin typeface="Malgun Gothic" pitchFamily="34" charset="0"/>
                <a:ea typeface="Malgun Gothic" pitchFamily="34" charset="-122"/>
                <a:cs typeface="Malgun Gothic" pitchFamily="34" charset="-120"/>
              </a:rPr>
              <a:t>ㅊ</a:t>
            </a:r>
            <a:endParaRPr lang="en-US" sz="3800" dirty="0"/>
          </a:p>
        </p:txBody>
      </p:sp>
      <p:sp>
        <p:nvSpPr>
          <p:cNvPr id="44" name="Text 42"/>
          <p:cNvSpPr/>
          <p:nvPr/>
        </p:nvSpPr>
        <p:spPr>
          <a:xfrm>
            <a:off x="1638148" y="5500116"/>
            <a:ext cx="1371600" cy="352044"/>
          </a:xfrm>
          <a:prstGeom prst="rect">
            <a:avLst/>
          </a:prstGeom>
          <a:noFill/>
          <a:ln/>
        </p:spPr>
        <p:txBody>
          <a:bodyPr wrap="square" lIns="0" tIns="0" rIns="0" bIns="0" rtlCol="0" anchor="t"/>
          <a:lstStyle/>
          <a:p>
            <a:pPr marL="0" indent="0" algn="ctr">
              <a:buNone/>
            </a:pPr>
            <a:r>
              <a:rPr lang="en-US" sz="1000" b="1" kern="0" spc="200" dirty="0">
                <a:solidFill>
                  <a:srgbClr val="FFE0E0"/>
                </a:solidFill>
                <a:latin typeface="Calibri" pitchFamily="34" charset="0"/>
                <a:ea typeface="Calibri" pitchFamily="34" charset="-122"/>
                <a:cs typeface="Calibri" pitchFamily="34" charset="-120"/>
              </a:rPr>
              <a:t>CHIEUT</a:t>
            </a:r>
            <a:endParaRPr lang="en-US" sz="1000" dirty="0"/>
          </a:p>
        </p:txBody>
      </p:sp>
      <p:sp>
        <p:nvSpPr>
          <p:cNvPr id="45" name="Shape 43"/>
          <p:cNvSpPr/>
          <p:nvPr/>
        </p:nvSpPr>
        <p:spPr>
          <a:xfrm>
            <a:off x="3146908" y="4846320"/>
            <a:ext cx="1371600" cy="1005840"/>
          </a:xfrm>
          <a:prstGeom prst="roundRect">
            <a:avLst>
              <a:gd name="adj" fmla="val 10909"/>
            </a:avLst>
          </a:prstGeom>
          <a:solidFill>
            <a:srgbClr val="FFE0E0"/>
          </a:solidFill>
          <a:ln w="15240">
            <a:solidFill>
              <a:srgbClr val="FE6768"/>
            </a:solidFill>
            <a:prstDash val="solid"/>
          </a:ln>
        </p:spPr>
      </p:sp>
      <p:sp>
        <p:nvSpPr>
          <p:cNvPr id="46" name="Text 44"/>
          <p:cNvSpPr/>
          <p:nvPr/>
        </p:nvSpPr>
        <p:spPr>
          <a:xfrm>
            <a:off x="3146908" y="4846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초</a:t>
            </a:r>
            <a:endParaRPr lang="en-US" sz="3600" dirty="0"/>
          </a:p>
        </p:txBody>
      </p:sp>
      <p:sp>
        <p:nvSpPr>
          <p:cNvPr id="47" name="Text 45"/>
          <p:cNvSpPr/>
          <p:nvPr/>
        </p:nvSpPr>
        <p:spPr>
          <a:xfrm>
            <a:off x="314690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cho</a:t>
            </a:r>
            <a:endParaRPr lang="en-US" sz="1200" dirty="0"/>
          </a:p>
        </p:txBody>
      </p:sp>
      <p:sp>
        <p:nvSpPr>
          <p:cNvPr id="48" name="Shape 46"/>
          <p:cNvSpPr/>
          <p:nvPr/>
        </p:nvSpPr>
        <p:spPr>
          <a:xfrm>
            <a:off x="4655668" y="4846320"/>
            <a:ext cx="1371600" cy="1005840"/>
          </a:xfrm>
          <a:prstGeom prst="roundRect">
            <a:avLst>
              <a:gd name="adj" fmla="val 10909"/>
            </a:avLst>
          </a:prstGeom>
          <a:solidFill>
            <a:srgbClr val="FFE0E0"/>
          </a:solidFill>
          <a:ln w="15240">
            <a:solidFill>
              <a:srgbClr val="FE6768"/>
            </a:solidFill>
            <a:prstDash val="solid"/>
          </a:ln>
        </p:spPr>
      </p:sp>
      <p:sp>
        <p:nvSpPr>
          <p:cNvPr id="49" name="Text 47"/>
          <p:cNvSpPr/>
          <p:nvPr/>
        </p:nvSpPr>
        <p:spPr>
          <a:xfrm>
            <a:off x="4655668" y="4846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쵸</a:t>
            </a:r>
            <a:endParaRPr lang="en-US" sz="3600" dirty="0"/>
          </a:p>
        </p:txBody>
      </p:sp>
      <p:sp>
        <p:nvSpPr>
          <p:cNvPr id="50" name="Text 48"/>
          <p:cNvSpPr/>
          <p:nvPr/>
        </p:nvSpPr>
        <p:spPr>
          <a:xfrm>
            <a:off x="465566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cho</a:t>
            </a:r>
            <a:endParaRPr lang="en-US" sz="1200" dirty="0"/>
          </a:p>
        </p:txBody>
      </p:sp>
      <p:sp>
        <p:nvSpPr>
          <p:cNvPr id="51" name="Shape 49"/>
          <p:cNvSpPr/>
          <p:nvPr/>
        </p:nvSpPr>
        <p:spPr>
          <a:xfrm>
            <a:off x="6164428" y="4846320"/>
            <a:ext cx="1371600" cy="1005840"/>
          </a:xfrm>
          <a:prstGeom prst="roundRect">
            <a:avLst>
              <a:gd name="adj" fmla="val 10909"/>
            </a:avLst>
          </a:prstGeom>
          <a:solidFill>
            <a:srgbClr val="FFE0E0"/>
          </a:solidFill>
          <a:ln w="15240">
            <a:solidFill>
              <a:srgbClr val="FE6768"/>
            </a:solidFill>
            <a:prstDash val="solid"/>
          </a:ln>
        </p:spPr>
      </p:sp>
      <p:sp>
        <p:nvSpPr>
          <p:cNvPr id="52" name="Text 50"/>
          <p:cNvSpPr/>
          <p:nvPr/>
        </p:nvSpPr>
        <p:spPr>
          <a:xfrm>
            <a:off x="6164428" y="4846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추</a:t>
            </a:r>
            <a:endParaRPr lang="en-US" sz="3600" dirty="0"/>
          </a:p>
        </p:txBody>
      </p:sp>
      <p:sp>
        <p:nvSpPr>
          <p:cNvPr id="53" name="Text 51"/>
          <p:cNvSpPr/>
          <p:nvPr/>
        </p:nvSpPr>
        <p:spPr>
          <a:xfrm>
            <a:off x="616442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chu</a:t>
            </a:r>
            <a:endParaRPr lang="en-US" sz="1200" dirty="0"/>
          </a:p>
        </p:txBody>
      </p:sp>
      <p:sp>
        <p:nvSpPr>
          <p:cNvPr id="54" name="Shape 52"/>
          <p:cNvSpPr/>
          <p:nvPr/>
        </p:nvSpPr>
        <p:spPr>
          <a:xfrm>
            <a:off x="7673188" y="4846320"/>
            <a:ext cx="1371600" cy="1005840"/>
          </a:xfrm>
          <a:prstGeom prst="roundRect">
            <a:avLst>
              <a:gd name="adj" fmla="val 10909"/>
            </a:avLst>
          </a:prstGeom>
          <a:solidFill>
            <a:srgbClr val="FFE0E0"/>
          </a:solidFill>
          <a:ln w="15240">
            <a:solidFill>
              <a:srgbClr val="FE6768"/>
            </a:solidFill>
            <a:prstDash val="solid"/>
          </a:ln>
        </p:spPr>
      </p:sp>
      <p:sp>
        <p:nvSpPr>
          <p:cNvPr id="55" name="Text 53"/>
          <p:cNvSpPr/>
          <p:nvPr/>
        </p:nvSpPr>
        <p:spPr>
          <a:xfrm>
            <a:off x="7673188" y="4846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츄</a:t>
            </a:r>
            <a:endParaRPr lang="en-US" sz="3600" dirty="0"/>
          </a:p>
        </p:txBody>
      </p:sp>
      <p:sp>
        <p:nvSpPr>
          <p:cNvPr id="56" name="Text 54"/>
          <p:cNvSpPr/>
          <p:nvPr/>
        </p:nvSpPr>
        <p:spPr>
          <a:xfrm>
            <a:off x="767318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chu</a:t>
            </a:r>
            <a:endParaRPr lang="en-US" sz="1200" dirty="0"/>
          </a:p>
        </p:txBody>
      </p:sp>
      <p:sp>
        <p:nvSpPr>
          <p:cNvPr id="57" name="Shape 55"/>
          <p:cNvSpPr/>
          <p:nvPr/>
        </p:nvSpPr>
        <p:spPr>
          <a:xfrm>
            <a:off x="9181948" y="4846320"/>
            <a:ext cx="1371600" cy="1005840"/>
          </a:xfrm>
          <a:prstGeom prst="roundRect">
            <a:avLst>
              <a:gd name="adj" fmla="val 10909"/>
            </a:avLst>
          </a:prstGeom>
          <a:solidFill>
            <a:srgbClr val="FFE0E0"/>
          </a:solidFill>
          <a:ln w="15240">
            <a:solidFill>
              <a:srgbClr val="FE6768"/>
            </a:solidFill>
            <a:prstDash val="solid"/>
          </a:ln>
        </p:spPr>
      </p:sp>
      <p:sp>
        <p:nvSpPr>
          <p:cNvPr id="58" name="Text 56"/>
          <p:cNvSpPr/>
          <p:nvPr/>
        </p:nvSpPr>
        <p:spPr>
          <a:xfrm>
            <a:off x="9181948" y="4846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츠</a:t>
            </a:r>
            <a:endParaRPr lang="en-US" sz="3600" dirty="0"/>
          </a:p>
        </p:txBody>
      </p:sp>
      <p:sp>
        <p:nvSpPr>
          <p:cNvPr id="59" name="Text 57"/>
          <p:cNvSpPr/>
          <p:nvPr/>
        </p:nvSpPr>
        <p:spPr>
          <a:xfrm>
            <a:off x="918194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cheu</a:t>
            </a:r>
            <a:endParaRPr lang="en-US" sz="1200" dirty="0"/>
          </a:p>
        </p:txBody>
      </p:sp>
      <p:pic>
        <p:nvPicPr>
          <p:cNvPr id="60"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61" name="Text 58"/>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62" name="Text 59"/>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75</a:t>
            </a:r>
            <a:endParaRPr lang="en-US" sz="800" dirty="0"/>
          </a:p>
        </p:txBody>
      </p:sp>
    </p:spTree>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name="Slide 76">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§3.14 · LECTURA</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Práctica · ㅋ ㅌ ㅎ</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Las aspiradas + ㅎ con vocales horizontales.</a:t>
            </a:r>
            <a:endParaRPr lang="en-US" sz="1400" dirty="0"/>
          </a:p>
        </p:txBody>
      </p:sp>
      <p:sp>
        <p:nvSpPr>
          <p:cNvPr id="5" name="Text 3"/>
          <p:cNvSpPr/>
          <p:nvPr/>
        </p:nvSpPr>
        <p:spPr>
          <a:xfrm>
            <a:off x="8534095" y="868680"/>
            <a:ext cx="3200400" cy="320040"/>
          </a:xfrm>
          <a:prstGeom prst="rect">
            <a:avLst/>
          </a:prstGeom>
          <a:noFill/>
          <a:ln/>
        </p:spPr>
        <p:txBody>
          <a:bodyPr wrap="square" lIns="0" tIns="0" rIns="0" bIns="0" rtlCol="0" anchor="ctr"/>
          <a:lstStyle/>
          <a:p>
            <a:pPr marL="0" indent="0" algn="r">
              <a:buNone/>
            </a:pPr>
            <a:r>
              <a:rPr lang="en-US" sz="1100" b="1" kern="0" spc="300" dirty="0">
                <a:solidFill>
                  <a:srgbClr val="4036ED"/>
                </a:solidFill>
                <a:latin typeface="Calibri" pitchFamily="34" charset="0"/>
                <a:ea typeface="Calibri" pitchFamily="34" charset="-122"/>
                <a:cs typeface="Calibri" pitchFamily="34" charset="-120"/>
              </a:rPr>
              <a:t>아음·설음·후음</a:t>
            </a:r>
            <a:endParaRPr lang="en-US" sz="1100" dirty="0"/>
          </a:p>
        </p:txBody>
      </p:sp>
      <p:sp>
        <p:nvSpPr>
          <p:cNvPr id="6" name="Shape 4"/>
          <p:cNvSpPr/>
          <p:nvPr/>
        </p:nvSpPr>
        <p:spPr>
          <a:xfrm>
            <a:off x="1638148" y="2560320"/>
            <a:ext cx="1371600" cy="1005840"/>
          </a:xfrm>
          <a:prstGeom prst="roundRect">
            <a:avLst>
              <a:gd name="adj" fmla="val 10909"/>
            </a:avLst>
          </a:prstGeom>
          <a:solidFill>
            <a:srgbClr val="4036ED"/>
          </a:solidFill>
          <a:ln w="12700">
            <a:solidFill>
              <a:srgbClr val="4036ED"/>
            </a:solidFill>
            <a:prstDash val="solid"/>
          </a:ln>
        </p:spPr>
      </p:sp>
      <p:sp>
        <p:nvSpPr>
          <p:cNvPr id="7" name="Text 5"/>
          <p:cNvSpPr/>
          <p:nvPr/>
        </p:nvSpPr>
        <p:spPr>
          <a:xfrm>
            <a:off x="1638148" y="2560320"/>
            <a:ext cx="1371600" cy="653796"/>
          </a:xfrm>
          <a:prstGeom prst="rect">
            <a:avLst/>
          </a:prstGeom>
          <a:noFill/>
          <a:ln/>
        </p:spPr>
        <p:txBody>
          <a:bodyPr wrap="square" lIns="0" tIns="0" rIns="0" bIns="0" rtlCol="0" anchor="ctr"/>
          <a:lstStyle/>
          <a:p>
            <a:pPr marL="0" indent="0" algn="ctr">
              <a:buNone/>
            </a:pPr>
            <a:r>
              <a:rPr lang="en-US" sz="3800" b="1" dirty="0">
                <a:solidFill>
                  <a:srgbClr val="F6F6F6"/>
                </a:solidFill>
                <a:latin typeface="Malgun Gothic" pitchFamily="34" charset="0"/>
                <a:ea typeface="Malgun Gothic" pitchFamily="34" charset="-122"/>
                <a:cs typeface="Malgun Gothic" pitchFamily="34" charset="-120"/>
              </a:rPr>
              <a:t>ㅋ</a:t>
            </a:r>
            <a:endParaRPr lang="en-US" sz="3800" dirty="0"/>
          </a:p>
        </p:txBody>
      </p:sp>
      <p:sp>
        <p:nvSpPr>
          <p:cNvPr id="8" name="Text 6"/>
          <p:cNvSpPr/>
          <p:nvPr/>
        </p:nvSpPr>
        <p:spPr>
          <a:xfrm>
            <a:off x="1638148" y="3214116"/>
            <a:ext cx="1371600" cy="352044"/>
          </a:xfrm>
          <a:prstGeom prst="rect">
            <a:avLst/>
          </a:prstGeom>
          <a:noFill/>
          <a:ln/>
        </p:spPr>
        <p:txBody>
          <a:bodyPr wrap="square" lIns="0" tIns="0" rIns="0" bIns="0" rtlCol="0" anchor="t"/>
          <a:lstStyle/>
          <a:p>
            <a:pPr marL="0" indent="0" algn="ctr">
              <a:buNone/>
            </a:pPr>
            <a:r>
              <a:rPr lang="en-US" sz="1000" b="1" kern="0" spc="200" dirty="0">
                <a:solidFill>
                  <a:srgbClr val="EDE8FF"/>
                </a:solidFill>
                <a:latin typeface="Calibri" pitchFamily="34" charset="0"/>
                <a:ea typeface="Calibri" pitchFamily="34" charset="-122"/>
                <a:cs typeface="Calibri" pitchFamily="34" charset="-120"/>
              </a:rPr>
              <a:t>KIEUK</a:t>
            </a:r>
            <a:endParaRPr lang="en-US" sz="1000" dirty="0"/>
          </a:p>
        </p:txBody>
      </p:sp>
      <p:sp>
        <p:nvSpPr>
          <p:cNvPr id="9" name="Shape 7"/>
          <p:cNvSpPr/>
          <p:nvPr/>
        </p:nvSpPr>
        <p:spPr>
          <a:xfrm>
            <a:off x="3146908" y="2560320"/>
            <a:ext cx="1371600" cy="1005840"/>
          </a:xfrm>
          <a:prstGeom prst="roundRect">
            <a:avLst>
              <a:gd name="adj" fmla="val 10909"/>
            </a:avLst>
          </a:prstGeom>
          <a:solidFill>
            <a:srgbClr val="EDE8FF"/>
          </a:solidFill>
          <a:ln w="15240">
            <a:solidFill>
              <a:srgbClr val="4036ED"/>
            </a:solidFill>
            <a:prstDash val="solid"/>
          </a:ln>
        </p:spPr>
      </p:sp>
      <p:sp>
        <p:nvSpPr>
          <p:cNvPr id="10" name="Text 8"/>
          <p:cNvSpPr/>
          <p:nvPr/>
        </p:nvSpPr>
        <p:spPr>
          <a:xfrm>
            <a:off x="3146908" y="2560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코</a:t>
            </a:r>
            <a:endParaRPr lang="en-US" sz="3600" dirty="0"/>
          </a:p>
        </p:txBody>
      </p:sp>
      <p:sp>
        <p:nvSpPr>
          <p:cNvPr id="11" name="Text 9"/>
          <p:cNvSpPr/>
          <p:nvPr/>
        </p:nvSpPr>
        <p:spPr>
          <a:xfrm>
            <a:off x="314690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ko</a:t>
            </a:r>
            <a:endParaRPr lang="en-US" sz="1200" dirty="0"/>
          </a:p>
        </p:txBody>
      </p:sp>
      <p:sp>
        <p:nvSpPr>
          <p:cNvPr id="12" name="Shape 10"/>
          <p:cNvSpPr/>
          <p:nvPr/>
        </p:nvSpPr>
        <p:spPr>
          <a:xfrm>
            <a:off x="4655668" y="2560320"/>
            <a:ext cx="1371600" cy="1005840"/>
          </a:xfrm>
          <a:prstGeom prst="roundRect">
            <a:avLst>
              <a:gd name="adj" fmla="val 10909"/>
            </a:avLst>
          </a:prstGeom>
          <a:solidFill>
            <a:srgbClr val="EDE8FF"/>
          </a:solidFill>
          <a:ln w="15240">
            <a:solidFill>
              <a:srgbClr val="4036ED"/>
            </a:solidFill>
            <a:prstDash val="solid"/>
          </a:ln>
        </p:spPr>
      </p:sp>
      <p:sp>
        <p:nvSpPr>
          <p:cNvPr id="13" name="Text 11"/>
          <p:cNvSpPr/>
          <p:nvPr/>
        </p:nvSpPr>
        <p:spPr>
          <a:xfrm>
            <a:off x="4655668" y="2560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쿄</a:t>
            </a:r>
            <a:endParaRPr lang="en-US" sz="3600" dirty="0"/>
          </a:p>
        </p:txBody>
      </p:sp>
      <p:sp>
        <p:nvSpPr>
          <p:cNvPr id="14" name="Text 12"/>
          <p:cNvSpPr/>
          <p:nvPr/>
        </p:nvSpPr>
        <p:spPr>
          <a:xfrm>
            <a:off x="465566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kyo</a:t>
            </a:r>
            <a:endParaRPr lang="en-US" sz="1200" dirty="0"/>
          </a:p>
        </p:txBody>
      </p:sp>
      <p:sp>
        <p:nvSpPr>
          <p:cNvPr id="15" name="Shape 13"/>
          <p:cNvSpPr/>
          <p:nvPr/>
        </p:nvSpPr>
        <p:spPr>
          <a:xfrm>
            <a:off x="6164428" y="2560320"/>
            <a:ext cx="1371600" cy="1005840"/>
          </a:xfrm>
          <a:prstGeom prst="roundRect">
            <a:avLst>
              <a:gd name="adj" fmla="val 10909"/>
            </a:avLst>
          </a:prstGeom>
          <a:solidFill>
            <a:srgbClr val="EDE8FF"/>
          </a:solidFill>
          <a:ln w="15240">
            <a:solidFill>
              <a:srgbClr val="4036ED"/>
            </a:solidFill>
            <a:prstDash val="solid"/>
          </a:ln>
        </p:spPr>
      </p:sp>
      <p:sp>
        <p:nvSpPr>
          <p:cNvPr id="16" name="Text 14"/>
          <p:cNvSpPr/>
          <p:nvPr/>
        </p:nvSpPr>
        <p:spPr>
          <a:xfrm>
            <a:off x="6164428" y="2560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쿠</a:t>
            </a:r>
            <a:endParaRPr lang="en-US" sz="3600" dirty="0"/>
          </a:p>
        </p:txBody>
      </p:sp>
      <p:sp>
        <p:nvSpPr>
          <p:cNvPr id="17" name="Text 15"/>
          <p:cNvSpPr/>
          <p:nvPr/>
        </p:nvSpPr>
        <p:spPr>
          <a:xfrm>
            <a:off x="616442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ku</a:t>
            </a:r>
            <a:endParaRPr lang="en-US" sz="1200" dirty="0"/>
          </a:p>
        </p:txBody>
      </p:sp>
      <p:sp>
        <p:nvSpPr>
          <p:cNvPr id="18" name="Shape 16"/>
          <p:cNvSpPr/>
          <p:nvPr/>
        </p:nvSpPr>
        <p:spPr>
          <a:xfrm>
            <a:off x="7673188" y="2560320"/>
            <a:ext cx="1371600" cy="1005840"/>
          </a:xfrm>
          <a:prstGeom prst="roundRect">
            <a:avLst>
              <a:gd name="adj" fmla="val 10909"/>
            </a:avLst>
          </a:prstGeom>
          <a:solidFill>
            <a:srgbClr val="EDE8FF"/>
          </a:solidFill>
          <a:ln w="15240">
            <a:solidFill>
              <a:srgbClr val="4036ED"/>
            </a:solidFill>
            <a:prstDash val="solid"/>
          </a:ln>
        </p:spPr>
      </p:sp>
      <p:sp>
        <p:nvSpPr>
          <p:cNvPr id="19" name="Text 17"/>
          <p:cNvSpPr/>
          <p:nvPr/>
        </p:nvSpPr>
        <p:spPr>
          <a:xfrm>
            <a:off x="7673188" y="2560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큐</a:t>
            </a:r>
            <a:endParaRPr lang="en-US" sz="3600" dirty="0"/>
          </a:p>
        </p:txBody>
      </p:sp>
      <p:sp>
        <p:nvSpPr>
          <p:cNvPr id="20" name="Text 18"/>
          <p:cNvSpPr/>
          <p:nvPr/>
        </p:nvSpPr>
        <p:spPr>
          <a:xfrm>
            <a:off x="767318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kyu</a:t>
            </a:r>
            <a:endParaRPr lang="en-US" sz="1200" dirty="0"/>
          </a:p>
        </p:txBody>
      </p:sp>
      <p:sp>
        <p:nvSpPr>
          <p:cNvPr id="21" name="Shape 19"/>
          <p:cNvSpPr/>
          <p:nvPr/>
        </p:nvSpPr>
        <p:spPr>
          <a:xfrm>
            <a:off x="9181948" y="2560320"/>
            <a:ext cx="1371600" cy="1005840"/>
          </a:xfrm>
          <a:prstGeom prst="roundRect">
            <a:avLst>
              <a:gd name="adj" fmla="val 10909"/>
            </a:avLst>
          </a:prstGeom>
          <a:solidFill>
            <a:srgbClr val="EDE8FF"/>
          </a:solidFill>
          <a:ln w="15240">
            <a:solidFill>
              <a:srgbClr val="4036ED"/>
            </a:solidFill>
            <a:prstDash val="solid"/>
          </a:ln>
        </p:spPr>
      </p:sp>
      <p:sp>
        <p:nvSpPr>
          <p:cNvPr id="22" name="Text 20"/>
          <p:cNvSpPr/>
          <p:nvPr/>
        </p:nvSpPr>
        <p:spPr>
          <a:xfrm>
            <a:off x="9181948" y="2560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크</a:t>
            </a:r>
            <a:endParaRPr lang="en-US" sz="3600" dirty="0"/>
          </a:p>
        </p:txBody>
      </p:sp>
      <p:sp>
        <p:nvSpPr>
          <p:cNvPr id="23" name="Text 21"/>
          <p:cNvSpPr/>
          <p:nvPr/>
        </p:nvSpPr>
        <p:spPr>
          <a:xfrm>
            <a:off x="918194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keu</a:t>
            </a:r>
            <a:endParaRPr lang="en-US" sz="1200" dirty="0"/>
          </a:p>
        </p:txBody>
      </p:sp>
      <p:sp>
        <p:nvSpPr>
          <p:cNvPr id="24" name="Shape 22"/>
          <p:cNvSpPr/>
          <p:nvPr/>
        </p:nvSpPr>
        <p:spPr>
          <a:xfrm>
            <a:off x="1638148" y="3703320"/>
            <a:ext cx="1371600" cy="1005840"/>
          </a:xfrm>
          <a:prstGeom prst="roundRect">
            <a:avLst>
              <a:gd name="adj" fmla="val 10909"/>
            </a:avLst>
          </a:prstGeom>
          <a:solidFill>
            <a:srgbClr val="4036ED"/>
          </a:solidFill>
          <a:ln w="12700">
            <a:solidFill>
              <a:srgbClr val="4036ED"/>
            </a:solidFill>
            <a:prstDash val="solid"/>
          </a:ln>
        </p:spPr>
      </p:sp>
      <p:sp>
        <p:nvSpPr>
          <p:cNvPr id="25" name="Text 23"/>
          <p:cNvSpPr/>
          <p:nvPr/>
        </p:nvSpPr>
        <p:spPr>
          <a:xfrm>
            <a:off x="1638148" y="3703320"/>
            <a:ext cx="1371600" cy="653796"/>
          </a:xfrm>
          <a:prstGeom prst="rect">
            <a:avLst/>
          </a:prstGeom>
          <a:noFill/>
          <a:ln/>
        </p:spPr>
        <p:txBody>
          <a:bodyPr wrap="square" lIns="0" tIns="0" rIns="0" bIns="0" rtlCol="0" anchor="ctr"/>
          <a:lstStyle/>
          <a:p>
            <a:pPr marL="0" indent="0" algn="ctr">
              <a:buNone/>
            </a:pPr>
            <a:r>
              <a:rPr lang="en-US" sz="3800" b="1" dirty="0">
                <a:solidFill>
                  <a:srgbClr val="F6F6F6"/>
                </a:solidFill>
                <a:latin typeface="Malgun Gothic" pitchFamily="34" charset="0"/>
                <a:ea typeface="Malgun Gothic" pitchFamily="34" charset="-122"/>
                <a:cs typeface="Malgun Gothic" pitchFamily="34" charset="-120"/>
              </a:rPr>
              <a:t>ㅌ</a:t>
            </a:r>
            <a:endParaRPr lang="en-US" sz="3800" dirty="0"/>
          </a:p>
        </p:txBody>
      </p:sp>
      <p:sp>
        <p:nvSpPr>
          <p:cNvPr id="26" name="Text 24"/>
          <p:cNvSpPr/>
          <p:nvPr/>
        </p:nvSpPr>
        <p:spPr>
          <a:xfrm>
            <a:off x="1638148" y="4357116"/>
            <a:ext cx="1371600" cy="352044"/>
          </a:xfrm>
          <a:prstGeom prst="rect">
            <a:avLst/>
          </a:prstGeom>
          <a:noFill/>
          <a:ln/>
        </p:spPr>
        <p:txBody>
          <a:bodyPr wrap="square" lIns="0" tIns="0" rIns="0" bIns="0" rtlCol="0" anchor="t"/>
          <a:lstStyle/>
          <a:p>
            <a:pPr marL="0" indent="0" algn="ctr">
              <a:buNone/>
            </a:pPr>
            <a:r>
              <a:rPr lang="en-US" sz="1000" b="1" kern="0" spc="200" dirty="0">
                <a:solidFill>
                  <a:srgbClr val="EDE8FF"/>
                </a:solidFill>
                <a:latin typeface="Calibri" pitchFamily="34" charset="0"/>
                <a:ea typeface="Calibri" pitchFamily="34" charset="-122"/>
                <a:cs typeface="Calibri" pitchFamily="34" charset="-120"/>
              </a:rPr>
              <a:t>TIEUT</a:t>
            </a:r>
            <a:endParaRPr lang="en-US" sz="1000" dirty="0"/>
          </a:p>
        </p:txBody>
      </p:sp>
      <p:sp>
        <p:nvSpPr>
          <p:cNvPr id="27" name="Shape 25"/>
          <p:cNvSpPr/>
          <p:nvPr/>
        </p:nvSpPr>
        <p:spPr>
          <a:xfrm>
            <a:off x="3146908" y="3703320"/>
            <a:ext cx="1371600" cy="1005840"/>
          </a:xfrm>
          <a:prstGeom prst="roundRect">
            <a:avLst>
              <a:gd name="adj" fmla="val 10909"/>
            </a:avLst>
          </a:prstGeom>
          <a:solidFill>
            <a:srgbClr val="EDE8FF"/>
          </a:solidFill>
          <a:ln w="15240">
            <a:solidFill>
              <a:srgbClr val="4036ED"/>
            </a:solidFill>
            <a:prstDash val="solid"/>
          </a:ln>
        </p:spPr>
      </p:sp>
      <p:sp>
        <p:nvSpPr>
          <p:cNvPr id="28" name="Text 26"/>
          <p:cNvSpPr/>
          <p:nvPr/>
        </p:nvSpPr>
        <p:spPr>
          <a:xfrm>
            <a:off x="3146908" y="3703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토</a:t>
            </a:r>
            <a:endParaRPr lang="en-US" sz="3600" dirty="0"/>
          </a:p>
        </p:txBody>
      </p:sp>
      <p:sp>
        <p:nvSpPr>
          <p:cNvPr id="29" name="Text 27"/>
          <p:cNvSpPr/>
          <p:nvPr/>
        </p:nvSpPr>
        <p:spPr>
          <a:xfrm>
            <a:off x="314690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to</a:t>
            </a:r>
            <a:endParaRPr lang="en-US" sz="1200" dirty="0"/>
          </a:p>
        </p:txBody>
      </p:sp>
      <p:sp>
        <p:nvSpPr>
          <p:cNvPr id="30" name="Shape 28"/>
          <p:cNvSpPr/>
          <p:nvPr/>
        </p:nvSpPr>
        <p:spPr>
          <a:xfrm>
            <a:off x="4655668" y="3703320"/>
            <a:ext cx="1371600" cy="1005840"/>
          </a:xfrm>
          <a:prstGeom prst="roundRect">
            <a:avLst>
              <a:gd name="adj" fmla="val 10909"/>
            </a:avLst>
          </a:prstGeom>
          <a:solidFill>
            <a:srgbClr val="EDE8FF"/>
          </a:solidFill>
          <a:ln w="15240">
            <a:solidFill>
              <a:srgbClr val="4036ED"/>
            </a:solidFill>
            <a:prstDash val="solid"/>
          </a:ln>
        </p:spPr>
      </p:sp>
      <p:sp>
        <p:nvSpPr>
          <p:cNvPr id="31" name="Text 29"/>
          <p:cNvSpPr/>
          <p:nvPr/>
        </p:nvSpPr>
        <p:spPr>
          <a:xfrm>
            <a:off x="4655668" y="3703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툐</a:t>
            </a:r>
            <a:endParaRPr lang="en-US" sz="3600" dirty="0"/>
          </a:p>
        </p:txBody>
      </p:sp>
      <p:sp>
        <p:nvSpPr>
          <p:cNvPr id="32" name="Text 30"/>
          <p:cNvSpPr/>
          <p:nvPr/>
        </p:nvSpPr>
        <p:spPr>
          <a:xfrm>
            <a:off x="465566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tyo</a:t>
            </a:r>
            <a:endParaRPr lang="en-US" sz="1200" dirty="0"/>
          </a:p>
        </p:txBody>
      </p:sp>
      <p:sp>
        <p:nvSpPr>
          <p:cNvPr id="33" name="Shape 31"/>
          <p:cNvSpPr/>
          <p:nvPr/>
        </p:nvSpPr>
        <p:spPr>
          <a:xfrm>
            <a:off x="6164428" y="3703320"/>
            <a:ext cx="1371600" cy="1005840"/>
          </a:xfrm>
          <a:prstGeom prst="roundRect">
            <a:avLst>
              <a:gd name="adj" fmla="val 10909"/>
            </a:avLst>
          </a:prstGeom>
          <a:solidFill>
            <a:srgbClr val="EDE8FF"/>
          </a:solidFill>
          <a:ln w="15240">
            <a:solidFill>
              <a:srgbClr val="4036ED"/>
            </a:solidFill>
            <a:prstDash val="solid"/>
          </a:ln>
        </p:spPr>
      </p:sp>
      <p:sp>
        <p:nvSpPr>
          <p:cNvPr id="34" name="Text 32"/>
          <p:cNvSpPr/>
          <p:nvPr/>
        </p:nvSpPr>
        <p:spPr>
          <a:xfrm>
            <a:off x="6164428" y="3703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투</a:t>
            </a:r>
            <a:endParaRPr lang="en-US" sz="3600" dirty="0"/>
          </a:p>
        </p:txBody>
      </p:sp>
      <p:sp>
        <p:nvSpPr>
          <p:cNvPr id="35" name="Text 33"/>
          <p:cNvSpPr/>
          <p:nvPr/>
        </p:nvSpPr>
        <p:spPr>
          <a:xfrm>
            <a:off x="616442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tu</a:t>
            </a:r>
            <a:endParaRPr lang="en-US" sz="1200" dirty="0"/>
          </a:p>
        </p:txBody>
      </p:sp>
      <p:sp>
        <p:nvSpPr>
          <p:cNvPr id="36" name="Shape 34"/>
          <p:cNvSpPr/>
          <p:nvPr/>
        </p:nvSpPr>
        <p:spPr>
          <a:xfrm>
            <a:off x="7673188" y="3703320"/>
            <a:ext cx="1371600" cy="1005840"/>
          </a:xfrm>
          <a:prstGeom prst="roundRect">
            <a:avLst>
              <a:gd name="adj" fmla="val 10909"/>
            </a:avLst>
          </a:prstGeom>
          <a:solidFill>
            <a:srgbClr val="EDE8FF"/>
          </a:solidFill>
          <a:ln w="15240">
            <a:solidFill>
              <a:srgbClr val="4036ED"/>
            </a:solidFill>
            <a:prstDash val="solid"/>
          </a:ln>
        </p:spPr>
      </p:sp>
      <p:sp>
        <p:nvSpPr>
          <p:cNvPr id="37" name="Text 35"/>
          <p:cNvSpPr/>
          <p:nvPr/>
        </p:nvSpPr>
        <p:spPr>
          <a:xfrm>
            <a:off x="7673188" y="3703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튜</a:t>
            </a:r>
            <a:endParaRPr lang="en-US" sz="3600" dirty="0"/>
          </a:p>
        </p:txBody>
      </p:sp>
      <p:sp>
        <p:nvSpPr>
          <p:cNvPr id="38" name="Text 36"/>
          <p:cNvSpPr/>
          <p:nvPr/>
        </p:nvSpPr>
        <p:spPr>
          <a:xfrm>
            <a:off x="767318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tyu</a:t>
            </a:r>
            <a:endParaRPr lang="en-US" sz="1200" dirty="0"/>
          </a:p>
        </p:txBody>
      </p:sp>
      <p:sp>
        <p:nvSpPr>
          <p:cNvPr id="39" name="Shape 37"/>
          <p:cNvSpPr/>
          <p:nvPr/>
        </p:nvSpPr>
        <p:spPr>
          <a:xfrm>
            <a:off x="9181948" y="3703320"/>
            <a:ext cx="1371600" cy="1005840"/>
          </a:xfrm>
          <a:prstGeom prst="roundRect">
            <a:avLst>
              <a:gd name="adj" fmla="val 10909"/>
            </a:avLst>
          </a:prstGeom>
          <a:solidFill>
            <a:srgbClr val="EDE8FF"/>
          </a:solidFill>
          <a:ln w="15240">
            <a:solidFill>
              <a:srgbClr val="4036ED"/>
            </a:solidFill>
            <a:prstDash val="solid"/>
          </a:ln>
        </p:spPr>
      </p:sp>
      <p:sp>
        <p:nvSpPr>
          <p:cNvPr id="40" name="Text 38"/>
          <p:cNvSpPr/>
          <p:nvPr/>
        </p:nvSpPr>
        <p:spPr>
          <a:xfrm>
            <a:off x="9181948" y="3703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트</a:t>
            </a:r>
            <a:endParaRPr lang="en-US" sz="3600" dirty="0"/>
          </a:p>
        </p:txBody>
      </p:sp>
      <p:sp>
        <p:nvSpPr>
          <p:cNvPr id="41" name="Text 39"/>
          <p:cNvSpPr/>
          <p:nvPr/>
        </p:nvSpPr>
        <p:spPr>
          <a:xfrm>
            <a:off x="918194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teu</a:t>
            </a:r>
            <a:endParaRPr lang="en-US" sz="1200" dirty="0"/>
          </a:p>
        </p:txBody>
      </p:sp>
      <p:sp>
        <p:nvSpPr>
          <p:cNvPr id="42" name="Shape 40"/>
          <p:cNvSpPr/>
          <p:nvPr/>
        </p:nvSpPr>
        <p:spPr>
          <a:xfrm>
            <a:off x="1638148" y="4846320"/>
            <a:ext cx="1371600" cy="1005840"/>
          </a:xfrm>
          <a:prstGeom prst="roundRect">
            <a:avLst>
              <a:gd name="adj" fmla="val 10909"/>
            </a:avLst>
          </a:prstGeom>
          <a:solidFill>
            <a:srgbClr val="4036ED"/>
          </a:solidFill>
          <a:ln w="12700">
            <a:solidFill>
              <a:srgbClr val="4036ED"/>
            </a:solidFill>
            <a:prstDash val="solid"/>
          </a:ln>
        </p:spPr>
      </p:sp>
      <p:sp>
        <p:nvSpPr>
          <p:cNvPr id="43" name="Text 41"/>
          <p:cNvSpPr/>
          <p:nvPr/>
        </p:nvSpPr>
        <p:spPr>
          <a:xfrm>
            <a:off x="1638148" y="4846320"/>
            <a:ext cx="1371600" cy="653796"/>
          </a:xfrm>
          <a:prstGeom prst="rect">
            <a:avLst/>
          </a:prstGeom>
          <a:noFill/>
          <a:ln/>
        </p:spPr>
        <p:txBody>
          <a:bodyPr wrap="square" lIns="0" tIns="0" rIns="0" bIns="0" rtlCol="0" anchor="ctr"/>
          <a:lstStyle/>
          <a:p>
            <a:pPr marL="0" indent="0" algn="ctr">
              <a:buNone/>
            </a:pPr>
            <a:r>
              <a:rPr lang="en-US" sz="3800" b="1" dirty="0">
                <a:solidFill>
                  <a:srgbClr val="F6F6F6"/>
                </a:solidFill>
                <a:latin typeface="Malgun Gothic" pitchFamily="34" charset="0"/>
                <a:ea typeface="Malgun Gothic" pitchFamily="34" charset="-122"/>
                <a:cs typeface="Malgun Gothic" pitchFamily="34" charset="-120"/>
              </a:rPr>
              <a:t>ㅎ</a:t>
            </a:r>
            <a:endParaRPr lang="en-US" sz="3800" dirty="0"/>
          </a:p>
        </p:txBody>
      </p:sp>
      <p:sp>
        <p:nvSpPr>
          <p:cNvPr id="44" name="Text 42"/>
          <p:cNvSpPr/>
          <p:nvPr/>
        </p:nvSpPr>
        <p:spPr>
          <a:xfrm>
            <a:off x="1638148" y="5500116"/>
            <a:ext cx="1371600" cy="352044"/>
          </a:xfrm>
          <a:prstGeom prst="rect">
            <a:avLst/>
          </a:prstGeom>
          <a:noFill/>
          <a:ln/>
        </p:spPr>
        <p:txBody>
          <a:bodyPr wrap="square" lIns="0" tIns="0" rIns="0" bIns="0" rtlCol="0" anchor="t"/>
          <a:lstStyle/>
          <a:p>
            <a:pPr marL="0" indent="0" algn="ctr">
              <a:buNone/>
            </a:pPr>
            <a:r>
              <a:rPr lang="en-US" sz="1000" b="1" kern="0" spc="200" dirty="0">
                <a:solidFill>
                  <a:srgbClr val="EDE8FF"/>
                </a:solidFill>
                <a:latin typeface="Calibri" pitchFamily="34" charset="0"/>
                <a:ea typeface="Calibri" pitchFamily="34" charset="-122"/>
                <a:cs typeface="Calibri" pitchFamily="34" charset="-120"/>
              </a:rPr>
              <a:t>HIEUT</a:t>
            </a:r>
            <a:endParaRPr lang="en-US" sz="1000" dirty="0"/>
          </a:p>
        </p:txBody>
      </p:sp>
      <p:sp>
        <p:nvSpPr>
          <p:cNvPr id="45" name="Shape 43"/>
          <p:cNvSpPr/>
          <p:nvPr/>
        </p:nvSpPr>
        <p:spPr>
          <a:xfrm>
            <a:off x="3146908" y="4846320"/>
            <a:ext cx="1371600" cy="1005840"/>
          </a:xfrm>
          <a:prstGeom prst="roundRect">
            <a:avLst>
              <a:gd name="adj" fmla="val 10909"/>
            </a:avLst>
          </a:prstGeom>
          <a:solidFill>
            <a:srgbClr val="EDE8FF"/>
          </a:solidFill>
          <a:ln w="15240">
            <a:solidFill>
              <a:srgbClr val="4036ED"/>
            </a:solidFill>
            <a:prstDash val="solid"/>
          </a:ln>
        </p:spPr>
      </p:sp>
      <p:sp>
        <p:nvSpPr>
          <p:cNvPr id="46" name="Text 44"/>
          <p:cNvSpPr/>
          <p:nvPr/>
        </p:nvSpPr>
        <p:spPr>
          <a:xfrm>
            <a:off x="3146908" y="4846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호</a:t>
            </a:r>
            <a:endParaRPr lang="en-US" sz="3600" dirty="0"/>
          </a:p>
        </p:txBody>
      </p:sp>
      <p:sp>
        <p:nvSpPr>
          <p:cNvPr id="47" name="Text 45"/>
          <p:cNvSpPr/>
          <p:nvPr/>
        </p:nvSpPr>
        <p:spPr>
          <a:xfrm>
            <a:off x="314690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ho</a:t>
            </a:r>
            <a:endParaRPr lang="en-US" sz="1200" dirty="0"/>
          </a:p>
        </p:txBody>
      </p:sp>
      <p:sp>
        <p:nvSpPr>
          <p:cNvPr id="48" name="Shape 46"/>
          <p:cNvSpPr/>
          <p:nvPr/>
        </p:nvSpPr>
        <p:spPr>
          <a:xfrm>
            <a:off x="4655668" y="4846320"/>
            <a:ext cx="1371600" cy="1005840"/>
          </a:xfrm>
          <a:prstGeom prst="roundRect">
            <a:avLst>
              <a:gd name="adj" fmla="val 10909"/>
            </a:avLst>
          </a:prstGeom>
          <a:solidFill>
            <a:srgbClr val="EDE8FF"/>
          </a:solidFill>
          <a:ln w="15240">
            <a:solidFill>
              <a:srgbClr val="4036ED"/>
            </a:solidFill>
            <a:prstDash val="solid"/>
          </a:ln>
        </p:spPr>
      </p:sp>
      <p:sp>
        <p:nvSpPr>
          <p:cNvPr id="49" name="Text 47"/>
          <p:cNvSpPr/>
          <p:nvPr/>
        </p:nvSpPr>
        <p:spPr>
          <a:xfrm>
            <a:off x="4655668" y="4846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효</a:t>
            </a:r>
            <a:endParaRPr lang="en-US" sz="3600" dirty="0"/>
          </a:p>
        </p:txBody>
      </p:sp>
      <p:sp>
        <p:nvSpPr>
          <p:cNvPr id="50" name="Text 48"/>
          <p:cNvSpPr/>
          <p:nvPr/>
        </p:nvSpPr>
        <p:spPr>
          <a:xfrm>
            <a:off x="465566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hyo</a:t>
            </a:r>
            <a:endParaRPr lang="en-US" sz="1200" dirty="0"/>
          </a:p>
        </p:txBody>
      </p:sp>
      <p:sp>
        <p:nvSpPr>
          <p:cNvPr id="51" name="Shape 49"/>
          <p:cNvSpPr/>
          <p:nvPr/>
        </p:nvSpPr>
        <p:spPr>
          <a:xfrm>
            <a:off x="6164428" y="4846320"/>
            <a:ext cx="1371600" cy="1005840"/>
          </a:xfrm>
          <a:prstGeom prst="roundRect">
            <a:avLst>
              <a:gd name="adj" fmla="val 10909"/>
            </a:avLst>
          </a:prstGeom>
          <a:solidFill>
            <a:srgbClr val="EDE8FF"/>
          </a:solidFill>
          <a:ln w="15240">
            <a:solidFill>
              <a:srgbClr val="4036ED"/>
            </a:solidFill>
            <a:prstDash val="solid"/>
          </a:ln>
        </p:spPr>
      </p:sp>
      <p:sp>
        <p:nvSpPr>
          <p:cNvPr id="52" name="Text 50"/>
          <p:cNvSpPr/>
          <p:nvPr/>
        </p:nvSpPr>
        <p:spPr>
          <a:xfrm>
            <a:off x="6164428" y="4846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후</a:t>
            </a:r>
            <a:endParaRPr lang="en-US" sz="3600" dirty="0"/>
          </a:p>
        </p:txBody>
      </p:sp>
      <p:sp>
        <p:nvSpPr>
          <p:cNvPr id="53" name="Text 51"/>
          <p:cNvSpPr/>
          <p:nvPr/>
        </p:nvSpPr>
        <p:spPr>
          <a:xfrm>
            <a:off x="616442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hu</a:t>
            </a:r>
            <a:endParaRPr lang="en-US" sz="1200" dirty="0"/>
          </a:p>
        </p:txBody>
      </p:sp>
      <p:sp>
        <p:nvSpPr>
          <p:cNvPr id="54" name="Shape 52"/>
          <p:cNvSpPr/>
          <p:nvPr/>
        </p:nvSpPr>
        <p:spPr>
          <a:xfrm>
            <a:off x="7673188" y="4846320"/>
            <a:ext cx="1371600" cy="1005840"/>
          </a:xfrm>
          <a:prstGeom prst="roundRect">
            <a:avLst>
              <a:gd name="adj" fmla="val 10909"/>
            </a:avLst>
          </a:prstGeom>
          <a:solidFill>
            <a:srgbClr val="EDE8FF"/>
          </a:solidFill>
          <a:ln w="15240">
            <a:solidFill>
              <a:srgbClr val="4036ED"/>
            </a:solidFill>
            <a:prstDash val="solid"/>
          </a:ln>
        </p:spPr>
      </p:sp>
      <p:sp>
        <p:nvSpPr>
          <p:cNvPr id="55" name="Text 53"/>
          <p:cNvSpPr/>
          <p:nvPr/>
        </p:nvSpPr>
        <p:spPr>
          <a:xfrm>
            <a:off x="7673188" y="4846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휴</a:t>
            </a:r>
            <a:endParaRPr lang="en-US" sz="3600" dirty="0"/>
          </a:p>
        </p:txBody>
      </p:sp>
      <p:sp>
        <p:nvSpPr>
          <p:cNvPr id="56" name="Text 54"/>
          <p:cNvSpPr/>
          <p:nvPr/>
        </p:nvSpPr>
        <p:spPr>
          <a:xfrm>
            <a:off x="767318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hyu</a:t>
            </a:r>
            <a:endParaRPr lang="en-US" sz="1200" dirty="0"/>
          </a:p>
        </p:txBody>
      </p:sp>
      <p:sp>
        <p:nvSpPr>
          <p:cNvPr id="57" name="Shape 55"/>
          <p:cNvSpPr/>
          <p:nvPr/>
        </p:nvSpPr>
        <p:spPr>
          <a:xfrm>
            <a:off x="9181948" y="4846320"/>
            <a:ext cx="1371600" cy="1005840"/>
          </a:xfrm>
          <a:prstGeom prst="roundRect">
            <a:avLst>
              <a:gd name="adj" fmla="val 10909"/>
            </a:avLst>
          </a:prstGeom>
          <a:solidFill>
            <a:srgbClr val="EDE8FF"/>
          </a:solidFill>
          <a:ln w="15240">
            <a:solidFill>
              <a:srgbClr val="4036ED"/>
            </a:solidFill>
            <a:prstDash val="solid"/>
          </a:ln>
        </p:spPr>
      </p:sp>
      <p:sp>
        <p:nvSpPr>
          <p:cNvPr id="58" name="Text 56"/>
          <p:cNvSpPr/>
          <p:nvPr/>
        </p:nvSpPr>
        <p:spPr>
          <a:xfrm>
            <a:off x="9181948" y="4846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흐</a:t>
            </a:r>
            <a:endParaRPr lang="en-US" sz="3600" dirty="0"/>
          </a:p>
        </p:txBody>
      </p:sp>
      <p:sp>
        <p:nvSpPr>
          <p:cNvPr id="59" name="Text 57"/>
          <p:cNvSpPr/>
          <p:nvPr/>
        </p:nvSpPr>
        <p:spPr>
          <a:xfrm>
            <a:off x="918194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heu</a:t>
            </a:r>
            <a:endParaRPr lang="en-US" sz="1200" dirty="0"/>
          </a:p>
        </p:txBody>
      </p:sp>
      <p:pic>
        <p:nvPicPr>
          <p:cNvPr id="60"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61" name="Text 58"/>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62" name="Text 59"/>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76</a:t>
            </a:r>
            <a:endParaRPr lang="en-US" sz="800" dirty="0"/>
          </a:p>
        </p:txBody>
      </p:sp>
    </p:spTree>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name="Slide 77">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§3.15 · UNA REGLA IMPORTANTE</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ㅇ — la consonante muda</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Toda sílaba coreana DEBE empezar con una consonante. ¿Y si quieres empezar con vocal?</a:t>
            </a:r>
            <a:endParaRPr lang="en-US" sz="1400" dirty="0"/>
          </a:p>
        </p:txBody>
      </p:sp>
      <p:sp>
        <p:nvSpPr>
          <p:cNvPr id="5" name="Text 3"/>
          <p:cNvSpPr/>
          <p:nvPr/>
        </p:nvSpPr>
        <p:spPr>
          <a:xfrm>
            <a:off x="640080" y="2377440"/>
            <a:ext cx="5486400" cy="3657600"/>
          </a:xfrm>
          <a:prstGeom prst="rect">
            <a:avLst/>
          </a:prstGeom>
          <a:noFill/>
          <a:ln/>
        </p:spPr>
        <p:txBody>
          <a:bodyPr wrap="square" lIns="0" tIns="0" rIns="0" bIns="0" rtlCol="0" anchor="t"/>
          <a:lstStyle/>
          <a:p>
            <a:pPr marL="0" indent="0">
              <a:buNone/>
            </a:pPr>
            <a:r>
              <a:rPr lang="en-US" sz="1400" dirty="0">
                <a:solidFill>
                  <a:srgbClr val="1E1E2A"/>
                </a:solidFill>
              </a:rPr>
              <a:t>En coreano, </a:t>
            </a:r>
            <a:r>
              <a:rPr lang="en-US" sz="1400" b="1" i="1" dirty="0">
                <a:solidFill>
                  <a:srgbClr val="4036ED"/>
                </a:solidFill>
              </a:rPr>
              <a:t>una sílaba nunca puede empezar con una vocal sola.</a:t>
            </a:r>
            <a:endParaRPr lang="en-US" sz="1400" dirty="0"/>
          </a:p>
          <a:p>
            <a:pPr marL="0" indent="0">
              <a:spcAft>
                <a:spcPts val="1000"/>
              </a:spcAft>
              <a:buNone/>
            </a:pPr>
            <a:r>
              <a:rPr lang="en-US" sz="1400" dirty="0">
                <a:solidFill>
                  <a:srgbClr val="1E1E2A"/>
                </a:solidFill>
              </a:rPr>
              <a:t>Pero, ¿qué pasa si quieres escribir el sonido [a] o [o]?</a:t>
            </a:r>
            <a:endParaRPr lang="en-US" sz="1400" dirty="0"/>
          </a:p>
          <a:p>
            <a:pPr marL="0" indent="0">
              <a:buNone/>
            </a:pPr>
            <a:r>
              <a:rPr lang="en-US" sz="1400" dirty="0">
                <a:solidFill>
                  <a:srgbClr val="1E1E2A"/>
                </a:solidFill>
              </a:rPr>
              <a:t>Solución: usas la consonante </a:t>
            </a:r>
            <a:r>
              <a:rPr lang="en-US" sz="1800" b="1" dirty="0">
                <a:solidFill>
                  <a:srgbClr val="FE6768"/>
                </a:solidFill>
                <a:latin typeface="Malgun Gothic" pitchFamily="34" charset="0"/>
                <a:ea typeface="Malgun Gothic" pitchFamily="34" charset="-122"/>
                <a:cs typeface="Malgun Gothic" pitchFamily="34" charset="-120"/>
              </a:rPr>
              <a:t>ㅇ </a:t>
            </a:r>
            <a:r>
              <a:rPr lang="en-US" sz="1400" dirty="0">
                <a:solidFill>
                  <a:srgbClr val="1E1E2A"/>
                </a:solidFill>
              </a:rPr>
              <a:t>(ieung) como </a:t>
            </a:r>
            <a:r>
              <a:rPr lang="en-US" sz="1400" b="1" dirty="0">
                <a:solidFill>
                  <a:srgbClr val="FE6768"/>
                </a:solidFill>
              </a:rPr>
              <a:t>"silla vacía"</a:t>
            </a:r>
            <a:r>
              <a:rPr lang="en-US" sz="1400" dirty="0">
                <a:solidFill>
                  <a:srgbClr val="1E1E2A"/>
                </a:solidFill>
              </a:rPr>
              <a:t> al inicio. No se pronuncia — solo cumple la regla del cuadro.</a:t>
            </a:r>
            <a:endParaRPr lang="en-US" sz="1400" dirty="0"/>
          </a:p>
          <a:p>
            <a:pPr marL="0" indent="0">
              <a:buNone/>
            </a:pPr>
            <a:r>
              <a:rPr lang="en-US" sz="1200" i="1" dirty="0">
                <a:solidFill>
                  <a:srgbClr val="4A4A55"/>
                </a:solidFill>
              </a:rPr>
              <a:t>Al final de sílaba (como batchim), ㅇ sí suena: como la "ng" de inglés.</a:t>
            </a:r>
            <a:endParaRPr lang="en-US" sz="1400" dirty="0"/>
          </a:p>
        </p:txBody>
      </p:sp>
      <p:sp>
        <p:nvSpPr>
          <p:cNvPr id="6" name="Shape 4"/>
          <p:cNvSpPr/>
          <p:nvPr/>
        </p:nvSpPr>
        <p:spPr>
          <a:xfrm>
            <a:off x="6492240" y="2468880"/>
            <a:ext cx="5120640" cy="3840480"/>
          </a:xfrm>
          <a:prstGeom prst="roundRect">
            <a:avLst>
              <a:gd name="adj" fmla="val 4286"/>
            </a:avLst>
          </a:prstGeom>
          <a:solidFill>
            <a:srgbClr val="EDE8FF"/>
          </a:solidFill>
          <a:ln w="19050">
            <a:solidFill>
              <a:srgbClr val="A79BFF"/>
            </a:solidFill>
            <a:prstDash val="solid"/>
          </a:ln>
        </p:spPr>
      </p:sp>
      <p:sp>
        <p:nvSpPr>
          <p:cNvPr id="7" name="Text 5"/>
          <p:cNvSpPr/>
          <p:nvPr/>
        </p:nvSpPr>
        <p:spPr>
          <a:xfrm>
            <a:off x="6492240" y="2606040"/>
            <a:ext cx="5120640" cy="365760"/>
          </a:xfrm>
          <a:prstGeom prst="rect">
            <a:avLst/>
          </a:prstGeom>
          <a:noFill/>
          <a:ln/>
        </p:spPr>
        <p:txBody>
          <a:bodyPr wrap="square" lIns="0" tIns="0" rIns="0" bIns="0" rtlCol="0" anchor="ctr"/>
          <a:lstStyle/>
          <a:p>
            <a:pPr marL="0" indent="0" algn="ctr">
              <a:buNone/>
            </a:pPr>
            <a:r>
              <a:rPr lang="en-US" sz="1300" b="1" i="1" dirty="0">
                <a:solidFill>
                  <a:srgbClr val="4036ED"/>
                </a:solidFill>
                <a:latin typeface="Calibri" pitchFamily="34" charset="0"/>
                <a:ea typeface="Calibri" pitchFamily="34" charset="-122"/>
                <a:cs typeface="Calibri" pitchFamily="34" charset="-120"/>
              </a:rPr>
              <a:t>Quieres decir [a]:</a:t>
            </a:r>
            <a:endParaRPr lang="en-US" sz="1300" dirty="0"/>
          </a:p>
        </p:txBody>
      </p:sp>
      <p:sp>
        <p:nvSpPr>
          <p:cNvPr id="8" name="Shape 6"/>
          <p:cNvSpPr/>
          <p:nvPr/>
        </p:nvSpPr>
        <p:spPr>
          <a:xfrm>
            <a:off x="6858000" y="3108960"/>
            <a:ext cx="2103120" cy="2286000"/>
          </a:xfrm>
          <a:prstGeom prst="roundRect">
            <a:avLst>
              <a:gd name="adj" fmla="val 6522"/>
            </a:avLst>
          </a:prstGeom>
          <a:solidFill>
            <a:srgbClr val="F6F6F6"/>
          </a:solidFill>
          <a:ln w="25400">
            <a:solidFill>
              <a:srgbClr val="FE6768"/>
            </a:solidFill>
            <a:prstDash val="solid"/>
          </a:ln>
        </p:spPr>
      </p:sp>
      <p:sp>
        <p:nvSpPr>
          <p:cNvPr id="9" name="Text 7"/>
          <p:cNvSpPr/>
          <p:nvPr/>
        </p:nvSpPr>
        <p:spPr>
          <a:xfrm>
            <a:off x="6858000" y="3246120"/>
            <a:ext cx="2103120" cy="1371600"/>
          </a:xfrm>
          <a:prstGeom prst="rect">
            <a:avLst/>
          </a:prstGeom>
          <a:noFill/>
          <a:ln/>
        </p:spPr>
        <p:txBody>
          <a:bodyPr wrap="square" lIns="0" tIns="0" rIns="0" bIns="0" rtlCol="0" anchor="ctr"/>
          <a:lstStyle/>
          <a:p>
            <a:pPr marL="0" indent="0" algn="ctr">
              <a:buNone/>
            </a:pPr>
            <a:r>
              <a:rPr lang="en-US" sz="8000" b="1" dirty="0">
                <a:solidFill>
                  <a:srgbClr val="FE6768"/>
                </a:solidFill>
                <a:latin typeface="Malgun Gothic" pitchFamily="34" charset="0"/>
                <a:ea typeface="Malgun Gothic" pitchFamily="34" charset="-122"/>
                <a:cs typeface="Malgun Gothic" pitchFamily="34" charset="-120"/>
              </a:rPr>
              <a:t>ㅏ</a:t>
            </a:r>
            <a:endParaRPr lang="en-US" sz="8000" dirty="0"/>
          </a:p>
        </p:txBody>
      </p:sp>
      <p:sp>
        <p:nvSpPr>
          <p:cNvPr id="10" name="Text 8"/>
          <p:cNvSpPr/>
          <p:nvPr/>
        </p:nvSpPr>
        <p:spPr>
          <a:xfrm>
            <a:off x="6858000" y="4617720"/>
            <a:ext cx="2103120" cy="365760"/>
          </a:xfrm>
          <a:prstGeom prst="rect">
            <a:avLst/>
          </a:prstGeom>
          <a:noFill/>
          <a:ln/>
        </p:spPr>
        <p:txBody>
          <a:bodyPr wrap="square" lIns="0" tIns="0" rIns="0" bIns="0" rtlCol="0" anchor="ctr"/>
          <a:lstStyle/>
          <a:p>
            <a:pPr marL="0" indent="0" algn="ctr">
              <a:buNone/>
            </a:pPr>
            <a:r>
              <a:rPr lang="en-US" sz="1300" b="1" kern="0" spc="300" dirty="0">
                <a:solidFill>
                  <a:srgbClr val="FE6768"/>
                </a:solidFill>
                <a:latin typeface="Calibri" pitchFamily="34" charset="0"/>
                <a:ea typeface="Calibri" pitchFamily="34" charset="-122"/>
                <a:cs typeface="Calibri" pitchFamily="34" charset="-120"/>
              </a:rPr>
              <a:t>✗ NO</a:t>
            </a:r>
            <a:endParaRPr lang="en-US" sz="1300" dirty="0"/>
          </a:p>
        </p:txBody>
      </p:sp>
      <p:sp>
        <p:nvSpPr>
          <p:cNvPr id="11" name="Text 9"/>
          <p:cNvSpPr/>
          <p:nvPr/>
        </p:nvSpPr>
        <p:spPr>
          <a:xfrm>
            <a:off x="6858000" y="4983480"/>
            <a:ext cx="2103120" cy="365760"/>
          </a:xfrm>
          <a:prstGeom prst="rect">
            <a:avLst/>
          </a:prstGeom>
          <a:noFill/>
          <a:ln/>
        </p:spPr>
        <p:txBody>
          <a:bodyPr wrap="square" lIns="0" tIns="0" rIns="0" bIns="0" rtlCol="0" anchor="ctr"/>
          <a:lstStyle/>
          <a:p>
            <a:pPr marL="0" indent="0" algn="ctr">
              <a:buNone/>
            </a:pPr>
            <a:r>
              <a:rPr lang="en-US" sz="1100" i="1" dirty="0">
                <a:solidFill>
                  <a:srgbClr val="4A4A55"/>
                </a:solidFill>
                <a:latin typeface="Calibri" pitchFamily="34" charset="0"/>
                <a:ea typeface="Calibri" pitchFamily="34" charset="-122"/>
                <a:cs typeface="Calibri" pitchFamily="34" charset="-120"/>
              </a:rPr>
              <a:t>vocal sola</a:t>
            </a:r>
            <a:endParaRPr lang="en-US" sz="1100" dirty="0"/>
          </a:p>
        </p:txBody>
      </p:sp>
      <p:sp>
        <p:nvSpPr>
          <p:cNvPr id="12" name="Shape 10"/>
          <p:cNvSpPr/>
          <p:nvPr/>
        </p:nvSpPr>
        <p:spPr>
          <a:xfrm>
            <a:off x="9144000" y="3108960"/>
            <a:ext cx="2103120" cy="2286000"/>
          </a:xfrm>
          <a:prstGeom prst="roundRect">
            <a:avLst>
              <a:gd name="adj" fmla="val 6522"/>
            </a:avLst>
          </a:prstGeom>
          <a:solidFill>
            <a:srgbClr val="F6F6F6"/>
          </a:solidFill>
          <a:ln w="25400">
            <a:solidFill>
              <a:srgbClr val="FE6768"/>
            </a:solidFill>
            <a:prstDash val="solid"/>
          </a:ln>
        </p:spPr>
      </p:sp>
      <p:sp>
        <p:nvSpPr>
          <p:cNvPr id="13" name="Text 11"/>
          <p:cNvSpPr/>
          <p:nvPr/>
        </p:nvSpPr>
        <p:spPr>
          <a:xfrm>
            <a:off x="9144000" y="3246120"/>
            <a:ext cx="2103120" cy="1371600"/>
          </a:xfrm>
          <a:prstGeom prst="rect">
            <a:avLst/>
          </a:prstGeom>
          <a:noFill/>
          <a:ln/>
        </p:spPr>
        <p:txBody>
          <a:bodyPr wrap="square" lIns="0" tIns="0" rIns="0" bIns="0" rtlCol="0" anchor="ctr"/>
          <a:lstStyle/>
          <a:p>
            <a:pPr marL="0" indent="0" algn="ctr">
              <a:buNone/>
            </a:pPr>
            <a:r>
              <a:rPr lang="en-US" sz="8000" b="1" dirty="0">
                <a:solidFill>
                  <a:srgbClr val="FE6768"/>
                </a:solidFill>
                <a:latin typeface="Malgun Gothic" pitchFamily="34" charset="0"/>
                <a:ea typeface="Malgun Gothic" pitchFamily="34" charset="-122"/>
                <a:cs typeface="Malgun Gothic" pitchFamily="34" charset="-120"/>
              </a:rPr>
              <a:t>아</a:t>
            </a:r>
            <a:endParaRPr lang="en-US" sz="8000" dirty="0"/>
          </a:p>
        </p:txBody>
      </p:sp>
      <p:sp>
        <p:nvSpPr>
          <p:cNvPr id="14" name="Text 12"/>
          <p:cNvSpPr/>
          <p:nvPr/>
        </p:nvSpPr>
        <p:spPr>
          <a:xfrm>
            <a:off x="9144000" y="4617720"/>
            <a:ext cx="2103120" cy="365760"/>
          </a:xfrm>
          <a:prstGeom prst="rect">
            <a:avLst/>
          </a:prstGeom>
          <a:noFill/>
          <a:ln/>
        </p:spPr>
        <p:txBody>
          <a:bodyPr wrap="square" lIns="0" tIns="0" rIns="0" bIns="0" rtlCol="0" anchor="ctr"/>
          <a:lstStyle/>
          <a:p>
            <a:pPr marL="0" indent="0" algn="ctr">
              <a:buNone/>
            </a:pPr>
            <a:r>
              <a:rPr lang="en-US" sz="1300" b="1" kern="0" spc="300" dirty="0">
                <a:solidFill>
                  <a:srgbClr val="FE6768"/>
                </a:solidFill>
                <a:latin typeface="Calibri" pitchFamily="34" charset="0"/>
                <a:ea typeface="Calibri" pitchFamily="34" charset="-122"/>
                <a:cs typeface="Calibri" pitchFamily="34" charset="-120"/>
              </a:rPr>
              <a:t>✓ SÍ</a:t>
            </a:r>
            <a:endParaRPr lang="en-US" sz="1300" dirty="0"/>
          </a:p>
        </p:txBody>
      </p:sp>
      <p:sp>
        <p:nvSpPr>
          <p:cNvPr id="15" name="Text 13"/>
          <p:cNvSpPr/>
          <p:nvPr/>
        </p:nvSpPr>
        <p:spPr>
          <a:xfrm>
            <a:off x="9144000" y="4983480"/>
            <a:ext cx="2103120" cy="365760"/>
          </a:xfrm>
          <a:prstGeom prst="rect">
            <a:avLst/>
          </a:prstGeom>
          <a:noFill/>
          <a:ln/>
        </p:spPr>
        <p:txBody>
          <a:bodyPr wrap="square" lIns="0" tIns="0" rIns="0" bIns="0" rtlCol="0" anchor="ctr"/>
          <a:lstStyle/>
          <a:p>
            <a:pPr marL="0" indent="0" algn="ctr">
              <a:buNone/>
            </a:pPr>
            <a:r>
              <a:rPr lang="en-US" sz="1100" i="1" dirty="0">
                <a:solidFill>
                  <a:srgbClr val="4A4A55"/>
                </a:solidFill>
                <a:latin typeface="Calibri" pitchFamily="34" charset="0"/>
                <a:ea typeface="Calibri" pitchFamily="34" charset="-122"/>
                <a:cs typeface="Calibri" pitchFamily="34" charset="-120"/>
              </a:rPr>
              <a:t>ㅇ + ㅏ = "a"</a:t>
            </a:r>
            <a:endParaRPr lang="en-US" sz="1100" dirty="0"/>
          </a:p>
        </p:txBody>
      </p:sp>
      <p:sp>
        <p:nvSpPr>
          <p:cNvPr id="16" name="Text 14"/>
          <p:cNvSpPr/>
          <p:nvPr/>
        </p:nvSpPr>
        <p:spPr>
          <a:xfrm>
            <a:off x="6492240" y="5623560"/>
            <a:ext cx="5120640" cy="365760"/>
          </a:xfrm>
          <a:prstGeom prst="rect">
            <a:avLst/>
          </a:prstGeom>
          <a:noFill/>
          <a:ln/>
        </p:spPr>
        <p:txBody>
          <a:bodyPr wrap="square" lIns="0" tIns="0" rIns="0" bIns="0" rtlCol="0" anchor="ctr"/>
          <a:lstStyle/>
          <a:p>
            <a:pPr marL="0" indent="0" algn="ctr">
              <a:buNone/>
            </a:pPr>
            <a:r>
              <a:rPr lang="en-US" sz="1200" b="1" i="1" dirty="0">
                <a:solidFill>
                  <a:srgbClr val="4036ED"/>
                </a:solidFill>
                <a:latin typeface="Calibri" pitchFamily="34" charset="0"/>
                <a:ea typeface="Calibri" pitchFamily="34" charset="-122"/>
                <a:cs typeface="Calibri" pitchFamily="34" charset="-120"/>
              </a:rPr>
              <a:t>ㅇ es muda al inicio.</a:t>
            </a:r>
            <a:endParaRPr lang="en-US" sz="1200" dirty="0"/>
          </a:p>
        </p:txBody>
      </p:sp>
      <p:sp>
        <p:nvSpPr>
          <p:cNvPr id="17" name="Text 15"/>
          <p:cNvSpPr/>
          <p:nvPr/>
        </p:nvSpPr>
        <p:spPr>
          <a:xfrm>
            <a:off x="6492240" y="5989320"/>
            <a:ext cx="5120640" cy="320040"/>
          </a:xfrm>
          <a:prstGeom prst="rect">
            <a:avLst/>
          </a:prstGeom>
          <a:noFill/>
          <a:ln/>
        </p:spPr>
        <p:txBody>
          <a:bodyPr wrap="square" lIns="0" tIns="0" rIns="0" bIns="0" rtlCol="0" anchor="ctr"/>
          <a:lstStyle/>
          <a:p>
            <a:pPr marL="0" indent="0" algn="ctr">
              <a:buNone/>
            </a:pPr>
            <a:r>
              <a:rPr lang="en-US" sz="1100" i="1" dirty="0">
                <a:solidFill>
                  <a:srgbClr val="4A4A55"/>
                </a:solidFill>
                <a:latin typeface="Calibri" pitchFamily="34" charset="0"/>
                <a:ea typeface="Calibri" pitchFamily="34" charset="-122"/>
                <a:cs typeface="Calibri" pitchFamily="34" charset="-120"/>
              </a:rPr>
              <a:t>Solo "rellena" la silla.</a:t>
            </a:r>
            <a:endParaRPr lang="en-US" sz="1100" dirty="0"/>
          </a:p>
        </p:txBody>
      </p:sp>
      <p:pic>
        <p:nvPicPr>
          <p:cNvPr id="18"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19"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0"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77</a:t>
            </a:r>
            <a:endParaRPr lang="en-US" sz="800" dirty="0"/>
          </a:p>
        </p:txBody>
      </p:sp>
    </p:spTree>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name="Slide 78">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§3.16</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Sílabas que empiezan con vocal</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Las 11 vocales fundamentales, todas con su silla vacía ㅇ.</a:t>
            </a:r>
            <a:endParaRPr lang="en-US" sz="1400" dirty="0"/>
          </a:p>
        </p:txBody>
      </p:sp>
      <p:sp>
        <p:nvSpPr>
          <p:cNvPr id="5" name="Shape 3"/>
          <p:cNvSpPr/>
          <p:nvPr/>
        </p:nvSpPr>
        <p:spPr>
          <a:xfrm>
            <a:off x="3247492" y="2606040"/>
            <a:ext cx="1051560" cy="1051560"/>
          </a:xfrm>
          <a:prstGeom prst="roundRect">
            <a:avLst>
              <a:gd name="adj" fmla="val 10435"/>
            </a:avLst>
          </a:prstGeom>
          <a:solidFill>
            <a:srgbClr val="FFE0E0"/>
          </a:solidFill>
          <a:ln w="19050">
            <a:solidFill>
              <a:srgbClr val="FE6768"/>
            </a:solidFill>
            <a:prstDash val="solid"/>
          </a:ln>
        </p:spPr>
      </p:sp>
      <p:sp>
        <p:nvSpPr>
          <p:cNvPr id="6" name="Text 4"/>
          <p:cNvSpPr/>
          <p:nvPr/>
        </p:nvSpPr>
        <p:spPr>
          <a:xfrm>
            <a:off x="3247492" y="2606040"/>
            <a:ext cx="1051560" cy="105156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아</a:t>
            </a:r>
            <a:endParaRPr lang="en-US" sz="5000" dirty="0"/>
          </a:p>
        </p:txBody>
      </p:sp>
      <p:sp>
        <p:nvSpPr>
          <p:cNvPr id="7" name="Text 5"/>
          <p:cNvSpPr/>
          <p:nvPr/>
        </p:nvSpPr>
        <p:spPr>
          <a:xfrm>
            <a:off x="3247492" y="3703320"/>
            <a:ext cx="1051560" cy="320040"/>
          </a:xfrm>
          <a:prstGeom prst="rect">
            <a:avLst/>
          </a:prstGeom>
          <a:noFill/>
          <a:ln/>
        </p:spPr>
        <p:txBody>
          <a:bodyPr wrap="square" lIns="0" tIns="0" rIns="0" bIns="0" rtlCol="0" anchor="ctr"/>
          <a:lstStyle/>
          <a:p>
            <a:pPr marL="0" indent="0" algn="ctr">
              <a:buNone/>
            </a:pPr>
            <a:r>
              <a:rPr lang="en-US" sz="1400" b="1" i="1" dirty="0">
                <a:solidFill>
                  <a:srgbClr val="FE6768"/>
                </a:solidFill>
                <a:latin typeface="Calibri" pitchFamily="34" charset="0"/>
                <a:ea typeface="Calibri" pitchFamily="34" charset="-122"/>
                <a:cs typeface="Calibri" pitchFamily="34" charset="-120"/>
              </a:rPr>
              <a:t>a</a:t>
            </a:r>
            <a:endParaRPr lang="en-US" sz="1400" dirty="0"/>
          </a:p>
        </p:txBody>
      </p:sp>
      <p:sp>
        <p:nvSpPr>
          <p:cNvPr id="8" name="Shape 6"/>
          <p:cNvSpPr/>
          <p:nvPr/>
        </p:nvSpPr>
        <p:spPr>
          <a:xfrm>
            <a:off x="4408780" y="2606040"/>
            <a:ext cx="1051560" cy="1051560"/>
          </a:xfrm>
          <a:prstGeom prst="roundRect">
            <a:avLst>
              <a:gd name="adj" fmla="val 10435"/>
            </a:avLst>
          </a:prstGeom>
          <a:solidFill>
            <a:srgbClr val="FFE0E0"/>
          </a:solidFill>
          <a:ln w="19050">
            <a:solidFill>
              <a:srgbClr val="FE6768"/>
            </a:solidFill>
            <a:prstDash val="solid"/>
          </a:ln>
        </p:spPr>
      </p:sp>
      <p:sp>
        <p:nvSpPr>
          <p:cNvPr id="9" name="Text 7"/>
          <p:cNvSpPr/>
          <p:nvPr/>
        </p:nvSpPr>
        <p:spPr>
          <a:xfrm>
            <a:off x="4408780" y="2606040"/>
            <a:ext cx="1051560" cy="105156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야</a:t>
            </a:r>
            <a:endParaRPr lang="en-US" sz="5000" dirty="0"/>
          </a:p>
        </p:txBody>
      </p:sp>
      <p:sp>
        <p:nvSpPr>
          <p:cNvPr id="10" name="Text 8"/>
          <p:cNvSpPr/>
          <p:nvPr/>
        </p:nvSpPr>
        <p:spPr>
          <a:xfrm>
            <a:off x="4408780" y="3703320"/>
            <a:ext cx="1051560" cy="320040"/>
          </a:xfrm>
          <a:prstGeom prst="rect">
            <a:avLst/>
          </a:prstGeom>
          <a:noFill/>
          <a:ln/>
        </p:spPr>
        <p:txBody>
          <a:bodyPr wrap="square" lIns="0" tIns="0" rIns="0" bIns="0" rtlCol="0" anchor="ctr"/>
          <a:lstStyle/>
          <a:p>
            <a:pPr marL="0" indent="0" algn="ctr">
              <a:buNone/>
            </a:pPr>
            <a:r>
              <a:rPr lang="en-US" sz="1400" b="1" i="1" dirty="0">
                <a:solidFill>
                  <a:srgbClr val="FE6768"/>
                </a:solidFill>
                <a:latin typeface="Calibri" pitchFamily="34" charset="0"/>
                <a:ea typeface="Calibri" pitchFamily="34" charset="-122"/>
                <a:cs typeface="Calibri" pitchFamily="34" charset="-120"/>
              </a:rPr>
              <a:t>ya</a:t>
            </a:r>
            <a:endParaRPr lang="en-US" sz="1400" dirty="0"/>
          </a:p>
        </p:txBody>
      </p:sp>
      <p:sp>
        <p:nvSpPr>
          <p:cNvPr id="11" name="Shape 9"/>
          <p:cNvSpPr/>
          <p:nvPr/>
        </p:nvSpPr>
        <p:spPr>
          <a:xfrm>
            <a:off x="5570068" y="2606040"/>
            <a:ext cx="1051560" cy="1051560"/>
          </a:xfrm>
          <a:prstGeom prst="roundRect">
            <a:avLst>
              <a:gd name="adj" fmla="val 10435"/>
            </a:avLst>
          </a:prstGeom>
          <a:solidFill>
            <a:srgbClr val="EDE8FF"/>
          </a:solidFill>
          <a:ln w="19050">
            <a:solidFill>
              <a:srgbClr val="4036ED"/>
            </a:solidFill>
            <a:prstDash val="solid"/>
          </a:ln>
        </p:spPr>
      </p:sp>
      <p:sp>
        <p:nvSpPr>
          <p:cNvPr id="12" name="Text 10"/>
          <p:cNvSpPr/>
          <p:nvPr/>
        </p:nvSpPr>
        <p:spPr>
          <a:xfrm>
            <a:off x="5570068" y="2606040"/>
            <a:ext cx="1051560" cy="105156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어</a:t>
            </a:r>
            <a:endParaRPr lang="en-US" sz="5000" dirty="0"/>
          </a:p>
        </p:txBody>
      </p:sp>
      <p:sp>
        <p:nvSpPr>
          <p:cNvPr id="13" name="Text 11"/>
          <p:cNvSpPr/>
          <p:nvPr/>
        </p:nvSpPr>
        <p:spPr>
          <a:xfrm>
            <a:off x="5570068" y="3703320"/>
            <a:ext cx="1051560" cy="320040"/>
          </a:xfrm>
          <a:prstGeom prst="rect">
            <a:avLst/>
          </a:prstGeom>
          <a:noFill/>
          <a:ln/>
        </p:spPr>
        <p:txBody>
          <a:bodyPr wrap="square" lIns="0" tIns="0" rIns="0" bIns="0" rtlCol="0" anchor="ctr"/>
          <a:lstStyle/>
          <a:p>
            <a:pPr marL="0" indent="0" algn="ctr">
              <a:buNone/>
            </a:pPr>
            <a:r>
              <a:rPr lang="en-US" sz="1400" b="1" i="1" dirty="0">
                <a:solidFill>
                  <a:srgbClr val="4036ED"/>
                </a:solidFill>
                <a:latin typeface="Calibri" pitchFamily="34" charset="0"/>
                <a:ea typeface="Calibri" pitchFamily="34" charset="-122"/>
                <a:cs typeface="Calibri" pitchFamily="34" charset="-120"/>
              </a:rPr>
              <a:t>eo</a:t>
            </a:r>
            <a:endParaRPr lang="en-US" sz="1400" dirty="0"/>
          </a:p>
        </p:txBody>
      </p:sp>
      <p:sp>
        <p:nvSpPr>
          <p:cNvPr id="14" name="Shape 12"/>
          <p:cNvSpPr/>
          <p:nvPr/>
        </p:nvSpPr>
        <p:spPr>
          <a:xfrm>
            <a:off x="6731356" y="2606040"/>
            <a:ext cx="1051560" cy="1051560"/>
          </a:xfrm>
          <a:prstGeom prst="roundRect">
            <a:avLst>
              <a:gd name="adj" fmla="val 10435"/>
            </a:avLst>
          </a:prstGeom>
          <a:solidFill>
            <a:srgbClr val="EDE8FF"/>
          </a:solidFill>
          <a:ln w="19050">
            <a:solidFill>
              <a:srgbClr val="4036ED"/>
            </a:solidFill>
            <a:prstDash val="solid"/>
          </a:ln>
        </p:spPr>
      </p:sp>
      <p:sp>
        <p:nvSpPr>
          <p:cNvPr id="15" name="Text 13"/>
          <p:cNvSpPr/>
          <p:nvPr/>
        </p:nvSpPr>
        <p:spPr>
          <a:xfrm>
            <a:off x="6731356" y="2606040"/>
            <a:ext cx="1051560" cy="105156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여</a:t>
            </a:r>
            <a:endParaRPr lang="en-US" sz="5000" dirty="0"/>
          </a:p>
        </p:txBody>
      </p:sp>
      <p:sp>
        <p:nvSpPr>
          <p:cNvPr id="16" name="Text 14"/>
          <p:cNvSpPr/>
          <p:nvPr/>
        </p:nvSpPr>
        <p:spPr>
          <a:xfrm>
            <a:off x="6731356" y="3703320"/>
            <a:ext cx="1051560" cy="320040"/>
          </a:xfrm>
          <a:prstGeom prst="rect">
            <a:avLst/>
          </a:prstGeom>
          <a:noFill/>
          <a:ln/>
        </p:spPr>
        <p:txBody>
          <a:bodyPr wrap="square" lIns="0" tIns="0" rIns="0" bIns="0" rtlCol="0" anchor="ctr"/>
          <a:lstStyle/>
          <a:p>
            <a:pPr marL="0" indent="0" algn="ctr">
              <a:buNone/>
            </a:pPr>
            <a:r>
              <a:rPr lang="en-US" sz="1400" b="1" i="1" dirty="0">
                <a:solidFill>
                  <a:srgbClr val="4036ED"/>
                </a:solidFill>
                <a:latin typeface="Calibri" pitchFamily="34" charset="0"/>
                <a:ea typeface="Calibri" pitchFamily="34" charset="-122"/>
                <a:cs typeface="Calibri" pitchFamily="34" charset="-120"/>
              </a:rPr>
              <a:t>yeo</a:t>
            </a:r>
            <a:endParaRPr lang="en-US" sz="1400" dirty="0"/>
          </a:p>
        </p:txBody>
      </p:sp>
      <p:sp>
        <p:nvSpPr>
          <p:cNvPr id="17" name="Shape 15"/>
          <p:cNvSpPr/>
          <p:nvPr/>
        </p:nvSpPr>
        <p:spPr>
          <a:xfrm>
            <a:off x="7892644" y="2606040"/>
            <a:ext cx="1051560" cy="1051560"/>
          </a:xfrm>
          <a:prstGeom prst="roundRect">
            <a:avLst>
              <a:gd name="adj" fmla="val 10435"/>
            </a:avLst>
          </a:prstGeom>
          <a:solidFill>
            <a:srgbClr val="FFE0E0"/>
          </a:solidFill>
          <a:ln w="19050">
            <a:solidFill>
              <a:srgbClr val="FE6768"/>
            </a:solidFill>
            <a:prstDash val="solid"/>
          </a:ln>
        </p:spPr>
      </p:sp>
      <p:sp>
        <p:nvSpPr>
          <p:cNvPr id="18" name="Text 16"/>
          <p:cNvSpPr/>
          <p:nvPr/>
        </p:nvSpPr>
        <p:spPr>
          <a:xfrm>
            <a:off x="7892644" y="2606040"/>
            <a:ext cx="1051560" cy="105156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오</a:t>
            </a:r>
            <a:endParaRPr lang="en-US" sz="5000" dirty="0"/>
          </a:p>
        </p:txBody>
      </p:sp>
      <p:sp>
        <p:nvSpPr>
          <p:cNvPr id="19" name="Text 17"/>
          <p:cNvSpPr/>
          <p:nvPr/>
        </p:nvSpPr>
        <p:spPr>
          <a:xfrm>
            <a:off x="7892644" y="3703320"/>
            <a:ext cx="1051560" cy="320040"/>
          </a:xfrm>
          <a:prstGeom prst="rect">
            <a:avLst/>
          </a:prstGeom>
          <a:noFill/>
          <a:ln/>
        </p:spPr>
        <p:txBody>
          <a:bodyPr wrap="square" lIns="0" tIns="0" rIns="0" bIns="0" rtlCol="0" anchor="ctr"/>
          <a:lstStyle/>
          <a:p>
            <a:pPr marL="0" indent="0" algn="ctr">
              <a:buNone/>
            </a:pPr>
            <a:r>
              <a:rPr lang="en-US" sz="1400" b="1" i="1" dirty="0">
                <a:solidFill>
                  <a:srgbClr val="FE6768"/>
                </a:solidFill>
                <a:latin typeface="Calibri" pitchFamily="34" charset="0"/>
                <a:ea typeface="Calibri" pitchFamily="34" charset="-122"/>
                <a:cs typeface="Calibri" pitchFamily="34" charset="-120"/>
              </a:rPr>
              <a:t>o</a:t>
            </a:r>
            <a:endParaRPr lang="en-US" sz="1400" dirty="0"/>
          </a:p>
        </p:txBody>
      </p:sp>
      <p:sp>
        <p:nvSpPr>
          <p:cNvPr id="20" name="Shape 18"/>
          <p:cNvSpPr/>
          <p:nvPr/>
        </p:nvSpPr>
        <p:spPr>
          <a:xfrm>
            <a:off x="3247492" y="4160520"/>
            <a:ext cx="1051560" cy="1051560"/>
          </a:xfrm>
          <a:prstGeom prst="roundRect">
            <a:avLst>
              <a:gd name="adj" fmla="val 10435"/>
            </a:avLst>
          </a:prstGeom>
          <a:solidFill>
            <a:srgbClr val="FFE0E0"/>
          </a:solidFill>
          <a:ln w="19050">
            <a:solidFill>
              <a:srgbClr val="FE6768"/>
            </a:solidFill>
            <a:prstDash val="solid"/>
          </a:ln>
        </p:spPr>
      </p:sp>
      <p:sp>
        <p:nvSpPr>
          <p:cNvPr id="21" name="Text 19"/>
          <p:cNvSpPr/>
          <p:nvPr/>
        </p:nvSpPr>
        <p:spPr>
          <a:xfrm>
            <a:off x="3247492" y="4160520"/>
            <a:ext cx="1051560" cy="105156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요</a:t>
            </a:r>
            <a:endParaRPr lang="en-US" sz="5000" dirty="0"/>
          </a:p>
        </p:txBody>
      </p:sp>
      <p:sp>
        <p:nvSpPr>
          <p:cNvPr id="22" name="Text 20"/>
          <p:cNvSpPr/>
          <p:nvPr/>
        </p:nvSpPr>
        <p:spPr>
          <a:xfrm>
            <a:off x="3247492" y="5257800"/>
            <a:ext cx="1051560" cy="320040"/>
          </a:xfrm>
          <a:prstGeom prst="rect">
            <a:avLst/>
          </a:prstGeom>
          <a:noFill/>
          <a:ln/>
        </p:spPr>
        <p:txBody>
          <a:bodyPr wrap="square" lIns="0" tIns="0" rIns="0" bIns="0" rtlCol="0" anchor="ctr"/>
          <a:lstStyle/>
          <a:p>
            <a:pPr marL="0" indent="0" algn="ctr">
              <a:buNone/>
            </a:pPr>
            <a:r>
              <a:rPr lang="en-US" sz="1400" b="1" i="1" dirty="0">
                <a:solidFill>
                  <a:srgbClr val="FE6768"/>
                </a:solidFill>
                <a:latin typeface="Calibri" pitchFamily="34" charset="0"/>
                <a:ea typeface="Calibri" pitchFamily="34" charset="-122"/>
                <a:cs typeface="Calibri" pitchFamily="34" charset="-120"/>
              </a:rPr>
              <a:t>yo</a:t>
            </a:r>
            <a:endParaRPr lang="en-US" sz="1400" dirty="0"/>
          </a:p>
        </p:txBody>
      </p:sp>
      <p:sp>
        <p:nvSpPr>
          <p:cNvPr id="23" name="Shape 21"/>
          <p:cNvSpPr/>
          <p:nvPr/>
        </p:nvSpPr>
        <p:spPr>
          <a:xfrm>
            <a:off x="4408780" y="4160520"/>
            <a:ext cx="1051560" cy="1051560"/>
          </a:xfrm>
          <a:prstGeom prst="roundRect">
            <a:avLst>
              <a:gd name="adj" fmla="val 10435"/>
            </a:avLst>
          </a:prstGeom>
          <a:solidFill>
            <a:srgbClr val="EDE8FF"/>
          </a:solidFill>
          <a:ln w="19050">
            <a:solidFill>
              <a:srgbClr val="4036ED"/>
            </a:solidFill>
            <a:prstDash val="solid"/>
          </a:ln>
        </p:spPr>
      </p:sp>
      <p:sp>
        <p:nvSpPr>
          <p:cNvPr id="24" name="Text 22"/>
          <p:cNvSpPr/>
          <p:nvPr/>
        </p:nvSpPr>
        <p:spPr>
          <a:xfrm>
            <a:off x="4408780" y="4160520"/>
            <a:ext cx="1051560" cy="105156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우</a:t>
            </a:r>
            <a:endParaRPr lang="en-US" sz="5000" dirty="0"/>
          </a:p>
        </p:txBody>
      </p:sp>
      <p:sp>
        <p:nvSpPr>
          <p:cNvPr id="25" name="Text 23"/>
          <p:cNvSpPr/>
          <p:nvPr/>
        </p:nvSpPr>
        <p:spPr>
          <a:xfrm>
            <a:off x="4408780" y="5257800"/>
            <a:ext cx="1051560" cy="320040"/>
          </a:xfrm>
          <a:prstGeom prst="rect">
            <a:avLst/>
          </a:prstGeom>
          <a:noFill/>
          <a:ln/>
        </p:spPr>
        <p:txBody>
          <a:bodyPr wrap="square" lIns="0" tIns="0" rIns="0" bIns="0" rtlCol="0" anchor="ctr"/>
          <a:lstStyle/>
          <a:p>
            <a:pPr marL="0" indent="0" algn="ctr">
              <a:buNone/>
            </a:pPr>
            <a:r>
              <a:rPr lang="en-US" sz="1400" b="1" i="1" dirty="0">
                <a:solidFill>
                  <a:srgbClr val="4036ED"/>
                </a:solidFill>
                <a:latin typeface="Calibri" pitchFamily="34" charset="0"/>
                <a:ea typeface="Calibri" pitchFamily="34" charset="-122"/>
                <a:cs typeface="Calibri" pitchFamily="34" charset="-120"/>
              </a:rPr>
              <a:t>u</a:t>
            </a:r>
            <a:endParaRPr lang="en-US" sz="1400" dirty="0"/>
          </a:p>
        </p:txBody>
      </p:sp>
      <p:sp>
        <p:nvSpPr>
          <p:cNvPr id="26" name="Shape 24"/>
          <p:cNvSpPr/>
          <p:nvPr/>
        </p:nvSpPr>
        <p:spPr>
          <a:xfrm>
            <a:off x="5570068" y="4160520"/>
            <a:ext cx="1051560" cy="1051560"/>
          </a:xfrm>
          <a:prstGeom prst="roundRect">
            <a:avLst>
              <a:gd name="adj" fmla="val 10435"/>
            </a:avLst>
          </a:prstGeom>
          <a:solidFill>
            <a:srgbClr val="EDE8FF"/>
          </a:solidFill>
          <a:ln w="19050">
            <a:solidFill>
              <a:srgbClr val="4036ED"/>
            </a:solidFill>
            <a:prstDash val="solid"/>
          </a:ln>
        </p:spPr>
      </p:sp>
      <p:sp>
        <p:nvSpPr>
          <p:cNvPr id="27" name="Text 25"/>
          <p:cNvSpPr/>
          <p:nvPr/>
        </p:nvSpPr>
        <p:spPr>
          <a:xfrm>
            <a:off x="5570068" y="4160520"/>
            <a:ext cx="1051560" cy="105156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유</a:t>
            </a:r>
            <a:endParaRPr lang="en-US" sz="5000" dirty="0"/>
          </a:p>
        </p:txBody>
      </p:sp>
      <p:sp>
        <p:nvSpPr>
          <p:cNvPr id="28" name="Text 26"/>
          <p:cNvSpPr/>
          <p:nvPr/>
        </p:nvSpPr>
        <p:spPr>
          <a:xfrm>
            <a:off x="5570068" y="5257800"/>
            <a:ext cx="1051560" cy="320040"/>
          </a:xfrm>
          <a:prstGeom prst="rect">
            <a:avLst/>
          </a:prstGeom>
          <a:noFill/>
          <a:ln/>
        </p:spPr>
        <p:txBody>
          <a:bodyPr wrap="square" lIns="0" tIns="0" rIns="0" bIns="0" rtlCol="0" anchor="ctr"/>
          <a:lstStyle/>
          <a:p>
            <a:pPr marL="0" indent="0" algn="ctr">
              <a:buNone/>
            </a:pPr>
            <a:r>
              <a:rPr lang="en-US" sz="1400" b="1" i="1" dirty="0">
                <a:solidFill>
                  <a:srgbClr val="4036ED"/>
                </a:solidFill>
                <a:latin typeface="Calibri" pitchFamily="34" charset="0"/>
                <a:ea typeface="Calibri" pitchFamily="34" charset="-122"/>
                <a:cs typeface="Calibri" pitchFamily="34" charset="-120"/>
              </a:rPr>
              <a:t>yu</a:t>
            </a:r>
            <a:endParaRPr lang="en-US" sz="1400" dirty="0"/>
          </a:p>
        </p:txBody>
      </p:sp>
      <p:sp>
        <p:nvSpPr>
          <p:cNvPr id="29" name="Shape 27"/>
          <p:cNvSpPr/>
          <p:nvPr/>
        </p:nvSpPr>
        <p:spPr>
          <a:xfrm>
            <a:off x="6731356" y="4160520"/>
            <a:ext cx="1051560" cy="1051560"/>
          </a:xfrm>
          <a:prstGeom prst="roundRect">
            <a:avLst>
              <a:gd name="adj" fmla="val 10435"/>
            </a:avLst>
          </a:prstGeom>
          <a:solidFill>
            <a:srgbClr val="EDE8FF"/>
          </a:solidFill>
          <a:ln w="19050">
            <a:solidFill>
              <a:srgbClr val="4036ED"/>
            </a:solidFill>
            <a:prstDash val="solid"/>
          </a:ln>
        </p:spPr>
      </p:sp>
      <p:sp>
        <p:nvSpPr>
          <p:cNvPr id="30" name="Text 28"/>
          <p:cNvSpPr/>
          <p:nvPr/>
        </p:nvSpPr>
        <p:spPr>
          <a:xfrm>
            <a:off x="6731356" y="4160520"/>
            <a:ext cx="1051560" cy="105156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으</a:t>
            </a:r>
            <a:endParaRPr lang="en-US" sz="5000" dirty="0"/>
          </a:p>
        </p:txBody>
      </p:sp>
      <p:sp>
        <p:nvSpPr>
          <p:cNvPr id="31" name="Text 29"/>
          <p:cNvSpPr/>
          <p:nvPr/>
        </p:nvSpPr>
        <p:spPr>
          <a:xfrm>
            <a:off x="6731356" y="5257800"/>
            <a:ext cx="1051560" cy="320040"/>
          </a:xfrm>
          <a:prstGeom prst="rect">
            <a:avLst/>
          </a:prstGeom>
          <a:noFill/>
          <a:ln/>
        </p:spPr>
        <p:txBody>
          <a:bodyPr wrap="square" lIns="0" tIns="0" rIns="0" bIns="0" rtlCol="0" anchor="ctr"/>
          <a:lstStyle/>
          <a:p>
            <a:pPr marL="0" indent="0" algn="ctr">
              <a:buNone/>
            </a:pPr>
            <a:r>
              <a:rPr lang="en-US" sz="1400" b="1" i="1" dirty="0">
                <a:solidFill>
                  <a:srgbClr val="4036ED"/>
                </a:solidFill>
                <a:latin typeface="Calibri" pitchFamily="34" charset="0"/>
                <a:ea typeface="Calibri" pitchFamily="34" charset="-122"/>
                <a:cs typeface="Calibri" pitchFamily="34" charset="-120"/>
              </a:rPr>
              <a:t>eu</a:t>
            </a:r>
            <a:endParaRPr lang="en-US" sz="1400" dirty="0"/>
          </a:p>
        </p:txBody>
      </p:sp>
      <p:sp>
        <p:nvSpPr>
          <p:cNvPr id="32" name="Shape 30"/>
          <p:cNvSpPr/>
          <p:nvPr/>
        </p:nvSpPr>
        <p:spPr>
          <a:xfrm>
            <a:off x="7892644" y="4160520"/>
            <a:ext cx="1051560" cy="1051560"/>
          </a:xfrm>
          <a:prstGeom prst="roundRect">
            <a:avLst>
              <a:gd name="adj" fmla="val 10435"/>
            </a:avLst>
          </a:prstGeom>
          <a:solidFill>
            <a:srgbClr val="EDE8FF"/>
          </a:solidFill>
          <a:ln w="19050">
            <a:solidFill>
              <a:srgbClr val="A79BFF"/>
            </a:solidFill>
            <a:prstDash val="solid"/>
          </a:ln>
        </p:spPr>
      </p:sp>
      <p:sp>
        <p:nvSpPr>
          <p:cNvPr id="33" name="Text 31"/>
          <p:cNvSpPr/>
          <p:nvPr/>
        </p:nvSpPr>
        <p:spPr>
          <a:xfrm>
            <a:off x="7892644" y="4160520"/>
            <a:ext cx="1051560" cy="1051560"/>
          </a:xfrm>
          <a:prstGeom prst="rect">
            <a:avLst/>
          </a:prstGeom>
          <a:noFill/>
          <a:ln/>
        </p:spPr>
        <p:txBody>
          <a:bodyPr wrap="square" lIns="0" tIns="0" rIns="0" bIns="0" rtlCol="0" anchor="ctr"/>
          <a:lstStyle/>
          <a:p>
            <a:pPr marL="0" indent="0" algn="ctr">
              <a:buNone/>
            </a:pPr>
            <a:r>
              <a:rPr lang="en-US" sz="5000" b="1" dirty="0">
                <a:solidFill>
                  <a:srgbClr val="A79BFF"/>
                </a:solidFill>
                <a:latin typeface="Malgun Gothic" pitchFamily="34" charset="0"/>
                <a:ea typeface="Malgun Gothic" pitchFamily="34" charset="-122"/>
                <a:cs typeface="Malgun Gothic" pitchFamily="34" charset="-120"/>
              </a:rPr>
              <a:t>이</a:t>
            </a:r>
            <a:endParaRPr lang="en-US" sz="5000" dirty="0"/>
          </a:p>
        </p:txBody>
      </p:sp>
      <p:sp>
        <p:nvSpPr>
          <p:cNvPr id="34" name="Text 32"/>
          <p:cNvSpPr/>
          <p:nvPr/>
        </p:nvSpPr>
        <p:spPr>
          <a:xfrm>
            <a:off x="7892644" y="5257800"/>
            <a:ext cx="1051560" cy="320040"/>
          </a:xfrm>
          <a:prstGeom prst="rect">
            <a:avLst/>
          </a:prstGeom>
          <a:noFill/>
          <a:ln/>
        </p:spPr>
        <p:txBody>
          <a:bodyPr wrap="square" lIns="0" tIns="0" rIns="0" bIns="0" rtlCol="0" anchor="ctr"/>
          <a:lstStyle/>
          <a:p>
            <a:pPr marL="0" indent="0" algn="ctr">
              <a:buNone/>
            </a:pPr>
            <a:r>
              <a:rPr lang="en-US" sz="1400" b="1" i="1" dirty="0">
                <a:solidFill>
                  <a:srgbClr val="A79BFF"/>
                </a:solidFill>
                <a:latin typeface="Calibri" pitchFamily="34" charset="0"/>
                <a:ea typeface="Calibri" pitchFamily="34" charset="-122"/>
                <a:cs typeface="Calibri" pitchFamily="34" charset="-120"/>
              </a:rPr>
              <a:t>i</a:t>
            </a:r>
            <a:endParaRPr lang="en-US" sz="1400" dirty="0"/>
          </a:p>
        </p:txBody>
      </p:sp>
      <p:sp>
        <p:nvSpPr>
          <p:cNvPr id="35" name="Text 33"/>
          <p:cNvSpPr/>
          <p:nvPr/>
        </p:nvSpPr>
        <p:spPr>
          <a:xfrm>
            <a:off x="640080" y="5852160"/>
            <a:ext cx="10911535" cy="365760"/>
          </a:xfrm>
          <a:prstGeom prst="rect">
            <a:avLst/>
          </a:prstGeom>
          <a:noFill/>
          <a:ln/>
        </p:spPr>
        <p:txBody>
          <a:bodyPr wrap="square" lIns="0" tIns="0" rIns="0" bIns="0" rtlCol="0" anchor="ctr"/>
          <a:lstStyle/>
          <a:p>
            <a:pPr marL="0" indent="0" algn="ctr">
              <a:buNone/>
            </a:pPr>
            <a:r>
              <a:rPr lang="en-US" sz="1200" b="1" i="1" dirty="0">
                <a:solidFill>
                  <a:srgbClr val="4036ED"/>
                </a:solidFill>
                <a:latin typeface="Calibri" pitchFamily="34" charset="0"/>
                <a:ea typeface="Calibri" pitchFamily="34" charset="-122"/>
                <a:cs typeface="Calibri" pitchFamily="34" charset="-120"/>
              </a:rPr>
              <a:t>Lectura horizontal: a, ya, eo, yeo, o, yo, u, yu, eu, i</a:t>
            </a:r>
            <a:endParaRPr lang="en-US" sz="1200" dirty="0"/>
          </a:p>
        </p:txBody>
      </p:sp>
      <p:pic>
        <p:nvPicPr>
          <p:cNvPr id="36"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37" name="Text 34"/>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8" name="Text 35"/>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78</a:t>
            </a:r>
            <a:endParaRPr lang="en-US" sz="800" dirty="0"/>
          </a:p>
        </p:txBody>
      </p:sp>
    </p:spTree>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name="Slide 79">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§3.17</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Tus primeras palabras</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Sin batchim — solo dos sílabas simples. Ya las puedes leer.</a:t>
            </a:r>
            <a:endParaRPr lang="en-US" sz="1400" dirty="0"/>
          </a:p>
        </p:txBody>
      </p:sp>
      <p:sp>
        <p:nvSpPr>
          <p:cNvPr id="5" name="Shape 3"/>
          <p:cNvSpPr/>
          <p:nvPr/>
        </p:nvSpPr>
        <p:spPr>
          <a:xfrm>
            <a:off x="1729588" y="2514600"/>
            <a:ext cx="2788920" cy="1828800"/>
          </a:xfrm>
          <a:prstGeom prst="roundRect">
            <a:avLst>
              <a:gd name="adj" fmla="val 7500"/>
            </a:avLst>
          </a:prstGeom>
          <a:solidFill>
            <a:srgbClr val="EDE8FF"/>
          </a:solidFill>
          <a:ln w="15240">
            <a:solidFill>
              <a:srgbClr val="A79BFF"/>
            </a:solidFill>
            <a:prstDash val="solid"/>
          </a:ln>
        </p:spPr>
      </p:sp>
      <p:sp>
        <p:nvSpPr>
          <p:cNvPr id="6" name="Shape 4"/>
          <p:cNvSpPr/>
          <p:nvPr/>
        </p:nvSpPr>
        <p:spPr>
          <a:xfrm>
            <a:off x="1880464" y="2697480"/>
            <a:ext cx="1188720" cy="1188720"/>
          </a:xfrm>
          <a:prstGeom prst="rect">
            <a:avLst/>
          </a:prstGeom>
          <a:solidFill>
            <a:srgbClr val="F6F6F6"/>
          </a:solidFill>
          <a:ln w="19050">
            <a:solidFill>
              <a:srgbClr val="4036ED"/>
            </a:solidFill>
            <a:prstDash val="solid"/>
          </a:ln>
        </p:spPr>
      </p:sp>
      <p:sp>
        <p:nvSpPr>
          <p:cNvPr id="7" name="Text 5"/>
          <p:cNvSpPr/>
          <p:nvPr/>
        </p:nvSpPr>
        <p:spPr>
          <a:xfrm>
            <a:off x="1880464" y="2697480"/>
            <a:ext cx="594360" cy="1188720"/>
          </a:xfrm>
          <a:prstGeom prst="rect">
            <a:avLst/>
          </a:prstGeom>
          <a:noFill/>
          <a:ln/>
        </p:spPr>
        <p:txBody>
          <a:bodyPr wrap="square" lIns="0" tIns="0" rIns="0" bIns="0" rtlCol="0" anchor="ctr"/>
          <a:lstStyle/>
          <a:p>
            <a:pPr marL="0" indent="0" algn="ctr">
              <a:buNone/>
            </a:pPr>
            <a:r>
              <a:rPr lang="en-US" sz="4550" b="1" dirty="0">
                <a:solidFill>
                  <a:srgbClr val="4036ED"/>
                </a:solidFill>
                <a:latin typeface="Malgun Gothic" pitchFamily="34" charset="0"/>
                <a:ea typeface="Malgun Gothic" pitchFamily="34" charset="-122"/>
                <a:cs typeface="Malgun Gothic" pitchFamily="34" charset="-120"/>
              </a:rPr>
              <a:t>ㄱ</a:t>
            </a:r>
            <a:endParaRPr lang="en-US" sz="4550" dirty="0"/>
          </a:p>
        </p:txBody>
      </p:sp>
      <p:sp>
        <p:nvSpPr>
          <p:cNvPr id="8" name="Text 6"/>
          <p:cNvSpPr/>
          <p:nvPr/>
        </p:nvSpPr>
        <p:spPr>
          <a:xfrm>
            <a:off x="2474824" y="2697480"/>
            <a:ext cx="594360" cy="1188720"/>
          </a:xfrm>
          <a:prstGeom prst="rect">
            <a:avLst/>
          </a:prstGeom>
          <a:noFill/>
          <a:ln/>
        </p:spPr>
        <p:txBody>
          <a:bodyPr wrap="square" lIns="0" tIns="0" rIns="0" bIns="0" rtlCol="0" anchor="ctr"/>
          <a:lstStyle/>
          <a:p>
            <a:pPr marL="0" indent="0" algn="ctr">
              <a:buNone/>
            </a:pPr>
            <a:r>
              <a:rPr lang="en-US" sz="4550" b="1" dirty="0">
                <a:solidFill>
                  <a:srgbClr val="4036ED"/>
                </a:solidFill>
                <a:latin typeface="Malgun Gothic" pitchFamily="34" charset="0"/>
                <a:ea typeface="Malgun Gothic" pitchFamily="34" charset="-122"/>
                <a:cs typeface="Malgun Gothic" pitchFamily="34" charset="-120"/>
              </a:rPr>
              <a:t>ㅏ</a:t>
            </a:r>
            <a:endParaRPr lang="en-US" sz="4550" dirty="0"/>
          </a:p>
        </p:txBody>
      </p:sp>
      <p:sp>
        <p:nvSpPr>
          <p:cNvPr id="9" name="Shape 7"/>
          <p:cNvSpPr/>
          <p:nvPr/>
        </p:nvSpPr>
        <p:spPr>
          <a:xfrm>
            <a:off x="3178912" y="2697480"/>
            <a:ext cx="1188720" cy="1188720"/>
          </a:xfrm>
          <a:prstGeom prst="rect">
            <a:avLst/>
          </a:prstGeom>
          <a:solidFill>
            <a:srgbClr val="F6F6F6"/>
          </a:solidFill>
          <a:ln w="19050">
            <a:solidFill>
              <a:srgbClr val="4036ED"/>
            </a:solidFill>
            <a:prstDash val="solid"/>
          </a:ln>
        </p:spPr>
      </p:sp>
      <p:sp>
        <p:nvSpPr>
          <p:cNvPr id="10" name="Text 8"/>
          <p:cNvSpPr/>
          <p:nvPr/>
        </p:nvSpPr>
        <p:spPr>
          <a:xfrm>
            <a:off x="3178912" y="2697480"/>
            <a:ext cx="1188720" cy="594360"/>
          </a:xfrm>
          <a:prstGeom prst="rect">
            <a:avLst/>
          </a:prstGeom>
          <a:noFill/>
          <a:ln/>
        </p:spPr>
        <p:txBody>
          <a:bodyPr wrap="square" lIns="0" tIns="0" rIns="0" bIns="0" rtlCol="0" anchor="ctr"/>
          <a:lstStyle/>
          <a:p>
            <a:pPr marL="0" indent="0" algn="ctr">
              <a:buNone/>
            </a:pPr>
            <a:r>
              <a:rPr lang="en-US" sz="4550" b="1" dirty="0">
                <a:solidFill>
                  <a:srgbClr val="4036ED"/>
                </a:solidFill>
                <a:latin typeface="Malgun Gothic" pitchFamily="34" charset="0"/>
                <a:ea typeface="Malgun Gothic" pitchFamily="34" charset="-122"/>
                <a:cs typeface="Malgun Gothic" pitchFamily="34" charset="-120"/>
              </a:rPr>
              <a:t>ㄱ</a:t>
            </a:r>
            <a:endParaRPr lang="en-US" sz="4550" dirty="0"/>
          </a:p>
        </p:txBody>
      </p:sp>
      <p:sp>
        <p:nvSpPr>
          <p:cNvPr id="11" name="Text 9"/>
          <p:cNvSpPr/>
          <p:nvPr/>
        </p:nvSpPr>
        <p:spPr>
          <a:xfrm>
            <a:off x="3178912" y="3291840"/>
            <a:ext cx="1188720" cy="594360"/>
          </a:xfrm>
          <a:prstGeom prst="rect">
            <a:avLst/>
          </a:prstGeom>
          <a:noFill/>
          <a:ln/>
        </p:spPr>
        <p:txBody>
          <a:bodyPr wrap="square" lIns="0" tIns="0" rIns="0" bIns="0" rtlCol="0" anchor="ctr"/>
          <a:lstStyle/>
          <a:p>
            <a:pPr marL="0" indent="0" algn="ctr">
              <a:buNone/>
            </a:pPr>
            <a:r>
              <a:rPr lang="en-US" sz="4550" b="1" dirty="0">
                <a:solidFill>
                  <a:srgbClr val="4036ED"/>
                </a:solidFill>
                <a:latin typeface="Malgun Gothic" pitchFamily="34" charset="0"/>
                <a:ea typeface="Malgun Gothic" pitchFamily="34" charset="-122"/>
                <a:cs typeface="Malgun Gothic" pitchFamily="34" charset="-120"/>
              </a:rPr>
              <a:t>ㅜ</a:t>
            </a:r>
            <a:endParaRPr lang="en-US" sz="4550" dirty="0"/>
          </a:p>
        </p:txBody>
      </p:sp>
      <p:sp>
        <p:nvSpPr>
          <p:cNvPr id="12" name="Text 10"/>
          <p:cNvSpPr/>
          <p:nvPr/>
        </p:nvSpPr>
        <p:spPr>
          <a:xfrm>
            <a:off x="1880464" y="3977640"/>
            <a:ext cx="2487168" cy="320040"/>
          </a:xfrm>
          <a:prstGeom prst="rect">
            <a:avLst/>
          </a:prstGeom>
          <a:noFill/>
          <a:ln/>
        </p:spPr>
        <p:txBody>
          <a:bodyPr wrap="square" lIns="0" tIns="0" rIns="0" bIns="0" rtlCol="0" anchor="ctr"/>
          <a:lstStyle/>
          <a:p>
            <a:pPr marL="0" indent="0" algn="ctr">
              <a:buNone/>
            </a:pPr>
            <a:r>
              <a:rPr lang="en-US" sz="1300" i="1" dirty="0">
                <a:solidFill>
                  <a:srgbClr val="4A4A55"/>
                </a:solidFill>
                <a:latin typeface="Calibri" pitchFamily="34" charset="0"/>
                <a:ea typeface="Calibri" pitchFamily="34" charset="-122"/>
                <a:cs typeface="Calibri" pitchFamily="34" charset="-120"/>
              </a:rPr>
              <a:t>가구  ·  mueble</a:t>
            </a:r>
            <a:endParaRPr lang="en-US" sz="1300" dirty="0"/>
          </a:p>
        </p:txBody>
      </p:sp>
      <p:sp>
        <p:nvSpPr>
          <p:cNvPr id="13" name="Shape 11"/>
          <p:cNvSpPr/>
          <p:nvPr/>
        </p:nvSpPr>
        <p:spPr>
          <a:xfrm>
            <a:off x="4701388" y="2514600"/>
            <a:ext cx="2788920" cy="1828800"/>
          </a:xfrm>
          <a:prstGeom prst="roundRect">
            <a:avLst>
              <a:gd name="adj" fmla="val 7500"/>
            </a:avLst>
          </a:prstGeom>
          <a:solidFill>
            <a:srgbClr val="EDE8FF"/>
          </a:solidFill>
          <a:ln w="15240">
            <a:solidFill>
              <a:srgbClr val="A79BFF"/>
            </a:solidFill>
            <a:prstDash val="solid"/>
          </a:ln>
        </p:spPr>
      </p:sp>
      <p:sp>
        <p:nvSpPr>
          <p:cNvPr id="14" name="Shape 12"/>
          <p:cNvSpPr/>
          <p:nvPr/>
        </p:nvSpPr>
        <p:spPr>
          <a:xfrm>
            <a:off x="4852264" y="2697480"/>
            <a:ext cx="1188720" cy="1188720"/>
          </a:xfrm>
          <a:prstGeom prst="rect">
            <a:avLst/>
          </a:prstGeom>
          <a:solidFill>
            <a:srgbClr val="F6F6F6"/>
          </a:solidFill>
          <a:ln w="19050">
            <a:solidFill>
              <a:srgbClr val="4036ED"/>
            </a:solidFill>
            <a:prstDash val="solid"/>
          </a:ln>
        </p:spPr>
      </p:sp>
      <p:sp>
        <p:nvSpPr>
          <p:cNvPr id="15" name="Text 13"/>
          <p:cNvSpPr/>
          <p:nvPr/>
        </p:nvSpPr>
        <p:spPr>
          <a:xfrm>
            <a:off x="4852264" y="2697480"/>
            <a:ext cx="594360" cy="1188720"/>
          </a:xfrm>
          <a:prstGeom prst="rect">
            <a:avLst/>
          </a:prstGeom>
          <a:noFill/>
          <a:ln/>
        </p:spPr>
        <p:txBody>
          <a:bodyPr wrap="square" lIns="0" tIns="0" rIns="0" bIns="0" rtlCol="0" anchor="ctr"/>
          <a:lstStyle/>
          <a:p>
            <a:pPr marL="0" indent="0" algn="ctr">
              <a:buNone/>
            </a:pPr>
            <a:r>
              <a:rPr lang="en-US" sz="4550" b="1" dirty="0">
                <a:solidFill>
                  <a:srgbClr val="4036ED"/>
                </a:solidFill>
                <a:latin typeface="Malgun Gothic" pitchFamily="34" charset="0"/>
                <a:ea typeface="Malgun Gothic" pitchFamily="34" charset="-122"/>
                <a:cs typeface="Malgun Gothic" pitchFamily="34" charset="-120"/>
              </a:rPr>
              <a:t>ㄴ</a:t>
            </a:r>
            <a:endParaRPr lang="en-US" sz="4550" dirty="0"/>
          </a:p>
        </p:txBody>
      </p:sp>
      <p:sp>
        <p:nvSpPr>
          <p:cNvPr id="16" name="Text 14"/>
          <p:cNvSpPr/>
          <p:nvPr/>
        </p:nvSpPr>
        <p:spPr>
          <a:xfrm>
            <a:off x="5446624" y="2697480"/>
            <a:ext cx="594360" cy="1188720"/>
          </a:xfrm>
          <a:prstGeom prst="rect">
            <a:avLst/>
          </a:prstGeom>
          <a:noFill/>
          <a:ln/>
        </p:spPr>
        <p:txBody>
          <a:bodyPr wrap="square" lIns="0" tIns="0" rIns="0" bIns="0" rtlCol="0" anchor="ctr"/>
          <a:lstStyle/>
          <a:p>
            <a:pPr marL="0" indent="0" algn="ctr">
              <a:buNone/>
            </a:pPr>
            <a:r>
              <a:rPr lang="en-US" sz="4550" b="1" dirty="0">
                <a:solidFill>
                  <a:srgbClr val="4036ED"/>
                </a:solidFill>
                <a:latin typeface="Malgun Gothic" pitchFamily="34" charset="0"/>
                <a:ea typeface="Malgun Gothic" pitchFamily="34" charset="-122"/>
                <a:cs typeface="Malgun Gothic" pitchFamily="34" charset="-120"/>
              </a:rPr>
              <a:t>ㅏ</a:t>
            </a:r>
            <a:endParaRPr lang="en-US" sz="4550" dirty="0"/>
          </a:p>
        </p:txBody>
      </p:sp>
      <p:sp>
        <p:nvSpPr>
          <p:cNvPr id="17" name="Shape 15"/>
          <p:cNvSpPr/>
          <p:nvPr/>
        </p:nvSpPr>
        <p:spPr>
          <a:xfrm>
            <a:off x="6150712" y="2697480"/>
            <a:ext cx="1188720" cy="1188720"/>
          </a:xfrm>
          <a:prstGeom prst="rect">
            <a:avLst/>
          </a:prstGeom>
          <a:solidFill>
            <a:srgbClr val="F6F6F6"/>
          </a:solidFill>
          <a:ln w="19050">
            <a:solidFill>
              <a:srgbClr val="4036ED"/>
            </a:solidFill>
            <a:prstDash val="solid"/>
          </a:ln>
        </p:spPr>
      </p:sp>
      <p:sp>
        <p:nvSpPr>
          <p:cNvPr id="18" name="Text 16"/>
          <p:cNvSpPr/>
          <p:nvPr/>
        </p:nvSpPr>
        <p:spPr>
          <a:xfrm>
            <a:off x="6150712" y="2697480"/>
            <a:ext cx="594360" cy="1188720"/>
          </a:xfrm>
          <a:prstGeom prst="rect">
            <a:avLst/>
          </a:prstGeom>
          <a:noFill/>
          <a:ln/>
        </p:spPr>
        <p:txBody>
          <a:bodyPr wrap="square" lIns="0" tIns="0" rIns="0" bIns="0" rtlCol="0" anchor="ctr"/>
          <a:lstStyle/>
          <a:p>
            <a:pPr marL="0" indent="0" algn="ctr">
              <a:buNone/>
            </a:pPr>
            <a:r>
              <a:rPr lang="en-US" sz="4550" b="1" dirty="0">
                <a:solidFill>
                  <a:srgbClr val="4036ED"/>
                </a:solidFill>
                <a:latin typeface="Malgun Gothic" pitchFamily="34" charset="0"/>
                <a:ea typeface="Malgun Gothic" pitchFamily="34" charset="-122"/>
                <a:cs typeface="Malgun Gothic" pitchFamily="34" charset="-120"/>
              </a:rPr>
              <a:t>ㄹ</a:t>
            </a:r>
            <a:endParaRPr lang="en-US" sz="4550" dirty="0"/>
          </a:p>
        </p:txBody>
      </p:sp>
      <p:sp>
        <p:nvSpPr>
          <p:cNvPr id="19" name="Text 17"/>
          <p:cNvSpPr/>
          <p:nvPr/>
        </p:nvSpPr>
        <p:spPr>
          <a:xfrm>
            <a:off x="6745072" y="2697480"/>
            <a:ext cx="594360" cy="1188720"/>
          </a:xfrm>
          <a:prstGeom prst="rect">
            <a:avLst/>
          </a:prstGeom>
          <a:noFill/>
          <a:ln/>
        </p:spPr>
        <p:txBody>
          <a:bodyPr wrap="square" lIns="0" tIns="0" rIns="0" bIns="0" rtlCol="0" anchor="ctr"/>
          <a:lstStyle/>
          <a:p>
            <a:pPr marL="0" indent="0" algn="ctr">
              <a:buNone/>
            </a:pPr>
            <a:r>
              <a:rPr lang="en-US" sz="4550" b="1" dirty="0">
                <a:solidFill>
                  <a:srgbClr val="4036ED"/>
                </a:solidFill>
                <a:latin typeface="Malgun Gothic" pitchFamily="34" charset="0"/>
                <a:ea typeface="Malgun Gothic" pitchFamily="34" charset="-122"/>
                <a:cs typeface="Malgun Gothic" pitchFamily="34" charset="-120"/>
              </a:rPr>
              <a:t>ㅏ</a:t>
            </a:r>
            <a:endParaRPr lang="en-US" sz="4550" dirty="0"/>
          </a:p>
        </p:txBody>
      </p:sp>
      <p:sp>
        <p:nvSpPr>
          <p:cNvPr id="20" name="Text 18"/>
          <p:cNvSpPr/>
          <p:nvPr/>
        </p:nvSpPr>
        <p:spPr>
          <a:xfrm>
            <a:off x="4852264" y="3977640"/>
            <a:ext cx="2487168" cy="320040"/>
          </a:xfrm>
          <a:prstGeom prst="rect">
            <a:avLst/>
          </a:prstGeom>
          <a:noFill/>
          <a:ln/>
        </p:spPr>
        <p:txBody>
          <a:bodyPr wrap="square" lIns="0" tIns="0" rIns="0" bIns="0" rtlCol="0" anchor="ctr"/>
          <a:lstStyle/>
          <a:p>
            <a:pPr marL="0" indent="0" algn="ctr">
              <a:buNone/>
            </a:pPr>
            <a:r>
              <a:rPr lang="en-US" sz="1300" i="1" dirty="0">
                <a:solidFill>
                  <a:srgbClr val="4A4A55"/>
                </a:solidFill>
                <a:latin typeface="Calibri" pitchFamily="34" charset="0"/>
                <a:ea typeface="Calibri" pitchFamily="34" charset="-122"/>
                <a:cs typeface="Calibri" pitchFamily="34" charset="-120"/>
              </a:rPr>
              <a:t>나라  ·  país</a:t>
            </a:r>
            <a:endParaRPr lang="en-US" sz="1300" dirty="0"/>
          </a:p>
        </p:txBody>
      </p:sp>
      <p:sp>
        <p:nvSpPr>
          <p:cNvPr id="21" name="Shape 19"/>
          <p:cNvSpPr/>
          <p:nvPr/>
        </p:nvSpPr>
        <p:spPr>
          <a:xfrm>
            <a:off x="7673188" y="2514600"/>
            <a:ext cx="2788920" cy="1828800"/>
          </a:xfrm>
          <a:prstGeom prst="roundRect">
            <a:avLst>
              <a:gd name="adj" fmla="val 7500"/>
            </a:avLst>
          </a:prstGeom>
          <a:solidFill>
            <a:srgbClr val="EDE8FF"/>
          </a:solidFill>
          <a:ln w="15240">
            <a:solidFill>
              <a:srgbClr val="A79BFF"/>
            </a:solidFill>
            <a:prstDash val="solid"/>
          </a:ln>
        </p:spPr>
      </p:sp>
      <p:sp>
        <p:nvSpPr>
          <p:cNvPr id="22" name="Shape 20"/>
          <p:cNvSpPr/>
          <p:nvPr/>
        </p:nvSpPr>
        <p:spPr>
          <a:xfrm>
            <a:off x="7824064" y="2697480"/>
            <a:ext cx="1188720" cy="1188720"/>
          </a:xfrm>
          <a:prstGeom prst="rect">
            <a:avLst/>
          </a:prstGeom>
          <a:solidFill>
            <a:srgbClr val="F6F6F6"/>
          </a:solidFill>
          <a:ln w="19050">
            <a:solidFill>
              <a:srgbClr val="4036ED"/>
            </a:solidFill>
            <a:prstDash val="solid"/>
          </a:ln>
        </p:spPr>
      </p:sp>
      <p:sp>
        <p:nvSpPr>
          <p:cNvPr id="23" name="Text 21"/>
          <p:cNvSpPr/>
          <p:nvPr/>
        </p:nvSpPr>
        <p:spPr>
          <a:xfrm>
            <a:off x="7824064" y="2697480"/>
            <a:ext cx="1188720" cy="594360"/>
          </a:xfrm>
          <a:prstGeom prst="rect">
            <a:avLst/>
          </a:prstGeom>
          <a:noFill/>
          <a:ln/>
        </p:spPr>
        <p:txBody>
          <a:bodyPr wrap="square" lIns="0" tIns="0" rIns="0" bIns="0" rtlCol="0" anchor="ctr"/>
          <a:lstStyle/>
          <a:p>
            <a:pPr marL="0" indent="0" algn="ctr">
              <a:buNone/>
            </a:pPr>
            <a:r>
              <a:rPr lang="en-US" sz="4550" b="1" dirty="0">
                <a:solidFill>
                  <a:srgbClr val="4036ED"/>
                </a:solidFill>
                <a:latin typeface="Malgun Gothic" pitchFamily="34" charset="0"/>
                <a:ea typeface="Malgun Gothic" pitchFamily="34" charset="-122"/>
                <a:cs typeface="Malgun Gothic" pitchFamily="34" charset="-120"/>
              </a:rPr>
              <a:t>ㄷ</a:t>
            </a:r>
            <a:endParaRPr lang="en-US" sz="4550" dirty="0"/>
          </a:p>
        </p:txBody>
      </p:sp>
      <p:sp>
        <p:nvSpPr>
          <p:cNvPr id="24" name="Text 22"/>
          <p:cNvSpPr/>
          <p:nvPr/>
        </p:nvSpPr>
        <p:spPr>
          <a:xfrm>
            <a:off x="7824064" y="3291840"/>
            <a:ext cx="1188720" cy="594360"/>
          </a:xfrm>
          <a:prstGeom prst="rect">
            <a:avLst/>
          </a:prstGeom>
          <a:noFill/>
          <a:ln/>
        </p:spPr>
        <p:txBody>
          <a:bodyPr wrap="square" lIns="0" tIns="0" rIns="0" bIns="0" rtlCol="0" anchor="ctr"/>
          <a:lstStyle/>
          <a:p>
            <a:pPr marL="0" indent="0" algn="ctr">
              <a:buNone/>
            </a:pPr>
            <a:r>
              <a:rPr lang="en-US" sz="4550" b="1" dirty="0">
                <a:solidFill>
                  <a:srgbClr val="4036ED"/>
                </a:solidFill>
                <a:latin typeface="Malgun Gothic" pitchFamily="34" charset="0"/>
                <a:ea typeface="Malgun Gothic" pitchFamily="34" charset="-122"/>
                <a:cs typeface="Malgun Gothic" pitchFamily="34" charset="-120"/>
              </a:rPr>
              <a:t>ㅗ</a:t>
            </a:r>
            <a:endParaRPr lang="en-US" sz="4550" dirty="0"/>
          </a:p>
        </p:txBody>
      </p:sp>
      <p:sp>
        <p:nvSpPr>
          <p:cNvPr id="25" name="Shape 23"/>
          <p:cNvSpPr/>
          <p:nvPr/>
        </p:nvSpPr>
        <p:spPr>
          <a:xfrm>
            <a:off x="9122512" y="2697480"/>
            <a:ext cx="1188720" cy="1188720"/>
          </a:xfrm>
          <a:prstGeom prst="rect">
            <a:avLst/>
          </a:prstGeom>
          <a:solidFill>
            <a:srgbClr val="F6F6F6"/>
          </a:solidFill>
          <a:ln w="19050">
            <a:solidFill>
              <a:srgbClr val="4036ED"/>
            </a:solidFill>
            <a:prstDash val="solid"/>
          </a:ln>
        </p:spPr>
      </p:sp>
      <p:sp>
        <p:nvSpPr>
          <p:cNvPr id="26" name="Text 24"/>
          <p:cNvSpPr/>
          <p:nvPr/>
        </p:nvSpPr>
        <p:spPr>
          <a:xfrm>
            <a:off x="9122512" y="2697480"/>
            <a:ext cx="594360" cy="1188720"/>
          </a:xfrm>
          <a:prstGeom prst="rect">
            <a:avLst/>
          </a:prstGeom>
          <a:noFill/>
          <a:ln/>
        </p:spPr>
        <p:txBody>
          <a:bodyPr wrap="square" lIns="0" tIns="0" rIns="0" bIns="0" rtlCol="0" anchor="ctr"/>
          <a:lstStyle/>
          <a:p>
            <a:pPr marL="0" indent="0" algn="ctr">
              <a:buNone/>
            </a:pPr>
            <a:r>
              <a:rPr lang="en-US" sz="4550" b="1" dirty="0">
                <a:solidFill>
                  <a:srgbClr val="4036ED"/>
                </a:solidFill>
                <a:latin typeface="Malgun Gothic" pitchFamily="34" charset="0"/>
                <a:ea typeface="Malgun Gothic" pitchFamily="34" charset="-122"/>
                <a:cs typeface="Malgun Gothic" pitchFamily="34" charset="-120"/>
              </a:rPr>
              <a:t>ㅅ</a:t>
            </a:r>
            <a:endParaRPr lang="en-US" sz="4550" dirty="0"/>
          </a:p>
        </p:txBody>
      </p:sp>
      <p:sp>
        <p:nvSpPr>
          <p:cNvPr id="27" name="Text 25"/>
          <p:cNvSpPr/>
          <p:nvPr/>
        </p:nvSpPr>
        <p:spPr>
          <a:xfrm>
            <a:off x="9716872" y="2697480"/>
            <a:ext cx="594360" cy="1188720"/>
          </a:xfrm>
          <a:prstGeom prst="rect">
            <a:avLst/>
          </a:prstGeom>
          <a:noFill/>
          <a:ln/>
        </p:spPr>
        <p:txBody>
          <a:bodyPr wrap="square" lIns="0" tIns="0" rIns="0" bIns="0" rtlCol="0" anchor="ctr"/>
          <a:lstStyle/>
          <a:p>
            <a:pPr marL="0" indent="0" algn="ctr">
              <a:buNone/>
            </a:pPr>
            <a:r>
              <a:rPr lang="en-US" sz="4550" b="1" dirty="0">
                <a:solidFill>
                  <a:srgbClr val="4036ED"/>
                </a:solidFill>
                <a:latin typeface="Malgun Gothic" pitchFamily="34" charset="0"/>
                <a:ea typeface="Malgun Gothic" pitchFamily="34" charset="-122"/>
                <a:cs typeface="Malgun Gothic" pitchFamily="34" charset="-120"/>
              </a:rPr>
              <a:t>ㅣ</a:t>
            </a:r>
            <a:endParaRPr lang="en-US" sz="4550" dirty="0"/>
          </a:p>
        </p:txBody>
      </p:sp>
      <p:sp>
        <p:nvSpPr>
          <p:cNvPr id="28" name="Text 26"/>
          <p:cNvSpPr/>
          <p:nvPr/>
        </p:nvSpPr>
        <p:spPr>
          <a:xfrm>
            <a:off x="7824064" y="3977640"/>
            <a:ext cx="2487168" cy="320040"/>
          </a:xfrm>
          <a:prstGeom prst="rect">
            <a:avLst/>
          </a:prstGeom>
          <a:noFill/>
          <a:ln/>
        </p:spPr>
        <p:txBody>
          <a:bodyPr wrap="square" lIns="0" tIns="0" rIns="0" bIns="0" rtlCol="0" anchor="ctr"/>
          <a:lstStyle/>
          <a:p>
            <a:pPr marL="0" indent="0" algn="ctr">
              <a:buNone/>
            </a:pPr>
            <a:r>
              <a:rPr lang="en-US" sz="1300" i="1" dirty="0">
                <a:solidFill>
                  <a:srgbClr val="4A4A55"/>
                </a:solidFill>
                <a:latin typeface="Calibri" pitchFamily="34" charset="0"/>
                <a:ea typeface="Calibri" pitchFamily="34" charset="-122"/>
                <a:cs typeface="Calibri" pitchFamily="34" charset="-120"/>
              </a:rPr>
              <a:t>도시  ·  ciudad</a:t>
            </a:r>
            <a:endParaRPr lang="en-US" sz="1300" dirty="0"/>
          </a:p>
        </p:txBody>
      </p:sp>
      <p:sp>
        <p:nvSpPr>
          <p:cNvPr id="29" name="Shape 27"/>
          <p:cNvSpPr/>
          <p:nvPr/>
        </p:nvSpPr>
        <p:spPr>
          <a:xfrm>
            <a:off x="1729588" y="4572000"/>
            <a:ext cx="2788920" cy="1828800"/>
          </a:xfrm>
          <a:prstGeom prst="roundRect">
            <a:avLst>
              <a:gd name="adj" fmla="val 7500"/>
            </a:avLst>
          </a:prstGeom>
          <a:solidFill>
            <a:srgbClr val="EDE8FF"/>
          </a:solidFill>
          <a:ln w="15240">
            <a:solidFill>
              <a:srgbClr val="A79BFF"/>
            </a:solidFill>
            <a:prstDash val="solid"/>
          </a:ln>
        </p:spPr>
      </p:sp>
      <p:sp>
        <p:nvSpPr>
          <p:cNvPr id="30" name="Shape 28"/>
          <p:cNvSpPr/>
          <p:nvPr/>
        </p:nvSpPr>
        <p:spPr>
          <a:xfrm>
            <a:off x="1880464" y="4754880"/>
            <a:ext cx="1188720" cy="1188720"/>
          </a:xfrm>
          <a:prstGeom prst="rect">
            <a:avLst/>
          </a:prstGeom>
          <a:solidFill>
            <a:srgbClr val="F6F6F6"/>
          </a:solidFill>
          <a:ln w="19050">
            <a:solidFill>
              <a:srgbClr val="4036ED"/>
            </a:solidFill>
            <a:prstDash val="solid"/>
          </a:ln>
        </p:spPr>
      </p:sp>
      <p:sp>
        <p:nvSpPr>
          <p:cNvPr id="31" name="Text 29"/>
          <p:cNvSpPr/>
          <p:nvPr/>
        </p:nvSpPr>
        <p:spPr>
          <a:xfrm>
            <a:off x="1880464" y="4754880"/>
            <a:ext cx="1188720" cy="594360"/>
          </a:xfrm>
          <a:prstGeom prst="rect">
            <a:avLst/>
          </a:prstGeom>
          <a:noFill/>
          <a:ln/>
        </p:spPr>
        <p:txBody>
          <a:bodyPr wrap="square" lIns="0" tIns="0" rIns="0" bIns="0" rtlCol="0" anchor="ctr"/>
          <a:lstStyle/>
          <a:p>
            <a:pPr marL="0" indent="0" algn="ctr">
              <a:buNone/>
            </a:pPr>
            <a:r>
              <a:rPr lang="en-US" sz="4550" b="1" dirty="0">
                <a:solidFill>
                  <a:srgbClr val="4036ED"/>
                </a:solidFill>
                <a:latin typeface="Malgun Gothic" pitchFamily="34" charset="0"/>
                <a:ea typeface="Malgun Gothic" pitchFamily="34" charset="-122"/>
                <a:cs typeface="Malgun Gothic" pitchFamily="34" charset="-120"/>
              </a:rPr>
              <a:t>ㅇ</a:t>
            </a:r>
            <a:endParaRPr lang="en-US" sz="4550" dirty="0"/>
          </a:p>
        </p:txBody>
      </p:sp>
      <p:sp>
        <p:nvSpPr>
          <p:cNvPr id="32" name="Text 30"/>
          <p:cNvSpPr/>
          <p:nvPr/>
        </p:nvSpPr>
        <p:spPr>
          <a:xfrm>
            <a:off x="1880464" y="5349240"/>
            <a:ext cx="1188720" cy="594360"/>
          </a:xfrm>
          <a:prstGeom prst="rect">
            <a:avLst/>
          </a:prstGeom>
          <a:noFill/>
          <a:ln/>
        </p:spPr>
        <p:txBody>
          <a:bodyPr wrap="square" lIns="0" tIns="0" rIns="0" bIns="0" rtlCol="0" anchor="ctr"/>
          <a:lstStyle/>
          <a:p>
            <a:pPr marL="0" indent="0" algn="ctr">
              <a:buNone/>
            </a:pPr>
            <a:r>
              <a:rPr lang="en-US" sz="4550" b="1" dirty="0">
                <a:solidFill>
                  <a:srgbClr val="4036ED"/>
                </a:solidFill>
                <a:latin typeface="Malgun Gothic" pitchFamily="34" charset="0"/>
                <a:ea typeface="Malgun Gothic" pitchFamily="34" charset="-122"/>
                <a:cs typeface="Malgun Gothic" pitchFamily="34" charset="-120"/>
              </a:rPr>
              <a:t>ㅜ</a:t>
            </a:r>
            <a:endParaRPr lang="en-US" sz="4550" dirty="0"/>
          </a:p>
        </p:txBody>
      </p:sp>
      <p:sp>
        <p:nvSpPr>
          <p:cNvPr id="33" name="Shape 31"/>
          <p:cNvSpPr/>
          <p:nvPr/>
        </p:nvSpPr>
        <p:spPr>
          <a:xfrm>
            <a:off x="3178912" y="4754880"/>
            <a:ext cx="1188720" cy="1188720"/>
          </a:xfrm>
          <a:prstGeom prst="rect">
            <a:avLst/>
          </a:prstGeom>
          <a:solidFill>
            <a:srgbClr val="F6F6F6"/>
          </a:solidFill>
          <a:ln w="19050">
            <a:solidFill>
              <a:srgbClr val="4036ED"/>
            </a:solidFill>
            <a:prstDash val="solid"/>
          </a:ln>
        </p:spPr>
      </p:sp>
      <p:sp>
        <p:nvSpPr>
          <p:cNvPr id="34" name="Text 32"/>
          <p:cNvSpPr/>
          <p:nvPr/>
        </p:nvSpPr>
        <p:spPr>
          <a:xfrm>
            <a:off x="3178912" y="4754880"/>
            <a:ext cx="1188720" cy="594360"/>
          </a:xfrm>
          <a:prstGeom prst="rect">
            <a:avLst/>
          </a:prstGeom>
          <a:noFill/>
          <a:ln/>
        </p:spPr>
        <p:txBody>
          <a:bodyPr wrap="square" lIns="0" tIns="0" rIns="0" bIns="0" rtlCol="0" anchor="ctr"/>
          <a:lstStyle/>
          <a:p>
            <a:pPr marL="0" indent="0" algn="ctr">
              <a:buNone/>
            </a:pPr>
            <a:r>
              <a:rPr lang="en-US" sz="4550" b="1" dirty="0">
                <a:solidFill>
                  <a:srgbClr val="4036ED"/>
                </a:solidFill>
                <a:latin typeface="Malgun Gothic" pitchFamily="34" charset="0"/>
                <a:ea typeface="Malgun Gothic" pitchFamily="34" charset="-122"/>
                <a:cs typeface="Malgun Gothic" pitchFamily="34" charset="-120"/>
              </a:rPr>
              <a:t>ㅇ</a:t>
            </a:r>
            <a:endParaRPr lang="en-US" sz="4550" dirty="0"/>
          </a:p>
        </p:txBody>
      </p:sp>
      <p:sp>
        <p:nvSpPr>
          <p:cNvPr id="35" name="Text 33"/>
          <p:cNvSpPr/>
          <p:nvPr/>
        </p:nvSpPr>
        <p:spPr>
          <a:xfrm>
            <a:off x="3178912" y="5349240"/>
            <a:ext cx="1188720" cy="594360"/>
          </a:xfrm>
          <a:prstGeom prst="rect">
            <a:avLst/>
          </a:prstGeom>
          <a:noFill/>
          <a:ln/>
        </p:spPr>
        <p:txBody>
          <a:bodyPr wrap="square" lIns="0" tIns="0" rIns="0" bIns="0" rtlCol="0" anchor="ctr"/>
          <a:lstStyle/>
          <a:p>
            <a:pPr marL="0" indent="0" algn="ctr">
              <a:buNone/>
            </a:pPr>
            <a:r>
              <a:rPr lang="en-US" sz="4550" b="1" dirty="0">
                <a:solidFill>
                  <a:srgbClr val="4036ED"/>
                </a:solidFill>
                <a:latin typeface="Malgun Gothic" pitchFamily="34" charset="0"/>
                <a:ea typeface="Malgun Gothic" pitchFamily="34" charset="-122"/>
                <a:cs typeface="Malgun Gothic" pitchFamily="34" charset="-120"/>
              </a:rPr>
              <a:t>ㅠ</a:t>
            </a:r>
            <a:endParaRPr lang="en-US" sz="4550" dirty="0"/>
          </a:p>
        </p:txBody>
      </p:sp>
      <p:sp>
        <p:nvSpPr>
          <p:cNvPr id="36" name="Text 34"/>
          <p:cNvSpPr/>
          <p:nvPr/>
        </p:nvSpPr>
        <p:spPr>
          <a:xfrm>
            <a:off x="1880464" y="6035040"/>
            <a:ext cx="2487168" cy="320040"/>
          </a:xfrm>
          <a:prstGeom prst="rect">
            <a:avLst/>
          </a:prstGeom>
          <a:noFill/>
          <a:ln/>
        </p:spPr>
        <p:txBody>
          <a:bodyPr wrap="square" lIns="0" tIns="0" rIns="0" bIns="0" rtlCol="0" anchor="ctr"/>
          <a:lstStyle/>
          <a:p>
            <a:pPr marL="0" indent="0" algn="ctr">
              <a:buNone/>
            </a:pPr>
            <a:r>
              <a:rPr lang="en-US" sz="1300" i="1" dirty="0">
                <a:solidFill>
                  <a:srgbClr val="4A4A55"/>
                </a:solidFill>
                <a:latin typeface="Calibri" pitchFamily="34" charset="0"/>
                <a:ea typeface="Calibri" pitchFamily="34" charset="-122"/>
                <a:cs typeface="Calibri" pitchFamily="34" charset="-120"/>
              </a:rPr>
              <a:t>우유  ·  leche</a:t>
            </a:r>
            <a:endParaRPr lang="en-US" sz="1300" dirty="0"/>
          </a:p>
        </p:txBody>
      </p:sp>
      <p:sp>
        <p:nvSpPr>
          <p:cNvPr id="37" name="Shape 35"/>
          <p:cNvSpPr/>
          <p:nvPr/>
        </p:nvSpPr>
        <p:spPr>
          <a:xfrm>
            <a:off x="4701388" y="4572000"/>
            <a:ext cx="2788920" cy="1828800"/>
          </a:xfrm>
          <a:prstGeom prst="roundRect">
            <a:avLst>
              <a:gd name="adj" fmla="val 7500"/>
            </a:avLst>
          </a:prstGeom>
          <a:solidFill>
            <a:srgbClr val="EDE8FF"/>
          </a:solidFill>
          <a:ln w="15240">
            <a:solidFill>
              <a:srgbClr val="A79BFF"/>
            </a:solidFill>
            <a:prstDash val="solid"/>
          </a:ln>
        </p:spPr>
      </p:sp>
      <p:sp>
        <p:nvSpPr>
          <p:cNvPr id="38" name="Shape 36"/>
          <p:cNvSpPr/>
          <p:nvPr/>
        </p:nvSpPr>
        <p:spPr>
          <a:xfrm>
            <a:off x="4852264" y="4754880"/>
            <a:ext cx="1188720" cy="1188720"/>
          </a:xfrm>
          <a:prstGeom prst="rect">
            <a:avLst/>
          </a:prstGeom>
          <a:solidFill>
            <a:srgbClr val="F6F6F6"/>
          </a:solidFill>
          <a:ln w="19050">
            <a:solidFill>
              <a:srgbClr val="4036ED"/>
            </a:solidFill>
            <a:prstDash val="solid"/>
          </a:ln>
        </p:spPr>
      </p:sp>
      <p:sp>
        <p:nvSpPr>
          <p:cNvPr id="39" name="Text 37"/>
          <p:cNvSpPr/>
          <p:nvPr/>
        </p:nvSpPr>
        <p:spPr>
          <a:xfrm>
            <a:off x="4852264" y="4754880"/>
            <a:ext cx="1188720" cy="594360"/>
          </a:xfrm>
          <a:prstGeom prst="rect">
            <a:avLst/>
          </a:prstGeom>
          <a:noFill/>
          <a:ln/>
        </p:spPr>
        <p:txBody>
          <a:bodyPr wrap="square" lIns="0" tIns="0" rIns="0" bIns="0" rtlCol="0" anchor="ctr"/>
          <a:lstStyle/>
          <a:p>
            <a:pPr marL="0" indent="0" algn="ctr">
              <a:buNone/>
            </a:pPr>
            <a:r>
              <a:rPr lang="en-US" sz="4550" b="1" dirty="0">
                <a:solidFill>
                  <a:srgbClr val="4036ED"/>
                </a:solidFill>
                <a:latin typeface="Malgun Gothic" pitchFamily="34" charset="0"/>
                <a:ea typeface="Malgun Gothic" pitchFamily="34" charset="-122"/>
                <a:cs typeface="Malgun Gothic" pitchFamily="34" charset="-120"/>
              </a:rPr>
              <a:t>ㅁ</a:t>
            </a:r>
            <a:endParaRPr lang="en-US" sz="4550" dirty="0"/>
          </a:p>
        </p:txBody>
      </p:sp>
      <p:sp>
        <p:nvSpPr>
          <p:cNvPr id="40" name="Text 38"/>
          <p:cNvSpPr/>
          <p:nvPr/>
        </p:nvSpPr>
        <p:spPr>
          <a:xfrm>
            <a:off x="4852264" y="5349240"/>
            <a:ext cx="1188720" cy="594360"/>
          </a:xfrm>
          <a:prstGeom prst="rect">
            <a:avLst/>
          </a:prstGeom>
          <a:noFill/>
          <a:ln/>
        </p:spPr>
        <p:txBody>
          <a:bodyPr wrap="square" lIns="0" tIns="0" rIns="0" bIns="0" rtlCol="0" anchor="ctr"/>
          <a:lstStyle/>
          <a:p>
            <a:pPr marL="0" indent="0" algn="ctr">
              <a:buNone/>
            </a:pPr>
            <a:r>
              <a:rPr lang="en-US" sz="4550" b="1" dirty="0">
                <a:solidFill>
                  <a:srgbClr val="4036ED"/>
                </a:solidFill>
                <a:latin typeface="Malgun Gothic" pitchFamily="34" charset="0"/>
                <a:ea typeface="Malgun Gothic" pitchFamily="34" charset="-122"/>
                <a:cs typeface="Malgun Gothic" pitchFamily="34" charset="-120"/>
              </a:rPr>
              <a:t>ㅗ</a:t>
            </a:r>
            <a:endParaRPr lang="en-US" sz="4550" dirty="0"/>
          </a:p>
        </p:txBody>
      </p:sp>
      <p:sp>
        <p:nvSpPr>
          <p:cNvPr id="41" name="Shape 39"/>
          <p:cNvSpPr/>
          <p:nvPr/>
        </p:nvSpPr>
        <p:spPr>
          <a:xfrm>
            <a:off x="6150712" y="4754880"/>
            <a:ext cx="1188720" cy="1188720"/>
          </a:xfrm>
          <a:prstGeom prst="rect">
            <a:avLst/>
          </a:prstGeom>
          <a:solidFill>
            <a:srgbClr val="F6F6F6"/>
          </a:solidFill>
          <a:ln w="19050">
            <a:solidFill>
              <a:srgbClr val="4036ED"/>
            </a:solidFill>
            <a:prstDash val="solid"/>
          </a:ln>
        </p:spPr>
      </p:sp>
      <p:sp>
        <p:nvSpPr>
          <p:cNvPr id="42" name="Text 40"/>
          <p:cNvSpPr/>
          <p:nvPr/>
        </p:nvSpPr>
        <p:spPr>
          <a:xfrm>
            <a:off x="6150712" y="4754880"/>
            <a:ext cx="594360" cy="1188720"/>
          </a:xfrm>
          <a:prstGeom prst="rect">
            <a:avLst/>
          </a:prstGeom>
          <a:noFill/>
          <a:ln/>
        </p:spPr>
        <p:txBody>
          <a:bodyPr wrap="square" lIns="0" tIns="0" rIns="0" bIns="0" rtlCol="0" anchor="ctr"/>
          <a:lstStyle/>
          <a:p>
            <a:pPr marL="0" indent="0" algn="ctr">
              <a:buNone/>
            </a:pPr>
            <a:r>
              <a:rPr lang="en-US" sz="4550" b="1" dirty="0">
                <a:solidFill>
                  <a:srgbClr val="4036ED"/>
                </a:solidFill>
                <a:latin typeface="Malgun Gothic" pitchFamily="34" charset="0"/>
                <a:ea typeface="Malgun Gothic" pitchFamily="34" charset="-122"/>
                <a:cs typeface="Malgun Gothic" pitchFamily="34" charset="-120"/>
              </a:rPr>
              <a:t>ㅈ</a:t>
            </a:r>
            <a:endParaRPr lang="en-US" sz="4550" dirty="0"/>
          </a:p>
        </p:txBody>
      </p:sp>
      <p:sp>
        <p:nvSpPr>
          <p:cNvPr id="43" name="Text 41"/>
          <p:cNvSpPr/>
          <p:nvPr/>
        </p:nvSpPr>
        <p:spPr>
          <a:xfrm>
            <a:off x="6745072" y="4754880"/>
            <a:ext cx="594360" cy="1188720"/>
          </a:xfrm>
          <a:prstGeom prst="rect">
            <a:avLst/>
          </a:prstGeom>
          <a:noFill/>
          <a:ln/>
        </p:spPr>
        <p:txBody>
          <a:bodyPr wrap="square" lIns="0" tIns="0" rIns="0" bIns="0" rtlCol="0" anchor="ctr"/>
          <a:lstStyle/>
          <a:p>
            <a:pPr marL="0" indent="0" algn="ctr">
              <a:buNone/>
            </a:pPr>
            <a:r>
              <a:rPr lang="en-US" sz="4550" b="1" dirty="0">
                <a:solidFill>
                  <a:srgbClr val="4036ED"/>
                </a:solidFill>
                <a:latin typeface="Malgun Gothic" pitchFamily="34" charset="0"/>
                <a:ea typeface="Malgun Gothic" pitchFamily="34" charset="-122"/>
                <a:cs typeface="Malgun Gothic" pitchFamily="34" charset="-120"/>
              </a:rPr>
              <a:t>ㅏ</a:t>
            </a:r>
            <a:endParaRPr lang="en-US" sz="4550" dirty="0"/>
          </a:p>
        </p:txBody>
      </p:sp>
      <p:sp>
        <p:nvSpPr>
          <p:cNvPr id="44" name="Text 42"/>
          <p:cNvSpPr/>
          <p:nvPr/>
        </p:nvSpPr>
        <p:spPr>
          <a:xfrm>
            <a:off x="4852264" y="6035040"/>
            <a:ext cx="2487168" cy="320040"/>
          </a:xfrm>
          <a:prstGeom prst="rect">
            <a:avLst/>
          </a:prstGeom>
          <a:noFill/>
          <a:ln/>
        </p:spPr>
        <p:txBody>
          <a:bodyPr wrap="square" lIns="0" tIns="0" rIns="0" bIns="0" rtlCol="0" anchor="ctr"/>
          <a:lstStyle/>
          <a:p>
            <a:pPr marL="0" indent="0" algn="ctr">
              <a:buNone/>
            </a:pPr>
            <a:r>
              <a:rPr lang="en-US" sz="1300" i="1" dirty="0">
                <a:solidFill>
                  <a:srgbClr val="4A4A55"/>
                </a:solidFill>
                <a:latin typeface="Calibri" pitchFamily="34" charset="0"/>
                <a:ea typeface="Calibri" pitchFamily="34" charset="-122"/>
                <a:cs typeface="Calibri" pitchFamily="34" charset="-120"/>
              </a:rPr>
              <a:t>모자  ·  sombrero</a:t>
            </a:r>
            <a:endParaRPr lang="en-US" sz="1300" dirty="0"/>
          </a:p>
        </p:txBody>
      </p:sp>
      <p:sp>
        <p:nvSpPr>
          <p:cNvPr id="45" name="Shape 43"/>
          <p:cNvSpPr/>
          <p:nvPr/>
        </p:nvSpPr>
        <p:spPr>
          <a:xfrm>
            <a:off x="7673188" y="4572000"/>
            <a:ext cx="2788920" cy="1828800"/>
          </a:xfrm>
          <a:prstGeom prst="roundRect">
            <a:avLst>
              <a:gd name="adj" fmla="val 7500"/>
            </a:avLst>
          </a:prstGeom>
          <a:solidFill>
            <a:srgbClr val="EDE8FF"/>
          </a:solidFill>
          <a:ln w="15240">
            <a:solidFill>
              <a:srgbClr val="A79BFF"/>
            </a:solidFill>
            <a:prstDash val="solid"/>
          </a:ln>
        </p:spPr>
      </p:sp>
      <p:sp>
        <p:nvSpPr>
          <p:cNvPr id="46" name="Shape 44"/>
          <p:cNvSpPr/>
          <p:nvPr/>
        </p:nvSpPr>
        <p:spPr>
          <a:xfrm>
            <a:off x="7824064" y="4754880"/>
            <a:ext cx="1188720" cy="1188720"/>
          </a:xfrm>
          <a:prstGeom prst="rect">
            <a:avLst/>
          </a:prstGeom>
          <a:solidFill>
            <a:srgbClr val="F6F6F6"/>
          </a:solidFill>
          <a:ln w="19050">
            <a:solidFill>
              <a:srgbClr val="4036ED"/>
            </a:solidFill>
            <a:prstDash val="solid"/>
          </a:ln>
        </p:spPr>
      </p:sp>
      <p:sp>
        <p:nvSpPr>
          <p:cNvPr id="47" name="Text 45"/>
          <p:cNvSpPr/>
          <p:nvPr/>
        </p:nvSpPr>
        <p:spPr>
          <a:xfrm>
            <a:off x="7824064" y="4754880"/>
            <a:ext cx="594360" cy="1188720"/>
          </a:xfrm>
          <a:prstGeom prst="rect">
            <a:avLst/>
          </a:prstGeom>
          <a:noFill/>
          <a:ln/>
        </p:spPr>
        <p:txBody>
          <a:bodyPr wrap="square" lIns="0" tIns="0" rIns="0" bIns="0" rtlCol="0" anchor="ctr"/>
          <a:lstStyle/>
          <a:p>
            <a:pPr marL="0" indent="0" algn="ctr">
              <a:buNone/>
            </a:pPr>
            <a:r>
              <a:rPr lang="en-US" sz="4550" b="1" dirty="0">
                <a:solidFill>
                  <a:srgbClr val="4036ED"/>
                </a:solidFill>
                <a:latin typeface="Malgun Gothic" pitchFamily="34" charset="0"/>
                <a:ea typeface="Malgun Gothic" pitchFamily="34" charset="-122"/>
                <a:cs typeface="Malgun Gothic" pitchFamily="34" charset="-120"/>
              </a:rPr>
              <a:t>ㅋ</a:t>
            </a:r>
            <a:endParaRPr lang="en-US" sz="4550" dirty="0"/>
          </a:p>
        </p:txBody>
      </p:sp>
      <p:sp>
        <p:nvSpPr>
          <p:cNvPr id="48" name="Text 46"/>
          <p:cNvSpPr/>
          <p:nvPr/>
        </p:nvSpPr>
        <p:spPr>
          <a:xfrm>
            <a:off x="8418424" y="4754880"/>
            <a:ext cx="594360" cy="1188720"/>
          </a:xfrm>
          <a:prstGeom prst="rect">
            <a:avLst/>
          </a:prstGeom>
          <a:noFill/>
          <a:ln/>
        </p:spPr>
        <p:txBody>
          <a:bodyPr wrap="square" lIns="0" tIns="0" rIns="0" bIns="0" rtlCol="0" anchor="ctr"/>
          <a:lstStyle/>
          <a:p>
            <a:pPr marL="0" indent="0" algn="ctr">
              <a:buNone/>
            </a:pPr>
            <a:r>
              <a:rPr lang="en-US" sz="4550" b="1" dirty="0">
                <a:solidFill>
                  <a:srgbClr val="4036ED"/>
                </a:solidFill>
                <a:latin typeface="Malgun Gothic" pitchFamily="34" charset="0"/>
                <a:ea typeface="Malgun Gothic" pitchFamily="34" charset="-122"/>
                <a:cs typeface="Malgun Gothic" pitchFamily="34" charset="-120"/>
              </a:rPr>
              <a:t>ㅓ</a:t>
            </a:r>
            <a:endParaRPr lang="en-US" sz="4550" dirty="0"/>
          </a:p>
        </p:txBody>
      </p:sp>
      <p:sp>
        <p:nvSpPr>
          <p:cNvPr id="49" name="Shape 47"/>
          <p:cNvSpPr/>
          <p:nvPr/>
        </p:nvSpPr>
        <p:spPr>
          <a:xfrm>
            <a:off x="9122512" y="4754880"/>
            <a:ext cx="1188720" cy="1188720"/>
          </a:xfrm>
          <a:prstGeom prst="rect">
            <a:avLst/>
          </a:prstGeom>
          <a:solidFill>
            <a:srgbClr val="F6F6F6"/>
          </a:solidFill>
          <a:ln w="19050">
            <a:solidFill>
              <a:srgbClr val="4036ED"/>
            </a:solidFill>
            <a:prstDash val="solid"/>
          </a:ln>
        </p:spPr>
      </p:sp>
      <p:sp>
        <p:nvSpPr>
          <p:cNvPr id="50" name="Text 48"/>
          <p:cNvSpPr/>
          <p:nvPr/>
        </p:nvSpPr>
        <p:spPr>
          <a:xfrm>
            <a:off x="9122512" y="4754880"/>
            <a:ext cx="594360" cy="1188720"/>
          </a:xfrm>
          <a:prstGeom prst="rect">
            <a:avLst/>
          </a:prstGeom>
          <a:noFill/>
          <a:ln/>
        </p:spPr>
        <p:txBody>
          <a:bodyPr wrap="square" lIns="0" tIns="0" rIns="0" bIns="0" rtlCol="0" anchor="ctr"/>
          <a:lstStyle/>
          <a:p>
            <a:pPr marL="0" indent="0" algn="ctr">
              <a:buNone/>
            </a:pPr>
            <a:r>
              <a:rPr lang="en-US" sz="4550" b="1" dirty="0">
                <a:solidFill>
                  <a:srgbClr val="4036ED"/>
                </a:solidFill>
                <a:latin typeface="Malgun Gothic" pitchFamily="34" charset="0"/>
                <a:ea typeface="Malgun Gothic" pitchFamily="34" charset="-122"/>
                <a:cs typeface="Malgun Gothic" pitchFamily="34" charset="-120"/>
              </a:rPr>
              <a:t>ㅍ</a:t>
            </a:r>
            <a:endParaRPr lang="en-US" sz="4550" dirty="0"/>
          </a:p>
        </p:txBody>
      </p:sp>
      <p:sp>
        <p:nvSpPr>
          <p:cNvPr id="51" name="Text 49"/>
          <p:cNvSpPr/>
          <p:nvPr/>
        </p:nvSpPr>
        <p:spPr>
          <a:xfrm>
            <a:off x="9716872" y="4754880"/>
            <a:ext cx="594360" cy="1188720"/>
          </a:xfrm>
          <a:prstGeom prst="rect">
            <a:avLst/>
          </a:prstGeom>
          <a:noFill/>
          <a:ln/>
        </p:spPr>
        <p:txBody>
          <a:bodyPr wrap="square" lIns="0" tIns="0" rIns="0" bIns="0" rtlCol="0" anchor="ctr"/>
          <a:lstStyle/>
          <a:p>
            <a:pPr marL="0" indent="0" algn="ctr">
              <a:buNone/>
            </a:pPr>
            <a:r>
              <a:rPr lang="en-US" sz="4550" b="1" dirty="0">
                <a:solidFill>
                  <a:srgbClr val="4036ED"/>
                </a:solidFill>
                <a:latin typeface="Malgun Gothic" pitchFamily="34" charset="0"/>
                <a:ea typeface="Malgun Gothic" pitchFamily="34" charset="-122"/>
                <a:cs typeface="Malgun Gothic" pitchFamily="34" charset="-120"/>
              </a:rPr>
              <a:t>ㅣ</a:t>
            </a:r>
            <a:endParaRPr lang="en-US" sz="4550" dirty="0"/>
          </a:p>
        </p:txBody>
      </p:sp>
      <p:sp>
        <p:nvSpPr>
          <p:cNvPr id="52" name="Text 50"/>
          <p:cNvSpPr/>
          <p:nvPr/>
        </p:nvSpPr>
        <p:spPr>
          <a:xfrm>
            <a:off x="7824064" y="6035040"/>
            <a:ext cx="2487168" cy="320040"/>
          </a:xfrm>
          <a:prstGeom prst="rect">
            <a:avLst/>
          </a:prstGeom>
          <a:noFill/>
          <a:ln/>
        </p:spPr>
        <p:txBody>
          <a:bodyPr wrap="square" lIns="0" tIns="0" rIns="0" bIns="0" rtlCol="0" anchor="ctr"/>
          <a:lstStyle/>
          <a:p>
            <a:pPr marL="0" indent="0" algn="ctr">
              <a:buNone/>
            </a:pPr>
            <a:r>
              <a:rPr lang="en-US" sz="1300" i="1" dirty="0">
                <a:solidFill>
                  <a:srgbClr val="4A4A55"/>
                </a:solidFill>
                <a:latin typeface="Calibri" pitchFamily="34" charset="0"/>
                <a:ea typeface="Calibri" pitchFamily="34" charset="-122"/>
                <a:cs typeface="Calibri" pitchFamily="34" charset="-120"/>
              </a:rPr>
              <a:t>커피  ·  café</a:t>
            </a:r>
            <a:endParaRPr lang="en-US" sz="1300" dirty="0"/>
          </a:p>
        </p:txBody>
      </p:sp>
      <p:pic>
        <p:nvPicPr>
          <p:cNvPr id="53"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54" name="Text 51"/>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55" name="Text 52"/>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79</a:t>
            </a:r>
            <a:endParaRPr lang="en-US" sz="800" dirty="0"/>
          </a:p>
        </p:txBody>
      </p:sp>
    </p:spTree>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name="Slide 80">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§3.18</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Palabras de la familia</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Las personas más cercanas — practica en voz alta.</a:t>
            </a:r>
            <a:endParaRPr lang="en-US" sz="1400" dirty="0"/>
          </a:p>
        </p:txBody>
      </p:sp>
      <p:sp>
        <p:nvSpPr>
          <p:cNvPr id="5" name="Shape 3"/>
          <p:cNvSpPr/>
          <p:nvPr/>
        </p:nvSpPr>
        <p:spPr>
          <a:xfrm>
            <a:off x="906628" y="2514600"/>
            <a:ext cx="3337560" cy="1828800"/>
          </a:xfrm>
          <a:prstGeom prst="roundRect">
            <a:avLst>
              <a:gd name="adj" fmla="val 7500"/>
            </a:avLst>
          </a:prstGeom>
          <a:solidFill>
            <a:srgbClr val="FFE0E0"/>
          </a:solidFill>
          <a:ln w="15240">
            <a:solidFill>
              <a:srgbClr val="FE6768"/>
            </a:solidFill>
            <a:prstDash val="solid"/>
          </a:ln>
        </p:spPr>
      </p:sp>
      <p:sp>
        <p:nvSpPr>
          <p:cNvPr id="6" name="Shape 4"/>
          <p:cNvSpPr/>
          <p:nvPr/>
        </p:nvSpPr>
        <p:spPr>
          <a:xfrm>
            <a:off x="1094080" y="2697480"/>
            <a:ext cx="914400" cy="914400"/>
          </a:xfrm>
          <a:prstGeom prst="rect">
            <a:avLst/>
          </a:prstGeom>
          <a:solidFill>
            <a:srgbClr val="F6F6F6"/>
          </a:solidFill>
          <a:ln w="19050">
            <a:solidFill>
              <a:srgbClr val="FE6768"/>
            </a:solidFill>
            <a:prstDash val="solid"/>
          </a:ln>
        </p:spPr>
      </p:sp>
      <p:sp>
        <p:nvSpPr>
          <p:cNvPr id="7" name="Text 5"/>
          <p:cNvSpPr/>
          <p:nvPr/>
        </p:nvSpPr>
        <p:spPr>
          <a:xfrm>
            <a:off x="1094080" y="2697480"/>
            <a:ext cx="457200" cy="914400"/>
          </a:xfrm>
          <a:prstGeom prst="rect">
            <a:avLst/>
          </a:prstGeom>
          <a:noFill/>
          <a:ln/>
        </p:spPr>
        <p:txBody>
          <a:bodyPr wrap="square" lIns="0" tIns="0" rIns="0" bIns="0" rtlCol="0" anchor="ctr"/>
          <a:lstStyle/>
          <a:p>
            <a:pPr marL="0" indent="0" algn="ctr">
              <a:buNone/>
            </a:pPr>
            <a:r>
              <a:rPr lang="en-US" sz="3500" b="1" dirty="0">
                <a:solidFill>
                  <a:srgbClr val="FE6768"/>
                </a:solidFill>
                <a:latin typeface="Malgun Gothic" pitchFamily="34" charset="0"/>
                <a:ea typeface="Malgun Gothic" pitchFamily="34" charset="-122"/>
                <a:cs typeface="Malgun Gothic" pitchFamily="34" charset="-120"/>
              </a:rPr>
              <a:t>ㅇ</a:t>
            </a:r>
            <a:endParaRPr lang="en-US" sz="3500" dirty="0"/>
          </a:p>
        </p:txBody>
      </p:sp>
      <p:sp>
        <p:nvSpPr>
          <p:cNvPr id="8" name="Text 6"/>
          <p:cNvSpPr/>
          <p:nvPr/>
        </p:nvSpPr>
        <p:spPr>
          <a:xfrm>
            <a:off x="1551280" y="2697480"/>
            <a:ext cx="457200" cy="914400"/>
          </a:xfrm>
          <a:prstGeom prst="rect">
            <a:avLst/>
          </a:prstGeom>
          <a:noFill/>
          <a:ln/>
        </p:spPr>
        <p:txBody>
          <a:bodyPr wrap="square" lIns="0" tIns="0" rIns="0" bIns="0" rtlCol="0" anchor="ctr"/>
          <a:lstStyle/>
          <a:p>
            <a:pPr marL="0" indent="0" algn="ctr">
              <a:buNone/>
            </a:pPr>
            <a:r>
              <a:rPr lang="en-US" sz="3500" b="1" dirty="0">
                <a:solidFill>
                  <a:srgbClr val="FE6768"/>
                </a:solidFill>
                <a:latin typeface="Malgun Gothic" pitchFamily="34" charset="0"/>
                <a:ea typeface="Malgun Gothic" pitchFamily="34" charset="-122"/>
                <a:cs typeface="Malgun Gothic" pitchFamily="34" charset="-120"/>
              </a:rPr>
              <a:t>ㅓ</a:t>
            </a:r>
            <a:endParaRPr lang="en-US" sz="3500" dirty="0"/>
          </a:p>
        </p:txBody>
      </p:sp>
      <p:sp>
        <p:nvSpPr>
          <p:cNvPr id="9" name="Shape 7"/>
          <p:cNvSpPr/>
          <p:nvPr/>
        </p:nvSpPr>
        <p:spPr>
          <a:xfrm>
            <a:off x="2118208" y="2697480"/>
            <a:ext cx="914400" cy="914400"/>
          </a:xfrm>
          <a:prstGeom prst="rect">
            <a:avLst/>
          </a:prstGeom>
          <a:solidFill>
            <a:srgbClr val="F6F6F6"/>
          </a:solidFill>
          <a:ln w="19050">
            <a:solidFill>
              <a:srgbClr val="FE6768"/>
            </a:solidFill>
            <a:prstDash val="solid"/>
          </a:ln>
        </p:spPr>
      </p:sp>
      <p:sp>
        <p:nvSpPr>
          <p:cNvPr id="10" name="Text 8"/>
          <p:cNvSpPr/>
          <p:nvPr/>
        </p:nvSpPr>
        <p:spPr>
          <a:xfrm>
            <a:off x="2118208" y="2697480"/>
            <a:ext cx="457200" cy="914400"/>
          </a:xfrm>
          <a:prstGeom prst="rect">
            <a:avLst/>
          </a:prstGeom>
          <a:noFill/>
          <a:ln/>
        </p:spPr>
        <p:txBody>
          <a:bodyPr wrap="square" lIns="0" tIns="0" rIns="0" bIns="0" rtlCol="0" anchor="ctr"/>
          <a:lstStyle/>
          <a:p>
            <a:pPr marL="0" indent="0" algn="ctr">
              <a:buNone/>
            </a:pPr>
            <a:r>
              <a:rPr lang="en-US" sz="3500" b="1" dirty="0">
                <a:solidFill>
                  <a:srgbClr val="FE6768"/>
                </a:solidFill>
                <a:latin typeface="Malgun Gothic" pitchFamily="34" charset="0"/>
                <a:ea typeface="Malgun Gothic" pitchFamily="34" charset="-122"/>
                <a:cs typeface="Malgun Gothic" pitchFamily="34" charset="-120"/>
              </a:rPr>
              <a:t>ㅁ</a:t>
            </a:r>
            <a:endParaRPr lang="en-US" sz="3500" dirty="0"/>
          </a:p>
        </p:txBody>
      </p:sp>
      <p:sp>
        <p:nvSpPr>
          <p:cNvPr id="11" name="Text 9"/>
          <p:cNvSpPr/>
          <p:nvPr/>
        </p:nvSpPr>
        <p:spPr>
          <a:xfrm>
            <a:off x="2575408" y="2697480"/>
            <a:ext cx="457200" cy="914400"/>
          </a:xfrm>
          <a:prstGeom prst="rect">
            <a:avLst/>
          </a:prstGeom>
          <a:noFill/>
          <a:ln/>
        </p:spPr>
        <p:txBody>
          <a:bodyPr wrap="square" lIns="0" tIns="0" rIns="0" bIns="0" rtlCol="0" anchor="ctr"/>
          <a:lstStyle/>
          <a:p>
            <a:pPr marL="0" indent="0" algn="ctr">
              <a:buNone/>
            </a:pPr>
            <a:r>
              <a:rPr lang="en-US" sz="3500" b="1" dirty="0">
                <a:solidFill>
                  <a:srgbClr val="FE6768"/>
                </a:solidFill>
                <a:latin typeface="Malgun Gothic" pitchFamily="34" charset="0"/>
                <a:ea typeface="Malgun Gothic" pitchFamily="34" charset="-122"/>
                <a:cs typeface="Malgun Gothic" pitchFamily="34" charset="-120"/>
              </a:rPr>
              <a:t>ㅓ</a:t>
            </a:r>
            <a:endParaRPr lang="en-US" sz="3500" dirty="0"/>
          </a:p>
        </p:txBody>
      </p:sp>
      <p:sp>
        <p:nvSpPr>
          <p:cNvPr id="12" name="Shape 10"/>
          <p:cNvSpPr/>
          <p:nvPr/>
        </p:nvSpPr>
        <p:spPr>
          <a:xfrm>
            <a:off x="3142336" y="2697480"/>
            <a:ext cx="914400" cy="914400"/>
          </a:xfrm>
          <a:prstGeom prst="rect">
            <a:avLst/>
          </a:prstGeom>
          <a:solidFill>
            <a:srgbClr val="F6F6F6"/>
          </a:solidFill>
          <a:ln w="19050">
            <a:solidFill>
              <a:srgbClr val="FE6768"/>
            </a:solidFill>
            <a:prstDash val="solid"/>
          </a:ln>
        </p:spPr>
      </p:sp>
      <p:sp>
        <p:nvSpPr>
          <p:cNvPr id="13" name="Text 11"/>
          <p:cNvSpPr/>
          <p:nvPr/>
        </p:nvSpPr>
        <p:spPr>
          <a:xfrm>
            <a:off x="3142336" y="2697480"/>
            <a:ext cx="457200" cy="914400"/>
          </a:xfrm>
          <a:prstGeom prst="rect">
            <a:avLst/>
          </a:prstGeom>
          <a:noFill/>
          <a:ln/>
        </p:spPr>
        <p:txBody>
          <a:bodyPr wrap="square" lIns="0" tIns="0" rIns="0" bIns="0" rtlCol="0" anchor="ctr"/>
          <a:lstStyle/>
          <a:p>
            <a:pPr marL="0" indent="0" algn="ctr">
              <a:buNone/>
            </a:pPr>
            <a:r>
              <a:rPr lang="en-US" sz="3500" b="1" dirty="0">
                <a:solidFill>
                  <a:srgbClr val="FE6768"/>
                </a:solidFill>
                <a:latin typeface="Malgun Gothic" pitchFamily="34" charset="0"/>
                <a:ea typeface="Malgun Gothic" pitchFamily="34" charset="-122"/>
                <a:cs typeface="Malgun Gothic" pitchFamily="34" charset="-120"/>
              </a:rPr>
              <a:t>ㄴ</a:t>
            </a:r>
            <a:endParaRPr lang="en-US" sz="3500" dirty="0"/>
          </a:p>
        </p:txBody>
      </p:sp>
      <p:sp>
        <p:nvSpPr>
          <p:cNvPr id="14" name="Text 12"/>
          <p:cNvSpPr/>
          <p:nvPr/>
        </p:nvSpPr>
        <p:spPr>
          <a:xfrm>
            <a:off x="3599536" y="2697480"/>
            <a:ext cx="457200" cy="914400"/>
          </a:xfrm>
          <a:prstGeom prst="rect">
            <a:avLst/>
          </a:prstGeom>
          <a:noFill/>
          <a:ln/>
        </p:spPr>
        <p:txBody>
          <a:bodyPr wrap="square" lIns="0" tIns="0" rIns="0" bIns="0" rtlCol="0" anchor="ctr"/>
          <a:lstStyle/>
          <a:p>
            <a:pPr marL="0" indent="0" algn="ctr">
              <a:buNone/>
            </a:pPr>
            <a:r>
              <a:rPr lang="en-US" sz="3500" b="1" dirty="0">
                <a:solidFill>
                  <a:srgbClr val="FE6768"/>
                </a:solidFill>
                <a:latin typeface="Malgun Gothic" pitchFamily="34" charset="0"/>
                <a:ea typeface="Malgun Gothic" pitchFamily="34" charset="-122"/>
                <a:cs typeface="Malgun Gothic" pitchFamily="34" charset="-120"/>
              </a:rPr>
              <a:t>ㅣ</a:t>
            </a:r>
            <a:endParaRPr lang="en-US" sz="3500" dirty="0"/>
          </a:p>
        </p:txBody>
      </p:sp>
      <p:sp>
        <p:nvSpPr>
          <p:cNvPr id="15" name="Text 13"/>
          <p:cNvSpPr/>
          <p:nvPr/>
        </p:nvSpPr>
        <p:spPr>
          <a:xfrm>
            <a:off x="1094080" y="3703320"/>
            <a:ext cx="2962656" cy="320040"/>
          </a:xfrm>
          <a:prstGeom prst="rect">
            <a:avLst/>
          </a:prstGeom>
          <a:noFill/>
          <a:ln/>
        </p:spPr>
        <p:txBody>
          <a:bodyPr wrap="square" lIns="0" tIns="0" rIns="0" bIns="0" rtlCol="0" anchor="ctr"/>
          <a:lstStyle/>
          <a:p>
            <a:pPr marL="0" indent="0" algn="ctr">
              <a:buNone/>
            </a:pPr>
            <a:r>
              <a:rPr lang="en-US" sz="1300" i="1" dirty="0">
                <a:solidFill>
                  <a:srgbClr val="4A4A55"/>
                </a:solidFill>
                <a:latin typeface="Calibri" pitchFamily="34" charset="0"/>
                <a:ea typeface="Calibri" pitchFamily="34" charset="-122"/>
                <a:cs typeface="Calibri" pitchFamily="34" charset="-120"/>
              </a:rPr>
              <a:t>어머니  ·  madre</a:t>
            </a:r>
            <a:endParaRPr lang="en-US" sz="1300" dirty="0"/>
          </a:p>
        </p:txBody>
      </p:sp>
      <p:sp>
        <p:nvSpPr>
          <p:cNvPr id="16" name="Shape 14"/>
          <p:cNvSpPr/>
          <p:nvPr/>
        </p:nvSpPr>
        <p:spPr>
          <a:xfrm>
            <a:off x="4427068" y="2514600"/>
            <a:ext cx="3337560" cy="1828800"/>
          </a:xfrm>
          <a:prstGeom prst="roundRect">
            <a:avLst>
              <a:gd name="adj" fmla="val 7500"/>
            </a:avLst>
          </a:prstGeom>
          <a:solidFill>
            <a:srgbClr val="FFE0E0"/>
          </a:solidFill>
          <a:ln w="15240">
            <a:solidFill>
              <a:srgbClr val="FE6768"/>
            </a:solidFill>
            <a:prstDash val="solid"/>
          </a:ln>
        </p:spPr>
      </p:sp>
      <p:sp>
        <p:nvSpPr>
          <p:cNvPr id="17" name="Shape 15"/>
          <p:cNvSpPr/>
          <p:nvPr/>
        </p:nvSpPr>
        <p:spPr>
          <a:xfrm>
            <a:off x="4614520" y="2697480"/>
            <a:ext cx="914400" cy="914400"/>
          </a:xfrm>
          <a:prstGeom prst="rect">
            <a:avLst/>
          </a:prstGeom>
          <a:solidFill>
            <a:srgbClr val="F6F6F6"/>
          </a:solidFill>
          <a:ln w="19050">
            <a:solidFill>
              <a:srgbClr val="FE6768"/>
            </a:solidFill>
            <a:prstDash val="solid"/>
          </a:ln>
        </p:spPr>
      </p:sp>
      <p:sp>
        <p:nvSpPr>
          <p:cNvPr id="18" name="Text 16"/>
          <p:cNvSpPr/>
          <p:nvPr/>
        </p:nvSpPr>
        <p:spPr>
          <a:xfrm>
            <a:off x="4614520" y="2697480"/>
            <a:ext cx="457200" cy="914400"/>
          </a:xfrm>
          <a:prstGeom prst="rect">
            <a:avLst/>
          </a:prstGeom>
          <a:noFill/>
          <a:ln/>
        </p:spPr>
        <p:txBody>
          <a:bodyPr wrap="square" lIns="0" tIns="0" rIns="0" bIns="0" rtlCol="0" anchor="ctr"/>
          <a:lstStyle/>
          <a:p>
            <a:pPr marL="0" indent="0" algn="ctr">
              <a:buNone/>
            </a:pPr>
            <a:r>
              <a:rPr lang="en-US" sz="3500" b="1" dirty="0">
                <a:solidFill>
                  <a:srgbClr val="FE6768"/>
                </a:solidFill>
                <a:latin typeface="Malgun Gothic" pitchFamily="34" charset="0"/>
                <a:ea typeface="Malgun Gothic" pitchFamily="34" charset="-122"/>
                <a:cs typeface="Malgun Gothic" pitchFamily="34" charset="-120"/>
              </a:rPr>
              <a:t>ㅇ</a:t>
            </a:r>
            <a:endParaRPr lang="en-US" sz="3500" dirty="0"/>
          </a:p>
        </p:txBody>
      </p:sp>
      <p:sp>
        <p:nvSpPr>
          <p:cNvPr id="19" name="Text 17"/>
          <p:cNvSpPr/>
          <p:nvPr/>
        </p:nvSpPr>
        <p:spPr>
          <a:xfrm>
            <a:off x="5071720" y="2697480"/>
            <a:ext cx="457200" cy="914400"/>
          </a:xfrm>
          <a:prstGeom prst="rect">
            <a:avLst/>
          </a:prstGeom>
          <a:noFill/>
          <a:ln/>
        </p:spPr>
        <p:txBody>
          <a:bodyPr wrap="square" lIns="0" tIns="0" rIns="0" bIns="0" rtlCol="0" anchor="ctr"/>
          <a:lstStyle/>
          <a:p>
            <a:pPr marL="0" indent="0" algn="ctr">
              <a:buNone/>
            </a:pPr>
            <a:r>
              <a:rPr lang="en-US" sz="3500" b="1" dirty="0">
                <a:solidFill>
                  <a:srgbClr val="FE6768"/>
                </a:solidFill>
                <a:latin typeface="Malgun Gothic" pitchFamily="34" charset="0"/>
                <a:ea typeface="Malgun Gothic" pitchFamily="34" charset="-122"/>
                <a:cs typeface="Malgun Gothic" pitchFamily="34" charset="-120"/>
              </a:rPr>
              <a:t>ㅏ</a:t>
            </a:r>
            <a:endParaRPr lang="en-US" sz="3500" dirty="0"/>
          </a:p>
        </p:txBody>
      </p:sp>
      <p:sp>
        <p:nvSpPr>
          <p:cNvPr id="20" name="Shape 18"/>
          <p:cNvSpPr/>
          <p:nvPr/>
        </p:nvSpPr>
        <p:spPr>
          <a:xfrm>
            <a:off x="5638648" y="2697480"/>
            <a:ext cx="914400" cy="914400"/>
          </a:xfrm>
          <a:prstGeom prst="rect">
            <a:avLst/>
          </a:prstGeom>
          <a:solidFill>
            <a:srgbClr val="F6F6F6"/>
          </a:solidFill>
          <a:ln w="19050">
            <a:solidFill>
              <a:srgbClr val="FE6768"/>
            </a:solidFill>
            <a:prstDash val="solid"/>
          </a:ln>
        </p:spPr>
      </p:sp>
      <p:sp>
        <p:nvSpPr>
          <p:cNvPr id="21" name="Text 19"/>
          <p:cNvSpPr/>
          <p:nvPr/>
        </p:nvSpPr>
        <p:spPr>
          <a:xfrm>
            <a:off x="5638648" y="2697480"/>
            <a:ext cx="457200" cy="914400"/>
          </a:xfrm>
          <a:prstGeom prst="rect">
            <a:avLst/>
          </a:prstGeom>
          <a:noFill/>
          <a:ln/>
        </p:spPr>
        <p:txBody>
          <a:bodyPr wrap="square" lIns="0" tIns="0" rIns="0" bIns="0" rtlCol="0" anchor="ctr"/>
          <a:lstStyle/>
          <a:p>
            <a:pPr marL="0" indent="0" algn="ctr">
              <a:buNone/>
            </a:pPr>
            <a:r>
              <a:rPr lang="en-US" sz="3500" b="1" dirty="0">
                <a:solidFill>
                  <a:srgbClr val="FE6768"/>
                </a:solidFill>
                <a:latin typeface="Malgun Gothic" pitchFamily="34" charset="0"/>
                <a:ea typeface="Malgun Gothic" pitchFamily="34" charset="-122"/>
                <a:cs typeface="Malgun Gothic" pitchFamily="34" charset="-120"/>
              </a:rPr>
              <a:t>ㅂ</a:t>
            </a:r>
            <a:endParaRPr lang="en-US" sz="3500" dirty="0"/>
          </a:p>
        </p:txBody>
      </p:sp>
      <p:sp>
        <p:nvSpPr>
          <p:cNvPr id="22" name="Text 20"/>
          <p:cNvSpPr/>
          <p:nvPr/>
        </p:nvSpPr>
        <p:spPr>
          <a:xfrm>
            <a:off x="6095848" y="2697480"/>
            <a:ext cx="457200" cy="914400"/>
          </a:xfrm>
          <a:prstGeom prst="rect">
            <a:avLst/>
          </a:prstGeom>
          <a:noFill/>
          <a:ln/>
        </p:spPr>
        <p:txBody>
          <a:bodyPr wrap="square" lIns="0" tIns="0" rIns="0" bIns="0" rtlCol="0" anchor="ctr"/>
          <a:lstStyle/>
          <a:p>
            <a:pPr marL="0" indent="0" algn="ctr">
              <a:buNone/>
            </a:pPr>
            <a:r>
              <a:rPr lang="en-US" sz="3500" b="1" dirty="0">
                <a:solidFill>
                  <a:srgbClr val="FE6768"/>
                </a:solidFill>
                <a:latin typeface="Malgun Gothic" pitchFamily="34" charset="0"/>
                <a:ea typeface="Malgun Gothic" pitchFamily="34" charset="-122"/>
                <a:cs typeface="Malgun Gothic" pitchFamily="34" charset="-120"/>
              </a:rPr>
              <a:t>ㅓ</a:t>
            </a:r>
            <a:endParaRPr lang="en-US" sz="3500" dirty="0"/>
          </a:p>
        </p:txBody>
      </p:sp>
      <p:sp>
        <p:nvSpPr>
          <p:cNvPr id="23" name="Shape 21"/>
          <p:cNvSpPr/>
          <p:nvPr/>
        </p:nvSpPr>
        <p:spPr>
          <a:xfrm>
            <a:off x="6662776" y="2697480"/>
            <a:ext cx="914400" cy="914400"/>
          </a:xfrm>
          <a:prstGeom prst="rect">
            <a:avLst/>
          </a:prstGeom>
          <a:solidFill>
            <a:srgbClr val="F6F6F6"/>
          </a:solidFill>
          <a:ln w="19050">
            <a:solidFill>
              <a:srgbClr val="FE6768"/>
            </a:solidFill>
            <a:prstDash val="solid"/>
          </a:ln>
        </p:spPr>
      </p:sp>
      <p:sp>
        <p:nvSpPr>
          <p:cNvPr id="24" name="Text 22"/>
          <p:cNvSpPr/>
          <p:nvPr/>
        </p:nvSpPr>
        <p:spPr>
          <a:xfrm>
            <a:off x="6662776" y="2697480"/>
            <a:ext cx="457200" cy="914400"/>
          </a:xfrm>
          <a:prstGeom prst="rect">
            <a:avLst/>
          </a:prstGeom>
          <a:noFill/>
          <a:ln/>
        </p:spPr>
        <p:txBody>
          <a:bodyPr wrap="square" lIns="0" tIns="0" rIns="0" bIns="0" rtlCol="0" anchor="ctr"/>
          <a:lstStyle/>
          <a:p>
            <a:pPr marL="0" indent="0" algn="ctr">
              <a:buNone/>
            </a:pPr>
            <a:r>
              <a:rPr lang="en-US" sz="3500" b="1" dirty="0">
                <a:solidFill>
                  <a:srgbClr val="FE6768"/>
                </a:solidFill>
                <a:latin typeface="Malgun Gothic" pitchFamily="34" charset="0"/>
                <a:ea typeface="Malgun Gothic" pitchFamily="34" charset="-122"/>
                <a:cs typeface="Malgun Gothic" pitchFamily="34" charset="-120"/>
              </a:rPr>
              <a:t>ㅈ</a:t>
            </a:r>
            <a:endParaRPr lang="en-US" sz="3500" dirty="0"/>
          </a:p>
        </p:txBody>
      </p:sp>
      <p:sp>
        <p:nvSpPr>
          <p:cNvPr id="25" name="Text 23"/>
          <p:cNvSpPr/>
          <p:nvPr/>
        </p:nvSpPr>
        <p:spPr>
          <a:xfrm>
            <a:off x="7119976" y="2697480"/>
            <a:ext cx="457200" cy="914400"/>
          </a:xfrm>
          <a:prstGeom prst="rect">
            <a:avLst/>
          </a:prstGeom>
          <a:noFill/>
          <a:ln/>
        </p:spPr>
        <p:txBody>
          <a:bodyPr wrap="square" lIns="0" tIns="0" rIns="0" bIns="0" rtlCol="0" anchor="ctr"/>
          <a:lstStyle/>
          <a:p>
            <a:pPr marL="0" indent="0" algn="ctr">
              <a:buNone/>
            </a:pPr>
            <a:r>
              <a:rPr lang="en-US" sz="3500" b="1" dirty="0">
                <a:solidFill>
                  <a:srgbClr val="FE6768"/>
                </a:solidFill>
                <a:latin typeface="Malgun Gothic" pitchFamily="34" charset="0"/>
                <a:ea typeface="Malgun Gothic" pitchFamily="34" charset="-122"/>
                <a:cs typeface="Malgun Gothic" pitchFamily="34" charset="-120"/>
              </a:rPr>
              <a:t>ㅣ</a:t>
            </a:r>
            <a:endParaRPr lang="en-US" sz="3500" dirty="0"/>
          </a:p>
        </p:txBody>
      </p:sp>
      <p:sp>
        <p:nvSpPr>
          <p:cNvPr id="26" name="Text 24"/>
          <p:cNvSpPr/>
          <p:nvPr/>
        </p:nvSpPr>
        <p:spPr>
          <a:xfrm>
            <a:off x="4614520" y="3703320"/>
            <a:ext cx="2962656" cy="320040"/>
          </a:xfrm>
          <a:prstGeom prst="rect">
            <a:avLst/>
          </a:prstGeom>
          <a:noFill/>
          <a:ln/>
        </p:spPr>
        <p:txBody>
          <a:bodyPr wrap="square" lIns="0" tIns="0" rIns="0" bIns="0" rtlCol="0" anchor="ctr"/>
          <a:lstStyle/>
          <a:p>
            <a:pPr marL="0" indent="0" algn="ctr">
              <a:buNone/>
            </a:pPr>
            <a:r>
              <a:rPr lang="en-US" sz="1300" i="1" dirty="0">
                <a:solidFill>
                  <a:srgbClr val="4A4A55"/>
                </a:solidFill>
                <a:latin typeface="Calibri" pitchFamily="34" charset="0"/>
                <a:ea typeface="Calibri" pitchFamily="34" charset="-122"/>
                <a:cs typeface="Calibri" pitchFamily="34" charset="-120"/>
              </a:rPr>
              <a:t>아버지  ·  padre</a:t>
            </a:r>
            <a:endParaRPr lang="en-US" sz="1300" dirty="0"/>
          </a:p>
        </p:txBody>
      </p:sp>
      <p:sp>
        <p:nvSpPr>
          <p:cNvPr id="27" name="Shape 25"/>
          <p:cNvSpPr/>
          <p:nvPr/>
        </p:nvSpPr>
        <p:spPr>
          <a:xfrm>
            <a:off x="7947508" y="2514600"/>
            <a:ext cx="3337560" cy="1828800"/>
          </a:xfrm>
          <a:prstGeom prst="roundRect">
            <a:avLst>
              <a:gd name="adj" fmla="val 7500"/>
            </a:avLst>
          </a:prstGeom>
          <a:solidFill>
            <a:srgbClr val="FFE0E0"/>
          </a:solidFill>
          <a:ln w="15240">
            <a:solidFill>
              <a:srgbClr val="FE6768"/>
            </a:solidFill>
            <a:prstDash val="solid"/>
          </a:ln>
        </p:spPr>
      </p:sp>
      <p:sp>
        <p:nvSpPr>
          <p:cNvPr id="28" name="Shape 26"/>
          <p:cNvSpPr/>
          <p:nvPr/>
        </p:nvSpPr>
        <p:spPr>
          <a:xfrm>
            <a:off x="8647024" y="2697480"/>
            <a:ext cx="914400" cy="914400"/>
          </a:xfrm>
          <a:prstGeom prst="rect">
            <a:avLst/>
          </a:prstGeom>
          <a:solidFill>
            <a:srgbClr val="F6F6F6"/>
          </a:solidFill>
          <a:ln w="19050">
            <a:solidFill>
              <a:srgbClr val="FE6768"/>
            </a:solidFill>
            <a:prstDash val="solid"/>
          </a:ln>
        </p:spPr>
      </p:sp>
      <p:sp>
        <p:nvSpPr>
          <p:cNvPr id="29" name="Text 27"/>
          <p:cNvSpPr/>
          <p:nvPr/>
        </p:nvSpPr>
        <p:spPr>
          <a:xfrm>
            <a:off x="8647024" y="2697480"/>
            <a:ext cx="914400" cy="457200"/>
          </a:xfrm>
          <a:prstGeom prst="rect">
            <a:avLst/>
          </a:prstGeom>
          <a:noFill/>
          <a:ln/>
        </p:spPr>
        <p:txBody>
          <a:bodyPr wrap="square" lIns="0" tIns="0" rIns="0" bIns="0" rtlCol="0" anchor="ctr"/>
          <a:lstStyle/>
          <a:p>
            <a:pPr marL="0" indent="0" algn="ctr">
              <a:buNone/>
            </a:pPr>
            <a:r>
              <a:rPr lang="en-US" sz="3500" b="1" dirty="0">
                <a:solidFill>
                  <a:srgbClr val="FE6768"/>
                </a:solidFill>
                <a:latin typeface="Malgun Gothic" pitchFamily="34" charset="0"/>
                <a:ea typeface="Malgun Gothic" pitchFamily="34" charset="-122"/>
                <a:cs typeface="Malgun Gothic" pitchFamily="34" charset="-120"/>
              </a:rPr>
              <a:t>ㄴ</a:t>
            </a:r>
            <a:endParaRPr lang="en-US" sz="3500" dirty="0"/>
          </a:p>
        </p:txBody>
      </p:sp>
      <p:sp>
        <p:nvSpPr>
          <p:cNvPr id="30" name="Text 28"/>
          <p:cNvSpPr/>
          <p:nvPr/>
        </p:nvSpPr>
        <p:spPr>
          <a:xfrm>
            <a:off x="8647024" y="3154680"/>
            <a:ext cx="914400" cy="457200"/>
          </a:xfrm>
          <a:prstGeom prst="rect">
            <a:avLst/>
          </a:prstGeom>
          <a:noFill/>
          <a:ln/>
        </p:spPr>
        <p:txBody>
          <a:bodyPr wrap="square" lIns="0" tIns="0" rIns="0" bIns="0" rtlCol="0" anchor="ctr"/>
          <a:lstStyle/>
          <a:p>
            <a:pPr marL="0" indent="0" algn="ctr">
              <a:buNone/>
            </a:pPr>
            <a:r>
              <a:rPr lang="en-US" sz="3500" b="1" dirty="0">
                <a:solidFill>
                  <a:srgbClr val="FE6768"/>
                </a:solidFill>
                <a:latin typeface="Malgun Gothic" pitchFamily="34" charset="0"/>
                <a:ea typeface="Malgun Gothic" pitchFamily="34" charset="-122"/>
                <a:cs typeface="Malgun Gothic" pitchFamily="34" charset="-120"/>
              </a:rPr>
              <a:t>ㅜ</a:t>
            </a:r>
            <a:endParaRPr lang="en-US" sz="3500" dirty="0"/>
          </a:p>
        </p:txBody>
      </p:sp>
      <p:sp>
        <p:nvSpPr>
          <p:cNvPr id="31" name="Shape 29"/>
          <p:cNvSpPr/>
          <p:nvPr/>
        </p:nvSpPr>
        <p:spPr>
          <a:xfrm>
            <a:off x="9671152" y="2697480"/>
            <a:ext cx="914400" cy="914400"/>
          </a:xfrm>
          <a:prstGeom prst="rect">
            <a:avLst/>
          </a:prstGeom>
          <a:solidFill>
            <a:srgbClr val="F6F6F6"/>
          </a:solidFill>
          <a:ln w="19050">
            <a:solidFill>
              <a:srgbClr val="FE6768"/>
            </a:solidFill>
            <a:prstDash val="solid"/>
          </a:ln>
        </p:spPr>
      </p:sp>
      <p:sp>
        <p:nvSpPr>
          <p:cNvPr id="32" name="Text 30"/>
          <p:cNvSpPr/>
          <p:nvPr/>
        </p:nvSpPr>
        <p:spPr>
          <a:xfrm>
            <a:off x="9671152" y="2697480"/>
            <a:ext cx="457200" cy="914400"/>
          </a:xfrm>
          <a:prstGeom prst="rect">
            <a:avLst/>
          </a:prstGeom>
          <a:noFill/>
          <a:ln/>
        </p:spPr>
        <p:txBody>
          <a:bodyPr wrap="square" lIns="0" tIns="0" rIns="0" bIns="0" rtlCol="0" anchor="ctr"/>
          <a:lstStyle/>
          <a:p>
            <a:pPr marL="0" indent="0" algn="ctr">
              <a:buNone/>
            </a:pPr>
            <a:r>
              <a:rPr lang="en-US" sz="3500" b="1" dirty="0">
                <a:solidFill>
                  <a:srgbClr val="FE6768"/>
                </a:solidFill>
                <a:latin typeface="Malgun Gothic" pitchFamily="34" charset="0"/>
                <a:ea typeface="Malgun Gothic" pitchFamily="34" charset="-122"/>
                <a:cs typeface="Malgun Gothic" pitchFamily="34" charset="-120"/>
              </a:rPr>
              <a:t>ㄴ</a:t>
            </a:r>
            <a:endParaRPr lang="en-US" sz="3500" dirty="0"/>
          </a:p>
        </p:txBody>
      </p:sp>
      <p:sp>
        <p:nvSpPr>
          <p:cNvPr id="33" name="Text 31"/>
          <p:cNvSpPr/>
          <p:nvPr/>
        </p:nvSpPr>
        <p:spPr>
          <a:xfrm>
            <a:off x="10128352" y="2697480"/>
            <a:ext cx="457200" cy="914400"/>
          </a:xfrm>
          <a:prstGeom prst="rect">
            <a:avLst/>
          </a:prstGeom>
          <a:noFill/>
          <a:ln/>
        </p:spPr>
        <p:txBody>
          <a:bodyPr wrap="square" lIns="0" tIns="0" rIns="0" bIns="0" rtlCol="0" anchor="ctr"/>
          <a:lstStyle/>
          <a:p>
            <a:pPr marL="0" indent="0" algn="ctr">
              <a:buNone/>
            </a:pPr>
            <a:r>
              <a:rPr lang="en-US" sz="3500" b="1" dirty="0">
                <a:solidFill>
                  <a:srgbClr val="FE6768"/>
                </a:solidFill>
                <a:latin typeface="Malgun Gothic" pitchFamily="34" charset="0"/>
                <a:ea typeface="Malgun Gothic" pitchFamily="34" charset="-122"/>
                <a:cs typeface="Malgun Gothic" pitchFamily="34" charset="-120"/>
              </a:rPr>
              <a:t>ㅏ</a:t>
            </a:r>
            <a:endParaRPr lang="en-US" sz="3500" dirty="0"/>
          </a:p>
        </p:txBody>
      </p:sp>
      <p:sp>
        <p:nvSpPr>
          <p:cNvPr id="34" name="Text 32"/>
          <p:cNvSpPr/>
          <p:nvPr/>
        </p:nvSpPr>
        <p:spPr>
          <a:xfrm>
            <a:off x="8647024" y="3703320"/>
            <a:ext cx="1938528" cy="320040"/>
          </a:xfrm>
          <a:prstGeom prst="rect">
            <a:avLst/>
          </a:prstGeom>
          <a:noFill/>
          <a:ln/>
        </p:spPr>
        <p:txBody>
          <a:bodyPr wrap="square" lIns="0" tIns="0" rIns="0" bIns="0" rtlCol="0" anchor="ctr"/>
          <a:lstStyle/>
          <a:p>
            <a:pPr marL="0" indent="0" algn="ctr">
              <a:buNone/>
            </a:pPr>
            <a:r>
              <a:rPr lang="en-US" sz="1300" i="1" dirty="0">
                <a:solidFill>
                  <a:srgbClr val="4A4A55"/>
                </a:solidFill>
                <a:latin typeface="Calibri" pitchFamily="34" charset="0"/>
                <a:ea typeface="Calibri" pitchFamily="34" charset="-122"/>
                <a:cs typeface="Calibri" pitchFamily="34" charset="-120"/>
              </a:rPr>
              <a:t>누나  ·  hermana</a:t>
            </a:r>
            <a:endParaRPr lang="en-US" sz="1300" dirty="0"/>
          </a:p>
        </p:txBody>
      </p:sp>
      <p:sp>
        <p:nvSpPr>
          <p:cNvPr id="35" name="Shape 33"/>
          <p:cNvSpPr/>
          <p:nvPr/>
        </p:nvSpPr>
        <p:spPr>
          <a:xfrm>
            <a:off x="906628" y="4572000"/>
            <a:ext cx="3337560" cy="1828800"/>
          </a:xfrm>
          <a:prstGeom prst="roundRect">
            <a:avLst>
              <a:gd name="adj" fmla="val 7500"/>
            </a:avLst>
          </a:prstGeom>
          <a:solidFill>
            <a:srgbClr val="FFE0E0"/>
          </a:solidFill>
          <a:ln w="15240">
            <a:solidFill>
              <a:srgbClr val="FE6768"/>
            </a:solidFill>
            <a:prstDash val="solid"/>
          </a:ln>
        </p:spPr>
      </p:sp>
      <p:sp>
        <p:nvSpPr>
          <p:cNvPr id="36" name="Shape 34"/>
          <p:cNvSpPr/>
          <p:nvPr/>
        </p:nvSpPr>
        <p:spPr>
          <a:xfrm>
            <a:off x="1606144" y="4754880"/>
            <a:ext cx="914400" cy="914400"/>
          </a:xfrm>
          <a:prstGeom prst="rect">
            <a:avLst/>
          </a:prstGeom>
          <a:solidFill>
            <a:srgbClr val="F6F6F6"/>
          </a:solidFill>
          <a:ln w="19050">
            <a:solidFill>
              <a:srgbClr val="FE6768"/>
            </a:solidFill>
            <a:prstDash val="solid"/>
          </a:ln>
        </p:spPr>
      </p:sp>
      <p:sp>
        <p:nvSpPr>
          <p:cNvPr id="37" name="Text 35"/>
          <p:cNvSpPr/>
          <p:nvPr/>
        </p:nvSpPr>
        <p:spPr>
          <a:xfrm>
            <a:off x="1606144" y="4754880"/>
            <a:ext cx="914400" cy="457200"/>
          </a:xfrm>
          <a:prstGeom prst="rect">
            <a:avLst/>
          </a:prstGeom>
          <a:noFill/>
          <a:ln/>
        </p:spPr>
        <p:txBody>
          <a:bodyPr wrap="square" lIns="0" tIns="0" rIns="0" bIns="0" rtlCol="0" anchor="ctr"/>
          <a:lstStyle/>
          <a:p>
            <a:pPr marL="0" indent="0" algn="ctr">
              <a:buNone/>
            </a:pPr>
            <a:r>
              <a:rPr lang="en-US" sz="3500" b="1" dirty="0">
                <a:solidFill>
                  <a:srgbClr val="FE6768"/>
                </a:solidFill>
                <a:latin typeface="Malgun Gothic" pitchFamily="34" charset="0"/>
                <a:ea typeface="Malgun Gothic" pitchFamily="34" charset="-122"/>
                <a:cs typeface="Malgun Gothic" pitchFamily="34" charset="-120"/>
              </a:rPr>
              <a:t>ㅇ</a:t>
            </a:r>
            <a:endParaRPr lang="en-US" sz="3500" dirty="0"/>
          </a:p>
        </p:txBody>
      </p:sp>
      <p:sp>
        <p:nvSpPr>
          <p:cNvPr id="38" name="Text 36"/>
          <p:cNvSpPr/>
          <p:nvPr/>
        </p:nvSpPr>
        <p:spPr>
          <a:xfrm>
            <a:off x="1606144" y="5212080"/>
            <a:ext cx="914400" cy="457200"/>
          </a:xfrm>
          <a:prstGeom prst="rect">
            <a:avLst/>
          </a:prstGeom>
          <a:noFill/>
          <a:ln/>
        </p:spPr>
        <p:txBody>
          <a:bodyPr wrap="square" lIns="0" tIns="0" rIns="0" bIns="0" rtlCol="0" anchor="ctr"/>
          <a:lstStyle/>
          <a:p>
            <a:pPr marL="0" indent="0" algn="ctr">
              <a:buNone/>
            </a:pPr>
            <a:r>
              <a:rPr lang="en-US" sz="3500" b="1" dirty="0">
                <a:solidFill>
                  <a:srgbClr val="FE6768"/>
                </a:solidFill>
                <a:latin typeface="Malgun Gothic" pitchFamily="34" charset="0"/>
                <a:ea typeface="Malgun Gothic" pitchFamily="34" charset="-122"/>
                <a:cs typeface="Malgun Gothic" pitchFamily="34" charset="-120"/>
              </a:rPr>
              <a:t>ㅗ</a:t>
            </a:r>
            <a:endParaRPr lang="en-US" sz="3500" dirty="0"/>
          </a:p>
        </p:txBody>
      </p:sp>
      <p:sp>
        <p:nvSpPr>
          <p:cNvPr id="39" name="Shape 37"/>
          <p:cNvSpPr/>
          <p:nvPr/>
        </p:nvSpPr>
        <p:spPr>
          <a:xfrm>
            <a:off x="2630272" y="4754880"/>
            <a:ext cx="914400" cy="914400"/>
          </a:xfrm>
          <a:prstGeom prst="rect">
            <a:avLst/>
          </a:prstGeom>
          <a:solidFill>
            <a:srgbClr val="F6F6F6"/>
          </a:solidFill>
          <a:ln w="19050">
            <a:solidFill>
              <a:srgbClr val="FE6768"/>
            </a:solidFill>
            <a:prstDash val="solid"/>
          </a:ln>
        </p:spPr>
      </p:sp>
      <p:sp>
        <p:nvSpPr>
          <p:cNvPr id="40" name="Text 38"/>
          <p:cNvSpPr/>
          <p:nvPr/>
        </p:nvSpPr>
        <p:spPr>
          <a:xfrm>
            <a:off x="2630272" y="4754880"/>
            <a:ext cx="457200" cy="914400"/>
          </a:xfrm>
          <a:prstGeom prst="rect">
            <a:avLst/>
          </a:prstGeom>
          <a:noFill/>
          <a:ln/>
        </p:spPr>
        <p:txBody>
          <a:bodyPr wrap="square" lIns="0" tIns="0" rIns="0" bIns="0" rtlCol="0" anchor="ctr"/>
          <a:lstStyle/>
          <a:p>
            <a:pPr marL="0" indent="0" algn="ctr">
              <a:buNone/>
            </a:pPr>
            <a:r>
              <a:rPr lang="en-US" sz="3500" b="1" dirty="0">
                <a:solidFill>
                  <a:srgbClr val="FE6768"/>
                </a:solidFill>
                <a:latin typeface="Malgun Gothic" pitchFamily="34" charset="0"/>
                <a:ea typeface="Malgun Gothic" pitchFamily="34" charset="-122"/>
                <a:cs typeface="Malgun Gothic" pitchFamily="34" charset="-120"/>
              </a:rPr>
              <a:t>ㅃ</a:t>
            </a:r>
            <a:endParaRPr lang="en-US" sz="3500" dirty="0"/>
          </a:p>
        </p:txBody>
      </p:sp>
      <p:sp>
        <p:nvSpPr>
          <p:cNvPr id="41" name="Text 39"/>
          <p:cNvSpPr/>
          <p:nvPr/>
        </p:nvSpPr>
        <p:spPr>
          <a:xfrm>
            <a:off x="3087472" y="4754880"/>
            <a:ext cx="457200" cy="914400"/>
          </a:xfrm>
          <a:prstGeom prst="rect">
            <a:avLst/>
          </a:prstGeom>
          <a:noFill/>
          <a:ln/>
        </p:spPr>
        <p:txBody>
          <a:bodyPr wrap="square" lIns="0" tIns="0" rIns="0" bIns="0" rtlCol="0" anchor="ctr"/>
          <a:lstStyle/>
          <a:p>
            <a:pPr marL="0" indent="0" algn="ctr">
              <a:buNone/>
            </a:pPr>
            <a:r>
              <a:rPr lang="en-US" sz="3500" b="1" dirty="0">
                <a:solidFill>
                  <a:srgbClr val="FE6768"/>
                </a:solidFill>
                <a:latin typeface="Malgun Gothic" pitchFamily="34" charset="0"/>
                <a:ea typeface="Malgun Gothic" pitchFamily="34" charset="-122"/>
                <a:cs typeface="Malgun Gothic" pitchFamily="34" charset="-120"/>
              </a:rPr>
              <a:t>ㅏ</a:t>
            </a:r>
            <a:endParaRPr lang="en-US" sz="3500" dirty="0"/>
          </a:p>
        </p:txBody>
      </p:sp>
      <p:sp>
        <p:nvSpPr>
          <p:cNvPr id="42" name="Text 40"/>
          <p:cNvSpPr/>
          <p:nvPr/>
        </p:nvSpPr>
        <p:spPr>
          <a:xfrm>
            <a:off x="1606144" y="5760720"/>
            <a:ext cx="1938528" cy="320040"/>
          </a:xfrm>
          <a:prstGeom prst="rect">
            <a:avLst/>
          </a:prstGeom>
          <a:noFill/>
          <a:ln/>
        </p:spPr>
        <p:txBody>
          <a:bodyPr wrap="square" lIns="0" tIns="0" rIns="0" bIns="0" rtlCol="0" anchor="ctr"/>
          <a:lstStyle/>
          <a:p>
            <a:pPr marL="0" indent="0" algn="ctr">
              <a:buNone/>
            </a:pPr>
            <a:r>
              <a:rPr lang="en-US" sz="1300" i="1" dirty="0">
                <a:solidFill>
                  <a:srgbClr val="4A4A55"/>
                </a:solidFill>
                <a:latin typeface="Calibri" pitchFamily="34" charset="0"/>
                <a:ea typeface="Calibri" pitchFamily="34" charset="-122"/>
                <a:cs typeface="Calibri" pitchFamily="34" charset="-120"/>
              </a:rPr>
              <a:t>오빠  ·  hermano</a:t>
            </a:r>
            <a:endParaRPr lang="en-US" sz="1300" dirty="0"/>
          </a:p>
        </p:txBody>
      </p:sp>
      <p:sp>
        <p:nvSpPr>
          <p:cNvPr id="43" name="Shape 41"/>
          <p:cNvSpPr/>
          <p:nvPr/>
        </p:nvSpPr>
        <p:spPr>
          <a:xfrm>
            <a:off x="4427068" y="4572000"/>
            <a:ext cx="3337560" cy="1828800"/>
          </a:xfrm>
          <a:prstGeom prst="roundRect">
            <a:avLst>
              <a:gd name="adj" fmla="val 7500"/>
            </a:avLst>
          </a:prstGeom>
          <a:solidFill>
            <a:srgbClr val="FFE0E0"/>
          </a:solidFill>
          <a:ln w="15240">
            <a:solidFill>
              <a:srgbClr val="FE6768"/>
            </a:solidFill>
            <a:prstDash val="solid"/>
          </a:ln>
        </p:spPr>
      </p:sp>
      <p:sp>
        <p:nvSpPr>
          <p:cNvPr id="44" name="Shape 42"/>
          <p:cNvSpPr/>
          <p:nvPr/>
        </p:nvSpPr>
        <p:spPr>
          <a:xfrm>
            <a:off x="5126584" y="4754880"/>
            <a:ext cx="914400" cy="914400"/>
          </a:xfrm>
          <a:prstGeom prst="rect">
            <a:avLst/>
          </a:prstGeom>
          <a:solidFill>
            <a:srgbClr val="F6F6F6"/>
          </a:solidFill>
          <a:ln w="19050">
            <a:solidFill>
              <a:srgbClr val="FE6768"/>
            </a:solidFill>
            <a:prstDash val="solid"/>
          </a:ln>
        </p:spPr>
      </p:sp>
      <p:sp>
        <p:nvSpPr>
          <p:cNvPr id="45" name="Text 43"/>
          <p:cNvSpPr/>
          <p:nvPr/>
        </p:nvSpPr>
        <p:spPr>
          <a:xfrm>
            <a:off x="5126584" y="4754880"/>
            <a:ext cx="457200" cy="914400"/>
          </a:xfrm>
          <a:prstGeom prst="rect">
            <a:avLst/>
          </a:prstGeom>
          <a:noFill/>
          <a:ln/>
        </p:spPr>
        <p:txBody>
          <a:bodyPr wrap="square" lIns="0" tIns="0" rIns="0" bIns="0" rtlCol="0" anchor="ctr"/>
          <a:lstStyle/>
          <a:p>
            <a:pPr marL="0" indent="0" algn="ctr">
              <a:buNone/>
            </a:pPr>
            <a:r>
              <a:rPr lang="en-US" sz="3500" b="1" dirty="0">
                <a:solidFill>
                  <a:srgbClr val="FE6768"/>
                </a:solidFill>
                <a:latin typeface="Malgun Gothic" pitchFamily="34" charset="0"/>
                <a:ea typeface="Malgun Gothic" pitchFamily="34" charset="-122"/>
                <a:cs typeface="Malgun Gothic" pitchFamily="34" charset="-120"/>
              </a:rPr>
              <a:t>ㅇ</a:t>
            </a:r>
            <a:endParaRPr lang="en-US" sz="3500" dirty="0"/>
          </a:p>
        </p:txBody>
      </p:sp>
      <p:sp>
        <p:nvSpPr>
          <p:cNvPr id="46" name="Text 44"/>
          <p:cNvSpPr/>
          <p:nvPr/>
        </p:nvSpPr>
        <p:spPr>
          <a:xfrm>
            <a:off x="5583784" y="4754880"/>
            <a:ext cx="457200" cy="914400"/>
          </a:xfrm>
          <a:prstGeom prst="rect">
            <a:avLst/>
          </a:prstGeom>
          <a:noFill/>
          <a:ln/>
        </p:spPr>
        <p:txBody>
          <a:bodyPr wrap="square" lIns="0" tIns="0" rIns="0" bIns="0" rtlCol="0" anchor="ctr"/>
          <a:lstStyle/>
          <a:p>
            <a:pPr marL="0" indent="0" algn="ctr">
              <a:buNone/>
            </a:pPr>
            <a:r>
              <a:rPr lang="en-US" sz="3500" b="1" dirty="0">
                <a:solidFill>
                  <a:srgbClr val="FE6768"/>
                </a:solidFill>
                <a:latin typeface="Malgun Gothic" pitchFamily="34" charset="0"/>
                <a:ea typeface="Malgun Gothic" pitchFamily="34" charset="-122"/>
                <a:cs typeface="Malgun Gothic" pitchFamily="34" charset="-120"/>
              </a:rPr>
              <a:t>ㅏ</a:t>
            </a:r>
            <a:endParaRPr lang="en-US" sz="3500" dirty="0"/>
          </a:p>
        </p:txBody>
      </p:sp>
      <p:sp>
        <p:nvSpPr>
          <p:cNvPr id="47" name="Shape 45"/>
          <p:cNvSpPr/>
          <p:nvPr/>
        </p:nvSpPr>
        <p:spPr>
          <a:xfrm>
            <a:off x="6150712" y="4754880"/>
            <a:ext cx="914400" cy="914400"/>
          </a:xfrm>
          <a:prstGeom prst="rect">
            <a:avLst/>
          </a:prstGeom>
          <a:solidFill>
            <a:srgbClr val="F6F6F6"/>
          </a:solidFill>
          <a:ln w="19050">
            <a:solidFill>
              <a:srgbClr val="FE6768"/>
            </a:solidFill>
            <a:prstDash val="solid"/>
          </a:ln>
        </p:spPr>
      </p:sp>
      <p:sp>
        <p:nvSpPr>
          <p:cNvPr id="48" name="Text 46"/>
          <p:cNvSpPr/>
          <p:nvPr/>
        </p:nvSpPr>
        <p:spPr>
          <a:xfrm>
            <a:off x="6150712" y="4754880"/>
            <a:ext cx="457200" cy="914400"/>
          </a:xfrm>
          <a:prstGeom prst="rect">
            <a:avLst/>
          </a:prstGeom>
          <a:noFill/>
          <a:ln/>
        </p:spPr>
        <p:txBody>
          <a:bodyPr wrap="square" lIns="0" tIns="0" rIns="0" bIns="0" rtlCol="0" anchor="ctr"/>
          <a:lstStyle/>
          <a:p>
            <a:pPr marL="0" indent="0" algn="ctr">
              <a:buNone/>
            </a:pPr>
            <a:r>
              <a:rPr lang="en-US" sz="3500" b="1" dirty="0">
                <a:solidFill>
                  <a:srgbClr val="FE6768"/>
                </a:solidFill>
                <a:latin typeface="Malgun Gothic" pitchFamily="34" charset="0"/>
                <a:ea typeface="Malgun Gothic" pitchFamily="34" charset="-122"/>
                <a:cs typeface="Malgun Gothic" pitchFamily="34" charset="-120"/>
              </a:rPr>
              <a:t>ㄱ</a:t>
            </a:r>
            <a:endParaRPr lang="en-US" sz="3500" dirty="0"/>
          </a:p>
        </p:txBody>
      </p:sp>
      <p:sp>
        <p:nvSpPr>
          <p:cNvPr id="49" name="Text 47"/>
          <p:cNvSpPr/>
          <p:nvPr/>
        </p:nvSpPr>
        <p:spPr>
          <a:xfrm>
            <a:off x="6607912" y="4754880"/>
            <a:ext cx="457200" cy="914400"/>
          </a:xfrm>
          <a:prstGeom prst="rect">
            <a:avLst/>
          </a:prstGeom>
          <a:noFill/>
          <a:ln/>
        </p:spPr>
        <p:txBody>
          <a:bodyPr wrap="square" lIns="0" tIns="0" rIns="0" bIns="0" rtlCol="0" anchor="ctr"/>
          <a:lstStyle/>
          <a:p>
            <a:pPr marL="0" indent="0" algn="ctr">
              <a:buNone/>
            </a:pPr>
            <a:r>
              <a:rPr lang="en-US" sz="3500" b="1" dirty="0">
                <a:solidFill>
                  <a:srgbClr val="FE6768"/>
                </a:solidFill>
                <a:latin typeface="Malgun Gothic" pitchFamily="34" charset="0"/>
                <a:ea typeface="Malgun Gothic" pitchFamily="34" charset="-122"/>
                <a:cs typeface="Malgun Gothic" pitchFamily="34" charset="-120"/>
              </a:rPr>
              <a:t>ㅣ</a:t>
            </a:r>
            <a:endParaRPr lang="en-US" sz="3500" dirty="0"/>
          </a:p>
        </p:txBody>
      </p:sp>
      <p:sp>
        <p:nvSpPr>
          <p:cNvPr id="50" name="Text 48"/>
          <p:cNvSpPr/>
          <p:nvPr/>
        </p:nvSpPr>
        <p:spPr>
          <a:xfrm>
            <a:off x="5126584" y="5760720"/>
            <a:ext cx="1938528" cy="320040"/>
          </a:xfrm>
          <a:prstGeom prst="rect">
            <a:avLst/>
          </a:prstGeom>
          <a:noFill/>
          <a:ln/>
        </p:spPr>
        <p:txBody>
          <a:bodyPr wrap="square" lIns="0" tIns="0" rIns="0" bIns="0" rtlCol="0" anchor="ctr"/>
          <a:lstStyle/>
          <a:p>
            <a:pPr marL="0" indent="0" algn="ctr">
              <a:buNone/>
            </a:pPr>
            <a:r>
              <a:rPr lang="en-US" sz="1300" i="1" dirty="0">
                <a:solidFill>
                  <a:srgbClr val="4A4A55"/>
                </a:solidFill>
                <a:latin typeface="Calibri" pitchFamily="34" charset="0"/>
                <a:ea typeface="Calibri" pitchFamily="34" charset="-122"/>
                <a:cs typeface="Calibri" pitchFamily="34" charset="-120"/>
              </a:rPr>
              <a:t>아기  ·  bebé</a:t>
            </a:r>
            <a:endParaRPr lang="en-US" sz="1300" dirty="0"/>
          </a:p>
        </p:txBody>
      </p:sp>
      <p:sp>
        <p:nvSpPr>
          <p:cNvPr id="51" name="Shape 49"/>
          <p:cNvSpPr/>
          <p:nvPr/>
        </p:nvSpPr>
        <p:spPr>
          <a:xfrm>
            <a:off x="7947508" y="4572000"/>
            <a:ext cx="3337560" cy="1828800"/>
          </a:xfrm>
          <a:prstGeom prst="roundRect">
            <a:avLst>
              <a:gd name="adj" fmla="val 7500"/>
            </a:avLst>
          </a:prstGeom>
          <a:solidFill>
            <a:srgbClr val="FFE0E0"/>
          </a:solidFill>
          <a:ln w="15240">
            <a:solidFill>
              <a:srgbClr val="FE6768"/>
            </a:solidFill>
            <a:prstDash val="solid"/>
          </a:ln>
        </p:spPr>
      </p:sp>
      <p:sp>
        <p:nvSpPr>
          <p:cNvPr id="52" name="Shape 50"/>
          <p:cNvSpPr/>
          <p:nvPr/>
        </p:nvSpPr>
        <p:spPr>
          <a:xfrm>
            <a:off x="8647024" y="4754880"/>
            <a:ext cx="914400" cy="914400"/>
          </a:xfrm>
          <a:prstGeom prst="rect">
            <a:avLst/>
          </a:prstGeom>
          <a:solidFill>
            <a:srgbClr val="F6F6F6"/>
          </a:solidFill>
          <a:ln w="19050">
            <a:solidFill>
              <a:srgbClr val="FE6768"/>
            </a:solidFill>
            <a:prstDash val="solid"/>
          </a:ln>
        </p:spPr>
      </p:sp>
      <p:sp>
        <p:nvSpPr>
          <p:cNvPr id="53" name="Text 51"/>
          <p:cNvSpPr/>
          <p:nvPr/>
        </p:nvSpPr>
        <p:spPr>
          <a:xfrm>
            <a:off x="8647024" y="4754880"/>
            <a:ext cx="457200" cy="914400"/>
          </a:xfrm>
          <a:prstGeom prst="rect">
            <a:avLst/>
          </a:prstGeom>
          <a:noFill/>
          <a:ln/>
        </p:spPr>
        <p:txBody>
          <a:bodyPr wrap="square" lIns="0" tIns="0" rIns="0" bIns="0" rtlCol="0" anchor="ctr"/>
          <a:lstStyle/>
          <a:p>
            <a:pPr marL="0" indent="0" algn="ctr">
              <a:buNone/>
            </a:pPr>
            <a:r>
              <a:rPr lang="en-US" sz="3500" b="1" dirty="0">
                <a:solidFill>
                  <a:srgbClr val="FE6768"/>
                </a:solidFill>
                <a:latin typeface="Malgun Gothic" pitchFamily="34" charset="0"/>
                <a:ea typeface="Malgun Gothic" pitchFamily="34" charset="-122"/>
                <a:cs typeface="Malgun Gothic" pitchFamily="34" charset="-120"/>
              </a:rPr>
              <a:t>ㅇ</a:t>
            </a:r>
            <a:endParaRPr lang="en-US" sz="3500" dirty="0"/>
          </a:p>
        </p:txBody>
      </p:sp>
      <p:sp>
        <p:nvSpPr>
          <p:cNvPr id="54" name="Text 52"/>
          <p:cNvSpPr/>
          <p:nvPr/>
        </p:nvSpPr>
        <p:spPr>
          <a:xfrm>
            <a:off x="9104224" y="4754880"/>
            <a:ext cx="457200" cy="914400"/>
          </a:xfrm>
          <a:prstGeom prst="rect">
            <a:avLst/>
          </a:prstGeom>
          <a:noFill/>
          <a:ln/>
        </p:spPr>
        <p:txBody>
          <a:bodyPr wrap="square" lIns="0" tIns="0" rIns="0" bIns="0" rtlCol="0" anchor="ctr"/>
          <a:lstStyle/>
          <a:p>
            <a:pPr marL="0" indent="0" algn="ctr">
              <a:buNone/>
            </a:pPr>
            <a:r>
              <a:rPr lang="en-US" sz="3500" b="1" dirty="0">
                <a:solidFill>
                  <a:srgbClr val="FE6768"/>
                </a:solidFill>
                <a:latin typeface="Malgun Gothic" pitchFamily="34" charset="0"/>
                <a:ea typeface="Malgun Gothic" pitchFamily="34" charset="-122"/>
                <a:cs typeface="Malgun Gothic" pitchFamily="34" charset="-120"/>
              </a:rPr>
              <a:t>ㅣ</a:t>
            </a:r>
            <a:endParaRPr lang="en-US" sz="3500" dirty="0"/>
          </a:p>
        </p:txBody>
      </p:sp>
      <p:sp>
        <p:nvSpPr>
          <p:cNvPr id="55" name="Shape 53"/>
          <p:cNvSpPr/>
          <p:nvPr/>
        </p:nvSpPr>
        <p:spPr>
          <a:xfrm>
            <a:off x="9671152" y="4754880"/>
            <a:ext cx="914400" cy="914400"/>
          </a:xfrm>
          <a:prstGeom prst="rect">
            <a:avLst/>
          </a:prstGeom>
          <a:solidFill>
            <a:srgbClr val="F6F6F6"/>
          </a:solidFill>
          <a:ln w="19050">
            <a:solidFill>
              <a:srgbClr val="FE6768"/>
            </a:solidFill>
            <a:prstDash val="solid"/>
          </a:ln>
        </p:spPr>
      </p:sp>
      <p:sp>
        <p:nvSpPr>
          <p:cNvPr id="56" name="Text 54"/>
          <p:cNvSpPr/>
          <p:nvPr/>
        </p:nvSpPr>
        <p:spPr>
          <a:xfrm>
            <a:off x="9671152" y="4754880"/>
            <a:ext cx="914400" cy="457200"/>
          </a:xfrm>
          <a:prstGeom prst="rect">
            <a:avLst/>
          </a:prstGeom>
          <a:noFill/>
          <a:ln/>
        </p:spPr>
        <p:txBody>
          <a:bodyPr wrap="square" lIns="0" tIns="0" rIns="0" bIns="0" rtlCol="0" anchor="ctr"/>
          <a:lstStyle/>
          <a:p>
            <a:pPr marL="0" indent="0" algn="ctr">
              <a:buNone/>
            </a:pPr>
            <a:r>
              <a:rPr lang="en-US" sz="3500" b="1" dirty="0">
                <a:solidFill>
                  <a:srgbClr val="FE6768"/>
                </a:solidFill>
                <a:latin typeface="Malgun Gothic" pitchFamily="34" charset="0"/>
                <a:ea typeface="Malgun Gothic" pitchFamily="34" charset="-122"/>
                <a:cs typeface="Malgun Gothic" pitchFamily="34" charset="-120"/>
              </a:rPr>
              <a:t>ㅁ</a:t>
            </a:r>
            <a:endParaRPr lang="en-US" sz="3500" dirty="0"/>
          </a:p>
        </p:txBody>
      </p:sp>
      <p:sp>
        <p:nvSpPr>
          <p:cNvPr id="57" name="Text 55"/>
          <p:cNvSpPr/>
          <p:nvPr/>
        </p:nvSpPr>
        <p:spPr>
          <a:xfrm>
            <a:off x="9671152" y="5212080"/>
            <a:ext cx="914400" cy="457200"/>
          </a:xfrm>
          <a:prstGeom prst="rect">
            <a:avLst/>
          </a:prstGeom>
          <a:noFill/>
          <a:ln/>
        </p:spPr>
        <p:txBody>
          <a:bodyPr wrap="square" lIns="0" tIns="0" rIns="0" bIns="0" rtlCol="0" anchor="ctr"/>
          <a:lstStyle/>
          <a:p>
            <a:pPr marL="0" indent="0" algn="ctr">
              <a:buNone/>
            </a:pPr>
            <a:r>
              <a:rPr lang="en-US" sz="3500" b="1" dirty="0">
                <a:solidFill>
                  <a:srgbClr val="FE6768"/>
                </a:solidFill>
                <a:latin typeface="Malgun Gothic" pitchFamily="34" charset="0"/>
                <a:ea typeface="Malgun Gothic" pitchFamily="34" charset="-122"/>
                <a:cs typeface="Malgun Gothic" pitchFamily="34" charset="-120"/>
              </a:rPr>
              <a:t>ㅗ</a:t>
            </a:r>
            <a:endParaRPr lang="en-US" sz="3500" dirty="0"/>
          </a:p>
        </p:txBody>
      </p:sp>
      <p:sp>
        <p:nvSpPr>
          <p:cNvPr id="58" name="Text 56"/>
          <p:cNvSpPr/>
          <p:nvPr/>
        </p:nvSpPr>
        <p:spPr>
          <a:xfrm>
            <a:off x="8647024" y="5760720"/>
            <a:ext cx="1938528" cy="320040"/>
          </a:xfrm>
          <a:prstGeom prst="rect">
            <a:avLst/>
          </a:prstGeom>
          <a:noFill/>
          <a:ln/>
        </p:spPr>
        <p:txBody>
          <a:bodyPr wrap="square" lIns="0" tIns="0" rIns="0" bIns="0" rtlCol="0" anchor="ctr"/>
          <a:lstStyle/>
          <a:p>
            <a:pPr marL="0" indent="0" algn="ctr">
              <a:buNone/>
            </a:pPr>
            <a:r>
              <a:rPr lang="en-US" sz="1300" i="1" dirty="0">
                <a:solidFill>
                  <a:srgbClr val="4A4A55"/>
                </a:solidFill>
                <a:latin typeface="Calibri" pitchFamily="34" charset="0"/>
                <a:ea typeface="Calibri" pitchFamily="34" charset="-122"/>
                <a:cs typeface="Calibri" pitchFamily="34" charset="-120"/>
              </a:rPr>
              <a:t>이모  ·  tía</a:t>
            </a:r>
            <a:endParaRPr lang="en-US" sz="1300" dirty="0"/>
          </a:p>
        </p:txBody>
      </p:sp>
      <p:pic>
        <p:nvPicPr>
          <p:cNvPr id="59"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60" name="Text 57"/>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61" name="Text 58"/>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80</a:t>
            </a:r>
            <a:endParaRPr lang="en-US" sz="800" dirty="0"/>
          </a:p>
        </p:txBody>
      </p:sp>
    </p:spTree>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name="Slide 81">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§3.19</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Aspiradas y dobles</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El soplo de aire (aspirada) y la tensión (doble) cambian todo.</a:t>
            </a:r>
            <a:endParaRPr lang="en-US" sz="1400" dirty="0"/>
          </a:p>
        </p:txBody>
      </p:sp>
      <p:sp>
        <p:nvSpPr>
          <p:cNvPr id="5" name="Text 3"/>
          <p:cNvSpPr/>
          <p:nvPr/>
        </p:nvSpPr>
        <p:spPr>
          <a:xfrm>
            <a:off x="3169768" y="2468880"/>
            <a:ext cx="2560320" cy="457200"/>
          </a:xfrm>
          <a:prstGeom prst="rect">
            <a:avLst/>
          </a:prstGeom>
          <a:noFill/>
          <a:ln/>
        </p:spPr>
        <p:txBody>
          <a:bodyPr wrap="square" lIns="0" tIns="0" rIns="0" bIns="0" rtlCol="0" anchor="ctr"/>
          <a:lstStyle/>
          <a:p>
            <a:pPr marL="0" indent="0" algn="ctr">
              <a:buNone/>
            </a:pPr>
            <a:r>
              <a:rPr lang="en-US" sz="1200" b="1" kern="0" spc="500" dirty="0">
                <a:solidFill>
                  <a:srgbClr val="FE6768"/>
                </a:solidFill>
                <a:latin typeface="Calibri" pitchFamily="34" charset="0"/>
                <a:ea typeface="Calibri" pitchFamily="34" charset="-122"/>
                <a:cs typeface="Calibri" pitchFamily="34" charset="-120"/>
              </a:rPr>
              <a:t>BÁSICA</a:t>
            </a:r>
            <a:endParaRPr lang="en-US" sz="1200" dirty="0"/>
          </a:p>
        </p:txBody>
      </p:sp>
      <p:sp>
        <p:nvSpPr>
          <p:cNvPr id="6" name="Text 4"/>
          <p:cNvSpPr/>
          <p:nvPr/>
        </p:nvSpPr>
        <p:spPr>
          <a:xfrm>
            <a:off x="5730088" y="2468880"/>
            <a:ext cx="2560320" cy="457200"/>
          </a:xfrm>
          <a:prstGeom prst="rect">
            <a:avLst/>
          </a:prstGeom>
          <a:noFill/>
          <a:ln/>
        </p:spPr>
        <p:txBody>
          <a:bodyPr wrap="square" lIns="0" tIns="0" rIns="0" bIns="0" rtlCol="0" anchor="ctr"/>
          <a:lstStyle/>
          <a:p>
            <a:pPr marL="0" indent="0" algn="ctr">
              <a:buNone/>
            </a:pPr>
            <a:r>
              <a:rPr lang="en-US" sz="1200" b="1" kern="0" spc="500" dirty="0">
                <a:solidFill>
                  <a:srgbClr val="4036ED"/>
                </a:solidFill>
                <a:latin typeface="Calibri" pitchFamily="34" charset="0"/>
                <a:ea typeface="Calibri" pitchFamily="34" charset="-122"/>
                <a:cs typeface="Calibri" pitchFamily="34" charset="-120"/>
              </a:rPr>
              <a:t>ASPIRADA</a:t>
            </a:r>
            <a:endParaRPr lang="en-US" sz="1200" dirty="0"/>
          </a:p>
        </p:txBody>
      </p:sp>
      <p:sp>
        <p:nvSpPr>
          <p:cNvPr id="7" name="Text 5"/>
          <p:cNvSpPr/>
          <p:nvPr/>
        </p:nvSpPr>
        <p:spPr>
          <a:xfrm>
            <a:off x="8290408" y="2468880"/>
            <a:ext cx="2560320" cy="457200"/>
          </a:xfrm>
          <a:prstGeom prst="rect">
            <a:avLst/>
          </a:prstGeom>
          <a:noFill/>
          <a:ln/>
        </p:spPr>
        <p:txBody>
          <a:bodyPr wrap="square" lIns="0" tIns="0" rIns="0" bIns="0" rtlCol="0" anchor="ctr"/>
          <a:lstStyle/>
          <a:p>
            <a:pPr marL="0" indent="0" algn="ctr">
              <a:buNone/>
            </a:pPr>
            <a:r>
              <a:rPr lang="en-US" sz="1200" b="1" kern="0" spc="500" dirty="0">
                <a:solidFill>
                  <a:srgbClr val="FE6768"/>
                </a:solidFill>
                <a:latin typeface="Calibri" pitchFamily="34" charset="0"/>
                <a:ea typeface="Calibri" pitchFamily="34" charset="-122"/>
                <a:cs typeface="Calibri" pitchFamily="34" charset="-120"/>
              </a:rPr>
              <a:t>DOBLE</a:t>
            </a:r>
            <a:endParaRPr lang="en-US" sz="1200" dirty="0"/>
          </a:p>
        </p:txBody>
      </p:sp>
      <p:sp>
        <p:nvSpPr>
          <p:cNvPr id="8" name="Text 6"/>
          <p:cNvSpPr/>
          <p:nvPr/>
        </p:nvSpPr>
        <p:spPr>
          <a:xfrm>
            <a:off x="3169768" y="2743200"/>
            <a:ext cx="2560320" cy="320040"/>
          </a:xfrm>
          <a:prstGeom prst="rect">
            <a:avLst/>
          </a:prstGeom>
          <a:noFill/>
          <a:ln/>
        </p:spPr>
        <p:txBody>
          <a:bodyPr wrap="square" lIns="0" tIns="0" rIns="0" bIns="0" rtlCol="0" anchor="ctr"/>
          <a:lstStyle/>
          <a:p>
            <a:pPr marL="0" indent="0" algn="ctr">
              <a:buNone/>
            </a:pPr>
            <a:r>
              <a:rPr lang="en-US" sz="1100" i="1" dirty="0">
                <a:solidFill>
                  <a:srgbClr val="FE6768"/>
                </a:solidFill>
                <a:latin typeface="Malgun Gothic" pitchFamily="34" charset="0"/>
                <a:ea typeface="Malgun Gothic" pitchFamily="34" charset="-122"/>
                <a:cs typeface="Malgun Gothic" pitchFamily="34" charset="-120"/>
              </a:rPr>
              <a:t>기본</a:t>
            </a:r>
            <a:endParaRPr lang="en-US" sz="1100" dirty="0"/>
          </a:p>
        </p:txBody>
      </p:sp>
      <p:sp>
        <p:nvSpPr>
          <p:cNvPr id="9" name="Text 7"/>
          <p:cNvSpPr/>
          <p:nvPr/>
        </p:nvSpPr>
        <p:spPr>
          <a:xfrm>
            <a:off x="5730088" y="2743200"/>
            <a:ext cx="2560320" cy="320040"/>
          </a:xfrm>
          <a:prstGeom prst="rect">
            <a:avLst/>
          </a:prstGeom>
          <a:noFill/>
          <a:ln/>
        </p:spPr>
        <p:txBody>
          <a:bodyPr wrap="square" lIns="0" tIns="0" rIns="0" bIns="0" rtlCol="0" anchor="ctr"/>
          <a:lstStyle/>
          <a:p>
            <a:pPr marL="0" indent="0" algn="ctr">
              <a:buNone/>
            </a:pPr>
            <a:r>
              <a:rPr lang="en-US" sz="1100" i="1" dirty="0">
                <a:solidFill>
                  <a:srgbClr val="4036ED"/>
                </a:solidFill>
                <a:latin typeface="Malgun Gothic" pitchFamily="34" charset="0"/>
                <a:ea typeface="Malgun Gothic" pitchFamily="34" charset="-122"/>
                <a:cs typeface="Malgun Gothic" pitchFamily="34" charset="-120"/>
              </a:rPr>
              <a:t>거센소리</a:t>
            </a:r>
            <a:endParaRPr lang="en-US" sz="1100" dirty="0"/>
          </a:p>
        </p:txBody>
      </p:sp>
      <p:sp>
        <p:nvSpPr>
          <p:cNvPr id="10" name="Text 8"/>
          <p:cNvSpPr/>
          <p:nvPr/>
        </p:nvSpPr>
        <p:spPr>
          <a:xfrm>
            <a:off x="8290408" y="2743200"/>
            <a:ext cx="2560320" cy="320040"/>
          </a:xfrm>
          <a:prstGeom prst="rect">
            <a:avLst/>
          </a:prstGeom>
          <a:noFill/>
          <a:ln/>
        </p:spPr>
        <p:txBody>
          <a:bodyPr wrap="square" lIns="0" tIns="0" rIns="0" bIns="0" rtlCol="0" anchor="ctr"/>
          <a:lstStyle/>
          <a:p>
            <a:pPr marL="0" indent="0" algn="ctr">
              <a:buNone/>
            </a:pPr>
            <a:r>
              <a:rPr lang="en-US" sz="1100" i="1" dirty="0">
                <a:solidFill>
                  <a:srgbClr val="FE6768"/>
                </a:solidFill>
                <a:latin typeface="Malgun Gothic" pitchFamily="34" charset="0"/>
                <a:ea typeface="Malgun Gothic" pitchFamily="34" charset="-122"/>
                <a:cs typeface="Malgun Gothic" pitchFamily="34" charset="-120"/>
              </a:rPr>
              <a:t>쌍소리</a:t>
            </a:r>
            <a:endParaRPr lang="en-US" sz="1100" dirty="0"/>
          </a:p>
        </p:txBody>
      </p:sp>
      <p:sp>
        <p:nvSpPr>
          <p:cNvPr id="11" name="Text 9"/>
          <p:cNvSpPr/>
          <p:nvPr/>
        </p:nvSpPr>
        <p:spPr>
          <a:xfrm>
            <a:off x="1340968" y="3246120"/>
            <a:ext cx="1737360" cy="621792"/>
          </a:xfrm>
          <a:prstGeom prst="rect">
            <a:avLst/>
          </a:prstGeom>
          <a:noFill/>
          <a:ln/>
        </p:spPr>
        <p:txBody>
          <a:bodyPr wrap="square" lIns="0" tIns="0" rIns="0" bIns="0" rtlCol="0" anchor="ctr"/>
          <a:lstStyle/>
          <a:p>
            <a:pPr marL="0" indent="0" algn="r">
              <a:buNone/>
            </a:pPr>
            <a:r>
              <a:rPr lang="en-US" sz="1400" i="1" dirty="0">
                <a:solidFill>
                  <a:srgbClr val="4A4A55"/>
                </a:solidFill>
                <a:latin typeface="Calibri" pitchFamily="34" charset="0"/>
                <a:ea typeface="Calibri" pitchFamily="34" charset="-122"/>
                <a:cs typeface="Calibri" pitchFamily="34" charset="-120"/>
              </a:rPr>
              <a:t>k</a:t>
            </a:r>
            <a:endParaRPr lang="en-US" sz="1400" dirty="0"/>
          </a:p>
        </p:txBody>
      </p:sp>
      <p:sp>
        <p:nvSpPr>
          <p:cNvPr id="12" name="Shape 10"/>
          <p:cNvSpPr/>
          <p:nvPr/>
        </p:nvSpPr>
        <p:spPr>
          <a:xfrm>
            <a:off x="3352648" y="3246120"/>
            <a:ext cx="2194560" cy="621792"/>
          </a:xfrm>
          <a:prstGeom prst="roundRect">
            <a:avLst>
              <a:gd name="adj" fmla="val 14706"/>
            </a:avLst>
          </a:prstGeom>
          <a:solidFill>
            <a:srgbClr val="FFE0E0"/>
          </a:solidFill>
          <a:ln w="12700">
            <a:solidFill>
              <a:srgbClr val="FE6768"/>
            </a:solidFill>
            <a:prstDash val="solid"/>
          </a:ln>
        </p:spPr>
      </p:sp>
      <p:sp>
        <p:nvSpPr>
          <p:cNvPr id="13" name="Text 11"/>
          <p:cNvSpPr/>
          <p:nvPr/>
        </p:nvSpPr>
        <p:spPr>
          <a:xfrm>
            <a:off x="3352648" y="3246120"/>
            <a:ext cx="2194560" cy="621792"/>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가</a:t>
            </a:r>
            <a:endParaRPr lang="en-US" sz="3200" dirty="0"/>
          </a:p>
        </p:txBody>
      </p:sp>
      <p:sp>
        <p:nvSpPr>
          <p:cNvPr id="14" name="Shape 12"/>
          <p:cNvSpPr/>
          <p:nvPr/>
        </p:nvSpPr>
        <p:spPr>
          <a:xfrm>
            <a:off x="5912968" y="3246120"/>
            <a:ext cx="2194560" cy="621792"/>
          </a:xfrm>
          <a:prstGeom prst="roundRect">
            <a:avLst>
              <a:gd name="adj" fmla="val 14706"/>
            </a:avLst>
          </a:prstGeom>
          <a:solidFill>
            <a:srgbClr val="EDE8FF"/>
          </a:solidFill>
          <a:ln w="12700">
            <a:solidFill>
              <a:srgbClr val="4036ED"/>
            </a:solidFill>
            <a:prstDash val="solid"/>
          </a:ln>
        </p:spPr>
      </p:sp>
      <p:sp>
        <p:nvSpPr>
          <p:cNvPr id="15" name="Text 13"/>
          <p:cNvSpPr/>
          <p:nvPr/>
        </p:nvSpPr>
        <p:spPr>
          <a:xfrm>
            <a:off x="5912968" y="3246120"/>
            <a:ext cx="2194560" cy="621792"/>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카</a:t>
            </a:r>
            <a:endParaRPr lang="en-US" sz="3200" dirty="0"/>
          </a:p>
        </p:txBody>
      </p:sp>
      <p:sp>
        <p:nvSpPr>
          <p:cNvPr id="16" name="Shape 14"/>
          <p:cNvSpPr/>
          <p:nvPr/>
        </p:nvSpPr>
        <p:spPr>
          <a:xfrm>
            <a:off x="8473288" y="3246120"/>
            <a:ext cx="2194560" cy="621792"/>
          </a:xfrm>
          <a:prstGeom prst="roundRect">
            <a:avLst>
              <a:gd name="adj" fmla="val 14706"/>
            </a:avLst>
          </a:prstGeom>
          <a:solidFill>
            <a:srgbClr val="FFE0E0"/>
          </a:solidFill>
          <a:ln w="12700">
            <a:solidFill>
              <a:srgbClr val="FE6768"/>
            </a:solidFill>
            <a:prstDash val="solid"/>
          </a:ln>
        </p:spPr>
      </p:sp>
      <p:sp>
        <p:nvSpPr>
          <p:cNvPr id="17" name="Text 15"/>
          <p:cNvSpPr/>
          <p:nvPr/>
        </p:nvSpPr>
        <p:spPr>
          <a:xfrm>
            <a:off x="8473288" y="3246120"/>
            <a:ext cx="2194560" cy="621792"/>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까</a:t>
            </a:r>
            <a:endParaRPr lang="en-US" sz="3200" dirty="0"/>
          </a:p>
        </p:txBody>
      </p:sp>
      <p:sp>
        <p:nvSpPr>
          <p:cNvPr id="18" name="Text 16"/>
          <p:cNvSpPr/>
          <p:nvPr/>
        </p:nvSpPr>
        <p:spPr>
          <a:xfrm>
            <a:off x="1340968" y="3959352"/>
            <a:ext cx="1737360" cy="621792"/>
          </a:xfrm>
          <a:prstGeom prst="rect">
            <a:avLst/>
          </a:prstGeom>
          <a:noFill/>
          <a:ln/>
        </p:spPr>
        <p:txBody>
          <a:bodyPr wrap="square" lIns="0" tIns="0" rIns="0" bIns="0" rtlCol="0" anchor="ctr"/>
          <a:lstStyle/>
          <a:p>
            <a:pPr marL="0" indent="0" algn="r">
              <a:buNone/>
            </a:pPr>
            <a:r>
              <a:rPr lang="en-US" sz="1400" i="1" dirty="0">
                <a:solidFill>
                  <a:srgbClr val="4A4A55"/>
                </a:solidFill>
                <a:latin typeface="Calibri" pitchFamily="34" charset="0"/>
                <a:ea typeface="Calibri" pitchFamily="34" charset="-122"/>
                <a:cs typeface="Calibri" pitchFamily="34" charset="-120"/>
              </a:rPr>
              <a:t>t</a:t>
            </a:r>
            <a:endParaRPr lang="en-US" sz="1400" dirty="0"/>
          </a:p>
        </p:txBody>
      </p:sp>
      <p:sp>
        <p:nvSpPr>
          <p:cNvPr id="19" name="Shape 17"/>
          <p:cNvSpPr/>
          <p:nvPr/>
        </p:nvSpPr>
        <p:spPr>
          <a:xfrm>
            <a:off x="3352648" y="3959352"/>
            <a:ext cx="2194560" cy="621792"/>
          </a:xfrm>
          <a:prstGeom prst="roundRect">
            <a:avLst>
              <a:gd name="adj" fmla="val 14706"/>
            </a:avLst>
          </a:prstGeom>
          <a:solidFill>
            <a:srgbClr val="FFE0E0"/>
          </a:solidFill>
          <a:ln w="12700">
            <a:solidFill>
              <a:srgbClr val="FE6768"/>
            </a:solidFill>
            <a:prstDash val="solid"/>
          </a:ln>
        </p:spPr>
      </p:sp>
      <p:sp>
        <p:nvSpPr>
          <p:cNvPr id="20" name="Text 18"/>
          <p:cNvSpPr/>
          <p:nvPr/>
        </p:nvSpPr>
        <p:spPr>
          <a:xfrm>
            <a:off x="3352648" y="3959352"/>
            <a:ext cx="2194560" cy="621792"/>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다</a:t>
            </a:r>
            <a:endParaRPr lang="en-US" sz="3200" dirty="0"/>
          </a:p>
        </p:txBody>
      </p:sp>
      <p:sp>
        <p:nvSpPr>
          <p:cNvPr id="21" name="Shape 19"/>
          <p:cNvSpPr/>
          <p:nvPr/>
        </p:nvSpPr>
        <p:spPr>
          <a:xfrm>
            <a:off x="5912968" y="3959352"/>
            <a:ext cx="2194560" cy="621792"/>
          </a:xfrm>
          <a:prstGeom prst="roundRect">
            <a:avLst>
              <a:gd name="adj" fmla="val 14706"/>
            </a:avLst>
          </a:prstGeom>
          <a:solidFill>
            <a:srgbClr val="EDE8FF"/>
          </a:solidFill>
          <a:ln w="12700">
            <a:solidFill>
              <a:srgbClr val="4036ED"/>
            </a:solidFill>
            <a:prstDash val="solid"/>
          </a:ln>
        </p:spPr>
      </p:sp>
      <p:sp>
        <p:nvSpPr>
          <p:cNvPr id="22" name="Text 20"/>
          <p:cNvSpPr/>
          <p:nvPr/>
        </p:nvSpPr>
        <p:spPr>
          <a:xfrm>
            <a:off x="5912968" y="3959352"/>
            <a:ext cx="2194560" cy="621792"/>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타</a:t>
            </a:r>
            <a:endParaRPr lang="en-US" sz="3200" dirty="0"/>
          </a:p>
        </p:txBody>
      </p:sp>
      <p:sp>
        <p:nvSpPr>
          <p:cNvPr id="23" name="Shape 21"/>
          <p:cNvSpPr/>
          <p:nvPr/>
        </p:nvSpPr>
        <p:spPr>
          <a:xfrm>
            <a:off x="8473288" y="3959352"/>
            <a:ext cx="2194560" cy="621792"/>
          </a:xfrm>
          <a:prstGeom prst="roundRect">
            <a:avLst>
              <a:gd name="adj" fmla="val 14706"/>
            </a:avLst>
          </a:prstGeom>
          <a:solidFill>
            <a:srgbClr val="FFE0E0"/>
          </a:solidFill>
          <a:ln w="12700">
            <a:solidFill>
              <a:srgbClr val="FE6768"/>
            </a:solidFill>
            <a:prstDash val="solid"/>
          </a:ln>
        </p:spPr>
      </p:sp>
      <p:sp>
        <p:nvSpPr>
          <p:cNvPr id="24" name="Text 22"/>
          <p:cNvSpPr/>
          <p:nvPr/>
        </p:nvSpPr>
        <p:spPr>
          <a:xfrm>
            <a:off x="8473288" y="3959352"/>
            <a:ext cx="2194560" cy="621792"/>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따</a:t>
            </a:r>
            <a:endParaRPr lang="en-US" sz="3200" dirty="0"/>
          </a:p>
        </p:txBody>
      </p:sp>
      <p:sp>
        <p:nvSpPr>
          <p:cNvPr id="25" name="Text 23"/>
          <p:cNvSpPr/>
          <p:nvPr/>
        </p:nvSpPr>
        <p:spPr>
          <a:xfrm>
            <a:off x="1340968" y="4672584"/>
            <a:ext cx="1737360" cy="621792"/>
          </a:xfrm>
          <a:prstGeom prst="rect">
            <a:avLst/>
          </a:prstGeom>
          <a:noFill/>
          <a:ln/>
        </p:spPr>
        <p:txBody>
          <a:bodyPr wrap="square" lIns="0" tIns="0" rIns="0" bIns="0" rtlCol="0" anchor="ctr"/>
          <a:lstStyle/>
          <a:p>
            <a:pPr marL="0" indent="0" algn="r">
              <a:buNone/>
            </a:pPr>
            <a:r>
              <a:rPr lang="en-US" sz="1400" i="1" dirty="0">
                <a:solidFill>
                  <a:srgbClr val="4A4A55"/>
                </a:solidFill>
                <a:latin typeface="Calibri" pitchFamily="34" charset="0"/>
                <a:ea typeface="Calibri" pitchFamily="34" charset="-122"/>
                <a:cs typeface="Calibri" pitchFamily="34" charset="-120"/>
              </a:rPr>
              <a:t>p</a:t>
            </a:r>
            <a:endParaRPr lang="en-US" sz="1400" dirty="0"/>
          </a:p>
        </p:txBody>
      </p:sp>
      <p:sp>
        <p:nvSpPr>
          <p:cNvPr id="26" name="Shape 24"/>
          <p:cNvSpPr/>
          <p:nvPr/>
        </p:nvSpPr>
        <p:spPr>
          <a:xfrm>
            <a:off x="3352648" y="4672584"/>
            <a:ext cx="2194560" cy="621792"/>
          </a:xfrm>
          <a:prstGeom prst="roundRect">
            <a:avLst>
              <a:gd name="adj" fmla="val 14706"/>
            </a:avLst>
          </a:prstGeom>
          <a:solidFill>
            <a:srgbClr val="FFE0E0"/>
          </a:solidFill>
          <a:ln w="12700">
            <a:solidFill>
              <a:srgbClr val="FE6768"/>
            </a:solidFill>
            <a:prstDash val="solid"/>
          </a:ln>
        </p:spPr>
      </p:sp>
      <p:sp>
        <p:nvSpPr>
          <p:cNvPr id="27" name="Text 25"/>
          <p:cNvSpPr/>
          <p:nvPr/>
        </p:nvSpPr>
        <p:spPr>
          <a:xfrm>
            <a:off x="3352648" y="4672584"/>
            <a:ext cx="2194560" cy="621792"/>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바</a:t>
            </a:r>
            <a:endParaRPr lang="en-US" sz="3200" dirty="0"/>
          </a:p>
        </p:txBody>
      </p:sp>
      <p:sp>
        <p:nvSpPr>
          <p:cNvPr id="28" name="Shape 26"/>
          <p:cNvSpPr/>
          <p:nvPr/>
        </p:nvSpPr>
        <p:spPr>
          <a:xfrm>
            <a:off x="5912968" y="4672584"/>
            <a:ext cx="2194560" cy="621792"/>
          </a:xfrm>
          <a:prstGeom prst="roundRect">
            <a:avLst>
              <a:gd name="adj" fmla="val 14706"/>
            </a:avLst>
          </a:prstGeom>
          <a:solidFill>
            <a:srgbClr val="EDE8FF"/>
          </a:solidFill>
          <a:ln w="12700">
            <a:solidFill>
              <a:srgbClr val="4036ED"/>
            </a:solidFill>
            <a:prstDash val="solid"/>
          </a:ln>
        </p:spPr>
      </p:sp>
      <p:sp>
        <p:nvSpPr>
          <p:cNvPr id="29" name="Text 27"/>
          <p:cNvSpPr/>
          <p:nvPr/>
        </p:nvSpPr>
        <p:spPr>
          <a:xfrm>
            <a:off x="5912968" y="4672584"/>
            <a:ext cx="2194560" cy="621792"/>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파</a:t>
            </a:r>
            <a:endParaRPr lang="en-US" sz="3200" dirty="0"/>
          </a:p>
        </p:txBody>
      </p:sp>
      <p:sp>
        <p:nvSpPr>
          <p:cNvPr id="30" name="Shape 28"/>
          <p:cNvSpPr/>
          <p:nvPr/>
        </p:nvSpPr>
        <p:spPr>
          <a:xfrm>
            <a:off x="8473288" y="4672584"/>
            <a:ext cx="2194560" cy="621792"/>
          </a:xfrm>
          <a:prstGeom prst="roundRect">
            <a:avLst>
              <a:gd name="adj" fmla="val 14706"/>
            </a:avLst>
          </a:prstGeom>
          <a:solidFill>
            <a:srgbClr val="FFE0E0"/>
          </a:solidFill>
          <a:ln w="12700">
            <a:solidFill>
              <a:srgbClr val="FE6768"/>
            </a:solidFill>
            <a:prstDash val="solid"/>
          </a:ln>
        </p:spPr>
      </p:sp>
      <p:sp>
        <p:nvSpPr>
          <p:cNvPr id="31" name="Text 29"/>
          <p:cNvSpPr/>
          <p:nvPr/>
        </p:nvSpPr>
        <p:spPr>
          <a:xfrm>
            <a:off x="8473288" y="4672584"/>
            <a:ext cx="2194560" cy="621792"/>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빠</a:t>
            </a:r>
            <a:endParaRPr lang="en-US" sz="3200" dirty="0"/>
          </a:p>
        </p:txBody>
      </p:sp>
      <p:sp>
        <p:nvSpPr>
          <p:cNvPr id="32" name="Text 30"/>
          <p:cNvSpPr/>
          <p:nvPr/>
        </p:nvSpPr>
        <p:spPr>
          <a:xfrm>
            <a:off x="1340968" y="5385816"/>
            <a:ext cx="1737360" cy="621792"/>
          </a:xfrm>
          <a:prstGeom prst="rect">
            <a:avLst/>
          </a:prstGeom>
          <a:noFill/>
          <a:ln/>
        </p:spPr>
        <p:txBody>
          <a:bodyPr wrap="square" lIns="0" tIns="0" rIns="0" bIns="0" rtlCol="0" anchor="ctr"/>
          <a:lstStyle/>
          <a:p>
            <a:pPr marL="0" indent="0" algn="r">
              <a:buNone/>
            </a:pPr>
            <a:r>
              <a:rPr lang="en-US" sz="1400" i="1" dirty="0">
                <a:solidFill>
                  <a:srgbClr val="4A4A55"/>
                </a:solidFill>
                <a:latin typeface="Calibri" pitchFamily="34" charset="0"/>
                <a:ea typeface="Calibri" pitchFamily="34" charset="-122"/>
                <a:cs typeface="Calibri" pitchFamily="34" charset="-120"/>
              </a:rPr>
              <a:t>ch / j</a:t>
            </a:r>
            <a:endParaRPr lang="en-US" sz="1400" dirty="0"/>
          </a:p>
        </p:txBody>
      </p:sp>
      <p:sp>
        <p:nvSpPr>
          <p:cNvPr id="33" name="Shape 31"/>
          <p:cNvSpPr/>
          <p:nvPr/>
        </p:nvSpPr>
        <p:spPr>
          <a:xfrm>
            <a:off x="3352648" y="5385816"/>
            <a:ext cx="2194560" cy="621792"/>
          </a:xfrm>
          <a:prstGeom prst="roundRect">
            <a:avLst>
              <a:gd name="adj" fmla="val 14706"/>
            </a:avLst>
          </a:prstGeom>
          <a:solidFill>
            <a:srgbClr val="FFE0E0"/>
          </a:solidFill>
          <a:ln w="12700">
            <a:solidFill>
              <a:srgbClr val="FE6768"/>
            </a:solidFill>
            <a:prstDash val="solid"/>
          </a:ln>
        </p:spPr>
      </p:sp>
      <p:sp>
        <p:nvSpPr>
          <p:cNvPr id="34" name="Text 32"/>
          <p:cNvSpPr/>
          <p:nvPr/>
        </p:nvSpPr>
        <p:spPr>
          <a:xfrm>
            <a:off x="3352648" y="5385816"/>
            <a:ext cx="2194560" cy="621792"/>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자</a:t>
            </a:r>
            <a:endParaRPr lang="en-US" sz="3200" dirty="0"/>
          </a:p>
        </p:txBody>
      </p:sp>
      <p:sp>
        <p:nvSpPr>
          <p:cNvPr id="35" name="Shape 33"/>
          <p:cNvSpPr/>
          <p:nvPr/>
        </p:nvSpPr>
        <p:spPr>
          <a:xfrm>
            <a:off x="5912968" y="5385816"/>
            <a:ext cx="2194560" cy="621792"/>
          </a:xfrm>
          <a:prstGeom prst="roundRect">
            <a:avLst>
              <a:gd name="adj" fmla="val 14706"/>
            </a:avLst>
          </a:prstGeom>
          <a:solidFill>
            <a:srgbClr val="EDE8FF"/>
          </a:solidFill>
          <a:ln w="12700">
            <a:solidFill>
              <a:srgbClr val="4036ED"/>
            </a:solidFill>
            <a:prstDash val="solid"/>
          </a:ln>
        </p:spPr>
      </p:sp>
      <p:sp>
        <p:nvSpPr>
          <p:cNvPr id="36" name="Text 34"/>
          <p:cNvSpPr/>
          <p:nvPr/>
        </p:nvSpPr>
        <p:spPr>
          <a:xfrm>
            <a:off x="5912968" y="5385816"/>
            <a:ext cx="2194560" cy="621792"/>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차</a:t>
            </a:r>
            <a:endParaRPr lang="en-US" sz="3200" dirty="0"/>
          </a:p>
        </p:txBody>
      </p:sp>
      <p:sp>
        <p:nvSpPr>
          <p:cNvPr id="37" name="Shape 35"/>
          <p:cNvSpPr/>
          <p:nvPr/>
        </p:nvSpPr>
        <p:spPr>
          <a:xfrm>
            <a:off x="8473288" y="5385816"/>
            <a:ext cx="2194560" cy="621792"/>
          </a:xfrm>
          <a:prstGeom prst="roundRect">
            <a:avLst>
              <a:gd name="adj" fmla="val 14706"/>
            </a:avLst>
          </a:prstGeom>
          <a:solidFill>
            <a:srgbClr val="FFE0E0"/>
          </a:solidFill>
          <a:ln w="12700">
            <a:solidFill>
              <a:srgbClr val="FE6768"/>
            </a:solidFill>
            <a:prstDash val="solid"/>
          </a:ln>
        </p:spPr>
      </p:sp>
      <p:sp>
        <p:nvSpPr>
          <p:cNvPr id="38" name="Text 36"/>
          <p:cNvSpPr/>
          <p:nvPr/>
        </p:nvSpPr>
        <p:spPr>
          <a:xfrm>
            <a:off x="8473288" y="5385816"/>
            <a:ext cx="2194560" cy="621792"/>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짜</a:t>
            </a:r>
            <a:endParaRPr lang="en-US" sz="3200" dirty="0"/>
          </a:p>
        </p:txBody>
      </p:sp>
      <p:sp>
        <p:nvSpPr>
          <p:cNvPr id="39" name="Text 37"/>
          <p:cNvSpPr/>
          <p:nvPr/>
        </p:nvSpPr>
        <p:spPr>
          <a:xfrm>
            <a:off x="1340968" y="6099048"/>
            <a:ext cx="1737360" cy="621792"/>
          </a:xfrm>
          <a:prstGeom prst="rect">
            <a:avLst/>
          </a:prstGeom>
          <a:noFill/>
          <a:ln/>
        </p:spPr>
        <p:txBody>
          <a:bodyPr wrap="square" lIns="0" tIns="0" rIns="0" bIns="0" rtlCol="0" anchor="ctr"/>
          <a:lstStyle/>
          <a:p>
            <a:pPr marL="0" indent="0" algn="r">
              <a:buNone/>
            </a:pPr>
            <a:r>
              <a:rPr lang="en-US" sz="1400" i="1" dirty="0">
                <a:solidFill>
                  <a:srgbClr val="4A4A55"/>
                </a:solidFill>
                <a:latin typeface="Calibri" pitchFamily="34" charset="0"/>
                <a:ea typeface="Calibri" pitchFamily="34" charset="-122"/>
                <a:cs typeface="Calibri" pitchFamily="34" charset="-120"/>
              </a:rPr>
              <a:t>s</a:t>
            </a:r>
            <a:endParaRPr lang="en-US" sz="1400" dirty="0"/>
          </a:p>
        </p:txBody>
      </p:sp>
      <p:sp>
        <p:nvSpPr>
          <p:cNvPr id="40" name="Shape 38"/>
          <p:cNvSpPr/>
          <p:nvPr/>
        </p:nvSpPr>
        <p:spPr>
          <a:xfrm>
            <a:off x="3352648" y="6099048"/>
            <a:ext cx="2194560" cy="621792"/>
          </a:xfrm>
          <a:prstGeom prst="roundRect">
            <a:avLst>
              <a:gd name="adj" fmla="val 14706"/>
            </a:avLst>
          </a:prstGeom>
          <a:solidFill>
            <a:srgbClr val="FFE0E0"/>
          </a:solidFill>
          <a:ln w="12700">
            <a:solidFill>
              <a:srgbClr val="FE6768"/>
            </a:solidFill>
            <a:prstDash val="solid"/>
          </a:ln>
        </p:spPr>
      </p:sp>
      <p:sp>
        <p:nvSpPr>
          <p:cNvPr id="41" name="Text 39"/>
          <p:cNvSpPr/>
          <p:nvPr/>
        </p:nvSpPr>
        <p:spPr>
          <a:xfrm>
            <a:off x="3352648" y="6099048"/>
            <a:ext cx="2194560" cy="621792"/>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사</a:t>
            </a:r>
            <a:endParaRPr lang="en-US" sz="3200" dirty="0"/>
          </a:p>
        </p:txBody>
      </p:sp>
      <p:sp>
        <p:nvSpPr>
          <p:cNvPr id="42" name="Shape 40"/>
          <p:cNvSpPr/>
          <p:nvPr/>
        </p:nvSpPr>
        <p:spPr>
          <a:xfrm>
            <a:off x="5912968" y="6099048"/>
            <a:ext cx="2194560" cy="621792"/>
          </a:xfrm>
          <a:prstGeom prst="roundRect">
            <a:avLst>
              <a:gd name="adj" fmla="val 14706"/>
            </a:avLst>
          </a:prstGeom>
          <a:solidFill>
            <a:srgbClr val="EDE8FF"/>
          </a:solidFill>
          <a:ln w="12700">
            <a:solidFill>
              <a:srgbClr val="4036ED"/>
            </a:solidFill>
            <a:prstDash val="solid"/>
          </a:ln>
        </p:spPr>
      </p:sp>
      <p:sp>
        <p:nvSpPr>
          <p:cNvPr id="43" name="Text 41"/>
          <p:cNvSpPr/>
          <p:nvPr/>
        </p:nvSpPr>
        <p:spPr>
          <a:xfrm>
            <a:off x="5912968" y="6099048"/>
            <a:ext cx="2194560" cy="621792"/>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a:t>
            </a:r>
            <a:endParaRPr lang="en-US" sz="3200" dirty="0"/>
          </a:p>
        </p:txBody>
      </p:sp>
      <p:sp>
        <p:nvSpPr>
          <p:cNvPr id="44" name="Shape 42"/>
          <p:cNvSpPr/>
          <p:nvPr/>
        </p:nvSpPr>
        <p:spPr>
          <a:xfrm>
            <a:off x="8473288" y="6099048"/>
            <a:ext cx="2194560" cy="621792"/>
          </a:xfrm>
          <a:prstGeom prst="roundRect">
            <a:avLst>
              <a:gd name="adj" fmla="val 14706"/>
            </a:avLst>
          </a:prstGeom>
          <a:solidFill>
            <a:srgbClr val="FFE0E0"/>
          </a:solidFill>
          <a:ln w="12700">
            <a:solidFill>
              <a:srgbClr val="FE6768"/>
            </a:solidFill>
            <a:prstDash val="solid"/>
          </a:ln>
        </p:spPr>
      </p:sp>
      <p:sp>
        <p:nvSpPr>
          <p:cNvPr id="45" name="Text 43"/>
          <p:cNvSpPr/>
          <p:nvPr/>
        </p:nvSpPr>
        <p:spPr>
          <a:xfrm>
            <a:off x="8473288" y="6099048"/>
            <a:ext cx="2194560" cy="621792"/>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싸</a:t>
            </a:r>
            <a:endParaRPr lang="en-US" sz="3200" dirty="0"/>
          </a:p>
        </p:txBody>
      </p:sp>
      <p:sp>
        <p:nvSpPr>
          <p:cNvPr id="46" name="Text 44"/>
          <p:cNvSpPr/>
          <p:nvPr/>
        </p:nvSpPr>
        <p:spPr>
          <a:xfrm>
            <a:off x="640080" y="5943600"/>
            <a:ext cx="10911535" cy="365760"/>
          </a:xfrm>
          <a:prstGeom prst="rect">
            <a:avLst/>
          </a:prstGeom>
          <a:noFill/>
          <a:ln/>
        </p:spPr>
        <p:txBody>
          <a:bodyPr wrap="square" lIns="0" tIns="0" rIns="0" bIns="0" rtlCol="0" anchor="ctr"/>
          <a:lstStyle/>
          <a:p>
            <a:pPr marL="0" indent="0" algn="ctr">
              <a:buNone/>
            </a:pPr>
            <a:r>
              <a:rPr lang="en-US" sz="1200" b="1" i="1" dirty="0">
                <a:solidFill>
                  <a:srgbClr val="4036ED"/>
                </a:solidFill>
                <a:latin typeface="Calibri" pitchFamily="34" charset="0"/>
                <a:ea typeface="Calibri" pitchFamily="34" charset="-122"/>
                <a:cs typeface="Calibri" pitchFamily="34" charset="-120"/>
              </a:rPr>
              <a:t>Aire normal → más aire (aspirada) → sin aire pero tenso (doble)</a:t>
            </a:r>
            <a:endParaRPr lang="en-US" sz="1200" dirty="0"/>
          </a:p>
        </p:txBody>
      </p:sp>
      <p:pic>
        <p:nvPicPr>
          <p:cNvPr id="47"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48" name="Text 4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49" name="Text 4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81</a:t>
            </a:r>
            <a:endParaRPr lang="en-US" sz="800" dirty="0"/>
          </a:p>
        </p:txBody>
      </p:sp>
    </p:spTree>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name="Slide 82">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§3.20</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Sílabas con vocales compuestas</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Las 14 vocales restantes — combinadas con ㅣ o entre sí.</a:t>
            </a:r>
            <a:endParaRPr lang="en-US" sz="1400" dirty="0"/>
          </a:p>
        </p:txBody>
      </p:sp>
      <p:sp>
        <p:nvSpPr>
          <p:cNvPr id="5" name="Shape 3"/>
          <p:cNvSpPr/>
          <p:nvPr/>
        </p:nvSpPr>
        <p:spPr>
          <a:xfrm>
            <a:off x="2781148" y="2606040"/>
            <a:ext cx="1005840" cy="1005840"/>
          </a:xfrm>
          <a:prstGeom prst="roundRect">
            <a:avLst>
              <a:gd name="adj" fmla="val 10909"/>
            </a:avLst>
          </a:prstGeom>
          <a:solidFill>
            <a:srgbClr val="EDE8FF"/>
          </a:solidFill>
          <a:ln w="19050">
            <a:solidFill>
              <a:srgbClr val="A79BFF"/>
            </a:solidFill>
            <a:prstDash val="solid"/>
          </a:ln>
        </p:spPr>
      </p:sp>
      <p:sp>
        <p:nvSpPr>
          <p:cNvPr id="6" name="Text 4"/>
          <p:cNvSpPr/>
          <p:nvPr/>
        </p:nvSpPr>
        <p:spPr>
          <a:xfrm>
            <a:off x="2781148" y="2606040"/>
            <a:ext cx="1005840" cy="1005840"/>
          </a:xfrm>
          <a:prstGeom prst="rect">
            <a:avLst/>
          </a:prstGeom>
          <a:noFill/>
          <a:ln/>
        </p:spPr>
        <p:txBody>
          <a:bodyPr wrap="square" lIns="0" tIns="0" rIns="0" bIns="0" rtlCol="0" anchor="ctr"/>
          <a:lstStyle/>
          <a:p>
            <a:pPr marL="0" indent="0" algn="ctr">
              <a:buNone/>
            </a:pPr>
            <a:r>
              <a:rPr lang="en-US" sz="4600" b="1" dirty="0">
                <a:solidFill>
                  <a:srgbClr val="A79BFF"/>
                </a:solidFill>
                <a:latin typeface="Malgun Gothic" pitchFamily="34" charset="0"/>
                <a:ea typeface="Malgun Gothic" pitchFamily="34" charset="-122"/>
                <a:cs typeface="Malgun Gothic" pitchFamily="34" charset="-120"/>
              </a:rPr>
              <a:t>애</a:t>
            </a:r>
            <a:endParaRPr lang="en-US" sz="4600" dirty="0"/>
          </a:p>
        </p:txBody>
      </p:sp>
      <p:sp>
        <p:nvSpPr>
          <p:cNvPr id="7" name="Text 5"/>
          <p:cNvSpPr/>
          <p:nvPr/>
        </p:nvSpPr>
        <p:spPr>
          <a:xfrm>
            <a:off x="2781148" y="3657600"/>
            <a:ext cx="1005840" cy="320040"/>
          </a:xfrm>
          <a:prstGeom prst="rect">
            <a:avLst/>
          </a:prstGeom>
          <a:noFill/>
          <a:ln/>
        </p:spPr>
        <p:txBody>
          <a:bodyPr wrap="square" lIns="0" tIns="0" rIns="0" bIns="0" rtlCol="0" anchor="ctr"/>
          <a:lstStyle/>
          <a:p>
            <a:pPr marL="0" indent="0" algn="ctr">
              <a:buNone/>
            </a:pPr>
            <a:r>
              <a:rPr lang="en-US" sz="1300" b="1" i="1" dirty="0">
                <a:solidFill>
                  <a:srgbClr val="A79BFF"/>
                </a:solidFill>
                <a:latin typeface="Calibri" pitchFamily="34" charset="0"/>
                <a:ea typeface="Calibri" pitchFamily="34" charset="-122"/>
                <a:cs typeface="Calibri" pitchFamily="34" charset="-120"/>
              </a:rPr>
              <a:t>ae</a:t>
            </a:r>
            <a:endParaRPr lang="en-US" sz="1300" dirty="0"/>
          </a:p>
        </p:txBody>
      </p:sp>
      <p:sp>
        <p:nvSpPr>
          <p:cNvPr id="8" name="Shape 6"/>
          <p:cNvSpPr/>
          <p:nvPr/>
        </p:nvSpPr>
        <p:spPr>
          <a:xfrm>
            <a:off x="3905860" y="2606040"/>
            <a:ext cx="1005840" cy="1005840"/>
          </a:xfrm>
          <a:prstGeom prst="roundRect">
            <a:avLst>
              <a:gd name="adj" fmla="val 10909"/>
            </a:avLst>
          </a:prstGeom>
          <a:solidFill>
            <a:srgbClr val="EDE8FF"/>
          </a:solidFill>
          <a:ln w="19050">
            <a:solidFill>
              <a:srgbClr val="A79BFF"/>
            </a:solidFill>
            <a:prstDash val="solid"/>
          </a:ln>
        </p:spPr>
      </p:sp>
      <p:sp>
        <p:nvSpPr>
          <p:cNvPr id="9" name="Text 7"/>
          <p:cNvSpPr/>
          <p:nvPr/>
        </p:nvSpPr>
        <p:spPr>
          <a:xfrm>
            <a:off x="3905860" y="2606040"/>
            <a:ext cx="1005840" cy="1005840"/>
          </a:xfrm>
          <a:prstGeom prst="rect">
            <a:avLst/>
          </a:prstGeom>
          <a:noFill/>
          <a:ln/>
        </p:spPr>
        <p:txBody>
          <a:bodyPr wrap="square" lIns="0" tIns="0" rIns="0" bIns="0" rtlCol="0" anchor="ctr"/>
          <a:lstStyle/>
          <a:p>
            <a:pPr marL="0" indent="0" algn="ctr">
              <a:buNone/>
            </a:pPr>
            <a:r>
              <a:rPr lang="en-US" sz="4600" b="1" dirty="0">
                <a:solidFill>
                  <a:srgbClr val="A79BFF"/>
                </a:solidFill>
                <a:latin typeface="Malgun Gothic" pitchFamily="34" charset="0"/>
                <a:ea typeface="Malgun Gothic" pitchFamily="34" charset="-122"/>
                <a:cs typeface="Malgun Gothic" pitchFamily="34" charset="-120"/>
              </a:rPr>
              <a:t>에</a:t>
            </a:r>
            <a:endParaRPr lang="en-US" sz="4600" dirty="0"/>
          </a:p>
        </p:txBody>
      </p:sp>
      <p:sp>
        <p:nvSpPr>
          <p:cNvPr id="10" name="Text 8"/>
          <p:cNvSpPr/>
          <p:nvPr/>
        </p:nvSpPr>
        <p:spPr>
          <a:xfrm>
            <a:off x="3905860" y="3657600"/>
            <a:ext cx="1005840" cy="320040"/>
          </a:xfrm>
          <a:prstGeom prst="rect">
            <a:avLst/>
          </a:prstGeom>
          <a:noFill/>
          <a:ln/>
        </p:spPr>
        <p:txBody>
          <a:bodyPr wrap="square" lIns="0" tIns="0" rIns="0" bIns="0" rtlCol="0" anchor="ctr"/>
          <a:lstStyle/>
          <a:p>
            <a:pPr marL="0" indent="0" algn="ctr">
              <a:buNone/>
            </a:pPr>
            <a:r>
              <a:rPr lang="en-US" sz="1300" b="1" i="1" dirty="0">
                <a:solidFill>
                  <a:srgbClr val="A79BFF"/>
                </a:solidFill>
                <a:latin typeface="Calibri" pitchFamily="34" charset="0"/>
                <a:ea typeface="Calibri" pitchFamily="34" charset="-122"/>
                <a:cs typeface="Calibri" pitchFamily="34" charset="-120"/>
              </a:rPr>
              <a:t>e</a:t>
            </a:r>
            <a:endParaRPr lang="en-US" sz="1300" dirty="0"/>
          </a:p>
        </p:txBody>
      </p:sp>
      <p:sp>
        <p:nvSpPr>
          <p:cNvPr id="11" name="Shape 9"/>
          <p:cNvSpPr/>
          <p:nvPr/>
        </p:nvSpPr>
        <p:spPr>
          <a:xfrm>
            <a:off x="5030572" y="2606040"/>
            <a:ext cx="1005840" cy="1005840"/>
          </a:xfrm>
          <a:prstGeom prst="roundRect">
            <a:avLst>
              <a:gd name="adj" fmla="val 10909"/>
            </a:avLst>
          </a:prstGeom>
          <a:solidFill>
            <a:srgbClr val="EDE8FF"/>
          </a:solidFill>
          <a:ln w="19050">
            <a:solidFill>
              <a:srgbClr val="A79BFF"/>
            </a:solidFill>
            <a:prstDash val="solid"/>
          </a:ln>
        </p:spPr>
      </p:sp>
      <p:sp>
        <p:nvSpPr>
          <p:cNvPr id="12" name="Text 10"/>
          <p:cNvSpPr/>
          <p:nvPr/>
        </p:nvSpPr>
        <p:spPr>
          <a:xfrm>
            <a:off x="5030572" y="2606040"/>
            <a:ext cx="1005840" cy="1005840"/>
          </a:xfrm>
          <a:prstGeom prst="rect">
            <a:avLst/>
          </a:prstGeom>
          <a:noFill/>
          <a:ln/>
        </p:spPr>
        <p:txBody>
          <a:bodyPr wrap="square" lIns="0" tIns="0" rIns="0" bIns="0" rtlCol="0" anchor="ctr"/>
          <a:lstStyle/>
          <a:p>
            <a:pPr marL="0" indent="0" algn="ctr">
              <a:buNone/>
            </a:pPr>
            <a:r>
              <a:rPr lang="en-US" sz="4600" b="1" dirty="0">
                <a:solidFill>
                  <a:srgbClr val="A79BFF"/>
                </a:solidFill>
                <a:latin typeface="Malgun Gothic" pitchFamily="34" charset="0"/>
                <a:ea typeface="Malgun Gothic" pitchFamily="34" charset="-122"/>
                <a:cs typeface="Malgun Gothic" pitchFamily="34" charset="-120"/>
              </a:rPr>
              <a:t>얘</a:t>
            </a:r>
            <a:endParaRPr lang="en-US" sz="4600" dirty="0"/>
          </a:p>
        </p:txBody>
      </p:sp>
      <p:sp>
        <p:nvSpPr>
          <p:cNvPr id="13" name="Text 11"/>
          <p:cNvSpPr/>
          <p:nvPr/>
        </p:nvSpPr>
        <p:spPr>
          <a:xfrm>
            <a:off x="5030572" y="3657600"/>
            <a:ext cx="1005840" cy="320040"/>
          </a:xfrm>
          <a:prstGeom prst="rect">
            <a:avLst/>
          </a:prstGeom>
          <a:noFill/>
          <a:ln/>
        </p:spPr>
        <p:txBody>
          <a:bodyPr wrap="square" lIns="0" tIns="0" rIns="0" bIns="0" rtlCol="0" anchor="ctr"/>
          <a:lstStyle/>
          <a:p>
            <a:pPr marL="0" indent="0" algn="ctr">
              <a:buNone/>
            </a:pPr>
            <a:r>
              <a:rPr lang="en-US" sz="1300" b="1" i="1" dirty="0">
                <a:solidFill>
                  <a:srgbClr val="A79BFF"/>
                </a:solidFill>
                <a:latin typeface="Calibri" pitchFamily="34" charset="0"/>
                <a:ea typeface="Calibri" pitchFamily="34" charset="-122"/>
                <a:cs typeface="Calibri" pitchFamily="34" charset="-120"/>
              </a:rPr>
              <a:t>yae</a:t>
            </a:r>
            <a:endParaRPr lang="en-US" sz="1300" dirty="0"/>
          </a:p>
        </p:txBody>
      </p:sp>
      <p:sp>
        <p:nvSpPr>
          <p:cNvPr id="14" name="Shape 12"/>
          <p:cNvSpPr/>
          <p:nvPr/>
        </p:nvSpPr>
        <p:spPr>
          <a:xfrm>
            <a:off x="6155284" y="2606040"/>
            <a:ext cx="1005840" cy="1005840"/>
          </a:xfrm>
          <a:prstGeom prst="roundRect">
            <a:avLst>
              <a:gd name="adj" fmla="val 10909"/>
            </a:avLst>
          </a:prstGeom>
          <a:solidFill>
            <a:srgbClr val="EDE8FF"/>
          </a:solidFill>
          <a:ln w="19050">
            <a:solidFill>
              <a:srgbClr val="A79BFF"/>
            </a:solidFill>
            <a:prstDash val="solid"/>
          </a:ln>
        </p:spPr>
      </p:sp>
      <p:sp>
        <p:nvSpPr>
          <p:cNvPr id="15" name="Text 13"/>
          <p:cNvSpPr/>
          <p:nvPr/>
        </p:nvSpPr>
        <p:spPr>
          <a:xfrm>
            <a:off x="6155284" y="2606040"/>
            <a:ext cx="1005840" cy="1005840"/>
          </a:xfrm>
          <a:prstGeom prst="rect">
            <a:avLst/>
          </a:prstGeom>
          <a:noFill/>
          <a:ln/>
        </p:spPr>
        <p:txBody>
          <a:bodyPr wrap="square" lIns="0" tIns="0" rIns="0" bIns="0" rtlCol="0" anchor="ctr"/>
          <a:lstStyle/>
          <a:p>
            <a:pPr marL="0" indent="0" algn="ctr">
              <a:buNone/>
            </a:pPr>
            <a:r>
              <a:rPr lang="en-US" sz="4600" b="1" dirty="0">
                <a:solidFill>
                  <a:srgbClr val="A79BFF"/>
                </a:solidFill>
                <a:latin typeface="Malgun Gothic" pitchFamily="34" charset="0"/>
                <a:ea typeface="Malgun Gothic" pitchFamily="34" charset="-122"/>
                <a:cs typeface="Malgun Gothic" pitchFamily="34" charset="-120"/>
              </a:rPr>
              <a:t>예</a:t>
            </a:r>
            <a:endParaRPr lang="en-US" sz="4600" dirty="0"/>
          </a:p>
        </p:txBody>
      </p:sp>
      <p:sp>
        <p:nvSpPr>
          <p:cNvPr id="16" name="Text 14"/>
          <p:cNvSpPr/>
          <p:nvPr/>
        </p:nvSpPr>
        <p:spPr>
          <a:xfrm>
            <a:off x="6155284" y="3657600"/>
            <a:ext cx="1005840" cy="320040"/>
          </a:xfrm>
          <a:prstGeom prst="rect">
            <a:avLst/>
          </a:prstGeom>
          <a:noFill/>
          <a:ln/>
        </p:spPr>
        <p:txBody>
          <a:bodyPr wrap="square" lIns="0" tIns="0" rIns="0" bIns="0" rtlCol="0" anchor="ctr"/>
          <a:lstStyle/>
          <a:p>
            <a:pPr marL="0" indent="0" algn="ctr">
              <a:buNone/>
            </a:pPr>
            <a:r>
              <a:rPr lang="en-US" sz="1300" b="1" i="1" dirty="0">
                <a:solidFill>
                  <a:srgbClr val="A79BFF"/>
                </a:solidFill>
                <a:latin typeface="Calibri" pitchFamily="34" charset="0"/>
                <a:ea typeface="Calibri" pitchFamily="34" charset="-122"/>
                <a:cs typeface="Calibri" pitchFamily="34" charset="-120"/>
              </a:rPr>
              <a:t>ye</a:t>
            </a:r>
            <a:endParaRPr lang="en-US" sz="1300" dirty="0"/>
          </a:p>
        </p:txBody>
      </p:sp>
      <p:sp>
        <p:nvSpPr>
          <p:cNvPr id="17" name="Shape 15"/>
          <p:cNvSpPr/>
          <p:nvPr/>
        </p:nvSpPr>
        <p:spPr>
          <a:xfrm>
            <a:off x="7279996" y="2606040"/>
            <a:ext cx="1005840" cy="1005840"/>
          </a:xfrm>
          <a:prstGeom prst="roundRect">
            <a:avLst>
              <a:gd name="adj" fmla="val 10909"/>
            </a:avLst>
          </a:prstGeom>
          <a:solidFill>
            <a:srgbClr val="EDE8FF"/>
          </a:solidFill>
          <a:ln w="19050">
            <a:solidFill>
              <a:srgbClr val="A79BFF"/>
            </a:solidFill>
            <a:prstDash val="solid"/>
          </a:ln>
        </p:spPr>
      </p:sp>
      <p:sp>
        <p:nvSpPr>
          <p:cNvPr id="18" name="Text 16"/>
          <p:cNvSpPr/>
          <p:nvPr/>
        </p:nvSpPr>
        <p:spPr>
          <a:xfrm>
            <a:off x="7279996" y="2606040"/>
            <a:ext cx="1005840" cy="1005840"/>
          </a:xfrm>
          <a:prstGeom prst="rect">
            <a:avLst/>
          </a:prstGeom>
          <a:noFill/>
          <a:ln/>
        </p:spPr>
        <p:txBody>
          <a:bodyPr wrap="square" lIns="0" tIns="0" rIns="0" bIns="0" rtlCol="0" anchor="ctr"/>
          <a:lstStyle/>
          <a:p>
            <a:pPr marL="0" indent="0" algn="ctr">
              <a:buNone/>
            </a:pPr>
            <a:r>
              <a:rPr lang="en-US" sz="4600" b="1" dirty="0">
                <a:solidFill>
                  <a:srgbClr val="A79BFF"/>
                </a:solidFill>
                <a:latin typeface="Malgun Gothic" pitchFamily="34" charset="0"/>
                <a:ea typeface="Malgun Gothic" pitchFamily="34" charset="-122"/>
                <a:cs typeface="Malgun Gothic" pitchFamily="34" charset="-120"/>
              </a:rPr>
              <a:t>와</a:t>
            </a:r>
            <a:endParaRPr lang="en-US" sz="4600" dirty="0"/>
          </a:p>
        </p:txBody>
      </p:sp>
      <p:sp>
        <p:nvSpPr>
          <p:cNvPr id="19" name="Text 17"/>
          <p:cNvSpPr/>
          <p:nvPr/>
        </p:nvSpPr>
        <p:spPr>
          <a:xfrm>
            <a:off x="7279996" y="3657600"/>
            <a:ext cx="1005840" cy="320040"/>
          </a:xfrm>
          <a:prstGeom prst="rect">
            <a:avLst/>
          </a:prstGeom>
          <a:noFill/>
          <a:ln/>
        </p:spPr>
        <p:txBody>
          <a:bodyPr wrap="square" lIns="0" tIns="0" rIns="0" bIns="0" rtlCol="0" anchor="ctr"/>
          <a:lstStyle/>
          <a:p>
            <a:pPr marL="0" indent="0" algn="ctr">
              <a:buNone/>
            </a:pPr>
            <a:r>
              <a:rPr lang="en-US" sz="1300" b="1" i="1" dirty="0">
                <a:solidFill>
                  <a:srgbClr val="A79BFF"/>
                </a:solidFill>
                <a:latin typeface="Calibri" pitchFamily="34" charset="0"/>
                <a:ea typeface="Calibri" pitchFamily="34" charset="-122"/>
                <a:cs typeface="Calibri" pitchFamily="34" charset="-120"/>
              </a:rPr>
              <a:t>wa</a:t>
            </a:r>
            <a:endParaRPr lang="en-US" sz="1300" dirty="0"/>
          </a:p>
        </p:txBody>
      </p:sp>
      <p:sp>
        <p:nvSpPr>
          <p:cNvPr id="20" name="Shape 18"/>
          <p:cNvSpPr/>
          <p:nvPr/>
        </p:nvSpPr>
        <p:spPr>
          <a:xfrm>
            <a:off x="8404708" y="2606040"/>
            <a:ext cx="1005840" cy="1005840"/>
          </a:xfrm>
          <a:prstGeom prst="roundRect">
            <a:avLst>
              <a:gd name="adj" fmla="val 10909"/>
            </a:avLst>
          </a:prstGeom>
          <a:solidFill>
            <a:srgbClr val="EDE8FF"/>
          </a:solidFill>
          <a:ln w="19050">
            <a:solidFill>
              <a:srgbClr val="A79BFF"/>
            </a:solidFill>
            <a:prstDash val="solid"/>
          </a:ln>
        </p:spPr>
      </p:sp>
      <p:sp>
        <p:nvSpPr>
          <p:cNvPr id="21" name="Text 19"/>
          <p:cNvSpPr/>
          <p:nvPr/>
        </p:nvSpPr>
        <p:spPr>
          <a:xfrm>
            <a:off x="8404708" y="2606040"/>
            <a:ext cx="1005840" cy="1005840"/>
          </a:xfrm>
          <a:prstGeom prst="rect">
            <a:avLst/>
          </a:prstGeom>
          <a:noFill/>
          <a:ln/>
        </p:spPr>
        <p:txBody>
          <a:bodyPr wrap="square" lIns="0" tIns="0" rIns="0" bIns="0" rtlCol="0" anchor="ctr"/>
          <a:lstStyle/>
          <a:p>
            <a:pPr marL="0" indent="0" algn="ctr">
              <a:buNone/>
            </a:pPr>
            <a:r>
              <a:rPr lang="en-US" sz="4600" b="1" dirty="0">
                <a:solidFill>
                  <a:srgbClr val="A79BFF"/>
                </a:solidFill>
                <a:latin typeface="Malgun Gothic" pitchFamily="34" charset="0"/>
                <a:ea typeface="Malgun Gothic" pitchFamily="34" charset="-122"/>
                <a:cs typeface="Malgun Gothic" pitchFamily="34" charset="-120"/>
              </a:rPr>
              <a:t>워</a:t>
            </a:r>
            <a:endParaRPr lang="en-US" sz="4600" dirty="0"/>
          </a:p>
        </p:txBody>
      </p:sp>
      <p:sp>
        <p:nvSpPr>
          <p:cNvPr id="22" name="Text 20"/>
          <p:cNvSpPr/>
          <p:nvPr/>
        </p:nvSpPr>
        <p:spPr>
          <a:xfrm>
            <a:off x="8404708" y="3657600"/>
            <a:ext cx="1005840" cy="320040"/>
          </a:xfrm>
          <a:prstGeom prst="rect">
            <a:avLst/>
          </a:prstGeom>
          <a:noFill/>
          <a:ln/>
        </p:spPr>
        <p:txBody>
          <a:bodyPr wrap="square" lIns="0" tIns="0" rIns="0" bIns="0" rtlCol="0" anchor="ctr"/>
          <a:lstStyle/>
          <a:p>
            <a:pPr marL="0" indent="0" algn="ctr">
              <a:buNone/>
            </a:pPr>
            <a:r>
              <a:rPr lang="en-US" sz="1300" b="1" i="1" dirty="0">
                <a:solidFill>
                  <a:srgbClr val="A79BFF"/>
                </a:solidFill>
                <a:latin typeface="Calibri" pitchFamily="34" charset="0"/>
                <a:ea typeface="Calibri" pitchFamily="34" charset="-122"/>
                <a:cs typeface="Calibri" pitchFamily="34" charset="-120"/>
              </a:rPr>
              <a:t>wo</a:t>
            </a:r>
            <a:endParaRPr lang="en-US" sz="1300" dirty="0"/>
          </a:p>
        </p:txBody>
      </p:sp>
      <p:sp>
        <p:nvSpPr>
          <p:cNvPr id="23" name="Shape 21"/>
          <p:cNvSpPr/>
          <p:nvPr/>
        </p:nvSpPr>
        <p:spPr>
          <a:xfrm>
            <a:off x="2781148" y="4114800"/>
            <a:ext cx="1005840" cy="1005840"/>
          </a:xfrm>
          <a:prstGeom prst="roundRect">
            <a:avLst>
              <a:gd name="adj" fmla="val 10909"/>
            </a:avLst>
          </a:prstGeom>
          <a:solidFill>
            <a:srgbClr val="EDE8FF"/>
          </a:solidFill>
          <a:ln w="19050">
            <a:solidFill>
              <a:srgbClr val="A79BFF"/>
            </a:solidFill>
            <a:prstDash val="solid"/>
          </a:ln>
        </p:spPr>
      </p:sp>
      <p:sp>
        <p:nvSpPr>
          <p:cNvPr id="24" name="Text 22"/>
          <p:cNvSpPr/>
          <p:nvPr/>
        </p:nvSpPr>
        <p:spPr>
          <a:xfrm>
            <a:off x="2781148" y="4114800"/>
            <a:ext cx="1005840" cy="1005840"/>
          </a:xfrm>
          <a:prstGeom prst="rect">
            <a:avLst/>
          </a:prstGeom>
          <a:noFill/>
          <a:ln/>
        </p:spPr>
        <p:txBody>
          <a:bodyPr wrap="square" lIns="0" tIns="0" rIns="0" bIns="0" rtlCol="0" anchor="ctr"/>
          <a:lstStyle/>
          <a:p>
            <a:pPr marL="0" indent="0" algn="ctr">
              <a:buNone/>
            </a:pPr>
            <a:r>
              <a:rPr lang="en-US" sz="4600" b="1" dirty="0">
                <a:solidFill>
                  <a:srgbClr val="A79BFF"/>
                </a:solidFill>
                <a:latin typeface="Malgun Gothic" pitchFamily="34" charset="0"/>
                <a:ea typeface="Malgun Gothic" pitchFamily="34" charset="-122"/>
                <a:cs typeface="Malgun Gothic" pitchFamily="34" charset="-120"/>
              </a:rPr>
              <a:t>왜</a:t>
            </a:r>
            <a:endParaRPr lang="en-US" sz="4600" dirty="0"/>
          </a:p>
        </p:txBody>
      </p:sp>
      <p:sp>
        <p:nvSpPr>
          <p:cNvPr id="25" name="Text 23"/>
          <p:cNvSpPr/>
          <p:nvPr/>
        </p:nvSpPr>
        <p:spPr>
          <a:xfrm>
            <a:off x="2781148" y="5166360"/>
            <a:ext cx="1005840" cy="320040"/>
          </a:xfrm>
          <a:prstGeom prst="rect">
            <a:avLst/>
          </a:prstGeom>
          <a:noFill/>
          <a:ln/>
        </p:spPr>
        <p:txBody>
          <a:bodyPr wrap="square" lIns="0" tIns="0" rIns="0" bIns="0" rtlCol="0" anchor="ctr"/>
          <a:lstStyle/>
          <a:p>
            <a:pPr marL="0" indent="0" algn="ctr">
              <a:buNone/>
            </a:pPr>
            <a:r>
              <a:rPr lang="en-US" sz="1300" b="1" i="1" dirty="0">
                <a:solidFill>
                  <a:srgbClr val="A79BFF"/>
                </a:solidFill>
                <a:latin typeface="Calibri" pitchFamily="34" charset="0"/>
                <a:ea typeface="Calibri" pitchFamily="34" charset="-122"/>
                <a:cs typeface="Calibri" pitchFamily="34" charset="-120"/>
              </a:rPr>
              <a:t>wae</a:t>
            </a:r>
            <a:endParaRPr lang="en-US" sz="1300" dirty="0"/>
          </a:p>
        </p:txBody>
      </p:sp>
      <p:sp>
        <p:nvSpPr>
          <p:cNvPr id="26" name="Shape 24"/>
          <p:cNvSpPr/>
          <p:nvPr/>
        </p:nvSpPr>
        <p:spPr>
          <a:xfrm>
            <a:off x="3905860" y="4114800"/>
            <a:ext cx="1005840" cy="1005840"/>
          </a:xfrm>
          <a:prstGeom prst="roundRect">
            <a:avLst>
              <a:gd name="adj" fmla="val 10909"/>
            </a:avLst>
          </a:prstGeom>
          <a:solidFill>
            <a:srgbClr val="EDE8FF"/>
          </a:solidFill>
          <a:ln w="19050">
            <a:solidFill>
              <a:srgbClr val="A79BFF"/>
            </a:solidFill>
            <a:prstDash val="solid"/>
          </a:ln>
        </p:spPr>
      </p:sp>
      <p:sp>
        <p:nvSpPr>
          <p:cNvPr id="27" name="Text 25"/>
          <p:cNvSpPr/>
          <p:nvPr/>
        </p:nvSpPr>
        <p:spPr>
          <a:xfrm>
            <a:off x="3905860" y="4114800"/>
            <a:ext cx="1005840" cy="1005840"/>
          </a:xfrm>
          <a:prstGeom prst="rect">
            <a:avLst/>
          </a:prstGeom>
          <a:noFill/>
          <a:ln/>
        </p:spPr>
        <p:txBody>
          <a:bodyPr wrap="square" lIns="0" tIns="0" rIns="0" bIns="0" rtlCol="0" anchor="ctr"/>
          <a:lstStyle/>
          <a:p>
            <a:pPr marL="0" indent="0" algn="ctr">
              <a:buNone/>
            </a:pPr>
            <a:r>
              <a:rPr lang="en-US" sz="4600" b="1" dirty="0">
                <a:solidFill>
                  <a:srgbClr val="A79BFF"/>
                </a:solidFill>
                <a:latin typeface="Malgun Gothic" pitchFamily="34" charset="0"/>
                <a:ea typeface="Malgun Gothic" pitchFamily="34" charset="-122"/>
                <a:cs typeface="Malgun Gothic" pitchFamily="34" charset="-120"/>
              </a:rPr>
              <a:t>웨</a:t>
            </a:r>
            <a:endParaRPr lang="en-US" sz="4600" dirty="0"/>
          </a:p>
        </p:txBody>
      </p:sp>
      <p:sp>
        <p:nvSpPr>
          <p:cNvPr id="28" name="Text 26"/>
          <p:cNvSpPr/>
          <p:nvPr/>
        </p:nvSpPr>
        <p:spPr>
          <a:xfrm>
            <a:off x="3905860" y="5166360"/>
            <a:ext cx="1005840" cy="320040"/>
          </a:xfrm>
          <a:prstGeom prst="rect">
            <a:avLst/>
          </a:prstGeom>
          <a:noFill/>
          <a:ln/>
        </p:spPr>
        <p:txBody>
          <a:bodyPr wrap="square" lIns="0" tIns="0" rIns="0" bIns="0" rtlCol="0" anchor="ctr"/>
          <a:lstStyle/>
          <a:p>
            <a:pPr marL="0" indent="0" algn="ctr">
              <a:buNone/>
            </a:pPr>
            <a:r>
              <a:rPr lang="en-US" sz="1300" b="1" i="1" dirty="0">
                <a:solidFill>
                  <a:srgbClr val="A79BFF"/>
                </a:solidFill>
                <a:latin typeface="Calibri" pitchFamily="34" charset="0"/>
                <a:ea typeface="Calibri" pitchFamily="34" charset="-122"/>
                <a:cs typeface="Calibri" pitchFamily="34" charset="-120"/>
              </a:rPr>
              <a:t>we</a:t>
            </a:r>
            <a:endParaRPr lang="en-US" sz="1300" dirty="0"/>
          </a:p>
        </p:txBody>
      </p:sp>
      <p:sp>
        <p:nvSpPr>
          <p:cNvPr id="29" name="Shape 27"/>
          <p:cNvSpPr/>
          <p:nvPr/>
        </p:nvSpPr>
        <p:spPr>
          <a:xfrm>
            <a:off x="5030572" y="4114800"/>
            <a:ext cx="1005840" cy="1005840"/>
          </a:xfrm>
          <a:prstGeom prst="roundRect">
            <a:avLst>
              <a:gd name="adj" fmla="val 10909"/>
            </a:avLst>
          </a:prstGeom>
          <a:solidFill>
            <a:srgbClr val="EDE8FF"/>
          </a:solidFill>
          <a:ln w="19050">
            <a:solidFill>
              <a:srgbClr val="A79BFF"/>
            </a:solidFill>
            <a:prstDash val="solid"/>
          </a:ln>
        </p:spPr>
      </p:sp>
      <p:sp>
        <p:nvSpPr>
          <p:cNvPr id="30" name="Text 28"/>
          <p:cNvSpPr/>
          <p:nvPr/>
        </p:nvSpPr>
        <p:spPr>
          <a:xfrm>
            <a:off x="5030572" y="4114800"/>
            <a:ext cx="1005840" cy="1005840"/>
          </a:xfrm>
          <a:prstGeom prst="rect">
            <a:avLst/>
          </a:prstGeom>
          <a:noFill/>
          <a:ln/>
        </p:spPr>
        <p:txBody>
          <a:bodyPr wrap="square" lIns="0" tIns="0" rIns="0" bIns="0" rtlCol="0" anchor="ctr"/>
          <a:lstStyle/>
          <a:p>
            <a:pPr marL="0" indent="0" algn="ctr">
              <a:buNone/>
            </a:pPr>
            <a:r>
              <a:rPr lang="en-US" sz="4600" b="1" dirty="0">
                <a:solidFill>
                  <a:srgbClr val="A79BFF"/>
                </a:solidFill>
                <a:latin typeface="Malgun Gothic" pitchFamily="34" charset="0"/>
                <a:ea typeface="Malgun Gothic" pitchFamily="34" charset="-122"/>
                <a:cs typeface="Malgun Gothic" pitchFamily="34" charset="-120"/>
              </a:rPr>
              <a:t>외</a:t>
            </a:r>
            <a:endParaRPr lang="en-US" sz="4600" dirty="0"/>
          </a:p>
        </p:txBody>
      </p:sp>
      <p:sp>
        <p:nvSpPr>
          <p:cNvPr id="31" name="Text 29"/>
          <p:cNvSpPr/>
          <p:nvPr/>
        </p:nvSpPr>
        <p:spPr>
          <a:xfrm>
            <a:off x="5030572" y="5166360"/>
            <a:ext cx="1005840" cy="320040"/>
          </a:xfrm>
          <a:prstGeom prst="rect">
            <a:avLst/>
          </a:prstGeom>
          <a:noFill/>
          <a:ln/>
        </p:spPr>
        <p:txBody>
          <a:bodyPr wrap="square" lIns="0" tIns="0" rIns="0" bIns="0" rtlCol="0" anchor="ctr"/>
          <a:lstStyle/>
          <a:p>
            <a:pPr marL="0" indent="0" algn="ctr">
              <a:buNone/>
            </a:pPr>
            <a:r>
              <a:rPr lang="en-US" sz="1300" b="1" i="1" dirty="0">
                <a:solidFill>
                  <a:srgbClr val="A79BFF"/>
                </a:solidFill>
                <a:latin typeface="Calibri" pitchFamily="34" charset="0"/>
                <a:ea typeface="Calibri" pitchFamily="34" charset="-122"/>
                <a:cs typeface="Calibri" pitchFamily="34" charset="-120"/>
              </a:rPr>
              <a:t>oe</a:t>
            </a:r>
            <a:endParaRPr lang="en-US" sz="1300" dirty="0"/>
          </a:p>
        </p:txBody>
      </p:sp>
      <p:sp>
        <p:nvSpPr>
          <p:cNvPr id="32" name="Shape 30"/>
          <p:cNvSpPr/>
          <p:nvPr/>
        </p:nvSpPr>
        <p:spPr>
          <a:xfrm>
            <a:off x="6155284" y="4114800"/>
            <a:ext cx="1005840" cy="1005840"/>
          </a:xfrm>
          <a:prstGeom prst="roundRect">
            <a:avLst>
              <a:gd name="adj" fmla="val 10909"/>
            </a:avLst>
          </a:prstGeom>
          <a:solidFill>
            <a:srgbClr val="EDE8FF"/>
          </a:solidFill>
          <a:ln w="19050">
            <a:solidFill>
              <a:srgbClr val="A79BFF"/>
            </a:solidFill>
            <a:prstDash val="solid"/>
          </a:ln>
        </p:spPr>
      </p:sp>
      <p:sp>
        <p:nvSpPr>
          <p:cNvPr id="33" name="Text 31"/>
          <p:cNvSpPr/>
          <p:nvPr/>
        </p:nvSpPr>
        <p:spPr>
          <a:xfrm>
            <a:off x="6155284" y="4114800"/>
            <a:ext cx="1005840" cy="1005840"/>
          </a:xfrm>
          <a:prstGeom prst="rect">
            <a:avLst/>
          </a:prstGeom>
          <a:noFill/>
          <a:ln/>
        </p:spPr>
        <p:txBody>
          <a:bodyPr wrap="square" lIns="0" tIns="0" rIns="0" bIns="0" rtlCol="0" anchor="ctr"/>
          <a:lstStyle/>
          <a:p>
            <a:pPr marL="0" indent="0" algn="ctr">
              <a:buNone/>
            </a:pPr>
            <a:r>
              <a:rPr lang="en-US" sz="4600" b="1" dirty="0">
                <a:solidFill>
                  <a:srgbClr val="A79BFF"/>
                </a:solidFill>
                <a:latin typeface="Malgun Gothic" pitchFamily="34" charset="0"/>
                <a:ea typeface="Malgun Gothic" pitchFamily="34" charset="-122"/>
                <a:cs typeface="Malgun Gothic" pitchFamily="34" charset="-120"/>
              </a:rPr>
              <a:t>위</a:t>
            </a:r>
            <a:endParaRPr lang="en-US" sz="4600" dirty="0"/>
          </a:p>
        </p:txBody>
      </p:sp>
      <p:sp>
        <p:nvSpPr>
          <p:cNvPr id="34" name="Text 32"/>
          <p:cNvSpPr/>
          <p:nvPr/>
        </p:nvSpPr>
        <p:spPr>
          <a:xfrm>
            <a:off x="6155284" y="5166360"/>
            <a:ext cx="1005840" cy="320040"/>
          </a:xfrm>
          <a:prstGeom prst="rect">
            <a:avLst/>
          </a:prstGeom>
          <a:noFill/>
          <a:ln/>
        </p:spPr>
        <p:txBody>
          <a:bodyPr wrap="square" lIns="0" tIns="0" rIns="0" bIns="0" rtlCol="0" anchor="ctr"/>
          <a:lstStyle/>
          <a:p>
            <a:pPr marL="0" indent="0" algn="ctr">
              <a:buNone/>
            </a:pPr>
            <a:r>
              <a:rPr lang="en-US" sz="1300" b="1" i="1" dirty="0">
                <a:solidFill>
                  <a:srgbClr val="A79BFF"/>
                </a:solidFill>
                <a:latin typeface="Calibri" pitchFamily="34" charset="0"/>
                <a:ea typeface="Calibri" pitchFamily="34" charset="-122"/>
                <a:cs typeface="Calibri" pitchFamily="34" charset="-120"/>
              </a:rPr>
              <a:t>wi</a:t>
            </a:r>
            <a:endParaRPr lang="en-US" sz="1300" dirty="0"/>
          </a:p>
        </p:txBody>
      </p:sp>
      <p:sp>
        <p:nvSpPr>
          <p:cNvPr id="35" name="Shape 33"/>
          <p:cNvSpPr/>
          <p:nvPr/>
        </p:nvSpPr>
        <p:spPr>
          <a:xfrm>
            <a:off x="7279996" y="4114800"/>
            <a:ext cx="1005840" cy="1005840"/>
          </a:xfrm>
          <a:prstGeom prst="roundRect">
            <a:avLst>
              <a:gd name="adj" fmla="val 10909"/>
            </a:avLst>
          </a:prstGeom>
          <a:solidFill>
            <a:srgbClr val="EDE8FF"/>
          </a:solidFill>
          <a:ln w="19050">
            <a:solidFill>
              <a:srgbClr val="A79BFF"/>
            </a:solidFill>
            <a:prstDash val="solid"/>
          </a:ln>
        </p:spPr>
      </p:sp>
      <p:sp>
        <p:nvSpPr>
          <p:cNvPr id="36" name="Text 34"/>
          <p:cNvSpPr/>
          <p:nvPr/>
        </p:nvSpPr>
        <p:spPr>
          <a:xfrm>
            <a:off x="7279996" y="4114800"/>
            <a:ext cx="1005840" cy="1005840"/>
          </a:xfrm>
          <a:prstGeom prst="rect">
            <a:avLst/>
          </a:prstGeom>
          <a:noFill/>
          <a:ln/>
        </p:spPr>
        <p:txBody>
          <a:bodyPr wrap="square" lIns="0" tIns="0" rIns="0" bIns="0" rtlCol="0" anchor="ctr"/>
          <a:lstStyle/>
          <a:p>
            <a:pPr marL="0" indent="0" algn="ctr">
              <a:buNone/>
            </a:pPr>
            <a:r>
              <a:rPr lang="en-US" sz="4600" b="1" dirty="0">
                <a:solidFill>
                  <a:srgbClr val="A79BFF"/>
                </a:solidFill>
                <a:latin typeface="Malgun Gothic" pitchFamily="34" charset="0"/>
                <a:ea typeface="Malgun Gothic" pitchFamily="34" charset="-122"/>
                <a:cs typeface="Malgun Gothic" pitchFamily="34" charset="-120"/>
              </a:rPr>
              <a:t>의</a:t>
            </a:r>
            <a:endParaRPr lang="en-US" sz="4600" dirty="0"/>
          </a:p>
        </p:txBody>
      </p:sp>
      <p:sp>
        <p:nvSpPr>
          <p:cNvPr id="37" name="Text 35"/>
          <p:cNvSpPr/>
          <p:nvPr/>
        </p:nvSpPr>
        <p:spPr>
          <a:xfrm>
            <a:off x="7279996" y="5166360"/>
            <a:ext cx="1005840" cy="320040"/>
          </a:xfrm>
          <a:prstGeom prst="rect">
            <a:avLst/>
          </a:prstGeom>
          <a:noFill/>
          <a:ln/>
        </p:spPr>
        <p:txBody>
          <a:bodyPr wrap="square" lIns="0" tIns="0" rIns="0" bIns="0" rtlCol="0" anchor="ctr"/>
          <a:lstStyle/>
          <a:p>
            <a:pPr marL="0" indent="0" algn="ctr">
              <a:buNone/>
            </a:pPr>
            <a:r>
              <a:rPr lang="en-US" sz="1300" b="1" i="1" dirty="0">
                <a:solidFill>
                  <a:srgbClr val="A79BFF"/>
                </a:solidFill>
                <a:latin typeface="Calibri" pitchFamily="34" charset="0"/>
                <a:ea typeface="Calibri" pitchFamily="34" charset="-122"/>
                <a:cs typeface="Calibri" pitchFamily="34" charset="-120"/>
              </a:rPr>
              <a:t>eui</a:t>
            </a:r>
            <a:endParaRPr lang="en-US" sz="1300" dirty="0"/>
          </a:p>
        </p:txBody>
      </p:sp>
      <p:sp>
        <p:nvSpPr>
          <p:cNvPr id="38" name="Text 36"/>
          <p:cNvSpPr/>
          <p:nvPr/>
        </p:nvSpPr>
        <p:spPr>
          <a:xfrm>
            <a:off x="640080" y="5943600"/>
            <a:ext cx="10911535" cy="365760"/>
          </a:xfrm>
          <a:prstGeom prst="rect">
            <a:avLst/>
          </a:prstGeom>
          <a:noFill/>
          <a:ln/>
        </p:spPr>
        <p:txBody>
          <a:bodyPr wrap="square" lIns="0" tIns="0" rIns="0" bIns="0" rtlCol="0" anchor="ctr"/>
          <a:lstStyle/>
          <a:p>
            <a:pPr marL="0" indent="0" algn="ctr">
              <a:buNone/>
            </a:pPr>
            <a:r>
              <a:rPr lang="en-US" sz="1200" b="1" i="1" dirty="0">
                <a:solidFill>
                  <a:srgbClr val="4036ED"/>
                </a:solidFill>
                <a:latin typeface="Calibri" pitchFamily="34" charset="0"/>
                <a:ea typeface="Calibri" pitchFamily="34" charset="-122"/>
                <a:cs typeface="Calibri" pitchFamily="34" charset="-120"/>
              </a:rPr>
              <a:t>Todas estas usan ㅇ como silla vacía al inicio.</a:t>
            </a:r>
            <a:endParaRPr lang="en-US" sz="1200" dirty="0"/>
          </a:p>
        </p:txBody>
      </p:sp>
      <p:pic>
        <p:nvPicPr>
          <p:cNvPr id="39"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40" name="Text 37"/>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41" name="Text 38"/>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82</a:t>
            </a:r>
            <a:endParaRPr lang="en-US" sz="800" dirty="0"/>
          </a:p>
        </p:txBody>
      </p:sp>
    </p:spTree>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name="Slide 83">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§3.21</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Palabras con vocales compuestas</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Léelas en voz alta — siente cómo dos vocales fluyen en una.</a:t>
            </a:r>
            <a:endParaRPr lang="en-US" sz="1400" dirty="0"/>
          </a:p>
        </p:txBody>
      </p:sp>
      <p:sp>
        <p:nvSpPr>
          <p:cNvPr id="5" name="Shape 3"/>
          <p:cNvSpPr/>
          <p:nvPr/>
        </p:nvSpPr>
        <p:spPr>
          <a:xfrm>
            <a:off x="906628" y="2606040"/>
            <a:ext cx="3337560" cy="1691640"/>
          </a:xfrm>
          <a:prstGeom prst="roundRect">
            <a:avLst>
              <a:gd name="adj" fmla="val 8108"/>
            </a:avLst>
          </a:prstGeom>
          <a:solidFill>
            <a:srgbClr val="EDE8FF"/>
          </a:solidFill>
          <a:ln w="19050">
            <a:solidFill>
              <a:srgbClr val="A79BFF"/>
            </a:solidFill>
            <a:prstDash val="solid"/>
          </a:ln>
        </p:spPr>
      </p:sp>
      <p:sp>
        <p:nvSpPr>
          <p:cNvPr id="6" name="Text 4"/>
          <p:cNvSpPr/>
          <p:nvPr/>
        </p:nvSpPr>
        <p:spPr>
          <a:xfrm>
            <a:off x="906628" y="2743200"/>
            <a:ext cx="3337560" cy="914400"/>
          </a:xfrm>
          <a:prstGeom prst="rect">
            <a:avLst/>
          </a:prstGeom>
          <a:noFill/>
          <a:ln/>
        </p:spPr>
        <p:txBody>
          <a:bodyPr wrap="square" lIns="0" tIns="0" rIns="0" bIns="0" rtlCol="0" anchor="ctr"/>
          <a:lstStyle/>
          <a:p>
            <a:pPr marL="0" indent="0" algn="ctr">
              <a:buNone/>
            </a:pPr>
            <a:r>
              <a:rPr lang="en-US" sz="5000" b="1" dirty="0">
                <a:solidFill>
                  <a:srgbClr val="A79BFF"/>
                </a:solidFill>
                <a:latin typeface="Malgun Gothic" pitchFamily="34" charset="0"/>
                <a:ea typeface="Malgun Gothic" pitchFamily="34" charset="-122"/>
                <a:cs typeface="Malgun Gothic" pitchFamily="34" charset="-120"/>
              </a:rPr>
              <a:t>의자</a:t>
            </a:r>
            <a:endParaRPr lang="en-US" sz="5000" dirty="0"/>
          </a:p>
        </p:txBody>
      </p:sp>
      <p:sp>
        <p:nvSpPr>
          <p:cNvPr id="7" name="Text 5"/>
          <p:cNvSpPr/>
          <p:nvPr/>
        </p:nvSpPr>
        <p:spPr>
          <a:xfrm>
            <a:off x="906628" y="3657600"/>
            <a:ext cx="3337560" cy="320040"/>
          </a:xfrm>
          <a:prstGeom prst="rect">
            <a:avLst/>
          </a:prstGeom>
          <a:noFill/>
          <a:ln/>
        </p:spPr>
        <p:txBody>
          <a:bodyPr wrap="square" lIns="0" tIns="0" rIns="0" bIns="0" rtlCol="0" anchor="ctr"/>
          <a:lstStyle/>
          <a:p>
            <a:pPr marL="0" indent="0" algn="ctr">
              <a:buNone/>
            </a:pPr>
            <a:r>
              <a:rPr lang="en-US" sz="1300" b="1" i="1" dirty="0">
                <a:solidFill>
                  <a:srgbClr val="A79BFF"/>
                </a:solidFill>
                <a:latin typeface="Calibri" pitchFamily="34" charset="0"/>
                <a:ea typeface="Calibri" pitchFamily="34" charset="-122"/>
                <a:cs typeface="Calibri" pitchFamily="34" charset="-120"/>
              </a:rPr>
              <a:t>eui-ja</a:t>
            </a:r>
            <a:endParaRPr lang="en-US" sz="1300" dirty="0"/>
          </a:p>
        </p:txBody>
      </p:sp>
      <p:sp>
        <p:nvSpPr>
          <p:cNvPr id="8" name="Text 6"/>
          <p:cNvSpPr/>
          <p:nvPr/>
        </p:nvSpPr>
        <p:spPr>
          <a:xfrm>
            <a:off x="906628" y="3977640"/>
            <a:ext cx="3337560" cy="274320"/>
          </a:xfrm>
          <a:prstGeom prst="rect">
            <a:avLst/>
          </a:prstGeom>
          <a:noFill/>
          <a:ln/>
        </p:spPr>
        <p:txBody>
          <a:bodyPr wrap="square" lIns="0" tIns="0" rIns="0" bIns="0" rtlCol="0" anchor="ctr"/>
          <a:lstStyle/>
          <a:p>
            <a:pPr marL="0" indent="0" algn="ctr">
              <a:buNone/>
            </a:pPr>
            <a:r>
              <a:rPr lang="en-US" sz="1300" i="1" dirty="0">
                <a:solidFill>
                  <a:srgbClr val="4A4A55"/>
                </a:solidFill>
                <a:latin typeface="Calibri" pitchFamily="34" charset="0"/>
                <a:ea typeface="Calibri" pitchFamily="34" charset="-122"/>
                <a:cs typeface="Calibri" pitchFamily="34" charset="-120"/>
              </a:rPr>
              <a:t>silla</a:t>
            </a:r>
            <a:endParaRPr lang="en-US" sz="1300" dirty="0"/>
          </a:p>
        </p:txBody>
      </p:sp>
      <p:sp>
        <p:nvSpPr>
          <p:cNvPr id="9" name="Shape 7"/>
          <p:cNvSpPr/>
          <p:nvPr/>
        </p:nvSpPr>
        <p:spPr>
          <a:xfrm>
            <a:off x="4427068" y="2606040"/>
            <a:ext cx="3337560" cy="1691640"/>
          </a:xfrm>
          <a:prstGeom prst="roundRect">
            <a:avLst>
              <a:gd name="adj" fmla="val 8108"/>
            </a:avLst>
          </a:prstGeom>
          <a:solidFill>
            <a:srgbClr val="EDE8FF"/>
          </a:solidFill>
          <a:ln w="19050">
            <a:solidFill>
              <a:srgbClr val="A79BFF"/>
            </a:solidFill>
            <a:prstDash val="solid"/>
          </a:ln>
        </p:spPr>
      </p:sp>
      <p:sp>
        <p:nvSpPr>
          <p:cNvPr id="10" name="Text 8"/>
          <p:cNvSpPr/>
          <p:nvPr/>
        </p:nvSpPr>
        <p:spPr>
          <a:xfrm>
            <a:off x="4427068" y="2743200"/>
            <a:ext cx="3337560" cy="914400"/>
          </a:xfrm>
          <a:prstGeom prst="rect">
            <a:avLst/>
          </a:prstGeom>
          <a:noFill/>
          <a:ln/>
        </p:spPr>
        <p:txBody>
          <a:bodyPr wrap="square" lIns="0" tIns="0" rIns="0" bIns="0" rtlCol="0" anchor="ctr"/>
          <a:lstStyle/>
          <a:p>
            <a:pPr marL="0" indent="0" algn="ctr">
              <a:buNone/>
            </a:pPr>
            <a:r>
              <a:rPr lang="en-US" sz="5000" b="1" dirty="0">
                <a:solidFill>
                  <a:srgbClr val="A79BFF"/>
                </a:solidFill>
                <a:latin typeface="Malgun Gothic" pitchFamily="34" charset="0"/>
                <a:ea typeface="Malgun Gothic" pitchFamily="34" charset="-122"/>
                <a:cs typeface="Malgun Gothic" pitchFamily="34" charset="-120"/>
              </a:rPr>
              <a:t>외국</a:t>
            </a:r>
            <a:endParaRPr lang="en-US" sz="5000" dirty="0"/>
          </a:p>
        </p:txBody>
      </p:sp>
      <p:sp>
        <p:nvSpPr>
          <p:cNvPr id="11" name="Text 9"/>
          <p:cNvSpPr/>
          <p:nvPr/>
        </p:nvSpPr>
        <p:spPr>
          <a:xfrm>
            <a:off x="4427068" y="3657600"/>
            <a:ext cx="3337560" cy="320040"/>
          </a:xfrm>
          <a:prstGeom prst="rect">
            <a:avLst/>
          </a:prstGeom>
          <a:noFill/>
          <a:ln/>
        </p:spPr>
        <p:txBody>
          <a:bodyPr wrap="square" lIns="0" tIns="0" rIns="0" bIns="0" rtlCol="0" anchor="ctr"/>
          <a:lstStyle/>
          <a:p>
            <a:pPr marL="0" indent="0" algn="ctr">
              <a:buNone/>
            </a:pPr>
            <a:r>
              <a:rPr lang="en-US" sz="1300" b="1" i="1" dirty="0">
                <a:solidFill>
                  <a:srgbClr val="A79BFF"/>
                </a:solidFill>
                <a:latin typeface="Calibri" pitchFamily="34" charset="0"/>
                <a:ea typeface="Calibri" pitchFamily="34" charset="-122"/>
                <a:cs typeface="Calibri" pitchFamily="34" charset="-120"/>
              </a:rPr>
              <a:t>oe-guk</a:t>
            </a:r>
            <a:endParaRPr lang="en-US" sz="1300" dirty="0"/>
          </a:p>
        </p:txBody>
      </p:sp>
      <p:sp>
        <p:nvSpPr>
          <p:cNvPr id="12" name="Text 10"/>
          <p:cNvSpPr/>
          <p:nvPr/>
        </p:nvSpPr>
        <p:spPr>
          <a:xfrm>
            <a:off x="4427068" y="3977640"/>
            <a:ext cx="3337560" cy="274320"/>
          </a:xfrm>
          <a:prstGeom prst="rect">
            <a:avLst/>
          </a:prstGeom>
          <a:noFill/>
          <a:ln/>
        </p:spPr>
        <p:txBody>
          <a:bodyPr wrap="square" lIns="0" tIns="0" rIns="0" bIns="0" rtlCol="0" anchor="ctr"/>
          <a:lstStyle/>
          <a:p>
            <a:pPr marL="0" indent="0" algn="ctr">
              <a:buNone/>
            </a:pPr>
            <a:r>
              <a:rPr lang="en-US" sz="1300" i="1" dirty="0">
                <a:solidFill>
                  <a:srgbClr val="4A4A55"/>
                </a:solidFill>
                <a:latin typeface="Calibri" pitchFamily="34" charset="0"/>
                <a:ea typeface="Calibri" pitchFamily="34" charset="-122"/>
                <a:cs typeface="Calibri" pitchFamily="34" charset="-120"/>
              </a:rPr>
              <a:t>extranjero</a:t>
            </a:r>
            <a:endParaRPr lang="en-US" sz="1300" dirty="0"/>
          </a:p>
        </p:txBody>
      </p:sp>
      <p:sp>
        <p:nvSpPr>
          <p:cNvPr id="13" name="Shape 11"/>
          <p:cNvSpPr/>
          <p:nvPr/>
        </p:nvSpPr>
        <p:spPr>
          <a:xfrm>
            <a:off x="7947508" y="2606040"/>
            <a:ext cx="3337560" cy="1691640"/>
          </a:xfrm>
          <a:prstGeom prst="roundRect">
            <a:avLst>
              <a:gd name="adj" fmla="val 8108"/>
            </a:avLst>
          </a:prstGeom>
          <a:solidFill>
            <a:srgbClr val="EDE8FF"/>
          </a:solidFill>
          <a:ln w="19050">
            <a:solidFill>
              <a:srgbClr val="A79BFF"/>
            </a:solidFill>
            <a:prstDash val="solid"/>
          </a:ln>
        </p:spPr>
      </p:sp>
      <p:sp>
        <p:nvSpPr>
          <p:cNvPr id="14" name="Text 12"/>
          <p:cNvSpPr/>
          <p:nvPr/>
        </p:nvSpPr>
        <p:spPr>
          <a:xfrm>
            <a:off x="7947508" y="2743200"/>
            <a:ext cx="3337560" cy="914400"/>
          </a:xfrm>
          <a:prstGeom prst="rect">
            <a:avLst/>
          </a:prstGeom>
          <a:noFill/>
          <a:ln/>
        </p:spPr>
        <p:txBody>
          <a:bodyPr wrap="square" lIns="0" tIns="0" rIns="0" bIns="0" rtlCol="0" anchor="ctr"/>
          <a:lstStyle/>
          <a:p>
            <a:pPr marL="0" indent="0" algn="ctr">
              <a:buNone/>
            </a:pPr>
            <a:r>
              <a:rPr lang="en-US" sz="5000" b="1" dirty="0">
                <a:solidFill>
                  <a:srgbClr val="A79BFF"/>
                </a:solidFill>
                <a:latin typeface="Malgun Gothic" pitchFamily="34" charset="0"/>
                <a:ea typeface="Malgun Gothic" pitchFamily="34" charset="-122"/>
                <a:cs typeface="Malgun Gothic" pitchFamily="34" charset="-120"/>
              </a:rPr>
              <a:t>과일</a:t>
            </a:r>
            <a:endParaRPr lang="en-US" sz="5000" dirty="0"/>
          </a:p>
        </p:txBody>
      </p:sp>
      <p:sp>
        <p:nvSpPr>
          <p:cNvPr id="15" name="Text 13"/>
          <p:cNvSpPr/>
          <p:nvPr/>
        </p:nvSpPr>
        <p:spPr>
          <a:xfrm>
            <a:off x="7947508" y="3657600"/>
            <a:ext cx="3337560" cy="320040"/>
          </a:xfrm>
          <a:prstGeom prst="rect">
            <a:avLst/>
          </a:prstGeom>
          <a:noFill/>
          <a:ln/>
        </p:spPr>
        <p:txBody>
          <a:bodyPr wrap="square" lIns="0" tIns="0" rIns="0" bIns="0" rtlCol="0" anchor="ctr"/>
          <a:lstStyle/>
          <a:p>
            <a:pPr marL="0" indent="0" algn="ctr">
              <a:buNone/>
            </a:pPr>
            <a:r>
              <a:rPr lang="en-US" sz="1300" b="1" i="1" dirty="0">
                <a:solidFill>
                  <a:srgbClr val="A79BFF"/>
                </a:solidFill>
                <a:latin typeface="Calibri" pitchFamily="34" charset="0"/>
                <a:ea typeface="Calibri" pitchFamily="34" charset="-122"/>
                <a:cs typeface="Calibri" pitchFamily="34" charset="-120"/>
              </a:rPr>
              <a:t>gwa-il</a:t>
            </a:r>
            <a:endParaRPr lang="en-US" sz="1300" dirty="0"/>
          </a:p>
        </p:txBody>
      </p:sp>
      <p:sp>
        <p:nvSpPr>
          <p:cNvPr id="16" name="Text 14"/>
          <p:cNvSpPr/>
          <p:nvPr/>
        </p:nvSpPr>
        <p:spPr>
          <a:xfrm>
            <a:off x="7947508" y="3977640"/>
            <a:ext cx="3337560" cy="274320"/>
          </a:xfrm>
          <a:prstGeom prst="rect">
            <a:avLst/>
          </a:prstGeom>
          <a:noFill/>
          <a:ln/>
        </p:spPr>
        <p:txBody>
          <a:bodyPr wrap="square" lIns="0" tIns="0" rIns="0" bIns="0" rtlCol="0" anchor="ctr"/>
          <a:lstStyle/>
          <a:p>
            <a:pPr marL="0" indent="0" algn="ctr">
              <a:buNone/>
            </a:pPr>
            <a:r>
              <a:rPr lang="en-US" sz="1300" i="1" dirty="0">
                <a:solidFill>
                  <a:srgbClr val="4A4A55"/>
                </a:solidFill>
                <a:latin typeface="Calibri" pitchFamily="34" charset="0"/>
                <a:ea typeface="Calibri" pitchFamily="34" charset="-122"/>
                <a:cs typeface="Calibri" pitchFamily="34" charset="-120"/>
              </a:rPr>
              <a:t>fruta</a:t>
            </a:r>
            <a:endParaRPr lang="en-US" sz="1300" dirty="0"/>
          </a:p>
        </p:txBody>
      </p:sp>
      <p:sp>
        <p:nvSpPr>
          <p:cNvPr id="17" name="Shape 15"/>
          <p:cNvSpPr/>
          <p:nvPr/>
        </p:nvSpPr>
        <p:spPr>
          <a:xfrm>
            <a:off x="906628" y="4572000"/>
            <a:ext cx="3337560" cy="1691640"/>
          </a:xfrm>
          <a:prstGeom prst="roundRect">
            <a:avLst>
              <a:gd name="adj" fmla="val 8108"/>
            </a:avLst>
          </a:prstGeom>
          <a:solidFill>
            <a:srgbClr val="EDE8FF"/>
          </a:solidFill>
          <a:ln w="19050">
            <a:solidFill>
              <a:srgbClr val="A79BFF"/>
            </a:solidFill>
            <a:prstDash val="solid"/>
          </a:ln>
        </p:spPr>
      </p:sp>
      <p:sp>
        <p:nvSpPr>
          <p:cNvPr id="18" name="Text 16"/>
          <p:cNvSpPr/>
          <p:nvPr/>
        </p:nvSpPr>
        <p:spPr>
          <a:xfrm>
            <a:off x="906628" y="4709160"/>
            <a:ext cx="3337560" cy="914400"/>
          </a:xfrm>
          <a:prstGeom prst="rect">
            <a:avLst/>
          </a:prstGeom>
          <a:noFill/>
          <a:ln/>
        </p:spPr>
        <p:txBody>
          <a:bodyPr wrap="square" lIns="0" tIns="0" rIns="0" bIns="0" rtlCol="0" anchor="ctr"/>
          <a:lstStyle/>
          <a:p>
            <a:pPr marL="0" indent="0" algn="ctr">
              <a:buNone/>
            </a:pPr>
            <a:r>
              <a:rPr lang="en-US" sz="5000" b="1" dirty="0">
                <a:solidFill>
                  <a:srgbClr val="A79BFF"/>
                </a:solidFill>
                <a:latin typeface="Malgun Gothic" pitchFamily="34" charset="0"/>
                <a:ea typeface="Malgun Gothic" pitchFamily="34" charset="-122"/>
                <a:cs typeface="Malgun Gothic" pitchFamily="34" charset="-120"/>
              </a:rPr>
              <a:t>왜</a:t>
            </a:r>
            <a:endParaRPr lang="en-US" sz="5000" dirty="0"/>
          </a:p>
        </p:txBody>
      </p:sp>
      <p:sp>
        <p:nvSpPr>
          <p:cNvPr id="19" name="Text 17"/>
          <p:cNvSpPr/>
          <p:nvPr/>
        </p:nvSpPr>
        <p:spPr>
          <a:xfrm>
            <a:off x="906628" y="5623560"/>
            <a:ext cx="3337560" cy="320040"/>
          </a:xfrm>
          <a:prstGeom prst="rect">
            <a:avLst/>
          </a:prstGeom>
          <a:noFill/>
          <a:ln/>
        </p:spPr>
        <p:txBody>
          <a:bodyPr wrap="square" lIns="0" tIns="0" rIns="0" bIns="0" rtlCol="0" anchor="ctr"/>
          <a:lstStyle/>
          <a:p>
            <a:pPr marL="0" indent="0" algn="ctr">
              <a:buNone/>
            </a:pPr>
            <a:r>
              <a:rPr lang="en-US" sz="1300" b="1" i="1" dirty="0">
                <a:solidFill>
                  <a:srgbClr val="A79BFF"/>
                </a:solidFill>
                <a:latin typeface="Calibri" pitchFamily="34" charset="0"/>
                <a:ea typeface="Calibri" pitchFamily="34" charset="-122"/>
                <a:cs typeface="Calibri" pitchFamily="34" charset="-120"/>
              </a:rPr>
              <a:t>wae</a:t>
            </a:r>
            <a:endParaRPr lang="en-US" sz="1300" dirty="0"/>
          </a:p>
        </p:txBody>
      </p:sp>
      <p:sp>
        <p:nvSpPr>
          <p:cNvPr id="20" name="Text 18"/>
          <p:cNvSpPr/>
          <p:nvPr/>
        </p:nvSpPr>
        <p:spPr>
          <a:xfrm>
            <a:off x="906628" y="5943600"/>
            <a:ext cx="3337560" cy="274320"/>
          </a:xfrm>
          <a:prstGeom prst="rect">
            <a:avLst/>
          </a:prstGeom>
          <a:noFill/>
          <a:ln/>
        </p:spPr>
        <p:txBody>
          <a:bodyPr wrap="square" lIns="0" tIns="0" rIns="0" bIns="0" rtlCol="0" anchor="ctr"/>
          <a:lstStyle/>
          <a:p>
            <a:pPr marL="0" indent="0" algn="ctr">
              <a:buNone/>
            </a:pPr>
            <a:r>
              <a:rPr lang="en-US" sz="1300" i="1" dirty="0">
                <a:solidFill>
                  <a:srgbClr val="4A4A55"/>
                </a:solidFill>
                <a:latin typeface="Calibri" pitchFamily="34" charset="0"/>
                <a:ea typeface="Calibri" pitchFamily="34" charset="-122"/>
                <a:cs typeface="Calibri" pitchFamily="34" charset="-120"/>
              </a:rPr>
              <a:t>¿por qué?</a:t>
            </a:r>
            <a:endParaRPr lang="en-US" sz="1300" dirty="0"/>
          </a:p>
        </p:txBody>
      </p:sp>
      <p:sp>
        <p:nvSpPr>
          <p:cNvPr id="21" name="Shape 19"/>
          <p:cNvSpPr/>
          <p:nvPr/>
        </p:nvSpPr>
        <p:spPr>
          <a:xfrm>
            <a:off x="4427068" y="4572000"/>
            <a:ext cx="3337560" cy="1691640"/>
          </a:xfrm>
          <a:prstGeom prst="roundRect">
            <a:avLst>
              <a:gd name="adj" fmla="val 8108"/>
            </a:avLst>
          </a:prstGeom>
          <a:solidFill>
            <a:srgbClr val="EDE8FF"/>
          </a:solidFill>
          <a:ln w="19050">
            <a:solidFill>
              <a:srgbClr val="A79BFF"/>
            </a:solidFill>
            <a:prstDash val="solid"/>
          </a:ln>
        </p:spPr>
      </p:sp>
      <p:sp>
        <p:nvSpPr>
          <p:cNvPr id="22" name="Text 20"/>
          <p:cNvSpPr/>
          <p:nvPr/>
        </p:nvSpPr>
        <p:spPr>
          <a:xfrm>
            <a:off x="4427068" y="4709160"/>
            <a:ext cx="3337560" cy="914400"/>
          </a:xfrm>
          <a:prstGeom prst="rect">
            <a:avLst/>
          </a:prstGeom>
          <a:noFill/>
          <a:ln/>
        </p:spPr>
        <p:txBody>
          <a:bodyPr wrap="square" lIns="0" tIns="0" rIns="0" bIns="0" rtlCol="0" anchor="ctr"/>
          <a:lstStyle/>
          <a:p>
            <a:pPr marL="0" indent="0" algn="ctr">
              <a:buNone/>
            </a:pPr>
            <a:r>
              <a:rPr lang="en-US" sz="5000" b="1" dirty="0">
                <a:solidFill>
                  <a:srgbClr val="A79BFF"/>
                </a:solidFill>
                <a:latin typeface="Malgun Gothic" pitchFamily="34" charset="0"/>
                <a:ea typeface="Malgun Gothic" pitchFamily="34" charset="-122"/>
                <a:cs typeface="Malgun Gothic" pitchFamily="34" charset="-120"/>
              </a:rPr>
              <a:t>위</a:t>
            </a:r>
            <a:endParaRPr lang="en-US" sz="5000" dirty="0"/>
          </a:p>
        </p:txBody>
      </p:sp>
      <p:sp>
        <p:nvSpPr>
          <p:cNvPr id="23" name="Text 21"/>
          <p:cNvSpPr/>
          <p:nvPr/>
        </p:nvSpPr>
        <p:spPr>
          <a:xfrm>
            <a:off x="4427068" y="5623560"/>
            <a:ext cx="3337560" cy="320040"/>
          </a:xfrm>
          <a:prstGeom prst="rect">
            <a:avLst/>
          </a:prstGeom>
          <a:noFill/>
          <a:ln/>
        </p:spPr>
        <p:txBody>
          <a:bodyPr wrap="square" lIns="0" tIns="0" rIns="0" bIns="0" rtlCol="0" anchor="ctr"/>
          <a:lstStyle/>
          <a:p>
            <a:pPr marL="0" indent="0" algn="ctr">
              <a:buNone/>
            </a:pPr>
            <a:r>
              <a:rPr lang="en-US" sz="1300" b="1" i="1" dirty="0">
                <a:solidFill>
                  <a:srgbClr val="A79BFF"/>
                </a:solidFill>
                <a:latin typeface="Calibri" pitchFamily="34" charset="0"/>
                <a:ea typeface="Calibri" pitchFamily="34" charset="-122"/>
                <a:cs typeface="Calibri" pitchFamily="34" charset="-120"/>
              </a:rPr>
              <a:t>wi</a:t>
            </a:r>
            <a:endParaRPr lang="en-US" sz="1300" dirty="0"/>
          </a:p>
        </p:txBody>
      </p:sp>
      <p:sp>
        <p:nvSpPr>
          <p:cNvPr id="24" name="Text 22"/>
          <p:cNvSpPr/>
          <p:nvPr/>
        </p:nvSpPr>
        <p:spPr>
          <a:xfrm>
            <a:off x="4427068" y="5943600"/>
            <a:ext cx="3337560" cy="274320"/>
          </a:xfrm>
          <a:prstGeom prst="rect">
            <a:avLst/>
          </a:prstGeom>
          <a:noFill/>
          <a:ln/>
        </p:spPr>
        <p:txBody>
          <a:bodyPr wrap="square" lIns="0" tIns="0" rIns="0" bIns="0" rtlCol="0" anchor="ctr"/>
          <a:lstStyle/>
          <a:p>
            <a:pPr marL="0" indent="0" algn="ctr">
              <a:buNone/>
            </a:pPr>
            <a:r>
              <a:rPr lang="en-US" sz="1300" i="1" dirty="0">
                <a:solidFill>
                  <a:srgbClr val="4A4A55"/>
                </a:solidFill>
                <a:latin typeface="Calibri" pitchFamily="34" charset="0"/>
                <a:ea typeface="Calibri" pitchFamily="34" charset="-122"/>
                <a:cs typeface="Calibri" pitchFamily="34" charset="-120"/>
              </a:rPr>
              <a:t>arriba</a:t>
            </a:r>
            <a:endParaRPr lang="en-US" sz="1300" dirty="0"/>
          </a:p>
        </p:txBody>
      </p:sp>
      <p:sp>
        <p:nvSpPr>
          <p:cNvPr id="25" name="Shape 23"/>
          <p:cNvSpPr/>
          <p:nvPr/>
        </p:nvSpPr>
        <p:spPr>
          <a:xfrm>
            <a:off x="7947508" y="4572000"/>
            <a:ext cx="3337560" cy="1691640"/>
          </a:xfrm>
          <a:prstGeom prst="roundRect">
            <a:avLst>
              <a:gd name="adj" fmla="val 8108"/>
            </a:avLst>
          </a:prstGeom>
          <a:solidFill>
            <a:srgbClr val="EDE8FF"/>
          </a:solidFill>
          <a:ln w="19050">
            <a:solidFill>
              <a:srgbClr val="A79BFF"/>
            </a:solidFill>
            <a:prstDash val="solid"/>
          </a:ln>
        </p:spPr>
      </p:sp>
      <p:sp>
        <p:nvSpPr>
          <p:cNvPr id="26" name="Text 24"/>
          <p:cNvSpPr/>
          <p:nvPr/>
        </p:nvSpPr>
        <p:spPr>
          <a:xfrm>
            <a:off x="7947508" y="4709160"/>
            <a:ext cx="3337560" cy="914400"/>
          </a:xfrm>
          <a:prstGeom prst="rect">
            <a:avLst/>
          </a:prstGeom>
          <a:noFill/>
          <a:ln/>
        </p:spPr>
        <p:txBody>
          <a:bodyPr wrap="square" lIns="0" tIns="0" rIns="0" bIns="0" rtlCol="0" anchor="ctr"/>
          <a:lstStyle/>
          <a:p>
            <a:pPr marL="0" indent="0" algn="ctr">
              <a:buNone/>
            </a:pPr>
            <a:r>
              <a:rPr lang="en-US" sz="5000" b="1" dirty="0">
                <a:solidFill>
                  <a:srgbClr val="A79BFF"/>
                </a:solidFill>
                <a:latin typeface="Malgun Gothic" pitchFamily="34" charset="0"/>
                <a:ea typeface="Malgun Gothic" pitchFamily="34" charset="-122"/>
                <a:cs typeface="Malgun Gothic" pitchFamily="34" charset="-120"/>
              </a:rPr>
              <a:t>예</a:t>
            </a:r>
            <a:endParaRPr lang="en-US" sz="5000" dirty="0"/>
          </a:p>
        </p:txBody>
      </p:sp>
      <p:sp>
        <p:nvSpPr>
          <p:cNvPr id="27" name="Text 25"/>
          <p:cNvSpPr/>
          <p:nvPr/>
        </p:nvSpPr>
        <p:spPr>
          <a:xfrm>
            <a:off x="7947508" y="5623560"/>
            <a:ext cx="3337560" cy="320040"/>
          </a:xfrm>
          <a:prstGeom prst="rect">
            <a:avLst/>
          </a:prstGeom>
          <a:noFill/>
          <a:ln/>
        </p:spPr>
        <p:txBody>
          <a:bodyPr wrap="square" lIns="0" tIns="0" rIns="0" bIns="0" rtlCol="0" anchor="ctr"/>
          <a:lstStyle/>
          <a:p>
            <a:pPr marL="0" indent="0" algn="ctr">
              <a:buNone/>
            </a:pPr>
            <a:r>
              <a:rPr lang="en-US" sz="1300" b="1" i="1" dirty="0">
                <a:solidFill>
                  <a:srgbClr val="A79BFF"/>
                </a:solidFill>
                <a:latin typeface="Calibri" pitchFamily="34" charset="0"/>
                <a:ea typeface="Calibri" pitchFamily="34" charset="-122"/>
                <a:cs typeface="Calibri" pitchFamily="34" charset="-120"/>
              </a:rPr>
              <a:t>ye</a:t>
            </a:r>
            <a:endParaRPr lang="en-US" sz="1300" dirty="0"/>
          </a:p>
        </p:txBody>
      </p:sp>
      <p:sp>
        <p:nvSpPr>
          <p:cNvPr id="28" name="Text 26"/>
          <p:cNvSpPr/>
          <p:nvPr/>
        </p:nvSpPr>
        <p:spPr>
          <a:xfrm>
            <a:off x="7947508" y="5943600"/>
            <a:ext cx="3337560" cy="274320"/>
          </a:xfrm>
          <a:prstGeom prst="rect">
            <a:avLst/>
          </a:prstGeom>
          <a:noFill/>
          <a:ln/>
        </p:spPr>
        <p:txBody>
          <a:bodyPr wrap="square" lIns="0" tIns="0" rIns="0" bIns="0" rtlCol="0" anchor="ctr"/>
          <a:lstStyle/>
          <a:p>
            <a:pPr marL="0" indent="0" algn="ctr">
              <a:buNone/>
            </a:pPr>
            <a:r>
              <a:rPr lang="en-US" sz="1300" i="1" dirty="0">
                <a:solidFill>
                  <a:srgbClr val="4A4A55"/>
                </a:solidFill>
                <a:latin typeface="Calibri" pitchFamily="34" charset="0"/>
                <a:ea typeface="Calibri" pitchFamily="34" charset="-122"/>
                <a:cs typeface="Calibri" pitchFamily="34" charset="-120"/>
              </a:rPr>
              <a:t>sí</a:t>
            </a:r>
            <a:endParaRPr lang="en-US" sz="1300" dirty="0"/>
          </a:p>
        </p:txBody>
      </p:sp>
      <p:pic>
        <p:nvPicPr>
          <p:cNvPr id="29"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30" name="Text 27"/>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1" name="Text 28"/>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83</a:t>
            </a:r>
            <a:endParaRPr lang="en-US" sz="800" dirty="0"/>
          </a:p>
        </p:txBody>
      </p:sp>
    </p:spTree>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name="Slide 84">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§3.22</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Repaso: los cuatro patrones</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Antes del batchim, asegúrate de reconocer las formas de un vistazo.</a:t>
            </a:r>
            <a:endParaRPr lang="en-US" sz="1400" dirty="0"/>
          </a:p>
        </p:txBody>
      </p:sp>
      <p:sp>
        <p:nvSpPr>
          <p:cNvPr id="5" name="Shape 3"/>
          <p:cNvSpPr/>
          <p:nvPr/>
        </p:nvSpPr>
        <p:spPr>
          <a:xfrm>
            <a:off x="540868" y="2468880"/>
            <a:ext cx="2606040" cy="3840480"/>
          </a:xfrm>
          <a:prstGeom prst="roundRect">
            <a:avLst>
              <a:gd name="adj" fmla="val 6316"/>
            </a:avLst>
          </a:prstGeom>
          <a:solidFill>
            <a:srgbClr val="FFE0E0"/>
          </a:solidFill>
          <a:ln w="19050">
            <a:solidFill>
              <a:srgbClr val="FE6768"/>
            </a:solidFill>
            <a:prstDash val="solid"/>
          </a:ln>
        </p:spPr>
      </p:sp>
      <p:sp>
        <p:nvSpPr>
          <p:cNvPr id="6" name="Text 4"/>
          <p:cNvSpPr/>
          <p:nvPr/>
        </p:nvSpPr>
        <p:spPr>
          <a:xfrm>
            <a:off x="540868" y="2651760"/>
            <a:ext cx="2606040" cy="365760"/>
          </a:xfrm>
          <a:prstGeom prst="rect">
            <a:avLst/>
          </a:prstGeom>
          <a:noFill/>
          <a:ln/>
        </p:spPr>
        <p:txBody>
          <a:bodyPr wrap="square" lIns="0" tIns="0" rIns="0" bIns="0" rtlCol="0" anchor="ctr"/>
          <a:lstStyle/>
          <a:p>
            <a:pPr marL="0" indent="0" algn="ctr">
              <a:buNone/>
            </a:pPr>
            <a:r>
              <a:rPr lang="en-US" sz="1800" b="1" kern="0" spc="400" dirty="0">
                <a:solidFill>
                  <a:srgbClr val="FE6768"/>
                </a:solidFill>
                <a:latin typeface="Calibri" pitchFamily="34" charset="0"/>
                <a:ea typeface="Calibri" pitchFamily="34" charset="-122"/>
                <a:cs typeface="Calibri" pitchFamily="34" charset="-120"/>
              </a:rPr>
              <a:t>CV</a:t>
            </a:r>
            <a:endParaRPr lang="en-US" sz="1800" dirty="0"/>
          </a:p>
        </p:txBody>
      </p:sp>
      <p:sp>
        <p:nvSpPr>
          <p:cNvPr id="7" name="Shape 5"/>
          <p:cNvSpPr/>
          <p:nvPr/>
        </p:nvSpPr>
        <p:spPr>
          <a:xfrm>
            <a:off x="1112368" y="3200400"/>
            <a:ext cx="1463040" cy="1463040"/>
          </a:xfrm>
          <a:prstGeom prst="rect">
            <a:avLst/>
          </a:prstGeom>
          <a:solidFill>
            <a:srgbClr val="F6F6F6"/>
          </a:solidFill>
          <a:ln w="19050">
            <a:solidFill>
              <a:srgbClr val="FE6768"/>
            </a:solidFill>
            <a:prstDash val="solid"/>
          </a:ln>
        </p:spPr>
      </p:sp>
      <p:sp>
        <p:nvSpPr>
          <p:cNvPr id="8" name="Text 6"/>
          <p:cNvSpPr/>
          <p:nvPr/>
        </p:nvSpPr>
        <p:spPr>
          <a:xfrm>
            <a:off x="1112368" y="3200400"/>
            <a:ext cx="731520" cy="146304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ㄱ</a:t>
            </a:r>
            <a:endParaRPr lang="en-US" sz="5000" dirty="0"/>
          </a:p>
        </p:txBody>
      </p:sp>
      <p:sp>
        <p:nvSpPr>
          <p:cNvPr id="9" name="Text 7"/>
          <p:cNvSpPr/>
          <p:nvPr/>
        </p:nvSpPr>
        <p:spPr>
          <a:xfrm>
            <a:off x="1843888" y="3200400"/>
            <a:ext cx="731520" cy="146304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ㅏ</a:t>
            </a:r>
            <a:endParaRPr lang="en-US" sz="5000" dirty="0"/>
          </a:p>
        </p:txBody>
      </p:sp>
      <p:sp>
        <p:nvSpPr>
          <p:cNvPr id="10" name="Text 8"/>
          <p:cNvSpPr/>
          <p:nvPr/>
        </p:nvSpPr>
        <p:spPr>
          <a:xfrm>
            <a:off x="540868" y="4937760"/>
            <a:ext cx="2606040" cy="457200"/>
          </a:xfrm>
          <a:prstGeom prst="rect">
            <a:avLst/>
          </a:prstGeom>
          <a:noFill/>
          <a:ln/>
        </p:spPr>
        <p:txBody>
          <a:bodyPr wrap="square" lIns="0" tIns="0" rIns="0" bIns="0" rtlCol="0" anchor="ctr"/>
          <a:lstStyle/>
          <a:p>
            <a:pPr marL="0" indent="0" algn="ctr">
              <a:buNone/>
            </a:pPr>
            <a:r>
              <a:rPr lang="en-US" sz="2200" b="1" dirty="0">
                <a:solidFill>
                  <a:srgbClr val="FE6768"/>
                </a:solidFill>
                <a:latin typeface="Malgun Gothic" pitchFamily="34" charset="0"/>
                <a:ea typeface="Malgun Gothic" pitchFamily="34" charset="-122"/>
                <a:cs typeface="Malgun Gothic" pitchFamily="34" charset="-120"/>
              </a:rPr>
              <a:t>가</a:t>
            </a:r>
            <a:endParaRPr lang="en-US" sz="2200" dirty="0"/>
          </a:p>
        </p:txBody>
      </p:sp>
      <p:sp>
        <p:nvSpPr>
          <p:cNvPr id="11" name="Text 9"/>
          <p:cNvSpPr/>
          <p:nvPr/>
        </p:nvSpPr>
        <p:spPr>
          <a:xfrm>
            <a:off x="678028" y="5486400"/>
            <a:ext cx="2331720" cy="640080"/>
          </a:xfrm>
          <a:prstGeom prst="rect">
            <a:avLst/>
          </a:prstGeom>
          <a:noFill/>
          <a:ln/>
        </p:spPr>
        <p:txBody>
          <a:bodyPr wrap="square" lIns="0" tIns="0" rIns="0" bIns="0" rtlCol="0" anchor="t"/>
          <a:lstStyle/>
          <a:p>
            <a:pPr marL="0" indent="0" algn="ctr">
              <a:buNone/>
            </a:pPr>
            <a:r>
              <a:rPr lang="en-US" sz="1100" i="1" dirty="0">
                <a:solidFill>
                  <a:srgbClr val="4A4A55"/>
                </a:solidFill>
                <a:latin typeface="Calibri" pitchFamily="34" charset="0"/>
                <a:ea typeface="Calibri" pitchFamily="34" charset="-122"/>
                <a:cs typeface="Calibri" pitchFamily="34" charset="-120"/>
              </a:rPr>
              <a:t>C + V (vertical)</a:t>
            </a:r>
            <a:endParaRPr lang="en-US" sz="1100" dirty="0"/>
          </a:p>
        </p:txBody>
      </p:sp>
      <p:sp>
        <p:nvSpPr>
          <p:cNvPr id="12" name="Shape 10"/>
          <p:cNvSpPr/>
          <p:nvPr/>
        </p:nvSpPr>
        <p:spPr>
          <a:xfrm>
            <a:off x="3375508" y="2468880"/>
            <a:ext cx="2606040" cy="3840480"/>
          </a:xfrm>
          <a:prstGeom prst="roundRect">
            <a:avLst>
              <a:gd name="adj" fmla="val 6316"/>
            </a:avLst>
          </a:prstGeom>
          <a:solidFill>
            <a:srgbClr val="EDE8FF"/>
          </a:solidFill>
          <a:ln w="19050">
            <a:solidFill>
              <a:srgbClr val="4036ED"/>
            </a:solidFill>
            <a:prstDash val="solid"/>
          </a:ln>
        </p:spPr>
      </p:sp>
      <p:sp>
        <p:nvSpPr>
          <p:cNvPr id="13" name="Text 11"/>
          <p:cNvSpPr/>
          <p:nvPr/>
        </p:nvSpPr>
        <p:spPr>
          <a:xfrm>
            <a:off x="3375508" y="2651760"/>
            <a:ext cx="2606040" cy="365760"/>
          </a:xfrm>
          <a:prstGeom prst="rect">
            <a:avLst/>
          </a:prstGeom>
          <a:noFill/>
          <a:ln/>
        </p:spPr>
        <p:txBody>
          <a:bodyPr wrap="square" lIns="0" tIns="0" rIns="0" bIns="0" rtlCol="0" anchor="ctr"/>
          <a:lstStyle/>
          <a:p>
            <a:pPr marL="0" indent="0" algn="ctr">
              <a:buNone/>
            </a:pPr>
            <a:r>
              <a:rPr lang="en-US" sz="1800" b="1" kern="0" spc="400" dirty="0">
                <a:solidFill>
                  <a:srgbClr val="4036ED"/>
                </a:solidFill>
                <a:latin typeface="Calibri" pitchFamily="34" charset="0"/>
                <a:ea typeface="Calibri" pitchFamily="34" charset="-122"/>
                <a:cs typeface="Calibri" pitchFamily="34" charset="-120"/>
              </a:rPr>
              <a:t>CV</a:t>
            </a:r>
            <a:endParaRPr lang="en-US" sz="1800" dirty="0"/>
          </a:p>
        </p:txBody>
      </p:sp>
      <p:sp>
        <p:nvSpPr>
          <p:cNvPr id="14" name="Shape 12"/>
          <p:cNvSpPr/>
          <p:nvPr/>
        </p:nvSpPr>
        <p:spPr>
          <a:xfrm>
            <a:off x="3947008" y="3200400"/>
            <a:ext cx="1463040" cy="1463040"/>
          </a:xfrm>
          <a:prstGeom prst="rect">
            <a:avLst/>
          </a:prstGeom>
          <a:solidFill>
            <a:srgbClr val="F6F6F6"/>
          </a:solidFill>
          <a:ln w="19050">
            <a:solidFill>
              <a:srgbClr val="4036ED"/>
            </a:solidFill>
            <a:prstDash val="solid"/>
          </a:ln>
        </p:spPr>
      </p:sp>
      <p:sp>
        <p:nvSpPr>
          <p:cNvPr id="15" name="Text 13"/>
          <p:cNvSpPr/>
          <p:nvPr/>
        </p:nvSpPr>
        <p:spPr>
          <a:xfrm>
            <a:off x="3947008" y="3200400"/>
            <a:ext cx="1463040" cy="73152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ㄱ</a:t>
            </a:r>
            <a:endParaRPr lang="en-US" sz="5000" dirty="0"/>
          </a:p>
        </p:txBody>
      </p:sp>
      <p:sp>
        <p:nvSpPr>
          <p:cNvPr id="16" name="Text 14"/>
          <p:cNvSpPr/>
          <p:nvPr/>
        </p:nvSpPr>
        <p:spPr>
          <a:xfrm>
            <a:off x="3947008" y="3931920"/>
            <a:ext cx="1463040" cy="73152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ㅗ</a:t>
            </a:r>
            <a:endParaRPr lang="en-US" sz="5000" dirty="0"/>
          </a:p>
        </p:txBody>
      </p:sp>
      <p:sp>
        <p:nvSpPr>
          <p:cNvPr id="17" name="Text 15"/>
          <p:cNvSpPr/>
          <p:nvPr/>
        </p:nvSpPr>
        <p:spPr>
          <a:xfrm>
            <a:off x="3375508" y="4937760"/>
            <a:ext cx="2606040" cy="45720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고</a:t>
            </a:r>
            <a:endParaRPr lang="en-US" sz="2200" dirty="0"/>
          </a:p>
        </p:txBody>
      </p:sp>
      <p:sp>
        <p:nvSpPr>
          <p:cNvPr id="18" name="Text 16"/>
          <p:cNvSpPr/>
          <p:nvPr/>
        </p:nvSpPr>
        <p:spPr>
          <a:xfrm>
            <a:off x="3512668" y="5486400"/>
            <a:ext cx="2331720" cy="640080"/>
          </a:xfrm>
          <a:prstGeom prst="rect">
            <a:avLst/>
          </a:prstGeom>
          <a:noFill/>
          <a:ln/>
        </p:spPr>
        <p:txBody>
          <a:bodyPr wrap="square" lIns="0" tIns="0" rIns="0" bIns="0" rtlCol="0" anchor="t"/>
          <a:lstStyle/>
          <a:p>
            <a:pPr marL="0" indent="0" algn="ctr">
              <a:buNone/>
            </a:pPr>
            <a:r>
              <a:rPr lang="en-US" sz="1100" i="1" dirty="0">
                <a:solidFill>
                  <a:srgbClr val="4A4A55"/>
                </a:solidFill>
                <a:latin typeface="Calibri" pitchFamily="34" charset="0"/>
                <a:ea typeface="Calibri" pitchFamily="34" charset="-122"/>
                <a:cs typeface="Calibri" pitchFamily="34" charset="-120"/>
              </a:rPr>
              <a:t>C + V (horizontal)</a:t>
            </a:r>
            <a:endParaRPr lang="en-US" sz="1100" dirty="0"/>
          </a:p>
        </p:txBody>
      </p:sp>
      <p:sp>
        <p:nvSpPr>
          <p:cNvPr id="19" name="Shape 17"/>
          <p:cNvSpPr/>
          <p:nvPr/>
        </p:nvSpPr>
        <p:spPr>
          <a:xfrm>
            <a:off x="6210148" y="2468880"/>
            <a:ext cx="2606040" cy="3840480"/>
          </a:xfrm>
          <a:prstGeom prst="roundRect">
            <a:avLst>
              <a:gd name="adj" fmla="val 6316"/>
            </a:avLst>
          </a:prstGeom>
          <a:solidFill>
            <a:srgbClr val="FFE0E0"/>
          </a:solidFill>
          <a:ln w="19050">
            <a:solidFill>
              <a:srgbClr val="FE6768"/>
            </a:solidFill>
            <a:prstDash val="solid"/>
          </a:ln>
        </p:spPr>
      </p:sp>
      <p:sp>
        <p:nvSpPr>
          <p:cNvPr id="20" name="Text 18"/>
          <p:cNvSpPr/>
          <p:nvPr/>
        </p:nvSpPr>
        <p:spPr>
          <a:xfrm>
            <a:off x="6210148" y="2651760"/>
            <a:ext cx="2606040" cy="365760"/>
          </a:xfrm>
          <a:prstGeom prst="rect">
            <a:avLst/>
          </a:prstGeom>
          <a:noFill/>
          <a:ln/>
        </p:spPr>
        <p:txBody>
          <a:bodyPr wrap="square" lIns="0" tIns="0" rIns="0" bIns="0" rtlCol="0" anchor="ctr"/>
          <a:lstStyle/>
          <a:p>
            <a:pPr marL="0" indent="0" algn="ctr">
              <a:buNone/>
            </a:pPr>
            <a:r>
              <a:rPr lang="en-US" sz="1800" b="1" kern="0" spc="400" dirty="0">
                <a:solidFill>
                  <a:srgbClr val="FE6768"/>
                </a:solidFill>
                <a:latin typeface="Calibri" pitchFamily="34" charset="0"/>
                <a:ea typeface="Calibri" pitchFamily="34" charset="-122"/>
                <a:cs typeface="Calibri" pitchFamily="34" charset="-120"/>
              </a:rPr>
              <a:t>CVC</a:t>
            </a:r>
            <a:endParaRPr lang="en-US" sz="1800" dirty="0"/>
          </a:p>
        </p:txBody>
      </p:sp>
      <p:sp>
        <p:nvSpPr>
          <p:cNvPr id="21" name="Shape 19"/>
          <p:cNvSpPr/>
          <p:nvPr/>
        </p:nvSpPr>
        <p:spPr>
          <a:xfrm>
            <a:off x="6781648" y="3200400"/>
            <a:ext cx="1463040" cy="1463040"/>
          </a:xfrm>
          <a:prstGeom prst="rect">
            <a:avLst/>
          </a:prstGeom>
          <a:solidFill>
            <a:srgbClr val="F6F6F6"/>
          </a:solidFill>
          <a:ln w="19050">
            <a:solidFill>
              <a:srgbClr val="FE6768"/>
            </a:solidFill>
            <a:prstDash val="solid"/>
          </a:ln>
        </p:spPr>
      </p:sp>
      <p:sp>
        <p:nvSpPr>
          <p:cNvPr id="22" name="Text 20"/>
          <p:cNvSpPr/>
          <p:nvPr/>
        </p:nvSpPr>
        <p:spPr>
          <a:xfrm>
            <a:off x="6781648" y="3200400"/>
            <a:ext cx="731520" cy="950976"/>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ㄱ</a:t>
            </a:r>
            <a:endParaRPr lang="en-US" sz="5000" dirty="0"/>
          </a:p>
        </p:txBody>
      </p:sp>
      <p:sp>
        <p:nvSpPr>
          <p:cNvPr id="23" name="Text 21"/>
          <p:cNvSpPr/>
          <p:nvPr/>
        </p:nvSpPr>
        <p:spPr>
          <a:xfrm>
            <a:off x="7513168" y="3200400"/>
            <a:ext cx="731520" cy="950976"/>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ㅏ</a:t>
            </a:r>
            <a:endParaRPr lang="en-US" sz="5000" dirty="0"/>
          </a:p>
        </p:txBody>
      </p:sp>
      <p:sp>
        <p:nvSpPr>
          <p:cNvPr id="24" name="Text 22"/>
          <p:cNvSpPr/>
          <p:nvPr/>
        </p:nvSpPr>
        <p:spPr>
          <a:xfrm>
            <a:off x="6781648" y="4151376"/>
            <a:ext cx="1463040" cy="512064"/>
          </a:xfrm>
          <a:prstGeom prst="rect">
            <a:avLst/>
          </a:prstGeom>
          <a:noFill/>
          <a:ln/>
        </p:spPr>
        <p:txBody>
          <a:bodyPr wrap="square" lIns="0" tIns="0" rIns="0" bIns="0" rtlCol="0" anchor="ctr"/>
          <a:lstStyle/>
          <a:p>
            <a:pPr marL="0" indent="0" algn="ctr">
              <a:buNone/>
            </a:pPr>
            <a:r>
              <a:rPr lang="en-US" sz="4250" b="1" dirty="0">
                <a:solidFill>
                  <a:srgbClr val="FE6768"/>
                </a:solidFill>
                <a:latin typeface="Malgun Gothic" pitchFamily="34" charset="0"/>
                <a:ea typeface="Malgun Gothic" pitchFamily="34" charset="-122"/>
                <a:cs typeface="Malgun Gothic" pitchFamily="34" charset="-120"/>
              </a:rPr>
              <a:t>ㅇ</a:t>
            </a:r>
            <a:endParaRPr lang="en-US" sz="4250" dirty="0"/>
          </a:p>
        </p:txBody>
      </p:sp>
      <p:sp>
        <p:nvSpPr>
          <p:cNvPr id="25" name="Text 23"/>
          <p:cNvSpPr/>
          <p:nvPr/>
        </p:nvSpPr>
        <p:spPr>
          <a:xfrm>
            <a:off x="6210148" y="4937760"/>
            <a:ext cx="2606040" cy="457200"/>
          </a:xfrm>
          <a:prstGeom prst="rect">
            <a:avLst/>
          </a:prstGeom>
          <a:noFill/>
          <a:ln/>
        </p:spPr>
        <p:txBody>
          <a:bodyPr wrap="square" lIns="0" tIns="0" rIns="0" bIns="0" rtlCol="0" anchor="ctr"/>
          <a:lstStyle/>
          <a:p>
            <a:pPr marL="0" indent="0" algn="ctr">
              <a:buNone/>
            </a:pPr>
            <a:r>
              <a:rPr lang="en-US" sz="2200" b="1" dirty="0">
                <a:solidFill>
                  <a:srgbClr val="FE6768"/>
                </a:solidFill>
                <a:latin typeface="Malgun Gothic" pitchFamily="34" charset="0"/>
                <a:ea typeface="Malgun Gothic" pitchFamily="34" charset="-122"/>
                <a:cs typeface="Malgun Gothic" pitchFamily="34" charset="-120"/>
              </a:rPr>
              <a:t>강</a:t>
            </a:r>
            <a:endParaRPr lang="en-US" sz="2200" dirty="0"/>
          </a:p>
        </p:txBody>
      </p:sp>
      <p:sp>
        <p:nvSpPr>
          <p:cNvPr id="26" name="Text 24"/>
          <p:cNvSpPr/>
          <p:nvPr/>
        </p:nvSpPr>
        <p:spPr>
          <a:xfrm>
            <a:off x="6347308" y="5486400"/>
            <a:ext cx="2331720" cy="640080"/>
          </a:xfrm>
          <a:prstGeom prst="rect">
            <a:avLst/>
          </a:prstGeom>
          <a:noFill/>
          <a:ln/>
        </p:spPr>
        <p:txBody>
          <a:bodyPr wrap="square" lIns="0" tIns="0" rIns="0" bIns="0" rtlCol="0" anchor="t"/>
          <a:lstStyle/>
          <a:p>
            <a:pPr marL="0" indent="0" algn="ctr">
              <a:buNone/>
            </a:pPr>
            <a:r>
              <a:rPr lang="en-US" sz="1100" i="1" dirty="0">
                <a:solidFill>
                  <a:srgbClr val="4A4A55"/>
                </a:solidFill>
                <a:latin typeface="Calibri" pitchFamily="34" charset="0"/>
                <a:ea typeface="Calibri" pitchFamily="34" charset="-122"/>
                <a:cs typeface="Calibri" pitchFamily="34" charset="-120"/>
              </a:rPr>
              <a:t>C + V + C (vertical)</a:t>
            </a:r>
            <a:endParaRPr lang="en-US" sz="1100" dirty="0"/>
          </a:p>
        </p:txBody>
      </p:sp>
      <p:sp>
        <p:nvSpPr>
          <p:cNvPr id="27" name="Shape 25"/>
          <p:cNvSpPr/>
          <p:nvPr/>
        </p:nvSpPr>
        <p:spPr>
          <a:xfrm>
            <a:off x="9044788" y="2468880"/>
            <a:ext cx="2606040" cy="3840480"/>
          </a:xfrm>
          <a:prstGeom prst="roundRect">
            <a:avLst>
              <a:gd name="adj" fmla="val 6316"/>
            </a:avLst>
          </a:prstGeom>
          <a:solidFill>
            <a:srgbClr val="EDE8FF"/>
          </a:solidFill>
          <a:ln w="19050">
            <a:solidFill>
              <a:srgbClr val="4036ED"/>
            </a:solidFill>
            <a:prstDash val="solid"/>
          </a:ln>
        </p:spPr>
      </p:sp>
      <p:sp>
        <p:nvSpPr>
          <p:cNvPr id="28" name="Text 26"/>
          <p:cNvSpPr/>
          <p:nvPr/>
        </p:nvSpPr>
        <p:spPr>
          <a:xfrm>
            <a:off x="9044788" y="2651760"/>
            <a:ext cx="2606040" cy="365760"/>
          </a:xfrm>
          <a:prstGeom prst="rect">
            <a:avLst/>
          </a:prstGeom>
          <a:noFill/>
          <a:ln/>
        </p:spPr>
        <p:txBody>
          <a:bodyPr wrap="square" lIns="0" tIns="0" rIns="0" bIns="0" rtlCol="0" anchor="ctr"/>
          <a:lstStyle/>
          <a:p>
            <a:pPr marL="0" indent="0" algn="ctr">
              <a:buNone/>
            </a:pPr>
            <a:r>
              <a:rPr lang="en-US" sz="1800" b="1" kern="0" spc="400" dirty="0">
                <a:solidFill>
                  <a:srgbClr val="4036ED"/>
                </a:solidFill>
                <a:latin typeface="Calibri" pitchFamily="34" charset="0"/>
                <a:ea typeface="Calibri" pitchFamily="34" charset="-122"/>
                <a:cs typeface="Calibri" pitchFamily="34" charset="-120"/>
              </a:rPr>
              <a:t>CVC</a:t>
            </a:r>
            <a:endParaRPr lang="en-US" sz="1800" dirty="0"/>
          </a:p>
        </p:txBody>
      </p:sp>
      <p:sp>
        <p:nvSpPr>
          <p:cNvPr id="29" name="Shape 27"/>
          <p:cNvSpPr/>
          <p:nvPr/>
        </p:nvSpPr>
        <p:spPr>
          <a:xfrm>
            <a:off x="9616288" y="3200400"/>
            <a:ext cx="1463040" cy="1463040"/>
          </a:xfrm>
          <a:prstGeom prst="rect">
            <a:avLst/>
          </a:prstGeom>
          <a:solidFill>
            <a:srgbClr val="F6F6F6"/>
          </a:solidFill>
          <a:ln w="19050">
            <a:solidFill>
              <a:srgbClr val="4036ED"/>
            </a:solidFill>
            <a:prstDash val="solid"/>
          </a:ln>
        </p:spPr>
      </p:sp>
      <p:sp>
        <p:nvSpPr>
          <p:cNvPr id="30" name="Text 28"/>
          <p:cNvSpPr/>
          <p:nvPr/>
        </p:nvSpPr>
        <p:spPr>
          <a:xfrm>
            <a:off x="9616288" y="3200400"/>
            <a:ext cx="1463040" cy="475488"/>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ㄱ</a:t>
            </a:r>
            <a:endParaRPr lang="en-US" sz="5000" dirty="0"/>
          </a:p>
        </p:txBody>
      </p:sp>
      <p:sp>
        <p:nvSpPr>
          <p:cNvPr id="31" name="Text 29"/>
          <p:cNvSpPr/>
          <p:nvPr/>
        </p:nvSpPr>
        <p:spPr>
          <a:xfrm>
            <a:off x="9616288" y="3675888"/>
            <a:ext cx="1463040" cy="475488"/>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ㅗ</a:t>
            </a:r>
            <a:endParaRPr lang="en-US" sz="5000" dirty="0"/>
          </a:p>
        </p:txBody>
      </p:sp>
      <p:sp>
        <p:nvSpPr>
          <p:cNvPr id="32" name="Text 30"/>
          <p:cNvSpPr/>
          <p:nvPr/>
        </p:nvSpPr>
        <p:spPr>
          <a:xfrm>
            <a:off x="9616288" y="4151376"/>
            <a:ext cx="1463040" cy="512064"/>
          </a:xfrm>
          <a:prstGeom prst="rect">
            <a:avLst/>
          </a:prstGeom>
          <a:noFill/>
          <a:ln/>
        </p:spPr>
        <p:txBody>
          <a:bodyPr wrap="square" lIns="0" tIns="0" rIns="0" bIns="0" rtlCol="0" anchor="ctr"/>
          <a:lstStyle/>
          <a:p>
            <a:pPr marL="0" indent="0" algn="ctr">
              <a:buNone/>
            </a:pPr>
            <a:r>
              <a:rPr lang="en-US" sz="4250" b="1" dirty="0">
                <a:solidFill>
                  <a:srgbClr val="4036ED"/>
                </a:solidFill>
                <a:latin typeface="Malgun Gothic" pitchFamily="34" charset="0"/>
                <a:ea typeface="Malgun Gothic" pitchFamily="34" charset="-122"/>
                <a:cs typeface="Malgun Gothic" pitchFamily="34" charset="-120"/>
              </a:rPr>
              <a:t>ㅇ</a:t>
            </a:r>
            <a:endParaRPr lang="en-US" sz="4250" dirty="0"/>
          </a:p>
        </p:txBody>
      </p:sp>
      <p:sp>
        <p:nvSpPr>
          <p:cNvPr id="33" name="Text 31"/>
          <p:cNvSpPr/>
          <p:nvPr/>
        </p:nvSpPr>
        <p:spPr>
          <a:xfrm>
            <a:off x="9044788" y="4937760"/>
            <a:ext cx="2606040" cy="45720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공</a:t>
            </a:r>
            <a:endParaRPr lang="en-US" sz="2200" dirty="0"/>
          </a:p>
        </p:txBody>
      </p:sp>
      <p:sp>
        <p:nvSpPr>
          <p:cNvPr id="34" name="Text 32"/>
          <p:cNvSpPr/>
          <p:nvPr/>
        </p:nvSpPr>
        <p:spPr>
          <a:xfrm>
            <a:off x="9181948" y="5486400"/>
            <a:ext cx="2331720" cy="640080"/>
          </a:xfrm>
          <a:prstGeom prst="rect">
            <a:avLst/>
          </a:prstGeom>
          <a:noFill/>
          <a:ln/>
        </p:spPr>
        <p:txBody>
          <a:bodyPr wrap="square" lIns="0" tIns="0" rIns="0" bIns="0" rtlCol="0" anchor="t"/>
          <a:lstStyle/>
          <a:p>
            <a:pPr marL="0" indent="0" algn="ctr">
              <a:buNone/>
            </a:pPr>
            <a:r>
              <a:rPr lang="en-US" sz="1100" i="1" dirty="0">
                <a:solidFill>
                  <a:srgbClr val="4A4A55"/>
                </a:solidFill>
                <a:latin typeface="Calibri" pitchFamily="34" charset="0"/>
                <a:ea typeface="Calibri" pitchFamily="34" charset="-122"/>
                <a:cs typeface="Calibri" pitchFamily="34" charset="-120"/>
              </a:rPr>
              <a:t>C + V + C (horizontal)</a:t>
            </a:r>
            <a:endParaRPr lang="en-US" sz="1100" dirty="0"/>
          </a:p>
        </p:txBody>
      </p:sp>
      <p:pic>
        <p:nvPicPr>
          <p:cNvPr id="35"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36" name="Text 33"/>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7" name="Text 34"/>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84</a:t>
            </a:r>
            <a:endParaRPr lang="en-US" sz="800" dirty="0"/>
          </a:p>
        </p:txBody>
      </p:sp>
    </p:spTree>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name="Slide 85">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§3.23 · DESAFÍO</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Lee en voz alta</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Diez palabras coreanas de la vida diaria — sin traducción al inicio.</a:t>
            </a:r>
            <a:endParaRPr lang="en-US" sz="1400" dirty="0"/>
          </a:p>
        </p:txBody>
      </p:sp>
      <p:sp>
        <p:nvSpPr>
          <p:cNvPr id="5" name="Shape 3"/>
          <p:cNvSpPr/>
          <p:nvPr/>
        </p:nvSpPr>
        <p:spPr>
          <a:xfrm>
            <a:off x="280264" y="2606040"/>
            <a:ext cx="2194560" cy="1508760"/>
          </a:xfrm>
          <a:prstGeom prst="roundRect">
            <a:avLst>
              <a:gd name="adj" fmla="val 9091"/>
            </a:avLst>
          </a:prstGeom>
          <a:solidFill>
            <a:srgbClr val="EDE8FF"/>
          </a:solidFill>
          <a:ln w="19050">
            <a:solidFill>
              <a:srgbClr val="4036ED"/>
            </a:solidFill>
            <a:prstDash val="solid"/>
          </a:ln>
        </p:spPr>
      </p:sp>
      <p:sp>
        <p:nvSpPr>
          <p:cNvPr id="6" name="Text 4"/>
          <p:cNvSpPr/>
          <p:nvPr/>
        </p:nvSpPr>
        <p:spPr>
          <a:xfrm>
            <a:off x="280264" y="2743200"/>
            <a:ext cx="2194560" cy="868680"/>
          </a:xfrm>
          <a:prstGeom prst="rect">
            <a:avLst/>
          </a:prstGeom>
          <a:noFill/>
          <a:ln/>
        </p:spPr>
        <p:txBody>
          <a:bodyPr wrap="square" lIns="0" tIns="0" rIns="0" bIns="0" rtlCol="0" anchor="ctr"/>
          <a:lstStyle/>
          <a:p>
            <a:pPr marL="0" indent="0" algn="ctr">
              <a:buNone/>
            </a:pPr>
            <a:r>
              <a:rPr lang="en-US" sz="3800" b="1" dirty="0">
                <a:solidFill>
                  <a:srgbClr val="4036ED"/>
                </a:solidFill>
                <a:latin typeface="Malgun Gothic" pitchFamily="34" charset="0"/>
                <a:ea typeface="Malgun Gothic" pitchFamily="34" charset="-122"/>
                <a:cs typeface="Malgun Gothic" pitchFamily="34" charset="-120"/>
              </a:rPr>
              <a:t>가구</a:t>
            </a:r>
            <a:endParaRPr lang="en-US" sz="3800" dirty="0"/>
          </a:p>
        </p:txBody>
      </p:sp>
      <p:sp>
        <p:nvSpPr>
          <p:cNvPr id="7" name="Text 5"/>
          <p:cNvSpPr/>
          <p:nvPr/>
        </p:nvSpPr>
        <p:spPr>
          <a:xfrm>
            <a:off x="280264" y="3611880"/>
            <a:ext cx="2194560" cy="36576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mueble</a:t>
            </a:r>
            <a:endParaRPr lang="en-US" sz="1200" dirty="0"/>
          </a:p>
        </p:txBody>
      </p:sp>
      <p:sp>
        <p:nvSpPr>
          <p:cNvPr id="8" name="Shape 6"/>
          <p:cNvSpPr/>
          <p:nvPr/>
        </p:nvSpPr>
        <p:spPr>
          <a:xfrm>
            <a:off x="2639416" y="2606040"/>
            <a:ext cx="2194560" cy="1508760"/>
          </a:xfrm>
          <a:prstGeom prst="roundRect">
            <a:avLst>
              <a:gd name="adj" fmla="val 9091"/>
            </a:avLst>
          </a:prstGeom>
          <a:solidFill>
            <a:srgbClr val="EDE8FF"/>
          </a:solidFill>
          <a:ln w="19050">
            <a:solidFill>
              <a:srgbClr val="4036ED"/>
            </a:solidFill>
            <a:prstDash val="solid"/>
          </a:ln>
        </p:spPr>
      </p:sp>
      <p:sp>
        <p:nvSpPr>
          <p:cNvPr id="9" name="Text 7"/>
          <p:cNvSpPr/>
          <p:nvPr/>
        </p:nvSpPr>
        <p:spPr>
          <a:xfrm>
            <a:off x="2639416" y="2743200"/>
            <a:ext cx="2194560" cy="868680"/>
          </a:xfrm>
          <a:prstGeom prst="rect">
            <a:avLst/>
          </a:prstGeom>
          <a:noFill/>
          <a:ln/>
        </p:spPr>
        <p:txBody>
          <a:bodyPr wrap="square" lIns="0" tIns="0" rIns="0" bIns="0" rtlCol="0" anchor="ctr"/>
          <a:lstStyle/>
          <a:p>
            <a:pPr marL="0" indent="0" algn="ctr">
              <a:buNone/>
            </a:pPr>
            <a:r>
              <a:rPr lang="en-US" sz="3800" b="1" dirty="0">
                <a:solidFill>
                  <a:srgbClr val="4036ED"/>
                </a:solidFill>
                <a:latin typeface="Malgun Gothic" pitchFamily="34" charset="0"/>
                <a:ea typeface="Malgun Gothic" pitchFamily="34" charset="-122"/>
                <a:cs typeface="Malgun Gothic" pitchFamily="34" charset="-120"/>
              </a:rPr>
              <a:t>나무</a:t>
            </a:r>
            <a:endParaRPr lang="en-US" sz="3800" dirty="0"/>
          </a:p>
        </p:txBody>
      </p:sp>
      <p:sp>
        <p:nvSpPr>
          <p:cNvPr id="10" name="Text 8"/>
          <p:cNvSpPr/>
          <p:nvPr/>
        </p:nvSpPr>
        <p:spPr>
          <a:xfrm>
            <a:off x="2639416" y="3611880"/>
            <a:ext cx="2194560" cy="36576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árbol</a:t>
            </a:r>
            <a:endParaRPr lang="en-US" sz="1200" dirty="0"/>
          </a:p>
        </p:txBody>
      </p:sp>
      <p:sp>
        <p:nvSpPr>
          <p:cNvPr id="11" name="Shape 9"/>
          <p:cNvSpPr/>
          <p:nvPr/>
        </p:nvSpPr>
        <p:spPr>
          <a:xfrm>
            <a:off x="4998568" y="2606040"/>
            <a:ext cx="2194560" cy="1508760"/>
          </a:xfrm>
          <a:prstGeom prst="roundRect">
            <a:avLst>
              <a:gd name="adj" fmla="val 9091"/>
            </a:avLst>
          </a:prstGeom>
          <a:solidFill>
            <a:srgbClr val="EDE8FF"/>
          </a:solidFill>
          <a:ln w="19050">
            <a:solidFill>
              <a:srgbClr val="4036ED"/>
            </a:solidFill>
            <a:prstDash val="solid"/>
          </a:ln>
        </p:spPr>
      </p:sp>
      <p:sp>
        <p:nvSpPr>
          <p:cNvPr id="12" name="Text 10"/>
          <p:cNvSpPr/>
          <p:nvPr/>
        </p:nvSpPr>
        <p:spPr>
          <a:xfrm>
            <a:off x="4998568" y="2743200"/>
            <a:ext cx="2194560" cy="868680"/>
          </a:xfrm>
          <a:prstGeom prst="rect">
            <a:avLst/>
          </a:prstGeom>
          <a:noFill/>
          <a:ln/>
        </p:spPr>
        <p:txBody>
          <a:bodyPr wrap="square" lIns="0" tIns="0" rIns="0" bIns="0" rtlCol="0" anchor="ctr"/>
          <a:lstStyle/>
          <a:p>
            <a:pPr marL="0" indent="0" algn="ctr">
              <a:buNone/>
            </a:pPr>
            <a:r>
              <a:rPr lang="en-US" sz="3800" b="1" dirty="0">
                <a:solidFill>
                  <a:srgbClr val="4036ED"/>
                </a:solidFill>
                <a:latin typeface="Malgun Gothic" pitchFamily="34" charset="0"/>
                <a:ea typeface="Malgun Gothic" pitchFamily="34" charset="-122"/>
                <a:cs typeface="Malgun Gothic" pitchFamily="34" charset="-120"/>
              </a:rPr>
              <a:t>도시</a:t>
            </a:r>
            <a:endParaRPr lang="en-US" sz="3800" dirty="0"/>
          </a:p>
        </p:txBody>
      </p:sp>
      <p:sp>
        <p:nvSpPr>
          <p:cNvPr id="13" name="Text 11"/>
          <p:cNvSpPr/>
          <p:nvPr/>
        </p:nvSpPr>
        <p:spPr>
          <a:xfrm>
            <a:off x="4998568" y="3611880"/>
            <a:ext cx="2194560" cy="36576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ciudad</a:t>
            </a:r>
            <a:endParaRPr lang="en-US" sz="1200" dirty="0"/>
          </a:p>
        </p:txBody>
      </p:sp>
      <p:sp>
        <p:nvSpPr>
          <p:cNvPr id="14" name="Shape 12"/>
          <p:cNvSpPr/>
          <p:nvPr/>
        </p:nvSpPr>
        <p:spPr>
          <a:xfrm>
            <a:off x="7357720" y="2606040"/>
            <a:ext cx="2194560" cy="1508760"/>
          </a:xfrm>
          <a:prstGeom prst="roundRect">
            <a:avLst>
              <a:gd name="adj" fmla="val 9091"/>
            </a:avLst>
          </a:prstGeom>
          <a:solidFill>
            <a:srgbClr val="EDE8FF"/>
          </a:solidFill>
          <a:ln w="19050">
            <a:solidFill>
              <a:srgbClr val="4036ED"/>
            </a:solidFill>
            <a:prstDash val="solid"/>
          </a:ln>
        </p:spPr>
      </p:sp>
      <p:sp>
        <p:nvSpPr>
          <p:cNvPr id="15" name="Text 13"/>
          <p:cNvSpPr/>
          <p:nvPr/>
        </p:nvSpPr>
        <p:spPr>
          <a:xfrm>
            <a:off x="7357720" y="2743200"/>
            <a:ext cx="2194560" cy="868680"/>
          </a:xfrm>
          <a:prstGeom prst="rect">
            <a:avLst/>
          </a:prstGeom>
          <a:noFill/>
          <a:ln/>
        </p:spPr>
        <p:txBody>
          <a:bodyPr wrap="square" lIns="0" tIns="0" rIns="0" bIns="0" rtlCol="0" anchor="ctr"/>
          <a:lstStyle/>
          <a:p>
            <a:pPr marL="0" indent="0" algn="ctr">
              <a:buNone/>
            </a:pPr>
            <a:r>
              <a:rPr lang="en-US" sz="3800" b="1" dirty="0">
                <a:solidFill>
                  <a:srgbClr val="4036ED"/>
                </a:solidFill>
                <a:latin typeface="Malgun Gothic" pitchFamily="34" charset="0"/>
                <a:ea typeface="Malgun Gothic" pitchFamily="34" charset="-122"/>
                <a:cs typeface="Malgun Gothic" pitchFamily="34" charset="-120"/>
              </a:rPr>
              <a:t>머리</a:t>
            </a:r>
            <a:endParaRPr lang="en-US" sz="3800" dirty="0"/>
          </a:p>
        </p:txBody>
      </p:sp>
      <p:sp>
        <p:nvSpPr>
          <p:cNvPr id="16" name="Text 14"/>
          <p:cNvSpPr/>
          <p:nvPr/>
        </p:nvSpPr>
        <p:spPr>
          <a:xfrm>
            <a:off x="7357720" y="3611880"/>
            <a:ext cx="2194560" cy="36576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cabeza</a:t>
            </a:r>
            <a:endParaRPr lang="en-US" sz="1200" dirty="0"/>
          </a:p>
        </p:txBody>
      </p:sp>
      <p:sp>
        <p:nvSpPr>
          <p:cNvPr id="17" name="Shape 15"/>
          <p:cNvSpPr/>
          <p:nvPr/>
        </p:nvSpPr>
        <p:spPr>
          <a:xfrm>
            <a:off x="9716872" y="2606040"/>
            <a:ext cx="2194560" cy="1508760"/>
          </a:xfrm>
          <a:prstGeom prst="roundRect">
            <a:avLst>
              <a:gd name="adj" fmla="val 9091"/>
            </a:avLst>
          </a:prstGeom>
          <a:solidFill>
            <a:srgbClr val="EDE8FF"/>
          </a:solidFill>
          <a:ln w="19050">
            <a:solidFill>
              <a:srgbClr val="4036ED"/>
            </a:solidFill>
            <a:prstDash val="solid"/>
          </a:ln>
        </p:spPr>
      </p:sp>
      <p:sp>
        <p:nvSpPr>
          <p:cNvPr id="18" name="Text 16"/>
          <p:cNvSpPr/>
          <p:nvPr/>
        </p:nvSpPr>
        <p:spPr>
          <a:xfrm>
            <a:off x="9716872" y="2743200"/>
            <a:ext cx="2194560" cy="868680"/>
          </a:xfrm>
          <a:prstGeom prst="rect">
            <a:avLst/>
          </a:prstGeom>
          <a:noFill/>
          <a:ln/>
        </p:spPr>
        <p:txBody>
          <a:bodyPr wrap="square" lIns="0" tIns="0" rIns="0" bIns="0" rtlCol="0" anchor="ctr"/>
          <a:lstStyle/>
          <a:p>
            <a:pPr marL="0" indent="0" algn="ctr">
              <a:buNone/>
            </a:pPr>
            <a:r>
              <a:rPr lang="en-US" sz="3800" b="1" dirty="0">
                <a:solidFill>
                  <a:srgbClr val="4036ED"/>
                </a:solidFill>
                <a:latin typeface="Malgun Gothic" pitchFamily="34" charset="0"/>
                <a:ea typeface="Malgun Gothic" pitchFamily="34" charset="-122"/>
                <a:cs typeface="Malgun Gothic" pitchFamily="34" charset="-120"/>
              </a:rPr>
              <a:t>바다</a:t>
            </a:r>
            <a:endParaRPr lang="en-US" sz="3800" dirty="0"/>
          </a:p>
        </p:txBody>
      </p:sp>
      <p:sp>
        <p:nvSpPr>
          <p:cNvPr id="19" name="Text 17"/>
          <p:cNvSpPr/>
          <p:nvPr/>
        </p:nvSpPr>
        <p:spPr>
          <a:xfrm>
            <a:off x="9716872" y="3611880"/>
            <a:ext cx="2194560" cy="36576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mar</a:t>
            </a:r>
            <a:endParaRPr lang="en-US" sz="1200" dirty="0"/>
          </a:p>
        </p:txBody>
      </p:sp>
      <p:sp>
        <p:nvSpPr>
          <p:cNvPr id="20" name="Shape 18"/>
          <p:cNvSpPr/>
          <p:nvPr/>
        </p:nvSpPr>
        <p:spPr>
          <a:xfrm>
            <a:off x="280264" y="4315968"/>
            <a:ext cx="2194560" cy="1508760"/>
          </a:xfrm>
          <a:prstGeom prst="roundRect">
            <a:avLst>
              <a:gd name="adj" fmla="val 9091"/>
            </a:avLst>
          </a:prstGeom>
          <a:solidFill>
            <a:srgbClr val="EDE8FF"/>
          </a:solidFill>
          <a:ln w="19050">
            <a:solidFill>
              <a:srgbClr val="4036ED"/>
            </a:solidFill>
            <a:prstDash val="solid"/>
          </a:ln>
        </p:spPr>
      </p:sp>
      <p:sp>
        <p:nvSpPr>
          <p:cNvPr id="21" name="Text 19"/>
          <p:cNvSpPr/>
          <p:nvPr/>
        </p:nvSpPr>
        <p:spPr>
          <a:xfrm>
            <a:off x="280264" y="4453128"/>
            <a:ext cx="2194560" cy="868680"/>
          </a:xfrm>
          <a:prstGeom prst="rect">
            <a:avLst/>
          </a:prstGeom>
          <a:noFill/>
          <a:ln/>
        </p:spPr>
        <p:txBody>
          <a:bodyPr wrap="square" lIns="0" tIns="0" rIns="0" bIns="0" rtlCol="0" anchor="ctr"/>
          <a:lstStyle/>
          <a:p>
            <a:pPr marL="0" indent="0" algn="ctr">
              <a:buNone/>
            </a:pPr>
            <a:r>
              <a:rPr lang="en-US" sz="3800" b="1" dirty="0">
                <a:solidFill>
                  <a:srgbClr val="4036ED"/>
                </a:solidFill>
                <a:latin typeface="Malgun Gothic" pitchFamily="34" charset="0"/>
                <a:ea typeface="Malgun Gothic" pitchFamily="34" charset="-122"/>
                <a:cs typeface="Malgun Gothic" pitchFamily="34" charset="-120"/>
              </a:rPr>
              <a:t>비누</a:t>
            </a:r>
            <a:endParaRPr lang="en-US" sz="3800" dirty="0"/>
          </a:p>
        </p:txBody>
      </p:sp>
      <p:sp>
        <p:nvSpPr>
          <p:cNvPr id="22" name="Text 20"/>
          <p:cNvSpPr/>
          <p:nvPr/>
        </p:nvSpPr>
        <p:spPr>
          <a:xfrm>
            <a:off x="280264" y="5321808"/>
            <a:ext cx="2194560" cy="36576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jabón</a:t>
            </a:r>
            <a:endParaRPr lang="en-US" sz="1200" dirty="0"/>
          </a:p>
        </p:txBody>
      </p:sp>
      <p:sp>
        <p:nvSpPr>
          <p:cNvPr id="23" name="Shape 21"/>
          <p:cNvSpPr/>
          <p:nvPr/>
        </p:nvSpPr>
        <p:spPr>
          <a:xfrm>
            <a:off x="2639416" y="4315968"/>
            <a:ext cx="2194560" cy="1508760"/>
          </a:xfrm>
          <a:prstGeom prst="roundRect">
            <a:avLst>
              <a:gd name="adj" fmla="val 9091"/>
            </a:avLst>
          </a:prstGeom>
          <a:solidFill>
            <a:srgbClr val="EDE8FF"/>
          </a:solidFill>
          <a:ln w="19050">
            <a:solidFill>
              <a:srgbClr val="4036ED"/>
            </a:solidFill>
            <a:prstDash val="solid"/>
          </a:ln>
        </p:spPr>
      </p:sp>
      <p:sp>
        <p:nvSpPr>
          <p:cNvPr id="24" name="Text 22"/>
          <p:cNvSpPr/>
          <p:nvPr/>
        </p:nvSpPr>
        <p:spPr>
          <a:xfrm>
            <a:off x="2639416" y="4453128"/>
            <a:ext cx="2194560" cy="868680"/>
          </a:xfrm>
          <a:prstGeom prst="rect">
            <a:avLst/>
          </a:prstGeom>
          <a:noFill/>
          <a:ln/>
        </p:spPr>
        <p:txBody>
          <a:bodyPr wrap="square" lIns="0" tIns="0" rIns="0" bIns="0" rtlCol="0" anchor="ctr"/>
          <a:lstStyle/>
          <a:p>
            <a:pPr marL="0" indent="0" algn="ctr">
              <a:buNone/>
            </a:pPr>
            <a:r>
              <a:rPr lang="en-US" sz="3800" b="1" dirty="0">
                <a:solidFill>
                  <a:srgbClr val="4036ED"/>
                </a:solidFill>
                <a:latin typeface="Malgun Gothic" pitchFamily="34" charset="0"/>
                <a:ea typeface="Malgun Gothic" pitchFamily="34" charset="-122"/>
                <a:cs typeface="Malgun Gothic" pitchFamily="34" charset="-120"/>
              </a:rPr>
              <a:t>사자</a:t>
            </a:r>
            <a:endParaRPr lang="en-US" sz="3800" dirty="0"/>
          </a:p>
        </p:txBody>
      </p:sp>
      <p:sp>
        <p:nvSpPr>
          <p:cNvPr id="25" name="Text 23"/>
          <p:cNvSpPr/>
          <p:nvPr/>
        </p:nvSpPr>
        <p:spPr>
          <a:xfrm>
            <a:off x="2639416" y="5321808"/>
            <a:ext cx="2194560" cy="36576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león</a:t>
            </a:r>
            <a:endParaRPr lang="en-US" sz="1200" dirty="0"/>
          </a:p>
        </p:txBody>
      </p:sp>
      <p:sp>
        <p:nvSpPr>
          <p:cNvPr id="26" name="Shape 24"/>
          <p:cNvSpPr/>
          <p:nvPr/>
        </p:nvSpPr>
        <p:spPr>
          <a:xfrm>
            <a:off x="4998568" y="4315968"/>
            <a:ext cx="2194560" cy="1508760"/>
          </a:xfrm>
          <a:prstGeom prst="roundRect">
            <a:avLst>
              <a:gd name="adj" fmla="val 9091"/>
            </a:avLst>
          </a:prstGeom>
          <a:solidFill>
            <a:srgbClr val="EDE8FF"/>
          </a:solidFill>
          <a:ln w="19050">
            <a:solidFill>
              <a:srgbClr val="4036ED"/>
            </a:solidFill>
            <a:prstDash val="solid"/>
          </a:ln>
        </p:spPr>
      </p:sp>
      <p:sp>
        <p:nvSpPr>
          <p:cNvPr id="27" name="Text 25"/>
          <p:cNvSpPr/>
          <p:nvPr/>
        </p:nvSpPr>
        <p:spPr>
          <a:xfrm>
            <a:off x="4998568" y="4453128"/>
            <a:ext cx="2194560" cy="868680"/>
          </a:xfrm>
          <a:prstGeom prst="rect">
            <a:avLst/>
          </a:prstGeom>
          <a:noFill/>
          <a:ln/>
        </p:spPr>
        <p:txBody>
          <a:bodyPr wrap="square" lIns="0" tIns="0" rIns="0" bIns="0" rtlCol="0" anchor="ctr"/>
          <a:lstStyle/>
          <a:p>
            <a:pPr marL="0" indent="0" algn="ctr">
              <a:buNone/>
            </a:pPr>
            <a:r>
              <a:rPr lang="en-US" sz="3800" b="1" dirty="0">
                <a:solidFill>
                  <a:srgbClr val="4036ED"/>
                </a:solidFill>
                <a:latin typeface="Malgun Gothic" pitchFamily="34" charset="0"/>
                <a:ea typeface="Malgun Gothic" pitchFamily="34" charset="-122"/>
                <a:cs typeface="Malgun Gothic" pitchFamily="34" charset="-120"/>
              </a:rPr>
              <a:t>주소</a:t>
            </a:r>
            <a:endParaRPr lang="en-US" sz="3800" dirty="0"/>
          </a:p>
        </p:txBody>
      </p:sp>
      <p:sp>
        <p:nvSpPr>
          <p:cNvPr id="28" name="Text 26"/>
          <p:cNvSpPr/>
          <p:nvPr/>
        </p:nvSpPr>
        <p:spPr>
          <a:xfrm>
            <a:off x="4998568" y="5321808"/>
            <a:ext cx="2194560" cy="36576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dirección</a:t>
            </a:r>
            <a:endParaRPr lang="en-US" sz="1200" dirty="0"/>
          </a:p>
        </p:txBody>
      </p:sp>
      <p:sp>
        <p:nvSpPr>
          <p:cNvPr id="29" name="Shape 27"/>
          <p:cNvSpPr/>
          <p:nvPr/>
        </p:nvSpPr>
        <p:spPr>
          <a:xfrm>
            <a:off x="7357720" y="4315968"/>
            <a:ext cx="2194560" cy="1508760"/>
          </a:xfrm>
          <a:prstGeom prst="roundRect">
            <a:avLst>
              <a:gd name="adj" fmla="val 9091"/>
            </a:avLst>
          </a:prstGeom>
          <a:solidFill>
            <a:srgbClr val="EDE8FF"/>
          </a:solidFill>
          <a:ln w="19050">
            <a:solidFill>
              <a:srgbClr val="4036ED"/>
            </a:solidFill>
            <a:prstDash val="solid"/>
          </a:ln>
        </p:spPr>
      </p:sp>
      <p:sp>
        <p:nvSpPr>
          <p:cNvPr id="30" name="Text 28"/>
          <p:cNvSpPr/>
          <p:nvPr/>
        </p:nvSpPr>
        <p:spPr>
          <a:xfrm>
            <a:off x="7357720" y="4453128"/>
            <a:ext cx="2194560" cy="868680"/>
          </a:xfrm>
          <a:prstGeom prst="rect">
            <a:avLst/>
          </a:prstGeom>
          <a:noFill/>
          <a:ln/>
        </p:spPr>
        <p:txBody>
          <a:bodyPr wrap="square" lIns="0" tIns="0" rIns="0" bIns="0" rtlCol="0" anchor="ctr"/>
          <a:lstStyle/>
          <a:p>
            <a:pPr marL="0" indent="0" algn="ctr">
              <a:buNone/>
            </a:pPr>
            <a:r>
              <a:rPr lang="en-US" sz="3800" b="1" dirty="0">
                <a:solidFill>
                  <a:srgbClr val="4036ED"/>
                </a:solidFill>
                <a:latin typeface="Malgun Gothic" pitchFamily="34" charset="0"/>
                <a:ea typeface="Malgun Gothic" pitchFamily="34" charset="-122"/>
                <a:cs typeface="Malgun Gothic" pitchFamily="34" charset="-120"/>
              </a:rPr>
              <a:t>치마</a:t>
            </a:r>
            <a:endParaRPr lang="en-US" sz="3800" dirty="0"/>
          </a:p>
        </p:txBody>
      </p:sp>
      <p:sp>
        <p:nvSpPr>
          <p:cNvPr id="31" name="Text 29"/>
          <p:cNvSpPr/>
          <p:nvPr/>
        </p:nvSpPr>
        <p:spPr>
          <a:xfrm>
            <a:off x="7357720" y="5321808"/>
            <a:ext cx="2194560" cy="36576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falda</a:t>
            </a:r>
            <a:endParaRPr lang="en-US" sz="1200" dirty="0"/>
          </a:p>
        </p:txBody>
      </p:sp>
      <p:sp>
        <p:nvSpPr>
          <p:cNvPr id="32" name="Shape 30"/>
          <p:cNvSpPr/>
          <p:nvPr/>
        </p:nvSpPr>
        <p:spPr>
          <a:xfrm>
            <a:off x="9716872" y="4315968"/>
            <a:ext cx="2194560" cy="1508760"/>
          </a:xfrm>
          <a:prstGeom prst="roundRect">
            <a:avLst>
              <a:gd name="adj" fmla="val 9091"/>
            </a:avLst>
          </a:prstGeom>
          <a:solidFill>
            <a:srgbClr val="EDE8FF"/>
          </a:solidFill>
          <a:ln w="19050">
            <a:solidFill>
              <a:srgbClr val="4036ED"/>
            </a:solidFill>
            <a:prstDash val="solid"/>
          </a:ln>
        </p:spPr>
      </p:sp>
      <p:sp>
        <p:nvSpPr>
          <p:cNvPr id="33" name="Text 31"/>
          <p:cNvSpPr/>
          <p:nvPr/>
        </p:nvSpPr>
        <p:spPr>
          <a:xfrm>
            <a:off x="9716872" y="4453128"/>
            <a:ext cx="2194560" cy="868680"/>
          </a:xfrm>
          <a:prstGeom prst="rect">
            <a:avLst/>
          </a:prstGeom>
          <a:noFill/>
          <a:ln/>
        </p:spPr>
        <p:txBody>
          <a:bodyPr wrap="square" lIns="0" tIns="0" rIns="0" bIns="0" rtlCol="0" anchor="ctr"/>
          <a:lstStyle/>
          <a:p>
            <a:pPr marL="0" indent="0" algn="ctr">
              <a:buNone/>
            </a:pPr>
            <a:r>
              <a:rPr lang="en-US" sz="3800" b="1" dirty="0">
                <a:solidFill>
                  <a:srgbClr val="4036ED"/>
                </a:solidFill>
                <a:latin typeface="Malgun Gothic" pitchFamily="34" charset="0"/>
                <a:ea typeface="Malgun Gothic" pitchFamily="34" charset="-122"/>
                <a:cs typeface="Malgun Gothic" pitchFamily="34" charset="-120"/>
              </a:rPr>
              <a:t>커피</a:t>
            </a:r>
            <a:endParaRPr lang="en-US" sz="3800" dirty="0"/>
          </a:p>
        </p:txBody>
      </p:sp>
      <p:sp>
        <p:nvSpPr>
          <p:cNvPr id="34" name="Text 32"/>
          <p:cNvSpPr/>
          <p:nvPr/>
        </p:nvSpPr>
        <p:spPr>
          <a:xfrm>
            <a:off x="9716872" y="5321808"/>
            <a:ext cx="2194560" cy="36576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café</a:t>
            </a:r>
            <a:endParaRPr lang="en-US" sz="1200" dirty="0"/>
          </a:p>
        </p:txBody>
      </p:sp>
      <p:sp>
        <p:nvSpPr>
          <p:cNvPr id="35" name="Text 33"/>
          <p:cNvSpPr/>
          <p:nvPr/>
        </p:nvSpPr>
        <p:spPr>
          <a:xfrm>
            <a:off x="640080" y="5943600"/>
            <a:ext cx="10911535" cy="365760"/>
          </a:xfrm>
          <a:prstGeom prst="rect">
            <a:avLst/>
          </a:prstGeom>
          <a:noFill/>
          <a:ln/>
        </p:spPr>
        <p:txBody>
          <a:bodyPr wrap="square" lIns="0" tIns="0" rIns="0" bIns="0" rtlCol="0" anchor="ctr"/>
          <a:lstStyle/>
          <a:p>
            <a:pPr marL="0" indent="0" algn="ctr">
              <a:buNone/>
            </a:pPr>
            <a:r>
              <a:rPr lang="en-US" sz="1300" b="1" i="1" dirty="0">
                <a:solidFill>
                  <a:srgbClr val="FE6768"/>
                </a:solidFill>
                <a:latin typeface="Calibri" pitchFamily="34" charset="0"/>
                <a:ea typeface="Calibri" pitchFamily="34" charset="-122"/>
                <a:cs typeface="Calibri" pitchFamily="34" charset="-120"/>
              </a:rPr>
              <a:t>화이팅!  ·  ¡Tú puedes! Léelas tres veces.</a:t>
            </a:r>
            <a:endParaRPr lang="en-US" sz="1300" dirty="0"/>
          </a:p>
        </p:txBody>
      </p:sp>
      <p:pic>
        <p:nvPicPr>
          <p:cNvPr id="36"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37" name="Text 34"/>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8" name="Text 35"/>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85</a:t>
            </a:r>
            <a:endParaRPr lang="en-US" sz="800" dirty="0"/>
          </a:p>
        </p:txBody>
      </p:sp>
    </p:spTree>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name="Slide 86">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§3.24</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El orden dentro del bloque</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Cuando escribes una sílaba, sigues el mismo orden que en español: arriba-abajo, izquierda-derecha.</a:t>
            </a:r>
            <a:endParaRPr lang="en-US" sz="1400" dirty="0"/>
          </a:p>
        </p:txBody>
      </p:sp>
      <p:sp>
        <p:nvSpPr>
          <p:cNvPr id="5" name="Text 3"/>
          <p:cNvSpPr/>
          <p:nvPr/>
        </p:nvSpPr>
        <p:spPr>
          <a:xfrm>
            <a:off x="640080" y="2377440"/>
            <a:ext cx="5486400" cy="3657600"/>
          </a:xfrm>
          <a:prstGeom prst="rect">
            <a:avLst/>
          </a:prstGeom>
          <a:noFill/>
          <a:ln/>
        </p:spPr>
        <p:txBody>
          <a:bodyPr wrap="square" lIns="0" tIns="0" rIns="0" bIns="0" rtlCol="0" anchor="t"/>
          <a:lstStyle/>
          <a:p>
            <a:pPr marL="0" indent="0">
              <a:spcAft>
                <a:spcPts val="1200"/>
              </a:spcAft>
              <a:buNone/>
            </a:pPr>
            <a:r>
              <a:rPr lang="en-US" sz="1400" b="1" dirty="0">
                <a:solidFill>
                  <a:srgbClr val="4036ED"/>
                </a:solidFill>
              </a:rPr>
              <a:t>Reglas para escribir un bloque silábico:</a:t>
            </a:r>
            <a:endParaRPr lang="en-US" sz="1400" dirty="0"/>
          </a:p>
          <a:p>
            <a:pPr marL="0" indent="0">
              <a:buNone/>
            </a:pPr>
            <a:r>
              <a:rPr lang="en-US" sz="1400" b="1" dirty="0">
                <a:solidFill>
                  <a:srgbClr val="FE6768"/>
                </a:solidFill>
              </a:rPr>
              <a:t>1.  </a:t>
            </a:r>
            <a:r>
              <a:rPr lang="en-US" sz="1300" dirty="0">
                <a:solidFill>
                  <a:srgbClr val="1E1E2A"/>
                </a:solidFill>
              </a:rPr>
              <a:t>De arriba hacia abajo (consonante inicial primero, batchim al final).</a:t>
            </a:r>
            <a:endParaRPr lang="en-US" sz="1400" dirty="0"/>
          </a:p>
          <a:p>
            <a:pPr marL="0" indent="0">
              <a:buNone/>
            </a:pPr>
            <a:r>
              <a:rPr lang="en-US" sz="1400" b="1" dirty="0">
                <a:solidFill>
                  <a:srgbClr val="FE6768"/>
                </a:solidFill>
              </a:rPr>
              <a:t>2.  </a:t>
            </a:r>
            <a:r>
              <a:rPr lang="en-US" sz="1300" dirty="0">
                <a:solidFill>
                  <a:srgbClr val="1E1E2A"/>
                </a:solidFill>
              </a:rPr>
              <a:t>De izquierda a derecha (consonante antes que vocal cuando están al lado).</a:t>
            </a:r>
            <a:endParaRPr lang="en-US" sz="1400" dirty="0"/>
          </a:p>
          <a:p>
            <a:pPr marL="0" indent="0">
              <a:buNone/>
            </a:pPr>
            <a:r>
              <a:rPr lang="en-US" sz="1400" b="1" dirty="0">
                <a:solidFill>
                  <a:srgbClr val="FE6768"/>
                </a:solidFill>
              </a:rPr>
              <a:t>3.  </a:t>
            </a:r>
            <a:r>
              <a:rPr lang="en-US" sz="1300" dirty="0">
                <a:solidFill>
                  <a:srgbClr val="1E1E2A"/>
                </a:solidFill>
              </a:rPr>
              <a:t>Cada letra mantiene su propio orden de trazos (lo que ya aprendiste).</a:t>
            </a:r>
            <a:endParaRPr lang="en-US" sz="1400" dirty="0"/>
          </a:p>
          <a:p>
            <a:pPr marL="0" indent="0">
              <a:buNone/>
            </a:pPr>
            <a:r>
              <a:rPr lang="en-US" sz="1200" i="1" dirty="0">
                <a:solidFill>
                  <a:srgbClr val="4A4A55"/>
                </a:solidFill>
              </a:rPr>
              <a:t>En la práctica: ojos en el bloque, mano va siguiendo de arriba-izquierda hacia abajo-derecha.</a:t>
            </a:r>
            <a:endParaRPr lang="en-US" sz="1400" dirty="0"/>
          </a:p>
        </p:txBody>
      </p:sp>
      <p:sp>
        <p:nvSpPr>
          <p:cNvPr id="6" name="Shape 4"/>
          <p:cNvSpPr/>
          <p:nvPr/>
        </p:nvSpPr>
        <p:spPr>
          <a:xfrm>
            <a:off x="6492240" y="2468880"/>
            <a:ext cx="5120640" cy="3840480"/>
          </a:xfrm>
          <a:prstGeom prst="roundRect">
            <a:avLst>
              <a:gd name="adj" fmla="val 4286"/>
            </a:avLst>
          </a:prstGeom>
          <a:solidFill>
            <a:srgbClr val="FFE0E0"/>
          </a:solidFill>
          <a:ln w="19050">
            <a:solidFill>
              <a:srgbClr val="FE6768"/>
            </a:solidFill>
            <a:prstDash val="solid"/>
          </a:ln>
        </p:spPr>
      </p:sp>
      <p:sp>
        <p:nvSpPr>
          <p:cNvPr id="7" name="Text 5"/>
          <p:cNvSpPr/>
          <p:nvPr/>
        </p:nvSpPr>
        <p:spPr>
          <a:xfrm>
            <a:off x="6492240" y="2606040"/>
            <a:ext cx="5120640" cy="365760"/>
          </a:xfrm>
          <a:prstGeom prst="rect">
            <a:avLst/>
          </a:prstGeom>
          <a:noFill/>
          <a:ln/>
        </p:spPr>
        <p:txBody>
          <a:bodyPr wrap="square" lIns="0" tIns="0" rIns="0" bIns="0" rtlCol="0" anchor="ctr"/>
          <a:lstStyle/>
          <a:p>
            <a:pPr marL="0" indent="0" algn="ctr">
              <a:buNone/>
            </a:pPr>
            <a:r>
              <a:rPr lang="en-US" sz="1400" b="1" i="1" dirty="0">
                <a:solidFill>
                  <a:srgbClr val="FE6768"/>
                </a:solidFill>
                <a:latin typeface="Calibri" pitchFamily="34" charset="0"/>
                <a:ea typeface="Calibri" pitchFamily="34" charset="-122"/>
                <a:cs typeface="Calibri" pitchFamily="34" charset="-120"/>
              </a:rPr>
              <a:t>Ejemplo: 강 (kang)</a:t>
            </a:r>
            <a:endParaRPr lang="en-US" sz="1400" dirty="0"/>
          </a:p>
        </p:txBody>
      </p:sp>
      <p:sp>
        <p:nvSpPr>
          <p:cNvPr id="8" name="Shape 6"/>
          <p:cNvSpPr/>
          <p:nvPr/>
        </p:nvSpPr>
        <p:spPr>
          <a:xfrm>
            <a:off x="6720840" y="3200400"/>
            <a:ext cx="1371600" cy="1371600"/>
          </a:xfrm>
          <a:prstGeom prst="rect">
            <a:avLst/>
          </a:prstGeom>
          <a:solidFill>
            <a:srgbClr val="F6F6F6"/>
          </a:solidFill>
          <a:ln w="19050">
            <a:solidFill>
              <a:srgbClr val="FE6768"/>
            </a:solidFill>
            <a:prstDash val="solid"/>
          </a:ln>
        </p:spPr>
      </p:sp>
      <p:sp>
        <p:nvSpPr>
          <p:cNvPr id="9" name="Text 7"/>
          <p:cNvSpPr/>
          <p:nvPr/>
        </p:nvSpPr>
        <p:spPr>
          <a:xfrm>
            <a:off x="6720840" y="3200400"/>
            <a:ext cx="1371600" cy="1371600"/>
          </a:xfrm>
          <a:prstGeom prst="rect">
            <a:avLst/>
          </a:prstGeom>
          <a:noFill/>
          <a:ln/>
        </p:spPr>
        <p:txBody>
          <a:bodyPr wrap="square" lIns="0" tIns="0" rIns="0" bIns="0" rtlCol="0" anchor="ctr"/>
          <a:lstStyle/>
          <a:p>
            <a:pPr marL="0" indent="0" algn="ctr">
              <a:buNone/>
            </a:pPr>
            <a:r>
              <a:rPr lang="en-US" sz="6000" b="1" dirty="0">
                <a:solidFill>
                  <a:srgbClr val="FE6768"/>
                </a:solidFill>
                <a:latin typeface="Malgun Gothic" pitchFamily="34" charset="0"/>
                <a:ea typeface="Malgun Gothic" pitchFamily="34" charset="-122"/>
                <a:cs typeface="Malgun Gothic" pitchFamily="34" charset="-120"/>
              </a:rPr>
              <a:t>ㄱ</a:t>
            </a:r>
            <a:endParaRPr lang="en-US" sz="6000" dirty="0"/>
          </a:p>
        </p:txBody>
      </p:sp>
      <p:sp>
        <p:nvSpPr>
          <p:cNvPr id="10" name="Text 8"/>
          <p:cNvSpPr/>
          <p:nvPr/>
        </p:nvSpPr>
        <p:spPr>
          <a:xfrm>
            <a:off x="6720840" y="4663440"/>
            <a:ext cx="1371600" cy="320040"/>
          </a:xfrm>
          <a:prstGeom prst="rect">
            <a:avLst/>
          </a:prstGeom>
          <a:noFill/>
          <a:ln/>
        </p:spPr>
        <p:txBody>
          <a:bodyPr wrap="square" lIns="0" tIns="0" rIns="0" bIns="0" rtlCol="0" anchor="ctr"/>
          <a:lstStyle/>
          <a:p>
            <a:pPr marL="0" indent="0" algn="ctr">
              <a:buNone/>
            </a:pPr>
            <a:r>
              <a:rPr lang="en-US" sz="1100" b="1" i="1" dirty="0">
                <a:solidFill>
                  <a:srgbClr val="FE6768"/>
                </a:solidFill>
                <a:latin typeface="Calibri" pitchFamily="34" charset="0"/>
                <a:ea typeface="Calibri" pitchFamily="34" charset="-122"/>
                <a:cs typeface="Calibri" pitchFamily="34" charset="-120"/>
              </a:rPr>
              <a:t>1) ㄱ inicial</a:t>
            </a:r>
            <a:endParaRPr lang="en-US" sz="1100" dirty="0"/>
          </a:p>
        </p:txBody>
      </p:sp>
      <p:sp>
        <p:nvSpPr>
          <p:cNvPr id="11" name="Text 9"/>
          <p:cNvSpPr/>
          <p:nvPr/>
        </p:nvSpPr>
        <p:spPr>
          <a:xfrm>
            <a:off x="8092440" y="3200400"/>
            <a:ext cx="274320" cy="1371600"/>
          </a:xfrm>
          <a:prstGeom prst="rect">
            <a:avLst/>
          </a:prstGeom>
          <a:noFill/>
          <a:ln/>
        </p:spPr>
        <p:txBody>
          <a:bodyPr wrap="square" lIns="0" tIns="0" rIns="0" bIns="0" rtlCol="0" anchor="ctr"/>
          <a:lstStyle/>
          <a:p>
            <a:pPr marL="0" indent="0" algn="ctr">
              <a:buNone/>
            </a:pPr>
            <a:r>
              <a:rPr lang="en-US" sz="2200" b="1" dirty="0">
                <a:solidFill>
                  <a:srgbClr val="FE6768"/>
                </a:solidFill>
              </a:rPr>
              <a:t>→</a:t>
            </a:r>
            <a:endParaRPr lang="en-US" sz="2200" dirty="0"/>
          </a:p>
        </p:txBody>
      </p:sp>
      <p:sp>
        <p:nvSpPr>
          <p:cNvPr id="12" name="Shape 10"/>
          <p:cNvSpPr/>
          <p:nvPr/>
        </p:nvSpPr>
        <p:spPr>
          <a:xfrm>
            <a:off x="8366760" y="3200400"/>
            <a:ext cx="1371600" cy="1371600"/>
          </a:xfrm>
          <a:prstGeom prst="rect">
            <a:avLst/>
          </a:prstGeom>
          <a:solidFill>
            <a:srgbClr val="F6F6F6"/>
          </a:solidFill>
          <a:ln w="19050">
            <a:solidFill>
              <a:srgbClr val="FE6768"/>
            </a:solidFill>
            <a:prstDash val="solid"/>
          </a:ln>
        </p:spPr>
      </p:sp>
      <p:sp>
        <p:nvSpPr>
          <p:cNvPr id="13" name="Text 11"/>
          <p:cNvSpPr/>
          <p:nvPr/>
        </p:nvSpPr>
        <p:spPr>
          <a:xfrm>
            <a:off x="8366760" y="3200400"/>
            <a:ext cx="1371600" cy="1371600"/>
          </a:xfrm>
          <a:prstGeom prst="rect">
            <a:avLst/>
          </a:prstGeom>
          <a:noFill/>
          <a:ln/>
        </p:spPr>
        <p:txBody>
          <a:bodyPr wrap="square" lIns="0" tIns="0" rIns="0" bIns="0" rtlCol="0" anchor="ctr"/>
          <a:lstStyle/>
          <a:p>
            <a:pPr marL="0" indent="0" algn="ctr">
              <a:buNone/>
            </a:pPr>
            <a:r>
              <a:rPr lang="en-US" sz="6000" b="1" dirty="0">
                <a:solidFill>
                  <a:srgbClr val="FE6768"/>
                </a:solidFill>
                <a:latin typeface="Malgun Gothic" pitchFamily="34" charset="0"/>
                <a:ea typeface="Malgun Gothic" pitchFamily="34" charset="-122"/>
                <a:cs typeface="Malgun Gothic" pitchFamily="34" charset="-120"/>
              </a:rPr>
              <a:t>가</a:t>
            </a:r>
            <a:endParaRPr lang="en-US" sz="6000" dirty="0"/>
          </a:p>
        </p:txBody>
      </p:sp>
      <p:sp>
        <p:nvSpPr>
          <p:cNvPr id="14" name="Text 12"/>
          <p:cNvSpPr/>
          <p:nvPr/>
        </p:nvSpPr>
        <p:spPr>
          <a:xfrm>
            <a:off x="8366760" y="4663440"/>
            <a:ext cx="1371600" cy="320040"/>
          </a:xfrm>
          <a:prstGeom prst="rect">
            <a:avLst/>
          </a:prstGeom>
          <a:noFill/>
          <a:ln/>
        </p:spPr>
        <p:txBody>
          <a:bodyPr wrap="square" lIns="0" tIns="0" rIns="0" bIns="0" rtlCol="0" anchor="ctr"/>
          <a:lstStyle/>
          <a:p>
            <a:pPr marL="0" indent="0" algn="ctr">
              <a:buNone/>
            </a:pPr>
            <a:r>
              <a:rPr lang="en-US" sz="1100" b="1" i="1" dirty="0">
                <a:solidFill>
                  <a:srgbClr val="FE6768"/>
                </a:solidFill>
                <a:latin typeface="Calibri" pitchFamily="34" charset="0"/>
                <a:ea typeface="Calibri" pitchFamily="34" charset="-122"/>
                <a:cs typeface="Calibri" pitchFamily="34" charset="-120"/>
              </a:rPr>
              <a:t>2) + ㅏ vocal</a:t>
            </a:r>
            <a:endParaRPr lang="en-US" sz="1100" dirty="0"/>
          </a:p>
        </p:txBody>
      </p:sp>
      <p:sp>
        <p:nvSpPr>
          <p:cNvPr id="15" name="Text 13"/>
          <p:cNvSpPr/>
          <p:nvPr/>
        </p:nvSpPr>
        <p:spPr>
          <a:xfrm>
            <a:off x="9738360" y="3200400"/>
            <a:ext cx="274320" cy="1371600"/>
          </a:xfrm>
          <a:prstGeom prst="rect">
            <a:avLst/>
          </a:prstGeom>
          <a:noFill/>
          <a:ln/>
        </p:spPr>
        <p:txBody>
          <a:bodyPr wrap="square" lIns="0" tIns="0" rIns="0" bIns="0" rtlCol="0" anchor="ctr"/>
          <a:lstStyle/>
          <a:p>
            <a:pPr marL="0" indent="0" algn="ctr">
              <a:buNone/>
            </a:pPr>
            <a:r>
              <a:rPr lang="en-US" sz="2200" b="1" dirty="0">
                <a:solidFill>
                  <a:srgbClr val="FE6768"/>
                </a:solidFill>
              </a:rPr>
              <a:t>→</a:t>
            </a:r>
            <a:endParaRPr lang="en-US" sz="2200" dirty="0"/>
          </a:p>
        </p:txBody>
      </p:sp>
      <p:sp>
        <p:nvSpPr>
          <p:cNvPr id="16" name="Shape 14"/>
          <p:cNvSpPr/>
          <p:nvPr/>
        </p:nvSpPr>
        <p:spPr>
          <a:xfrm>
            <a:off x="10012680" y="3200400"/>
            <a:ext cx="1371600" cy="1371600"/>
          </a:xfrm>
          <a:prstGeom prst="rect">
            <a:avLst/>
          </a:prstGeom>
          <a:solidFill>
            <a:srgbClr val="F6F6F6"/>
          </a:solidFill>
          <a:ln w="19050">
            <a:solidFill>
              <a:srgbClr val="FE6768"/>
            </a:solidFill>
            <a:prstDash val="solid"/>
          </a:ln>
        </p:spPr>
      </p:sp>
      <p:sp>
        <p:nvSpPr>
          <p:cNvPr id="17" name="Text 15"/>
          <p:cNvSpPr/>
          <p:nvPr/>
        </p:nvSpPr>
        <p:spPr>
          <a:xfrm>
            <a:off x="10012680" y="3200400"/>
            <a:ext cx="1371600" cy="1371600"/>
          </a:xfrm>
          <a:prstGeom prst="rect">
            <a:avLst/>
          </a:prstGeom>
          <a:noFill/>
          <a:ln/>
        </p:spPr>
        <p:txBody>
          <a:bodyPr wrap="square" lIns="0" tIns="0" rIns="0" bIns="0" rtlCol="0" anchor="ctr"/>
          <a:lstStyle/>
          <a:p>
            <a:pPr marL="0" indent="0" algn="ctr">
              <a:buNone/>
            </a:pPr>
            <a:r>
              <a:rPr lang="en-US" sz="6000" b="1" dirty="0">
                <a:solidFill>
                  <a:srgbClr val="FE6768"/>
                </a:solidFill>
                <a:latin typeface="Malgun Gothic" pitchFamily="34" charset="0"/>
                <a:ea typeface="Malgun Gothic" pitchFamily="34" charset="-122"/>
                <a:cs typeface="Malgun Gothic" pitchFamily="34" charset="-120"/>
              </a:rPr>
              <a:t>강</a:t>
            </a:r>
            <a:endParaRPr lang="en-US" sz="6000" dirty="0"/>
          </a:p>
        </p:txBody>
      </p:sp>
      <p:sp>
        <p:nvSpPr>
          <p:cNvPr id="18" name="Text 16"/>
          <p:cNvSpPr/>
          <p:nvPr/>
        </p:nvSpPr>
        <p:spPr>
          <a:xfrm>
            <a:off x="10012680" y="4663440"/>
            <a:ext cx="1371600" cy="320040"/>
          </a:xfrm>
          <a:prstGeom prst="rect">
            <a:avLst/>
          </a:prstGeom>
          <a:noFill/>
          <a:ln/>
        </p:spPr>
        <p:txBody>
          <a:bodyPr wrap="square" lIns="0" tIns="0" rIns="0" bIns="0" rtlCol="0" anchor="ctr"/>
          <a:lstStyle/>
          <a:p>
            <a:pPr marL="0" indent="0" algn="ctr">
              <a:buNone/>
            </a:pPr>
            <a:r>
              <a:rPr lang="en-US" sz="1100" b="1" i="1" dirty="0">
                <a:solidFill>
                  <a:srgbClr val="FE6768"/>
                </a:solidFill>
                <a:latin typeface="Calibri" pitchFamily="34" charset="0"/>
                <a:ea typeface="Calibri" pitchFamily="34" charset="-122"/>
                <a:cs typeface="Calibri" pitchFamily="34" charset="-120"/>
              </a:rPr>
              <a:t>3) + ㅇ batchim</a:t>
            </a:r>
            <a:endParaRPr lang="en-US" sz="1100" dirty="0"/>
          </a:p>
        </p:txBody>
      </p:sp>
      <p:pic>
        <p:nvPicPr>
          <p:cNvPr id="19"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20" name="Text 17"/>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8"/>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86</a:t>
            </a:r>
            <a:endParaRPr lang="en-US" sz="800" dirty="0"/>
          </a:p>
        </p:txBody>
      </p:sp>
    </p:spTree>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name="Slide 87">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§3.25</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Vocabulario de la clase</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Las palabras que vas a escuchar todos los días.</a:t>
            </a:r>
            <a:endParaRPr lang="en-US" sz="1400" dirty="0"/>
          </a:p>
        </p:txBody>
      </p:sp>
      <p:sp>
        <p:nvSpPr>
          <p:cNvPr id="5" name="Shape 3"/>
          <p:cNvSpPr/>
          <p:nvPr/>
        </p:nvSpPr>
        <p:spPr>
          <a:xfrm>
            <a:off x="632308" y="2514600"/>
            <a:ext cx="3520440" cy="1783080"/>
          </a:xfrm>
          <a:prstGeom prst="roundRect">
            <a:avLst>
              <a:gd name="adj" fmla="val 7692"/>
            </a:avLst>
          </a:prstGeom>
          <a:solidFill>
            <a:srgbClr val="FFE0E0"/>
          </a:solidFill>
          <a:ln w="19050">
            <a:solidFill>
              <a:srgbClr val="FE6768"/>
            </a:solidFill>
            <a:prstDash val="solid"/>
          </a:ln>
        </p:spPr>
      </p:sp>
      <p:sp>
        <p:nvSpPr>
          <p:cNvPr id="6" name="Text 4"/>
          <p:cNvSpPr/>
          <p:nvPr/>
        </p:nvSpPr>
        <p:spPr>
          <a:xfrm>
            <a:off x="632308" y="2651760"/>
            <a:ext cx="3520440" cy="914400"/>
          </a:xfrm>
          <a:prstGeom prst="rect">
            <a:avLst/>
          </a:prstGeom>
          <a:noFill/>
          <a:ln/>
        </p:spPr>
        <p:txBody>
          <a:bodyPr wrap="square" lIns="0" tIns="0" rIns="0" bIns="0" rtlCol="0" anchor="ctr"/>
          <a:lstStyle/>
          <a:p>
            <a:pPr marL="0" indent="0" algn="ctr">
              <a:buNone/>
            </a:pPr>
            <a:r>
              <a:rPr lang="en-US" sz="4200" b="1" dirty="0">
                <a:solidFill>
                  <a:srgbClr val="FE6768"/>
                </a:solidFill>
                <a:latin typeface="Malgun Gothic" pitchFamily="34" charset="0"/>
                <a:ea typeface="Malgun Gothic" pitchFamily="34" charset="-122"/>
                <a:cs typeface="Malgun Gothic" pitchFamily="34" charset="-120"/>
              </a:rPr>
              <a:t>학생</a:t>
            </a:r>
            <a:endParaRPr lang="en-US" sz="4200" dirty="0"/>
          </a:p>
        </p:txBody>
      </p:sp>
      <p:sp>
        <p:nvSpPr>
          <p:cNvPr id="7" name="Text 5"/>
          <p:cNvSpPr/>
          <p:nvPr/>
        </p:nvSpPr>
        <p:spPr>
          <a:xfrm>
            <a:off x="632308" y="3611880"/>
            <a:ext cx="3520440" cy="320040"/>
          </a:xfrm>
          <a:prstGeom prst="rect">
            <a:avLst/>
          </a:prstGeom>
          <a:noFill/>
          <a:ln/>
        </p:spPr>
        <p:txBody>
          <a:bodyPr wrap="square" lIns="0" tIns="0" rIns="0" bIns="0" rtlCol="0" anchor="ctr"/>
          <a:lstStyle/>
          <a:p>
            <a:pPr marL="0" indent="0" algn="ctr">
              <a:buNone/>
            </a:pPr>
            <a:r>
              <a:rPr lang="en-US" sz="1200" b="1" i="1" dirty="0">
                <a:solidFill>
                  <a:srgbClr val="FE6768"/>
                </a:solidFill>
                <a:latin typeface="Calibri" pitchFamily="34" charset="0"/>
                <a:ea typeface="Calibri" pitchFamily="34" charset="-122"/>
                <a:cs typeface="Calibri" pitchFamily="34" charset="-120"/>
              </a:rPr>
              <a:t>haksaeng</a:t>
            </a:r>
            <a:endParaRPr lang="en-US" sz="1200" dirty="0"/>
          </a:p>
        </p:txBody>
      </p:sp>
      <p:sp>
        <p:nvSpPr>
          <p:cNvPr id="8" name="Text 6"/>
          <p:cNvSpPr/>
          <p:nvPr/>
        </p:nvSpPr>
        <p:spPr>
          <a:xfrm>
            <a:off x="632308" y="3931920"/>
            <a:ext cx="3520440" cy="27432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estudiante</a:t>
            </a:r>
            <a:endParaRPr lang="en-US" sz="1200" dirty="0"/>
          </a:p>
        </p:txBody>
      </p:sp>
      <p:sp>
        <p:nvSpPr>
          <p:cNvPr id="9" name="Shape 7"/>
          <p:cNvSpPr/>
          <p:nvPr/>
        </p:nvSpPr>
        <p:spPr>
          <a:xfrm>
            <a:off x="4335628" y="2514600"/>
            <a:ext cx="3520440" cy="1783080"/>
          </a:xfrm>
          <a:prstGeom prst="roundRect">
            <a:avLst>
              <a:gd name="adj" fmla="val 7692"/>
            </a:avLst>
          </a:prstGeom>
          <a:solidFill>
            <a:srgbClr val="FFE0E0"/>
          </a:solidFill>
          <a:ln w="19050">
            <a:solidFill>
              <a:srgbClr val="FE6768"/>
            </a:solidFill>
            <a:prstDash val="solid"/>
          </a:ln>
        </p:spPr>
      </p:sp>
      <p:sp>
        <p:nvSpPr>
          <p:cNvPr id="10" name="Text 8"/>
          <p:cNvSpPr/>
          <p:nvPr/>
        </p:nvSpPr>
        <p:spPr>
          <a:xfrm>
            <a:off x="4335628" y="2651760"/>
            <a:ext cx="3520440" cy="914400"/>
          </a:xfrm>
          <a:prstGeom prst="rect">
            <a:avLst/>
          </a:prstGeom>
          <a:noFill/>
          <a:ln/>
        </p:spPr>
        <p:txBody>
          <a:bodyPr wrap="square" lIns="0" tIns="0" rIns="0" bIns="0" rtlCol="0" anchor="ctr"/>
          <a:lstStyle/>
          <a:p>
            <a:pPr marL="0" indent="0" algn="ctr">
              <a:buNone/>
            </a:pPr>
            <a:r>
              <a:rPr lang="en-US" sz="4200" b="1" dirty="0">
                <a:solidFill>
                  <a:srgbClr val="FE6768"/>
                </a:solidFill>
                <a:latin typeface="Malgun Gothic" pitchFamily="34" charset="0"/>
                <a:ea typeface="Malgun Gothic" pitchFamily="34" charset="-122"/>
                <a:cs typeface="Malgun Gothic" pitchFamily="34" charset="-120"/>
              </a:rPr>
              <a:t>선생님</a:t>
            </a:r>
            <a:endParaRPr lang="en-US" sz="4200" dirty="0"/>
          </a:p>
        </p:txBody>
      </p:sp>
      <p:sp>
        <p:nvSpPr>
          <p:cNvPr id="11" name="Text 9"/>
          <p:cNvSpPr/>
          <p:nvPr/>
        </p:nvSpPr>
        <p:spPr>
          <a:xfrm>
            <a:off x="4335628" y="3611880"/>
            <a:ext cx="3520440" cy="320040"/>
          </a:xfrm>
          <a:prstGeom prst="rect">
            <a:avLst/>
          </a:prstGeom>
          <a:noFill/>
          <a:ln/>
        </p:spPr>
        <p:txBody>
          <a:bodyPr wrap="square" lIns="0" tIns="0" rIns="0" bIns="0" rtlCol="0" anchor="ctr"/>
          <a:lstStyle/>
          <a:p>
            <a:pPr marL="0" indent="0" algn="ctr">
              <a:buNone/>
            </a:pPr>
            <a:r>
              <a:rPr lang="en-US" sz="1200" b="1" i="1" dirty="0">
                <a:solidFill>
                  <a:srgbClr val="FE6768"/>
                </a:solidFill>
                <a:latin typeface="Calibri" pitchFamily="34" charset="0"/>
                <a:ea typeface="Calibri" pitchFamily="34" charset="-122"/>
                <a:cs typeface="Calibri" pitchFamily="34" charset="-120"/>
              </a:rPr>
              <a:t>seonsaengnim</a:t>
            </a:r>
            <a:endParaRPr lang="en-US" sz="1200" dirty="0"/>
          </a:p>
        </p:txBody>
      </p:sp>
      <p:sp>
        <p:nvSpPr>
          <p:cNvPr id="12" name="Text 10"/>
          <p:cNvSpPr/>
          <p:nvPr/>
        </p:nvSpPr>
        <p:spPr>
          <a:xfrm>
            <a:off x="4335628" y="3931920"/>
            <a:ext cx="3520440" cy="27432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profesor/a</a:t>
            </a:r>
            <a:endParaRPr lang="en-US" sz="1200" dirty="0"/>
          </a:p>
        </p:txBody>
      </p:sp>
      <p:sp>
        <p:nvSpPr>
          <p:cNvPr id="13" name="Shape 11"/>
          <p:cNvSpPr/>
          <p:nvPr/>
        </p:nvSpPr>
        <p:spPr>
          <a:xfrm>
            <a:off x="8038948" y="2514600"/>
            <a:ext cx="3520440" cy="1783080"/>
          </a:xfrm>
          <a:prstGeom prst="roundRect">
            <a:avLst>
              <a:gd name="adj" fmla="val 7692"/>
            </a:avLst>
          </a:prstGeom>
          <a:solidFill>
            <a:srgbClr val="FFE0E0"/>
          </a:solidFill>
          <a:ln w="19050">
            <a:solidFill>
              <a:srgbClr val="FE6768"/>
            </a:solidFill>
            <a:prstDash val="solid"/>
          </a:ln>
        </p:spPr>
      </p:sp>
      <p:sp>
        <p:nvSpPr>
          <p:cNvPr id="14" name="Text 12"/>
          <p:cNvSpPr/>
          <p:nvPr/>
        </p:nvSpPr>
        <p:spPr>
          <a:xfrm>
            <a:off x="8038948" y="2651760"/>
            <a:ext cx="3520440" cy="914400"/>
          </a:xfrm>
          <a:prstGeom prst="rect">
            <a:avLst/>
          </a:prstGeom>
          <a:noFill/>
          <a:ln/>
        </p:spPr>
        <p:txBody>
          <a:bodyPr wrap="square" lIns="0" tIns="0" rIns="0" bIns="0" rtlCol="0" anchor="ctr"/>
          <a:lstStyle/>
          <a:p>
            <a:pPr marL="0" indent="0" algn="ctr">
              <a:buNone/>
            </a:pPr>
            <a:r>
              <a:rPr lang="en-US" sz="4200" b="1" dirty="0">
                <a:solidFill>
                  <a:srgbClr val="FE6768"/>
                </a:solidFill>
                <a:latin typeface="Malgun Gothic" pitchFamily="34" charset="0"/>
                <a:ea typeface="Malgun Gothic" pitchFamily="34" charset="-122"/>
                <a:cs typeface="Malgun Gothic" pitchFamily="34" charset="-120"/>
              </a:rPr>
              <a:t>한국</a:t>
            </a:r>
            <a:endParaRPr lang="en-US" sz="4200" dirty="0"/>
          </a:p>
        </p:txBody>
      </p:sp>
      <p:sp>
        <p:nvSpPr>
          <p:cNvPr id="15" name="Text 13"/>
          <p:cNvSpPr/>
          <p:nvPr/>
        </p:nvSpPr>
        <p:spPr>
          <a:xfrm>
            <a:off x="8038948" y="3611880"/>
            <a:ext cx="3520440" cy="320040"/>
          </a:xfrm>
          <a:prstGeom prst="rect">
            <a:avLst/>
          </a:prstGeom>
          <a:noFill/>
          <a:ln/>
        </p:spPr>
        <p:txBody>
          <a:bodyPr wrap="square" lIns="0" tIns="0" rIns="0" bIns="0" rtlCol="0" anchor="ctr"/>
          <a:lstStyle/>
          <a:p>
            <a:pPr marL="0" indent="0" algn="ctr">
              <a:buNone/>
            </a:pPr>
            <a:r>
              <a:rPr lang="en-US" sz="1200" b="1" i="1" dirty="0">
                <a:solidFill>
                  <a:srgbClr val="FE6768"/>
                </a:solidFill>
                <a:latin typeface="Calibri" pitchFamily="34" charset="0"/>
                <a:ea typeface="Calibri" pitchFamily="34" charset="-122"/>
                <a:cs typeface="Calibri" pitchFamily="34" charset="-120"/>
              </a:rPr>
              <a:t>hanguk</a:t>
            </a:r>
            <a:endParaRPr lang="en-US" sz="1200" dirty="0"/>
          </a:p>
        </p:txBody>
      </p:sp>
      <p:sp>
        <p:nvSpPr>
          <p:cNvPr id="16" name="Text 14"/>
          <p:cNvSpPr/>
          <p:nvPr/>
        </p:nvSpPr>
        <p:spPr>
          <a:xfrm>
            <a:off x="8038948" y="3931920"/>
            <a:ext cx="3520440" cy="27432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Corea</a:t>
            </a:r>
            <a:endParaRPr lang="en-US" sz="1200" dirty="0"/>
          </a:p>
        </p:txBody>
      </p:sp>
      <p:sp>
        <p:nvSpPr>
          <p:cNvPr id="17" name="Shape 15"/>
          <p:cNvSpPr/>
          <p:nvPr/>
        </p:nvSpPr>
        <p:spPr>
          <a:xfrm>
            <a:off x="632308" y="4572000"/>
            <a:ext cx="3520440" cy="1783080"/>
          </a:xfrm>
          <a:prstGeom prst="roundRect">
            <a:avLst>
              <a:gd name="adj" fmla="val 7692"/>
            </a:avLst>
          </a:prstGeom>
          <a:solidFill>
            <a:srgbClr val="FFE0E0"/>
          </a:solidFill>
          <a:ln w="19050">
            <a:solidFill>
              <a:srgbClr val="FE6768"/>
            </a:solidFill>
            <a:prstDash val="solid"/>
          </a:ln>
        </p:spPr>
      </p:sp>
      <p:sp>
        <p:nvSpPr>
          <p:cNvPr id="18" name="Text 16"/>
          <p:cNvSpPr/>
          <p:nvPr/>
        </p:nvSpPr>
        <p:spPr>
          <a:xfrm>
            <a:off x="632308" y="4709160"/>
            <a:ext cx="3520440" cy="914400"/>
          </a:xfrm>
          <a:prstGeom prst="rect">
            <a:avLst/>
          </a:prstGeom>
          <a:noFill/>
          <a:ln/>
        </p:spPr>
        <p:txBody>
          <a:bodyPr wrap="square" lIns="0" tIns="0" rIns="0" bIns="0" rtlCol="0" anchor="ctr"/>
          <a:lstStyle/>
          <a:p>
            <a:pPr marL="0" indent="0" algn="ctr">
              <a:buNone/>
            </a:pPr>
            <a:r>
              <a:rPr lang="en-US" sz="4200" b="1" dirty="0">
                <a:solidFill>
                  <a:srgbClr val="FE6768"/>
                </a:solidFill>
                <a:latin typeface="Malgun Gothic" pitchFamily="34" charset="0"/>
                <a:ea typeface="Malgun Gothic" pitchFamily="34" charset="-122"/>
                <a:cs typeface="Malgun Gothic" pitchFamily="34" charset="-120"/>
              </a:rPr>
              <a:t>한국어</a:t>
            </a:r>
            <a:endParaRPr lang="en-US" sz="4200" dirty="0"/>
          </a:p>
        </p:txBody>
      </p:sp>
      <p:sp>
        <p:nvSpPr>
          <p:cNvPr id="19" name="Text 17"/>
          <p:cNvSpPr/>
          <p:nvPr/>
        </p:nvSpPr>
        <p:spPr>
          <a:xfrm>
            <a:off x="632308" y="5669280"/>
            <a:ext cx="3520440" cy="320040"/>
          </a:xfrm>
          <a:prstGeom prst="rect">
            <a:avLst/>
          </a:prstGeom>
          <a:noFill/>
          <a:ln/>
        </p:spPr>
        <p:txBody>
          <a:bodyPr wrap="square" lIns="0" tIns="0" rIns="0" bIns="0" rtlCol="0" anchor="ctr"/>
          <a:lstStyle/>
          <a:p>
            <a:pPr marL="0" indent="0" algn="ctr">
              <a:buNone/>
            </a:pPr>
            <a:r>
              <a:rPr lang="en-US" sz="1200" b="1" i="1" dirty="0">
                <a:solidFill>
                  <a:srgbClr val="FE6768"/>
                </a:solidFill>
                <a:latin typeface="Calibri" pitchFamily="34" charset="0"/>
                <a:ea typeface="Calibri" pitchFamily="34" charset="-122"/>
                <a:cs typeface="Calibri" pitchFamily="34" charset="-120"/>
              </a:rPr>
              <a:t>hangugeo</a:t>
            </a:r>
            <a:endParaRPr lang="en-US" sz="1200" dirty="0"/>
          </a:p>
        </p:txBody>
      </p:sp>
      <p:sp>
        <p:nvSpPr>
          <p:cNvPr id="20" name="Text 18"/>
          <p:cNvSpPr/>
          <p:nvPr/>
        </p:nvSpPr>
        <p:spPr>
          <a:xfrm>
            <a:off x="632308" y="5989320"/>
            <a:ext cx="3520440" cy="27432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idioma coreano</a:t>
            </a:r>
            <a:endParaRPr lang="en-US" sz="1200" dirty="0"/>
          </a:p>
        </p:txBody>
      </p:sp>
      <p:sp>
        <p:nvSpPr>
          <p:cNvPr id="21" name="Shape 19"/>
          <p:cNvSpPr/>
          <p:nvPr/>
        </p:nvSpPr>
        <p:spPr>
          <a:xfrm>
            <a:off x="4335628" y="4572000"/>
            <a:ext cx="3520440" cy="1783080"/>
          </a:xfrm>
          <a:prstGeom prst="roundRect">
            <a:avLst>
              <a:gd name="adj" fmla="val 7692"/>
            </a:avLst>
          </a:prstGeom>
          <a:solidFill>
            <a:srgbClr val="FFE0E0"/>
          </a:solidFill>
          <a:ln w="19050">
            <a:solidFill>
              <a:srgbClr val="FE6768"/>
            </a:solidFill>
            <a:prstDash val="solid"/>
          </a:ln>
        </p:spPr>
      </p:sp>
      <p:sp>
        <p:nvSpPr>
          <p:cNvPr id="22" name="Text 20"/>
          <p:cNvSpPr/>
          <p:nvPr/>
        </p:nvSpPr>
        <p:spPr>
          <a:xfrm>
            <a:off x="4335628" y="4709160"/>
            <a:ext cx="3520440" cy="914400"/>
          </a:xfrm>
          <a:prstGeom prst="rect">
            <a:avLst/>
          </a:prstGeom>
          <a:noFill/>
          <a:ln/>
        </p:spPr>
        <p:txBody>
          <a:bodyPr wrap="square" lIns="0" tIns="0" rIns="0" bIns="0" rtlCol="0" anchor="ctr"/>
          <a:lstStyle/>
          <a:p>
            <a:pPr marL="0" indent="0" algn="ctr">
              <a:buNone/>
            </a:pPr>
            <a:r>
              <a:rPr lang="en-US" sz="4200" b="1" dirty="0">
                <a:solidFill>
                  <a:srgbClr val="FE6768"/>
                </a:solidFill>
                <a:latin typeface="Malgun Gothic" pitchFamily="34" charset="0"/>
                <a:ea typeface="Malgun Gothic" pitchFamily="34" charset="-122"/>
                <a:cs typeface="Malgun Gothic" pitchFamily="34" charset="-120"/>
              </a:rPr>
              <a:t>책</a:t>
            </a:r>
            <a:endParaRPr lang="en-US" sz="4200" dirty="0"/>
          </a:p>
        </p:txBody>
      </p:sp>
      <p:sp>
        <p:nvSpPr>
          <p:cNvPr id="23" name="Text 21"/>
          <p:cNvSpPr/>
          <p:nvPr/>
        </p:nvSpPr>
        <p:spPr>
          <a:xfrm>
            <a:off x="4335628" y="5669280"/>
            <a:ext cx="3520440" cy="320040"/>
          </a:xfrm>
          <a:prstGeom prst="rect">
            <a:avLst/>
          </a:prstGeom>
          <a:noFill/>
          <a:ln/>
        </p:spPr>
        <p:txBody>
          <a:bodyPr wrap="square" lIns="0" tIns="0" rIns="0" bIns="0" rtlCol="0" anchor="ctr"/>
          <a:lstStyle/>
          <a:p>
            <a:pPr marL="0" indent="0" algn="ctr">
              <a:buNone/>
            </a:pPr>
            <a:r>
              <a:rPr lang="en-US" sz="1200" b="1" i="1" dirty="0">
                <a:solidFill>
                  <a:srgbClr val="FE6768"/>
                </a:solidFill>
                <a:latin typeface="Calibri" pitchFamily="34" charset="0"/>
                <a:ea typeface="Calibri" pitchFamily="34" charset="-122"/>
                <a:cs typeface="Calibri" pitchFamily="34" charset="-120"/>
              </a:rPr>
              <a:t>chaek</a:t>
            </a:r>
            <a:endParaRPr lang="en-US" sz="1200" dirty="0"/>
          </a:p>
        </p:txBody>
      </p:sp>
      <p:sp>
        <p:nvSpPr>
          <p:cNvPr id="24" name="Text 22"/>
          <p:cNvSpPr/>
          <p:nvPr/>
        </p:nvSpPr>
        <p:spPr>
          <a:xfrm>
            <a:off x="4335628" y="5989320"/>
            <a:ext cx="3520440" cy="27432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libro</a:t>
            </a:r>
            <a:endParaRPr lang="en-US" sz="1200" dirty="0"/>
          </a:p>
        </p:txBody>
      </p:sp>
      <p:sp>
        <p:nvSpPr>
          <p:cNvPr id="25" name="Shape 23"/>
          <p:cNvSpPr/>
          <p:nvPr/>
        </p:nvSpPr>
        <p:spPr>
          <a:xfrm>
            <a:off x="8038948" y="4572000"/>
            <a:ext cx="3520440" cy="1783080"/>
          </a:xfrm>
          <a:prstGeom prst="roundRect">
            <a:avLst>
              <a:gd name="adj" fmla="val 7692"/>
            </a:avLst>
          </a:prstGeom>
          <a:solidFill>
            <a:srgbClr val="FFE0E0"/>
          </a:solidFill>
          <a:ln w="19050">
            <a:solidFill>
              <a:srgbClr val="FE6768"/>
            </a:solidFill>
            <a:prstDash val="solid"/>
          </a:ln>
        </p:spPr>
      </p:sp>
      <p:sp>
        <p:nvSpPr>
          <p:cNvPr id="26" name="Text 24"/>
          <p:cNvSpPr/>
          <p:nvPr/>
        </p:nvSpPr>
        <p:spPr>
          <a:xfrm>
            <a:off x="8038948" y="4709160"/>
            <a:ext cx="3520440" cy="914400"/>
          </a:xfrm>
          <a:prstGeom prst="rect">
            <a:avLst/>
          </a:prstGeom>
          <a:noFill/>
          <a:ln/>
        </p:spPr>
        <p:txBody>
          <a:bodyPr wrap="square" lIns="0" tIns="0" rIns="0" bIns="0" rtlCol="0" anchor="ctr"/>
          <a:lstStyle/>
          <a:p>
            <a:pPr marL="0" indent="0" algn="ctr">
              <a:buNone/>
            </a:pPr>
            <a:r>
              <a:rPr lang="en-US" sz="4200" b="1" dirty="0">
                <a:solidFill>
                  <a:srgbClr val="FE6768"/>
                </a:solidFill>
                <a:latin typeface="Malgun Gothic" pitchFamily="34" charset="0"/>
                <a:ea typeface="Malgun Gothic" pitchFamily="34" charset="-122"/>
                <a:cs typeface="Malgun Gothic" pitchFamily="34" charset="-120"/>
              </a:rPr>
              <a:t>연필</a:t>
            </a:r>
            <a:endParaRPr lang="en-US" sz="4200" dirty="0"/>
          </a:p>
        </p:txBody>
      </p:sp>
      <p:sp>
        <p:nvSpPr>
          <p:cNvPr id="27" name="Text 25"/>
          <p:cNvSpPr/>
          <p:nvPr/>
        </p:nvSpPr>
        <p:spPr>
          <a:xfrm>
            <a:off x="8038948" y="5669280"/>
            <a:ext cx="3520440" cy="320040"/>
          </a:xfrm>
          <a:prstGeom prst="rect">
            <a:avLst/>
          </a:prstGeom>
          <a:noFill/>
          <a:ln/>
        </p:spPr>
        <p:txBody>
          <a:bodyPr wrap="square" lIns="0" tIns="0" rIns="0" bIns="0" rtlCol="0" anchor="ctr"/>
          <a:lstStyle/>
          <a:p>
            <a:pPr marL="0" indent="0" algn="ctr">
              <a:buNone/>
            </a:pPr>
            <a:r>
              <a:rPr lang="en-US" sz="1200" b="1" i="1" dirty="0">
                <a:solidFill>
                  <a:srgbClr val="FE6768"/>
                </a:solidFill>
                <a:latin typeface="Calibri" pitchFamily="34" charset="0"/>
                <a:ea typeface="Calibri" pitchFamily="34" charset="-122"/>
                <a:cs typeface="Calibri" pitchFamily="34" charset="-120"/>
              </a:rPr>
              <a:t>yeonpil</a:t>
            </a:r>
            <a:endParaRPr lang="en-US" sz="1200" dirty="0"/>
          </a:p>
        </p:txBody>
      </p:sp>
      <p:sp>
        <p:nvSpPr>
          <p:cNvPr id="28" name="Text 26"/>
          <p:cNvSpPr/>
          <p:nvPr/>
        </p:nvSpPr>
        <p:spPr>
          <a:xfrm>
            <a:off x="8038948" y="5989320"/>
            <a:ext cx="3520440" cy="27432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lápiz</a:t>
            </a:r>
            <a:endParaRPr lang="en-US" sz="1200" dirty="0"/>
          </a:p>
        </p:txBody>
      </p:sp>
      <p:pic>
        <p:nvPicPr>
          <p:cNvPr id="29"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30" name="Text 27"/>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1" name="Text 28"/>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87</a:t>
            </a:r>
            <a:endParaRPr lang="en-US" sz="800" dirty="0"/>
          </a:p>
        </p:txBody>
      </p:sp>
    </p:spTree>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name="Slide 88">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§3.26</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Lo que oyes vs. lo que ves</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Dos pistas de aprendizaje — el ojo y el oído trabajan juntos.</a:t>
            </a:r>
            <a:endParaRPr lang="en-US" sz="1400" dirty="0"/>
          </a:p>
        </p:txBody>
      </p:sp>
      <p:sp>
        <p:nvSpPr>
          <p:cNvPr id="5" name="Shape 3"/>
          <p:cNvSpPr/>
          <p:nvPr/>
        </p:nvSpPr>
        <p:spPr>
          <a:xfrm>
            <a:off x="883768" y="2468880"/>
            <a:ext cx="5029200" cy="3840480"/>
          </a:xfrm>
          <a:prstGeom prst="roundRect">
            <a:avLst>
              <a:gd name="adj" fmla="val 4286"/>
            </a:avLst>
          </a:prstGeom>
          <a:solidFill>
            <a:srgbClr val="FFE0E0"/>
          </a:solidFill>
          <a:ln w="19050">
            <a:solidFill>
              <a:srgbClr val="FE6768"/>
            </a:solidFill>
            <a:prstDash val="solid"/>
          </a:ln>
        </p:spPr>
      </p:sp>
      <p:sp>
        <p:nvSpPr>
          <p:cNvPr id="6" name="Text 4"/>
          <p:cNvSpPr/>
          <p:nvPr/>
        </p:nvSpPr>
        <p:spPr>
          <a:xfrm>
            <a:off x="883768" y="2651760"/>
            <a:ext cx="5029200" cy="365760"/>
          </a:xfrm>
          <a:prstGeom prst="rect">
            <a:avLst/>
          </a:prstGeom>
          <a:noFill/>
          <a:ln/>
        </p:spPr>
        <p:txBody>
          <a:bodyPr wrap="square" lIns="0" tIns="0" rIns="0" bIns="0" rtlCol="0" anchor="ctr"/>
          <a:lstStyle/>
          <a:p>
            <a:pPr marL="0" indent="0" algn="ctr">
              <a:buNone/>
            </a:pPr>
            <a:r>
              <a:rPr lang="en-US" sz="1400" b="1" i="1" kern="0" spc="300" dirty="0">
                <a:solidFill>
                  <a:srgbClr val="FE6768"/>
                </a:solidFill>
                <a:latin typeface="Calibri" pitchFamily="34" charset="0"/>
                <a:ea typeface="Calibri" pitchFamily="34" charset="-122"/>
                <a:cs typeface="Calibri" pitchFamily="34" charset="-120"/>
              </a:rPr>
              <a:t>Familia ㅂ ㅍ ㅃ</a:t>
            </a:r>
            <a:endParaRPr lang="en-US" sz="1400" dirty="0"/>
          </a:p>
        </p:txBody>
      </p:sp>
      <p:sp>
        <p:nvSpPr>
          <p:cNvPr id="7" name="Text 5"/>
          <p:cNvSpPr/>
          <p:nvPr/>
        </p:nvSpPr>
        <p:spPr>
          <a:xfrm>
            <a:off x="1158088" y="3108960"/>
            <a:ext cx="1371600" cy="94488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바</a:t>
            </a:r>
            <a:endParaRPr lang="en-US" sz="5000" dirty="0"/>
          </a:p>
        </p:txBody>
      </p:sp>
      <p:sp>
        <p:nvSpPr>
          <p:cNvPr id="8" name="Text 6"/>
          <p:cNvSpPr/>
          <p:nvPr/>
        </p:nvSpPr>
        <p:spPr>
          <a:xfrm>
            <a:off x="2575408" y="3108960"/>
            <a:ext cx="457200" cy="944880"/>
          </a:xfrm>
          <a:prstGeom prst="rect">
            <a:avLst/>
          </a:prstGeom>
          <a:noFill/>
          <a:ln/>
        </p:spPr>
        <p:txBody>
          <a:bodyPr wrap="square" lIns="0" tIns="0" rIns="0" bIns="0" rtlCol="0" anchor="ctr"/>
          <a:lstStyle/>
          <a:p>
            <a:pPr marL="0" indent="0" algn="ctr">
              <a:buNone/>
            </a:pPr>
            <a:r>
              <a:rPr lang="en-US" sz="2200" b="1" dirty="0">
                <a:solidFill>
                  <a:srgbClr val="FE6768"/>
                </a:solidFill>
              </a:rPr>
              <a:t>→</a:t>
            </a:r>
            <a:endParaRPr lang="en-US" sz="2200" dirty="0"/>
          </a:p>
        </p:txBody>
      </p:sp>
      <p:sp>
        <p:nvSpPr>
          <p:cNvPr id="9" name="Text 7"/>
          <p:cNvSpPr/>
          <p:nvPr/>
        </p:nvSpPr>
        <p:spPr>
          <a:xfrm>
            <a:off x="3078328" y="3108960"/>
            <a:ext cx="2651760" cy="944880"/>
          </a:xfrm>
          <a:prstGeom prst="rect">
            <a:avLst/>
          </a:prstGeom>
          <a:noFill/>
          <a:ln/>
        </p:spPr>
        <p:txBody>
          <a:bodyPr wrap="square" lIns="0" tIns="0" rIns="0" bIns="0" rtlCol="0" anchor="ctr"/>
          <a:lstStyle/>
          <a:p>
            <a:pPr marL="0" indent="0" algn="ctr">
              <a:buNone/>
            </a:pPr>
            <a:r>
              <a:rPr lang="en-US" sz="2400" b="1" i="1" dirty="0">
                <a:solidFill>
                  <a:srgbClr val="1E1E2A"/>
                </a:solidFill>
                <a:latin typeface="Calibri" pitchFamily="34" charset="0"/>
                <a:ea typeface="Calibri" pitchFamily="34" charset="-122"/>
                <a:cs typeface="Calibri" pitchFamily="34" charset="-120"/>
              </a:rPr>
              <a:t>"ba"</a:t>
            </a:r>
            <a:endParaRPr lang="en-US" sz="2400" dirty="0"/>
          </a:p>
        </p:txBody>
      </p:sp>
      <p:sp>
        <p:nvSpPr>
          <p:cNvPr id="10" name="Text 8"/>
          <p:cNvSpPr/>
          <p:nvPr/>
        </p:nvSpPr>
        <p:spPr>
          <a:xfrm>
            <a:off x="1158088" y="4145280"/>
            <a:ext cx="1371600" cy="94488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파</a:t>
            </a:r>
            <a:endParaRPr lang="en-US" sz="5000" dirty="0"/>
          </a:p>
        </p:txBody>
      </p:sp>
      <p:sp>
        <p:nvSpPr>
          <p:cNvPr id="11" name="Text 9"/>
          <p:cNvSpPr/>
          <p:nvPr/>
        </p:nvSpPr>
        <p:spPr>
          <a:xfrm>
            <a:off x="2575408" y="4145280"/>
            <a:ext cx="457200" cy="944880"/>
          </a:xfrm>
          <a:prstGeom prst="rect">
            <a:avLst/>
          </a:prstGeom>
          <a:noFill/>
          <a:ln/>
        </p:spPr>
        <p:txBody>
          <a:bodyPr wrap="square" lIns="0" tIns="0" rIns="0" bIns="0" rtlCol="0" anchor="ctr"/>
          <a:lstStyle/>
          <a:p>
            <a:pPr marL="0" indent="0" algn="ctr">
              <a:buNone/>
            </a:pPr>
            <a:r>
              <a:rPr lang="en-US" sz="2200" b="1" dirty="0">
                <a:solidFill>
                  <a:srgbClr val="FE6768"/>
                </a:solidFill>
              </a:rPr>
              <a:t>→</a:t>
            </a:r>
            <a:endParaRPr lang="en-US" sz="2200" dirty="0"/>
          </a:p>
        </p:txBody>
      </p:sp>
      <p:sp>
        <p:nvSpPr>
          <p:cNvPr id="12" name="Text 10"/>
          <p:cNvSpPr/>
          <p:nvPr/>
        </p:nvSpPr>
        <p:spPr>
          <a:xfrm>
            <a:off x="3078328" y="4145280"/>
            <a:ext cx="2651760" cy="944880"/>
          </a:xfrm>
          <a:prstGeom prst="rect">
            <a:avLst/>
          </a:prstGeom>
          <a:noFill/>
          <a:ln/>
        </p:spPr>
        <p:txBody>
          <a:bodyPr wrap="square" lIns="0" tIns="0" rIns="0" bIns="0" rtlCol="0" anchor="ctr"/>
          <a:lstStyle/>
          <a:p>
            <a:pPr marL="0" indent="0" algn="ctr">
              <a:buNone/>
            </a:pPr>
            <a:r>
              <a:rPr lang="en-US" sz="2400" b="1" i="1" dirty="0">
                <a:solidFill>
                  <a:srgbClr val="1E1E2A"/>
                </a:solidFill>
                <a:latin typeface="Calibri" pitchFamily="34" charset="0"/>
                <a:ea typeface="Calibri" pitchFamily="34" charset="-122"/>
                <a:cs typeface="Calibri" pitchFamily="34" charset="-120"/>
              </a:rPr>
              <a:t>"pa"</a:t>
            </a:r>
            <a:endParaRPr lang="en-US" sz="2400" dirty="0"/>
          </a:p>
        </p:txBody>
      </p:sp>
      <p:sp>
        <p:nvSpPr>
          <p:cNvPr id="13" name="Text 11"/>
          <p:cNvSpPr/>
          <p:nvPr/>
        </p:nvSpPr>
        <p:spPr>
          <a:xfrm>
            <a:off x="1158088" y="5181600"/>
            <a:ext cx="1371600" cy="94488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빠</a:t>
            </a:r>
            <a:endParaRPr lang="en-US" sz="5000" dirty="0"/>
          </a:p>
        </p:txBody>
      </p:sp>
      <p:sp>
        <p:nvSpPr>
          <p:cNvPr id="14" name="Text 12"/>
          <p:cNvSpPr/>
          <p:nvPr/>
        </p:nvSpPr>
        <p:spPr>
          <a:xfrm>
            <a:off x="2575408" y="5181600"/>
            <a:ext cx="457200" cy="944880"/>
          </a:xfrm>
          <a:prstGeom prst="rect">
            <a:avLst/>
          </a:prstGeom>
          <a:noFill/>
          <a:ln/>
        </p:spPr>
        <p:txBody>
          <a:bodyPr wrap="square" lIns="0" tIns="0" rIns="0" bIns="0" rtlCol="0" anchor="ctr"/>
          <a:lstStyle/>
          <a:p>
            <a:pPr marL="0" indent="0" algn="ctr">
              <a:buNone/>
            </a:pPr>
            <a:r>
              <a:rPr lang="en-US" sz="2200" b="1" dirty="0">
                <a:solidFill>
                  <a:srgbClr val="FE6768"/>
                </a:solidFill>
              </a:rPr>
              <a:t>→</a:t>
            </a:r>
            <a:endParaRPr lang="en-US" sz="2200" dirty="0"/>
          </a:p>
        </p:txBody>
      </p:sp>
      <p:sp>
        <p:nvSpPr>
          <p:cNvPr id="15" name="Text 13"/>
          <p:cNvSpPr/>
          <p:nvPr/>
        </p:nvSpPr>
        <p:spPr>
          <a:xfrm>
            <a:off x="3078328" y="5181600"/>
            <a:ext cx="2651760" cy="944880"/>
          </a:xfrm>
          <a:prstGeom prst="rect">
            <a:avLst/>
          </a:prstGeom>
          <a:noFill/>
          <a:ln/>
        </p:spPr>
        <p:txBody>
          <a:bodyPr wrap="square" lIns="0" tIns="0" rIns="0" bIns="0" rtlCol="0" anchor="ctr"/>
          <a:lstStyle/>
          <a:p>
            <a:pPr marL="0" indent="0" algn="ctr">
              <a:buNone/>
            </a:pPr>
            <a:r>
              <a:rPr lang="en-US" sz="2400" b="1" i="1" dirty="0">
                <a:solidFill>
                  <a:srgbClr val="1E1E2A"/>
                </a:solidFill>
                <a:latin typeface="Calibri" pitchFamily="34" charset="0"/>
                <a:ea typeface="Calibri" pitchFamily="34" charset="-122"/>
                <a:cs typeface="Calibri" pitchFamily="34" charset="-120"/>
              </a:rPr>
              <a:t>"ppa"</a:t>
            </a:r>
            <a:endParaRPr lang="en-US" sz="2400" dirty="0"/>
          </a:p>
        </p:txBody>
      </p:sp>
      <p:sp>
        <p:nvSpPr>
          <p:cNvPr id="16" name="Shape 14"/>
          <p:cNvSpPr/>
          <p:nvPr/>
        </p:nvSpPr>
        <p:spPr>
          <a:xfrm>
            <a:off x="6278728" y="2468880"/>
            <a:ext cx="5029200" cy="3840480"/>
          </a:xfrm>
          <a:prstGeom prst="roundRect">
            <a:avLst>
              <a:gd name="adj" fmla="val 4286"/>
            </a:avLst>
          </a:prstGeom>
          <a:solidFill>
            <a:srgbClr val="FFE0E0"/>
          </a:solidFill>
          <a:ln w="19050">
            <a:solidFill>
              <a:srgbClr val="FE6768"/>
            </a:solidFill>
            <a:prstDash val="solid"/>
          </a:ln>
        </p:spPr>
      </p:sp>
      <p:sp>
        <p:nvSpPr>
          <p:cNvPr id="17" name="Text 15"/>
          <p:cNvSpPr/>
          <p:nvPr/>
        </p:nvSpPr>
        <p:spPr>
          <a:xfrm>
            <a:off x="6278728" y="2651760"/>
            <a:ext cx="5029200" cy="365760"/>
          </a:xfrm>
          <a:prstGeom prst="rect">
            <a:avLst/>
          </a:prstGeom>
          <a:noFill/>
          <a:ln/>
        </p:spPr>
        <p:txBody>
          <a:bodyPr wrap="square" lIns="0" tIns="0" rIns="0" bIns="0" rtlCol="0" anchor="ctr"/>
          <a:lstStyle/>
          <a:p>
            <a:pPr marL="0" indent="0" algn="ctr">
              <a:buNone/>
            </a:pPr>
            <a:r>
              <a:rPr lang="en-US" sz="1400" b="1" i="1" kern="0" spc="300" dirty="0">
                <a:solidFill>
                  <a:srgbClr val="FE6768"/>
                </a:solidFill>
                <a:latin typeface="Calibri" pitchFamily="34" charset="0"/>
                <a:ea typeface="Calibri" pitchFamily="34" charset="-122"/>
                <a:cs typeface="Calibri" pitchFamily="34" charset="-120"/>
              </a:rPr>
              <a:t>Familia ㅈ ㅊ ㅉ</a:t>
            </a:r>
            <a:endParaRPr lang="en-US" sz="1400" dirty="0"/>
          </a:p>
        </p:txBody>
      </p:sp>
      <p:sp>
        <p:nvSpPr>
          <p:cNvPr id="18" name="Text 16"/>
          <p:cNvSpPr/>
          <p:nvPr/>
        </p:nvSpPr>
        <p:spPr>
          <a:xfrm>
            <a:off x="6553048" y="3108960"/>
            <a:ext cx="1371600" cy="94488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자</a:t>
            </a:r>
            <a:endParaRPr lang="en-US" sz="5000" dirty="0"/>
          </a:p>
        </p:txBody>
      </p:sp>
      <p:sp>
        <p:nvSpPr>
          <p:cNvPr id="19" name="Text 17"/>
          <p:cNvSpPr/>
          <p:nvPr/>
        </p:nvSpPr>
        <p:spPr>
          <a:xfrm>
            <a:off x="7970368" y="3108960"/>
            <a:ext cx="457200" cy="944880"/>
          </a:xfrm>
          <a:prstGeom prst="rect">
            <a:avLst/>
          </a:prstGeom>
          <a:noFill/>
          <a:ln/>
        </p:spPr>
        <p:txBody>
          <a:bodyPr wrap="square" lIns="0" tIns="0" rIns="0" bIns="0" rtlCol="0" anchor="ctr"/>
          <a:lstStyle/>
          <a:p>
            <a:pPr marL="0" indent="0" algn="ctr">
              <a:buNone/>
            </a:pPr>
            <a:r>
              <a:rPr lang="en-US" sz="2200" b="1" dirty="0">
                <a:solidFill>
                  <a:srgbClr val="FE6768"/>
                </a:solidFill>
              </a:rPr>
              <a:t>→</a:t>
            </a:r>
            <a:endParaRPr lang="en-US" sz="2200" dirty="0"/>
          </a:p>
        </p:txBody>
      </p:sp>
      <p:sp>
        <p:nvSpPr>
          <p:cNvPr id="20" name="Text 18"/>
          <p:cNvSpPr/>
          <p:nvPr/>
        </p:nvSpPr>
        <p:spPr>
          <a:xfrm>
            <a:off x="8473288" y="3108960"/>
            <a:ext cx="2651760" cy="944880"/>
          </a:xfrm>
          <a:prstGeom prst="rect">
            <a:avLst/>
          </a:prstGeom>
          <a:noFill/>
          <a:ln/>
        </p:spPr>
        <p:txBody>
          <a:bodyPr wrap="square" lIns="0" tIns="0" rIns="0" bIns="0" rtlCol="0" anchor="ctr"/>
          <a:lstStyle/>
          <a:p>
            <a:pPr marL="0" indent="0" algn="ctr">
              <a:buNone/>
            </a:pPr>
            <a:r>
              <a:rPr lang="en-US" sz="2400" b="1" i="1" dirty="0">
                <a:solidFill>
                  <a:srgbClr val="1E1E2A"/>
                </a:solidFill>
                <a:latin typeface="Calibri" pitchFamily="34" charset="0"/>
                <a:ea typeface="Calibri" pitchFamily="34" charset="-122"/>
                <a:cs typeface="Calibri" pitchFamily="34" charset="-120"/>
              </a:rPr>
              <a:t>"ja"</a:t>
            </a:r>
            <a:endParaRPr lang="en-US" sz="2400" dirty="0"/>
          </a:p>
        </p:txBody>
      </p:sp>
      <p:sp>
        <p:nvSpPr>
          <p:cNvPr id="21" name="Text 19"/>
          <p:cNvSpPr/>
          <p:nvPr/>
        </p:nvSpPr>
        <p:spPr>
          <a:xfrm>
            <a:off x="6553048" y="4145280"/>
            <a:ext cx="1371600" cy="94488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차</a:t>
            </a:r>
            <a:endParaRPr lang="en-US" sz="5000" dirty="0"/>
          </a:p>
        </p:txBody>
      </p:sp>
      <p:sp>
        <p:nvSpPr>
          <p:cNvPr id="22" name="Text 20"/>
          <p:cNvSpPr/>
          <p:nvPr/>
        </p:nvSpPr>
        <p:spPr>
          <a:xfrm>
            <a:off x="7970368" y="4145280"/>
            <a:ext cx="457200" cy="944880"/>
          </a:xfrm>
          <a:prstGeom prst="rect">
            <a:avLst/>
          </a:prstGeom>
          <a:noFill/>
          <a:ln/>
        </p:spPr>
        <p:txBody>
          <a:bodyPr wrap="square" lIns="0" tIns="0" rIns="0" bIns="0" rtlCol="0" anchor="ctr"/>
          <a:lstStyle/>
          <a:p>
            <a:pPr marL="0" indent="0" algn="ctr">
              <a:buNone/>
            </a:pPr>
            <a:r>
              <a:rPr lang="en-US" sz="2200" b="1" dirty="0">
                <a:solidFill>
                  <a:srgbClr val="FE6768"/>
                </a:solidFill>
              </a:rPr>
              <a:t>→</a:t>
            </a:r>
            <a:endParaRPr lang="en-US" sz="2200" dirty="0"/>
          </a:p>
        </p:txBody>
      </p:sp>
      <p:sp>
        <p:nvSpPr>
          <p:cNvPr id="23" name="Text 21"/>
          <p:cNvSpPr/>
          <p:nvPr/>
        </p:nvSpPr>
        <p:spPr>
          <a:xfrm>
            <a:off x="8473288" y="4145280"/>
            <a:ext cx="2651760" cy="944880"/>
          </a:xfrm>
          <a:prstGeom prst="rect">
            <a:avLst/>
          </a:prstGeom>
          <a:noFill/>
          <a:ln/>
        </p:spPr>
        <p:txBody>
          <a:bodyPr wrap="square" lIns="0" tIns="0" rIns="0" bIns="0" rtlCol="0" anchor="ctr"/>
          <a:lstStyle/>
          <a:p>
            <a:pPr marL="0" indent="0" algn="ctr">
              <a:buNone/>
            </a:pPr>
            <a:r>
              <a:rPr lang="en-US" sz="2400" b="1" i="1" dirty="0">
                <a:solidFill>
                  <a:srgbClr val="1E1E2A"/>
                </a:solidFill>
                <a:latin typeface="Calibri" pitchFamily="34" charset="0"/>
                <a:ea typeface="Calibri" pitchFamily="34" charset="-122"/>
                <a:cs typeface="Calibri" pitchFamily="34" charset="-120"/>
              </a:rPr>
              <a:t>"cha"</a:t>
            </a:r>
            <a:endParaRPr lang="en-US" sz="2400" dirty="0"/>
          </a:p>
        </p:txBody>
      </p:sp>
      <p:sp>
        <p:nvSpPr>
          <p:cNvPr id="24" name="Text 22"/>
          <p:cNvSpPr/>
          <p:nvPr/>
        </p:nvSpPr>
        <p:spPr>
          <a:xfrm>
            <a:off x="6553048" y="5181600"/>
            <a:ext cx="1371600" cy="94488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짜</a:t>
            </a:r>
            <a:endParaRPr lang="en-US" sz="5000" dirty="0"/>
          </a:p>
        </p:txBody>
      </p:sp>
      <p:sp>
        <p:nvSpPr>
          <p:cNvPr id="25" name="Text 23"/>
          <p:cNvSpPr/>
          <p:nvPr/>
        </p:nvSpPr>
        <p:spPr>
          <a:xfrm>
            <a:off x="7970368" y="5181600"/>
            <a:ext cx="457200" cy="944880"/>
          </a:xfrm>
          <a:prstGeom prst="rect">
            <a:avLst/>
          </a:prstGeom>
          <a:noFill/>
          <a:ln/>
        </p:spPr>
        <p:txBody>
          <a:bodyPr wrap="square" lIns="0" tIns="0" rIns="0" bIns="0" rtlCol="0" anchor="ctr"/>
          <a:lstStyle/>
          <a:p>
            <a:pPr marL="0" indent="0" algn="ctr">
              <a:buNone/>
            </a:pPr>
            <a:r>
              <a:rPr lang="en-US" sz="2200" b="1" dirty="0">
                <a:solidFill>
                  <a:srgbClr val="FE6768"/>
                </a:solidFill>
              </a:rPr>
              <a:t>→</a:t>
            </a:r>
            <a:endParaRPr lang="en-US" sz="2200" dirty="0"/>
          </a:p>
        </p:txBody>
      </p:sp>
      <p:sp>
        <p:nvSpPr>
          <p:cNvPr id="26" name="Text 24"/>
          <p:cNvSpPr/>
          <p:nvPr/>
        </p:nvSpPr>
        <p:spPr>
          <a:xfrm>
            <a:off x="8473288" y="5181600"/>
            <a:ext cx="2651760" cy="944880"/>
          </a:xfrm>
          <a:prstGeom prst="rect">
            <a:avLst/>
          </a:prstGeom>
          <a:noFill/>
          <a:ln/>
        </p:spPr>
        <p:txBody>
          <a:bodyPr wrap="square" lIns="0" tIns="0" rIns="0" bIns="0" rtlCol="0" anchor="ctr"/>
          <a:lstStyle/>
          <a:p>
            <a:pPr marL="0" indent="0" algn="ctr">
              <a:buNone/>
            </a:pPr>
            <a:r>
              <a:rPr lang="en-US" sz="2400" b="1" i="1" dirty="0">
                <a:solidFill>
                  <a:srgbClr val="1E1E2A"/>
                </a:solidFill>
                <a:latin typeface="Calibri" pitchFamily="34" charset="0"/>
                <a:ea typeface="Calibri" pitchFamily="34" charset="-122"/>
                <a:cs typeface="Calibri" pitchFamily="34" charset="-120"/>
              </a:rPr>
              <a:t>"jja"</a:t>
            </a:r>
            <a:endParaRPr lang="en-US" sz="2400" dirty="0"/>
          </a:p>
        </p:txBody>
      </p:sp>
      <p:pic>
        <p:nvPicPr>
          <p:cNvPr id="27"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28" name="Text 2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9" name="Text 2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88</a:t>
            </a:r>
            <a:endParaRPr lang="en-US" sz="800" dirty="0"/>
          </a:p>
        </p:txBody>
      </p:sp>
    </p:spTree>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name="Slide 89">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CAPÍTULO 3</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Glosario clave</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Las palabras que vas a escuchar en este capítulo.</a:t>
            </a:r>
            <a:endParaRPr lang="en-US" sz="1400" dirty="0"/>
          </a:p>
        </p:txBody>
      </p:sp>
      <p:sp>
        <p:nvSpPr>
          <p:cNvPr id="5" name="Text 3"/>
          <p:cNvSpPr/>
          <p:nvPr/>
        </p:nvSpPr>
        <p:spPr>
          <a:xfrm>
            <a:off x="640080" y="2468880"/>
            <a:ext cx="5440680" cy="384048"/>
          </a:xfrm>
          <a:prstGeom prst="rect">
            <a:avLst/>
          </a:prstGeom>
          <a:noFill/>
          <a:ln/>
        </p:spPr>
        <p:txBody>
          <a:bodyPr wrap="square" lIns="0" tIns="0" rIns="0" bIns="0" rtlCol="0" anchor="ctr"/>
          <a:lstStyle/>
          <a:p>
            <a:pPr marL="0" indent="0">
              <a:buNone/>
            </a:pPr>
            <a:r>
              <a:rPr lang="en-US" sz="1600" b="1" dirty="0">
                <a:solidFill>
                  <a:srgbClr val="4036ED"/>
                </a:solidFill>
                <a:latin typeface="Malgun Gothic" pitchFamily="34" charset="0"/>
                <a:ea typeface="Malgun Gothic" pitchFamily="34" charset="-122"/>
                <a:cs typeface="Malgun Gothic" pitchFamily="34" charset="-120"/>
              </a:rPr>
              <a:t>음절</a:t>
            </a:r>
            <a:r>
              <a:rPr lang="en-US" sz="1200" i="1" dirty="0">
                <a:solidFill>
                  <a:srgbClr val="FE6768"/>
                </a:solidFill>
              </a:rPr>
              <a:t>   eum-jeol</a:t>
            </a:r>
            <a:r>
              <a:rPr lang="en-US" sz="1200" dirty="0">
                <a:solidFill>
                  <a:srgbClr val="4A4A55"/>
                </a:solidFill>
              </a:rPr>
              <a:t>   ·  sílaba</a:t>
            </a:r>
            <a:endParaRPr lang="en-US" sz="1600" dirty="0"/>
          </a:p>
        </p:txBody>
      </p:sp>
      <p:sp>
        <p:nvSpPr>
          <p:cNvPr id="6" name="Text 4"/>
          <p:cNvSpPr/>
          <p:nvPr/>
        </p:nvSpPr>
        <p:spPr>
          <a:xfrm>
            <a:off x="6309360" y="2468880"/>
            <a:ext cx="5440680" cy="384048"/>
          </a:xfrm>
          <a:prstGeom prst="rect">
            <a:avLst/>
          </a:prstGeom>
          <a:noFill/>
          <a:ln/>
        </p:spPr>
        <p:txBody>
          <a:bodyPr wrap="square" lIns="0" tIns="0" rIns="0" bIns="0" rtlCol="0" anchor="ctr"/>
          <a:lstStyle/>
          <a:p>
            <a:pPr marL="0" indent="0">
              <a:buNone/>
            </a:pPr>
            <a:r>
              <a:rPr lang="en-US" sz="1600" b="1" dirty="0">
                <a:solidFill>
                  <a:srgbClr val="4036ED"/>
                </a:solidFill>
                <a:latin typeface="Malgun Gothic" pitchFamily="34" charset="0"/>
                <a:ea typeface="Malgun Gothic" pitchFamily="34" charset="-122"/>
                <a:cs typeface="Malgun Gothic" pitchFamily="34" charset="-120"/>
              </a:rPr>
              <a:t>글자</a:t>
            </a:r>
            <a:r>
              <a:rPr lang="en-US" sz="1200" i="1" dirty="0">
                <a:solidFill>
                  <a:srgbClr val="FE6768"/>
                </a:solidFill>
              </a:rPr>
              <a:t>   geulja</a:t>
            </a:r>
            <a:r>
              <a:rPr lang="en-US" sz="1200" dirty="0">
                <a:solidFill>
                  <a:srgbClr val="4A4A55"/>
                </a:solidFill>
              </a:rPr>
              <a:t>   ·  letra, caracter</a:t>
            </a:r>
            <a:endParaRPr lang="en-US" sz="1600" dirty="0"/>
          </a:p>
        </p:txBody>
      </p:sp>
      <p:sp>
        <p:nvSpPr>
          <p:cNvPr id="7" name="Text 5"/>
          <p:cNvSpPr/>
          <p:nvPr/>
        </p:nvSpPr>
        <p:spPr>
          <a:xfrm>
            <a:off x="640080" y="2852928"/>
            <a:ext cx="5440680" cy="384048"/>
          </a:xfrm>
          <a:prstGeom prst="rect">
            <a:avLst/>
          </a:prstGeom>
          <a:noFill/>
          <a:ln/>
        </p:spPr>
        <p:txBody>
          <a:bodyPr wrap="square" lIns="0" tIns="0" rIns="0" bIns="0" rtlCol="0" anchor="ctr"/>
          <a:lstStyle/>
          <a:p>
            <a:pPr marL="0" indent="0">
              <a:buNone/>
            </a:pPr>
            <a:r>
              <a:rPr lang="en-US" sz="1600" b="1" dirty="0">
                <a:solidFill>
                  <a:srgbClr val="4036ED"/>
                </a:solidFill>
                <a:latin typeface="Malgun Gothic" pitchFamily="34" charset="0"/>
                <a:ea typeface="Malgun Gothic" pitchFamily="34" charset="-122"/>
                <a:cs typeface="Malgun Gothic" pitchFamily="34" charset="-120"/>
              </a:rPr>
              <a:t>받침</a:t>
            </a:r>
            <a:r>
              <a:rPr lang="en-US" sz="1200" i="1" dirty="0">
                <a:solidFill>
                  <a:srgbClr val="FE6768"/>
                </a:solidFill>
              </a:rPr>
              <a:t>   batchim</a:t>
            </a:r>
            <a:r>
              <a:rPr lang="en-US" sz="1200" dirty="0">
                <a:solidFill>
                  <a:srgbClr val="4A4A55"/>
                </a:solidFill>
              </a:rPr>
              <a:t>   ·  consonante final de sílaba</a:t>
            </a:r>
            <a:endParaRPr lang="en-US" sz="1600" dirty="0"/>
          </a:p>
        </p:txBody>
      </p:sp>
      <p:sp>
        <p:nvSpPr>
          <p:cNvPr id="8" name="Text 6"/>
          <p:cNvSpPr/>
          <p:nvPr/>
        </p:nvSpPr>
        <p:spPr>
          <a:xfrm>
            <a:off x="6309360" y="2852928"/>
            <a:ext cx="5440680" cy="384048"/>
          </a:xfrm>
          <a:prstGeom prst="rect">
            <a:avLst/>
          </a:prstGeom>
          <a:noFill/>
          <a:ln/>
        </p:spPr>
        <p:txBody>
          <a:bodyPr wrap="square" lIns="0" tIns="0" rIns="0" bIns="0" rtlCol="0" anchor="ctr"/>
          <a:lstStyle/>
          <a:p>
            <a:pPr marL="0" indent="0">
              <a:buNone/>
            </a:pPr>
            <a:r>
              <a:rPr lang="en-US" sz="1600" b="1" dirty="0">
                <a:solidFill>
                  <a:srgbClr val="4036ED"/>
                </a:solidFill>
                <a:latin typeface="Malgun Gothic" pitchFamily="34" charset="0"/>
                <a:ea typeface="Malgun Gothic" pitchFamily="34" charset="-122"/>
                <a:cs typeface="Malgun Gothic" pitchFamily="34" charset="-120"/>
              </a:rPr>
              <a:t>모음</a:t>
            </a:r>
            <a:r>
              <a:rPr lang="en-US" sz="1200" i="1" dirty="0">
                <a:solidFill>
                  <a:srgbClr val="FE6768"/>
                </a:solidFill>
              </a:rPr>
              <a:t>   mo-eum</a:t>
            </a:r>
            <a:r>
              <a:rPr lang="en-US" sz="1200" dirty="0">
                <a:solidFill>
                  <a:srgbClr val="4A4A55"/>
                </a:solidFill>
              </a:rPr>
              <a:t>   ·  vocal</a:t>
            </a:r>
            <a:endParaRPr lang="en-US" sz="1600" dirty="0"/>
          </a:p>
        </p:txBody>
      </p:sp>
      <p:sp>
        <p:nvSpPr>
          <p:cNvPr id="9" name="Text 7"/>
          <p:cNvSpPr/>
          <p:nvPr/>
        </p:nvSpPr>
        <p:spPr>
          <a:xfrm>
            <a:off x="640080" y="3236976"/>
            <a:ext cx="5440680" cy="384048"/>
          </a:xfrm>
          <a:prstGeom prst="rect">
            <a:avLst/>
          </a:prstGeom>
          <a:noFill/>
          <a:ln/>
        </p:spPr>
        <p:txBody>
          <a:bodyPr wrap="square" lIns="0" tIns="0" rIns="0" bIns="0" rtlCol="0" anchor="ctr"/>
          <a:lstStyle/>
          <a:p>
            <a:pPr marL="0" indent="0">
              <a:buNone/>
            </a:pPr>
            <a:r>
              <a:rPr lang="en-US" sz="1600" b="1" dirty="0">
                <a:solidFill>
                  <a:srgbClr val="4036ED"/>
                </a:solidFill>
                <a:latin typeface="Malgun Gothic" pitchFamily="34" charset="0"/>
                <a:ea typeface="Malgun Gothic" pitchFamily="34" charset="-122"/>
                <a:cs typeface="Malgun Gothic" pitchFamily="34" charset="-120"/>
              </a:rPr>
              <a:t>자음</a:t>
            </a:r>
            <a:r>
              <a:rPr lang="en-US" sz="1200" i="1" dirty="0">
                <a:solidFill>
                  <a:srgbClr val="FE6768"/>
                </a:solidFill>
              </a:rPr>
              <a:t>   ja-eum</a:t>
            </a:r>
            <a:r>
              <a:rPr lang="en-US" sz="1200" dirty="0">
                <a:solidFill>
                  <a:srgbClr val="4A4A55"/>
                </a:solidFill>
              </a:rPr>
              <a:t>   ·  consonante</a:t>
            </a:r>
            <a:endParaRPr lang="en-US" sz="1600" dirty="0"/>
          </a:p>
        </p:txBody>
      </p:sp>
      <p:sp>
        <p:nvSpPr>
          <p:cNvPr id="10" name="Text 8"/>
          <p:cNvSpPr/>
          <p:nvPr/>
        </p:nvSpPr>
        <p:spPr>
          <a:xfrm>
            <a:off x="6309360" y="3236976"/>
            <a:ext cx="5440680" cy="384048"/>
          </a:xfrm>
          <a:prstGeom prst="rect">
            <a:avLst/>
          </a:prstGeom>
          <a:noFill/>
          <a:ln/>
        </p:spPr>
        <p:txBody>
          <a:bodyPr wrap="square" lIns="0" tIns="0" rIns="0" bIns="0" rtlCol="0" anchor="ctr"/>
          <a:lstStyle/>
          <a:p>
            <a:pPr marL="0" indent="0">
              <a:buNone/>
            </a:pPr>
            <a:r>
              <a:rPr lang="en-US" sz="1600" b="1" dirty="0">
                <a:solidFill>
                  <a:srgbClr val="4036ED"/>
                </a:solidFill>
                <a:latin typeface="Malgun Gothic" pitchFamily="34" charset="0"/>
                <a:ea typeface="Malgun Gothic" pitchFamily="34" charset="-122"/>
                <a:cs typeface="Malgun Gothic" pitchFamily="34" charset="-120"/>
              </a:rPr>
              <a:t>거센소리</a:t>
            </a:r>
            <a:r>
              <a:rPr lang="en-US" sz="1200" i="1" dirty="0">
                <a:solidFill>
                  <a:srgbClr val="FE6768"/>
                </a:solidFill>
              </a:rPr>
              <a:t>   geosen-sori</a:t>
            </a:r>
            <a:r>
              <a:rPr lang="en-US" sz="1200" dirty="0">
                <a:solidFill>
                  <a:srgbClr val="4A4A55"/>
                </a:solidFill>
              </a:rPr>
              <a:t>   ·  sonido aspirado</a:t>
            </a:r>
            <a:endParaRPr lang="en-US" sz="1600" dirty="0"/>
          </a:p>
        </p:txBody>
      </p:sp>
      <p:sp>
        <p:nvSpPr>
          <p:cNvPr id="11" name="Text 9"/>
          <p:cNvSpPr/>
          <p:nvPr/>
        </p:nvSpPr>
        <p:spPr>
          <a:xfrm>
            <a:off x="640080" y="3621024"/>
            <a:ext cx="5440680" cy="384048"/>
          </a:xfrm>
          <a:prstGeom prst="rect">
            <a:avLst/>
          </a:prstGeom>
          <a:noFill/>
          <a:ln/>
        </p:spPr>
        <p:txBody>
          <a:bodyPr wrap="square" lIns="0" tIns="0" rIns="0" bIns="0" rtlCol="0" anchor="ctr"/>
          <a:lstStyle/>
          <a:p>
            <a:pPr marL="0" indent="0">
              <a:buNone/>
            </a:pPr>
            <a:r>
              <a:rPr lang="en-US" sz="1600" b="1" dirty="0">
                <a:solidFill>
                  <a:srgbClr val="4036ED"/>
                </a:solidFill>
                <a:latin typeface="Malgun Gothic" pitchFamily="34" charset="0"/>
                <a:ea typeface="Malgun Gothic" pitchFamily="34" charset="-122"/>
                <a:cs typeface="Malgun Gothic" pitchFamily="34" charset="-120"/>
              </a:rPr>
              <a:t>쌍소리</a:t>
            </a:r>
            <a:r>
              <a:rPr lang="en-US" sz="1200" i="1" dirty="0">
                <a:solidFill>
                  <a:srgbClr val="FE6768"/>
                </a:solidFill>
              </a:rPr>
              <a:t>   ssang-sori</a:t>
            </a:r>
            <a:r>
              <a:rPr lang="en-US" sz="1200" dirty="0">
                <a:solidFill>
                  <a:srgbClr val="4A4A55"/>
                </a:solidFill>
              </a:rPr>
              <a:t>   ·  sonido doble (tenso)</a:t>
            </a:r>
            <a:endParaRPr lang="en-US" sz="1600" dirty="0"/>
          </a:p>
        </p:txBody>
      </p:sp>
      <p:sp>
        <p:nvSpPr>
          <p:cNvPr id="12" name="Text 10"/>
          <p:cNvSpPr/>
          <p:nvPr/>
        </p:nvSpPr>
        <p:spPr>
          <a:xfrm>
            <a:off x="6309360" y="3621024"/>
            <a:ext cx="5440680" cy="384048"/>
          </a:xfrm>
          <a:prstGeom prst="rect">
            <a:avLst/>
          </a:prstGeom>
          <a:noFill/>
          <a:ln/>
        </p:spPr>
        <p:txBody>
          <a:bodyPr wrap="square" lIns="0" tIns="0" rIns="0" bIns="0" rtlCol="0" anchor="ctr"/>
          <a:lstStyle/>
          <a:p>
            <a:pPr marL="0" indent="0">
              <a:buNone/>
            </a:pPr>
            <a:r>
              <a:rPr lang="en-US" sz="1600" b="1" dirty="0">
                <a:solidFill>
                  <a:srgbClr val="4036ED"/>
                </a:solidFill>
                <a:latin typeface="Malgun Gothic" pitchFamily="34" charset="0"/>
                <a:ea typeface="Malgun Gothic" pitchFamily="34" charset="-122"/>
                <a:cs typeface="Malgun Gothic" pitchFamily="34" charset="-120"/>
              </a:rPr>
              <a:t>소리</a:t>
            </a:r>
            <a:r>
              <a:rPr lang="en-US" sz="1200" i="1" dirty="0">
                <a:solidFill>
                  <a:srgbClr val="FE6768"/>
                </a:solidFill>
              </a:rPr>
              <a:t>   sori</a:t>
            </a:r>
            <a:r>
              <a:rPr lang="en-US" sz="1200" dirty="0">
                <a:solidFill>
                  <a:srgbClr val="4A4A55"/>
                </a:solidFill>
              </a:rPr>
              <a:t>   ·  sonido</a:t>
            </a:r>
            <a:endParaRPr lang="en-US" sz="1600" dirty="0"/>
          </a:p>
        </p:txBody>
      </p:sp>
      <p:sp>
        <p:nvSpPr>
          <p:cNvPr id="13" name="Text 11"/>
          <p:cNvSpPr/>
          <p:nvPr/>
        </p:nvSpPr>
        <p:spPr>
          <a:xfrm>
            <a:off x="640080" y="4005072"/>
            <a:ext cx="5440680" cy="384048"/>
          </a:xfrm>
          <a:prstGeom prst="rect">
            <a:avLst/>
          </a:prstGeom>
          <a:noFill/>
          <a:ln/>
        </p:spPr>
        <p:txBody>
          <a:bodyPr wrap="square" lIns="0" tIns="0" rIns="0" bIns="0" rtlCol="0" anchor="ctr"/>
          <a:lstStyle/>
          <a:p>
            <a:pPr marL="0" indent="0">
              <a:buNone/>
            </a:pPr>
            <a:r>
              <a:rPr lang="en-US" sz="1600" b="1" dirty="0">
                <a:solidFill>
                  <a:srgbClr val="4036ED"/>
                </a:solidFill>
                <a:latin typeface="Malgun Gothic" pitchFamily="34" charset="0"/>
                <a:ea typeface="Malgun Gothic" pitchFamily="34" charset="-122"/>
                <a:cs typeface="Malgun Gothic" pitchFamily="34" charset="-120"/>
              </a:rPr>
              <a:t>글</a:t>
            </a:r>
            <a:r>
              <a:rPr lang="en-US" sz="1200" i="1" dirty="0">
                <a:solidFill>
                  <a:srgbClr val="FE6768"/>
                </a:solidFill>
              </a:rPr>
              <a:t>   geul</a:t>
            </a:r>
            <a:r>
              <a:rPr lang="en-US" sz="1200" dirty="0">
                <a:solidFill>
                  <a:srgbClr val="4A4A55"/>
                </a:solidFill>
              </a:rPr>
              <a:t>   ·  escritura, letra</a:t>
            </a:r>
            <a:endParaRPr lang="en-US" sz="1600" dirty="0"/>
          </a:p>
        </p:txBody>
      </p:sp>
      <p:sp>
        <p:nvSpPr>
          <p:cNvPr id="14" name="Text 12"/>
          <p:cNvSpPr/>
          <p:nvPr/>
        </p:nvSpPr>
        <p:spPr>
          <a:xfrm>
            <a:off x="6309360" y="4005072"/>
            <a:ext cx="5440680" cy="384048"/>
          </a:xfrm>
          <a:prstGeom prst="rect">
            <a:avLst/>
          </a:prstGeom>
          <a:noFill/>
          <a:ln/>
        </p:spPr>
        <p:txBody>
          <a:bodyPr wrap="square" lIns="0" tIns="0" rIns="0" bIns="0" rtlCol="0" anchor="ctr"/>
          <a:lstStyle/>
          <a:p>
            <a:pPr marL="0" indent="0">
              <a:buNone/>
            </a:pPr>
            <a:r>
              <a:rPr lang="en-US" sz="1600" b="1" dirty="0">
                <a:solidFill>
                  <a:srgbClr val="4036ED"/>
                </a:solidFill>
                <a:latin typeface="Malgun Gothic" pitchFamily="34" charset="0"/>
                <a:ea typeface="Malgun Gothic" pitchFamily="34" charset="-122"/>
                <a:cs typeface="Malgun Gothic" pitchFamily="34" charset="-120"/>
              </a:rPr>
              <a:t>이응</a:t>
            </a:r>
            <a:r>
              <a:rPr lang="en-US" sz="1200" i="1" dirty="0">
                <a:solidFill>
                  <a:srgbClr val="FE6768"/>
                </a:solidFill>
              </a:rPr>
              <a:t>   ieung</a:t>
            </a:r>
            <a:r>
              <a:rPr lang="en-US" sz="1200" dirty="0">
                <a:solidFill>
                  <a:srgbClr val="4A4A55"/>
                </a:solidFill>
              </a:rPr>
              <a:t>   ·  la consonante ㅇ</a:t>
            </a:r>
            <a:endParaRPr lang="en-US" sz="1600" dirty="0"/>
          </a:p>
        </p:txBody>
      </p:sp>
      <p:sp>
        <p:nvSpPr>
          <p:cNvPr id="15" name="Text 13"/>
          <p:cNvSpPr/>
          <p:nvPr/>
        </p:nvSpPr>
        <p:spPr>
          <a:xfrm>
            <a:off x="640080" y="4389120"/>
            <a:ext cx="5440680" cy="384048"/>
          </a:xfrm>
          <a:prstGeom prst="rect">
            <a:avLst/>
          </a:prstGeom>
          <a:noFill/>
          <a:ln/>
        </p:spPr>
        <p:txBody>
          <a:bodyPr wrap="square" lIns="0" tIns="0" rIns="0" bIns="0" rtlCol="0" anchor="ctr"/>
          <a:lstStyle/>
          <a:p>
            <a:pPr marL="0" indent="0">
              <a:buNone/>
            </a:pPr>
            <a:r>
              <a:rPr lang="en-US" sz="1600" b="1" dirty="0">
                <a:solidFill>
                  <a:srgbClr val="4036ED"/>
                </a:solidFill>
                <a:latin typeface="Malgun Gothic" pitchFamily="34" charset="0"/>
                <a:ea typeface="Malgun Gothic" pitchFamily="34" charset="-122"/>
                <a:cs typeface="Malgun Gothic" pitchFamily="34" charset="-120"/>
              </a:rPr>
              <a:t>세로</a:t>
            </a:r>
            <a:r>
              <a:rPr lang="en-US" sz="1200" i="1" dirty="0">
                <a:solidFill>
                  <a:srgbClr val="FE6768"/>
                </a:solidFill>
              </a:rPr>
              <a:t>   sero</a:t>
            </a:r>
            <a:r>
              <a:rPr lang="en-US" sz="1200" dirty="0">
                <a:solidFill>
                  <a:srgbClr val="4A4A55"/>
                </a:solidFill>
              </a:rPr>
              <a:t>   ·  vertical (vocales verticales)</a:t>
            </a:r>
            <a:endParaRPr lang="en-US" sz="1600" dirty="0"/>
          </a:p>
        </p:txBody>
      </p:sp>
      <p:sp>
        <p:nvSpPr>
          <p:cNvPr id="16" name="Text 14"/>
          <p:cNvSpPr/>
          <p:nvPr/>
        </p:nvSpPr>
        <p:spPr>
          <a:xfrm>
            <a:off x="6309360" y="4389120"/>
            <a:ext cx="5440680" cy="384048"/>
          </a:xfrm>
          <a:prstGeom prst="rect">
            <a:avLst/>
          </a:prstGeom>
          <a:noFill/>
          <a:ln/>
        </p:spPr>
        <p:txBody>
          <a:bodyPr wrap="square" lIns="0" tIns="0" rIns="0" bIns="0" rtlCol="0" anchor="ctr"/>
          <a:lstStyle/>
          <a:p>
            <a:pPr marL="0" indent="0">
              <a:buNone/>
            </a:pPr>
            <a:r>
              <a:rPr lang="en-US" sz="1600" b="1" dirty="0">
                <a:solidFill>
                  <a:srgbClr val="4036ED"/>
                </a:solidFill>
                <a:latin typeface="Malgun Gothic" pitchFamily="34" charset="0"/>
                <a:ea typeface="Malgun Gothic" pitchFamily="34" charset="-122"/>
                <a:cs typeface="Malgun Gothic" pitchFamily="34" charset="-120"/>
              </a:rPr>
              <a:t>가로</a:t>
            </a:r>
            <a:r>
              <a:rPr lang="en-US" sz="1200" i="1" dirty="0">
                <a:solidFill>
                  <a:srgbClr val="FE6768"/>
                </a:solidFill>
              </a:rPr>
              <a:t>   garo</a:t>
            </a:r>
            <a:r>
              <a:rPr lang="en-US" sz="1200" dirty="0">
                <a:solidFill>
                  <a:srgbClr val="4A4A55"/>
                </a:solidFill>
              </a:rPr>
              <a:t>   ·  horizontal (vocales horizontales)</a:t>
            </a:r>
            <a:endParaRPr lang="en-US" sz="1600" dirty="0"/>
          </a:p>
        </p:txBody>
      </p:sp>
      <p:pic>
        <p:nvPicPr>
          <p:cNvPr id="17"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18" name="Text 1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19" name="Text 1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89</a:t>
            </a:r>
            <a:endParaRPr lang="en-US" sz="800" dirty="0"/>
          </a:p>
        </p:txBody>
      </p:sp>
    </p:spTree>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name="Slide 9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14400" y="914400"/>
            <a:ext cx="10362895" cy="5029200"/>
          </a:xfrm>
          <a:prstGeom prst="roundRect">
            <a:avLst>
              <a:gd name="adj" fmla="val 5455"/>
            </a:avLst>
          </a:prstGeom>
          <a:solidFill>
            <a:srgbClr val="F6F6F6"/>
          </a:solidFill>
          <a:ln w="12700">
            <a:solidFill>
              <a:srgbClr val="F6F6F6"/>
            </a:solidFill>
            <a:prstDash val="solid"/>
          </a:ln>
        </p:spPr>
      </p:sp>
      <p:sp>
        <p:nvSpPr>
          <p:cNvPr id="3" name="Text 1"/>
          <p:cNvSpPr/>
          <p:nvPr/>
        </p:nvSpPr>
        <p:spPr>
          <a:xfrm>
            <a:off x="914400" y="1371600"/>
            <a:ext cx="10362895" cy="320040"/>
          </a:xfrm>
          <a:prstGeom prst="rect">
            <a:avLst/>
          </a:prstGeom>
          <a:noFill/>
          <a:ln/>
        </p:spPr>
        <p:txBody>
          <a:bodyPr wrap="square" lIns="0" tIns="0" rIns="0" bIns="0" rtlCol="0" anchor="ctr"/>
          <a:lstStyle/>
          <a:p>
            <a:pPr marL="0" indent="0" algn="ctr">
              <a:buNone/>
            </a:pPr>
            <a:r>
              <a:rPr lang="en-US" sz="1100" b="1" kern="0" spc="800" dirty="0">
                <a:solidFill>
                  <a:srgbClr val="FE6768"/>
                </a:solidFill>
                <a:latin typeface="Calibri" pitchFamily="34" charset="0"/>
                <a:ea typeface="Calibri" pitchFamily="34" charset="-122"/>
                <a:cs typeface="Calibri" pitchFamily="34" charset="-120"/>
              </a:rPr>
              <a:t>§3.27 · ADELANTO</a:t>
            </a:r>
            <a:endParaRPr lang="en-US" sz="1100" dirty="0"/>
          </a:p>
        </p:txBody>
      </p:sp>
      <p:sp>
        <p:nvSpPr>
          <p:cNvPr id="4" name="Text 2"/>
          <p:cNvSpPr/>
          <p:nvPr/>
        </p:nvSpPr>
        <p:spPr>
          <a:xfrm>
            <a:off x="914400" y="1737360"/>
            <a:ext cx="10362895" cy="640080"/>
          </a:xfrm>
          <a:prstGeom prst="rect">
            <a:avLst/>
          </a:prstGeom>
          <a:noFill/>
          <a:ln/>
        </p:spPr>
        <p:txBody>
          <a:bodyPr wrap="square" lIns="0" tIns="0" rIns="0" bIns="0" rtlCol="0" anchor="ctr"/>
          <a:lstStyle/>
          <a:p>
            <a:pPr marL="0" indent="0" algn="ctr">
              <a:buNone/>
            </a:pPr>
            <a:r>
              <a:rPr lang="en-US" sz="3600" b="1" dirty="0">
                <a:solidFill>
                  <a:srgbClr val="4036ED"/>
                </a:solidFill>
                <a:latin typeface="Calibri" pitchFamily="34" charset="0"/>
                <a:ea typeface="Calibri" pitchFamily="34" charset="-122"/>
                <a:cs typeface="Calibri" pitchFamily="34" charset="-120"/>
              </a:rPr>
              <a:t>Hacia el batchim</a:t>
            </a:r>
            <a:endParaRPr lang="en-US" sz="3600" dirty="0"/>
          </a:p>
        </p:txBody>
      </p:sp>
      <p:sp>
        <p:nvSpPr>
          <p:cNvPr id="5" name="Text 3"/>
          <p:cNvSpPr/>
          <p:nvPr/>
        </p:nvSpPr>
        <p:spPr>
          <a:xfrm>
            <a:off x="914400" y="2423160"/>
            <a:ext cx="10362895" cy="54864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받침  ·  支持</a:t>
            </a:r>
            <a:endParaRPr lang="en-US" sz="3200" dirty="0"/>
          </a:p>
        </p:txBody>
      </p:sp>
      <p:sp>
        <p:nvSpPr>
          <p:cNvPr id="6" name="Shape 4"/>
          <p:cNvSpPr/>
          <p:nvPr/>
        </p:nvSpPr>
        <p:spPr>
          <a:xfrm>
            <a:off x="3626968" y="3383280"/>
            <a:ext cx="1097280" cy="1097280"/>
          </a:xfrm>
          <a:prstGeom prst="roundRect">
            <a:avLst>
              <a:gd name="adj" fmla="val 8333"/>
            </a:avLst>
          </a:prstGeom>
          <a:solidFill>
            <a:srgbClr val="FFE0E0"/>
          </a:solidFill>
          <a:ln w="19050">
            <a:solidFill>
              <a:srgbClr val="FE6768"/>
            </a:solidFill>
            <a:prstDash val="solid"/>
          </a:ln>
        </p:spPr>
      </p:sp>
      <p:sp>
        <p:nvSpPr>
          <p:cNvPr id="7" name="Text 5"/>
          <p:cNvSpPr/>
          <p:nvPr/>
        </p:nvSpPr>
        <p:spPr>
          <a:xfrm>
            <a:off x="3626968" y="3383280"/>
            <a:ext cx="1097280" cy="109728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가</a:t>
            </a:r>
            <a:endParaRPr lang="en-US" sz="5000" dirty="0"/>
          </a:p>
        </p:txBody>
      </p:sp>
      <p:sp>
        <p:nvSpPr>
          <p:cNvPr id="8" name="Text 6"/>
          <p:cNvSpPr/>
          <p:nvPr/>
        </p:nvSpPr>
        <p:spPr>
          <a:xfrm>
            <a:off x="3626968" y="4526280"/>
            <a:ext cx="109728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sin batchim</a:t>
            </a:r>
            <a:endParaRPr lang="en-US" sz="1000" dirty="0"/>
          </a:p>
        </p:txBody>
      </p:sp>
      <p:sp>
        <p:nvSpPr>
          <p:cNvPr id="9" name="Shape 7"/>
          <p:cNvSpPr/>
          <p:nvPr/>
        </p:nvSpPr>
        <p:spPr>
          <a:xfrm>
            <a:off x="4907128" y="3383280"/>
            <a:ext cx="1097280" cy="1097280"/>
          </a:xfrm>
          <a:prstGeom prst="roundRect">
            <a:avLst>
              <a:gd name="adj" fmla="val 8333"/>
            </a:avLst>
          </a:prstGeom>
          <a:solidFill>
            <a:srgbClr val="EDE8FF"/>
          </a:solidFill>
          <a:ln w="19050">
            <a:solidFill>
              <a:srgbClr val="4036ED"/>
            </a:solidFill>
            <a:prstDash val="solid"/>
          </a:ln>
        </p:spPr>
      </p:sp>
      <p:sp>
        <p:nvSpPr>
          <p:cNvPr id="10" name="Text 8"/>
          <p:cNvSpPr/>
          <p:nvPr/>
        </p:nvSpPr>
        <p:spPr>
          <a:xfrm>
            <a:off x="4907128" y="3383280"/>
            <a:ext cx="1097280" cy="109728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강</a:t>
            </a:r>
            <a:endParaRPr lang="en-US" sz="5000" dirty="0"/>
          </a:p>
        </p:txBody>
      </p:sp>
      <p:sp>
        <p:nvSpPr>
          <p:cNvPr id="11" name="Text 9"/>
          <p:cNvSpPr/>
          <p:nvPr/>
        </p:nvSpPr>
        <p:spPr>
          <a:xfrm>
            <a:off x="4907128" y="4526280"/>
            <a:ext cx="109728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con ㅇ</a:t>
            </a:r>
            <a:endParaRPr lang="en-US" sz="1000" dirty="0"/>
          </a:p>
        </p:txBody>
      </p:sp>
      <p:sp>
        <p:nvSpPr>
          <p:cNvPr id="12" name="Shape 10"/>
          <p:cNvSpPr/>
          <p:nvPr/>
        </p:nvSpPr>
        <p:spPr>
          <a:xfrm>
            <a:off x="6187288" y="3383280"/>
            <a:ext cx="1097280" cy="1097280"/>
          </a:xfrm>
          <a:prstGeom prst="roundRect">
            <a:avLst>
              <a:gd name="adj" fmla="val 8333"/>
            </a:avLst>
          </a:prstGeom>
          <a:solidFill>
            <a:srgbClr val="EDE8FF"/>
          </a:solidFill>
          <a:ln w="19050">
            <a:solidFill>
              <a:srgbClr val="4036ED"/>
            </a:solidFill>
            <a:prstDash val="solid"/>
          </a:ln>
        </p:spPr>
      </p:sp>
      <p:sp>
        <p:nvSpPr>
          <p:cNvPr id="13" name="Text 11"/>
          <p:cNvSpPr/>
          <p:nvPr/>
        </p:nvSpPr>
        <p:spPr>
          <a:xfrm>
            <a:off x="6187288" y="3383280"/>
            <a:ext cx="1097280" cy="109728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간</a:t>
            </a:r>
            <a:endParaRPr lang="en-US" sz="5000" dirty="0"/>
          </a:p>
        </p:txBody>
      </p:sp>
      <p:sp>
        <p:nvSpPr>
          <p:cNvPr id="14" name="Text 12"/>
          <p:cNvSpPr/>
          <p:nvPr/>
        </p:nvSpPr>
        <p:spPr>
          <a:xfrm>
            <a:off x="6187288" y="4526280"/>
            <a:ext cx="109728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con ㄴ</a:t>
            </a:r>
            <a:endParaRPr lang="en-US" sz="1000" dirty="0"/>
          </a:p>
        </p:txBody>
      </p:sp>
      <p:sp>
        <p:nvSpPr>
          <p:cNvPr id="15" name="Shape 13"/>
          <p:cNvSpPr/>
          <p:nvPr/>
        </p:nvSpPr>
        <p:spPr>
          <a:xfrm>
            <a:off x="7467448" y="3383280"/>
            <a:ext cx="1097280" cy="1097280"/>
          </a:xfrm>
          <a:prstGeom prst="roundRect">
            <a:avLst>
              <a:gd name="adj" fmla="val 8333"/>
            </a:avLst>
          </a:prstGeom>
          <a:solidFill>
            <a:srgbClr val="EDE8FF"/>
          </a:solidFill>
          <a:ln w="19050">
            <a:solidFill>
              <a:srgbClr val="4036ED"/>
            </a:solidFill>
            <a:prstDash val="solid"/>
          </a:ln>
        </p:spPr>
      </p:sp>
      <p:sp>
        <p:nvSpPr>
          <p:cNvPr id="16" name="Text 14"/>
          <p:cNvSpPr/>
          <p:nvPr/>
        </p:nvSpPr>
        <p:spPr>
          <a:xfrm>
            <a:off x="7467448" y="3383280"/>
            <a:ext cx="1097280" cy="109728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갈</a:t>
            </a:r>
            <a:endParaRPr lang="en-US" sz="5000" dirty="0"/>
          </a:p>
        </p:txBody>
      </p:sp>
      <p:sp>
        <p:nvSpPr>
          <p:cNvPr id="17" name="Text 15"/>
          <p:cNvSpPr/>
          <p:nvPr/>
        </p:nvSpPr>
        <p:spPr>
          <a:xfrm>
            <a:off x="7467448" y="4526280"/>
            <a:ext cx="109728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con ㄹ</a:t>
            </a:r>
            <a:endParaRPr lang="en-US" sz="1000" dirty="0"/>
          </a:p>
        </p:txBody>
      </p:sp>
      <p:sp>
        <p:nvSpPr>
          <p:cNvPr id="18" name="Text 16"/>
          <p:cNvSpPr/>
          <p:nvPr/>
        </p:nvSpPr>
        <p:spPr>
          <a:xfrm>
            <a:off x="914400" y="5120640"/>
            <a:ext cx="10362895" cy="777240"/>
          </a:xfrm>
          <a:prstGeom prst="rect">
            <a:avLst/>
          </a:prstGeom>
          <a:noFill/>
          <a:ln/>
        </p:spPr>
        <p:txBody>
          <a:bodyPr wrap="square" lIns="0" tIns="0" rIns="0" bIns="0" rtlCol="0" anchor="ctr"/>
          <a:lstStyle/>
          <a:p>
            <a:pPr marL="0" indent="0" algn="ctr">
              <a:buNone/>
            </a:pPr>
            <a:r>
              <a:rPr lang="en-US" sz="1300" i="1" dirty="0">
                <a:solidFill>
                  <a:srgbClr val="4A4A55"/>
                </a:solidFill>
                <a:latin typeface="Calibri" pitchFamily="34" charset="0"/>
                <a:ea typeface="Calibri" pitchFamily="34" charset="-122"/>
                <a:cs typeface="Calibri" pitchFamily="34" charset="-120"/>
              </a:rPr>
              <a:t>Una pequeña consonante al pie del bloque puede cambiar el sentido de la palabra.</a:t>
            </a:r>
            <a:endParaRPr lang="en-US" sz="1300" dirty="0"/>
          </a:p>
          <a:p>
            <a:pPr marL="0" indent="0" algn="ctr">
              <a:buNone/>
            </a:pPr>
            <a:r>
              <a:rPr lang="en-US" sz="1300" i="1" dirty="0">
                <a:solidFill>
                  <a:srgbClr val="4A4A55"/>
                </a:solidFill>
                <a:latin typeface="Calibri" pitchFamily="34" charset="0"/>
                <a:ea typeface="Calibri" pitchFamily="34" charset="-122"/>
                <a:cs typeface="Calibri" pitchFamily="34" charset="-120"/>
              </a:rPr>
              <a:t>En el próximo capítulo aprenderás todas sus reglas.</a:t>
            </a:r>
            <a:endParaRPr lang="en-US" sz="1300" dirty="0"/>
          </a:p>
        </p:txBody>
      </p:sp>
      <p:pic>
        <p:nvPicPr>
          <p:cNvPr id="19" name="Image 0" descr="preencoded.png"/>
          <p:cNvPicPr>
            <a:picLocks noChangeAspect="1"/>
          </p:cNvPicPr>
          <p:nvPr/>
        </p:nvPicPr>
        <p:blipFill>
          <a:blip r:embed="rId4"/>
          <a:stretch>
            <a:fillRect/>
          </a:stretch>
        </p:blipFill>
        <p:spPr>
          <a:xfrm>
            <a:off x="5867248" y="5943600"/>
            <a:ext cx="457200" cy="457200"/>
          </a:xfrm>
          <a:prstGeom prst="rect">
            <a:avLst/>
          </a:prstGeom>
        </p:spPr>
      </p:pic>
      <p:sp>
        <p:nvSpPr>
          <p:cNvPr id="20" name="Text 17"/>
          <p:cNvSpPr/>
          <p:nvPr/>
        </p:nvSpPr>
        <p:spPr>
          <a:xfrm>
            <a:off x="914400" y="6446520"/>
            <a:ext cx="10362895" cy="365760"/>
          </a:xfrm>
          <a:prstGeom prst="rect">
            <a:avLst/>
          </a:prstGeom>
          <a:noFill/>
          <a:ln/>
        </p:spPr>
        <p:txBody>
          <a:bodyPr wrap="square" lIns="0" tIns="0" rIns="0" bIns="0" rtlCol="0" anchor="ctr"/>
          <a:lstStyle/>
          <a:p>
            <a:pPr marL="0" indent="0" algn="ctr">
              <a:buNone/>
            </a:pPr>
            <a:r>
              <a:rPr lang="en-US" sz="1600" b="1" i="1" dirty="0">
                <a:solidFill>
                  <a:srgbClr val="FE6768"/>
                </a:solidFill>
                <a:latin typeface="Calibri" pitchFamily="34" charset="0"/>
                <a:ea typeface="Calibri" pitchFamily="34" charset="-122"/>
                <a:cs typeface="Calibri" pitchFamily="34" charset="-120"/>
              </a:rPr>
              <a:t>화이팅!  ·  ¡Tú puedes!</a:t>
            </a:r>
            <a:endParaRPr lang="en-US" sz="1600" dirty="0"/>
          </a:p>
        </p:txBody>
      </p:sp>
      <p:pic>
        <p:nvPicPr>
          <p:cNvPr id="21" name="Image 1" descr="preencoded.png"/>
          <p:cNvPicPr>
            <a:picLocks noChangeAspect="1"/>
          </p:cNvPicPr>
          <p:nvPr/>
        </p:nvPicPr>
        <p:blipFill>
          <a:blip r:embed="rId5"/>
          <a:stretch>
            <a:fillRect/>
          </a:stretch>
        </p:blipFill>
        <p:spPr>
          <a:xfrm>
            <a:off x="11597335" y="182880"/>
            <a:ext cx="292608" cy="292608"/>
          </a:xfrm>
          <a:prstGeom prst="rect">
            <a:avLst/>
          </a:prstGeom>
        </p:spPr>
      </p:pic>
      <p:sp>
        <p:nvSpPr>
          <p:cNvPr id="22" name="Text 18"/>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3" name="Text 19"/>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90</a:t>
            </a:r>
            <a:endParaRPr lang="en-US" sz="800" dirty="0"/>
          </a:p>
        </p:txBody>
      </p:sp>
    </p:spTree>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name="Slide 9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88720" y="914400"/>
            <a:ext cx="9814255" cy="5029200"/>
          </a:xfrm>
          <a:prstGeom prst="roundRect">
            <a:avLst>
              <a:gd name="adj" fmla="val 5455"/>
            </a:avLst>
          </a:prstGeom>
          <a:solidFill>
            <a:srgbClr val="F6F6F6"/>
          </a:solidFill>
          <a:ln w="12700">
            <a:solidFill>
              <a:srgbClr val="F6F6F6"/>
            </a:solidFill>
            <a:prstDash val="solid"/>
          </a:ln>
        </p:spPr>
      </p:sp>
      <p:sp>
        <p:nvSpPr>
          <p:cNvPr id="3" name="Text 1"/>
          <p:cNvSpPr/>
          <p:nvPr/>
        </p:nvSpPr>
        <p:spPr>
          <a:xfrm>
            <a:off x="1188720" y="1280160"/>
            <a:ext cx="9814255" cy="320040"/>
          </a:xfrm>
          <a:prstGeom prst="rect">
            <a:avLst/>
          </a:prstGeom>
          <a:noFill/>
          <a:ln/>
        </p:spPr>
        <p:txBody>
          <a:bodyPr wrap="square" lIns="0" tIns="0" rIns="0" bIns="0" rtlCol="0" anchor="ctr"/>
          <a:lstStyle/>
          <a:p>
            <a:pPr marL="0" indent="0" algn="ctr">
              <a:buNone/>
            </a:pPr>
            <a:r>
              <a:rPr lang="en-US" sz="1200" b="1" kern="0" spc="800" dirty="0">
                <a:solidFill>
                  <a:srgbClr val="FE6768"/>
                </a:solidFill>
                <a:latin typeface="Calibri" pitchFamily="34" charset="0"/>
                <a:ea typeface="Calibri" pitchFamily="34" charset="-122"/>
                <a:cs typeface="Calibri" pitchFamily="34" charset="-120"/>
              </a:rPr>
              <a:t>CAPÍTULO 4</a:t>
            </a:r>
            <a:endParaRPr lang="en-US" sz="1200" dirty="0"/>
          </a:p>
        </p:txBody>
      </p:sp>
      <p:sp>
        <p:nvSpPr>
          <p:cNvPr id="4" name="Text 2"/>
          <p:cNvSpPr/>
          <p:nvPr/>
        </p:nvSpPr>
        <p:spPr>
          <a:xfrm>
            <a:off x="1188720" y="1645920"/>
            <a:ext cx="9814255" cy="1371600"/>
          </a:xfrm>
          <a:prstGeom prst="rect">
            <a:avLst/>
          </a:prstGeom>
          <a:noFill/>
          <a:ln/>
        </p:spPr>
        <p:txBody>
          <a:bodyPr wrap="square" lIns="0" tIns="0" rIns="0" bIns="0" rtlCol="0" anchor="ctr"/>
          <a:lstStyle/>
          <a:p>
            <a:pPr marL="0" indent="0" algn="ctr">
              <a:buNone/>
            </a:pPr>
            <a:r>
              <a:rPr lang="en-US" sz="13000" b="1" dirty="0">
                <a:solidFill>
                  <a:srgbClr val="4036ED"/>
                </a:solidFill>
                <a:latin typeface="Malgun Gothic" pitchFamily="34" charset="0"/>
                <a:ea typeface="Malgun Gothic" pitchFamily="34" charset="-122"/>
                <a:cs typeface="Malgun Gothic" pitchFamily="34" charset="-120"/>
              </a:rPr>
              <a:t>받침</a:t>
            </a:r>
            <a:endParaRPr lang="en-US" sz="13000" dirty="0"/>
          </a:p>
        </p:txBody>
      </p:sp>
      <p:sp>
        <p:nvSpPr>
          <p:cNvPr id="5" name="Text 3"/>
          <p:cNvSpPr/>
          <p:nvPr/>
        </p:nvSpPr>
        <p:spPr>
          <a:xfrm>
            <a:off x="1188720" y="3108960"/>
            <a:ext cx="9814255" cy="457200"/>
          </a:xfrm>
          <a:prstGeom prst="rect">
            <a:avLst/>
          </a:prstGeom>
          <a:noFill/>
          <a:ln/>
        </p:spPr>
        <p:txBody>
          <a:bodyPr wrap="square" lIns="0" tIns="0" rIns="0" bIns="0" rtlCol="0" anchor="ctr"/>
          <a:lstStyle/>
          <a:p>
            <a:pPr marL="0" indent="0" algn="ctr">
              <a:buNone/>
            </a:pPr>
            <a:r>
              <a:rPr lang="en-US" sz="2200" dirty="0">
                <a:solidFill>
                  <a:srgbClr val="1E1E2A"/>
                </a:solidFill>
                <a:latin typeface="Calibri" pitchFamily="34" charset="0"/>
                <a:ea typeface="Calibri" pitchFamily="34" charset="-122"/>
                <a:cs typeface="Calibri" pitchFamily="34" charset="-120"/>
              </a:rPr>
              <a:t>Batchim · La Consonante Final</a:t>
            </a:r>
            <a:endParaRPr lang="en-US" sz="2200" dirty="0"/>
          </a:p>
        </p:txBody>
      </p:sp>
      <p:sp>
        <p:nvSpPr>
          <p:cNvPr id="6" name="Text 4"/>
          <p:cNvSpPr/>
          <p:nvPr/>
        </p:nvSpPr>
        <p:spPr>
          <a:xfrm>
            <a:off x="1188720" y="3566160"/>
            <a:ext cx="9814255" cy="365760"/>
          </a:xfrm>
          <a:prstGeom prst="rect">
            <a:avLst/>
          </a:prstGeom>
          <a:noFill/>
          <a:ln/>
        </p:spPr>
        <p:txBody>
          <a:bodyPr wrap="square" lIns="0" tIns="0" rIns="0" bIns="0" rtlCol="0" anchor="ctr"/>
          <a:lstStyle/>
          <a:p>
            <a:pPr marL="0" indent="0" algn="ctr">
              <a:buNone/>
            </a:pPr>
            <a:r>
              <a:rPr lang="en-US" sz="1300" i="1" dirty="0">
                <a:solidFill>
                  <a:srgbClr val="4A4A55"/>
                </a:solidFill>
                <a:latin typeface="Calibri" pitchFamily="34" charset="0"/>
                <a:ea typeface="Calibri" pitchFamily="34" charset="-122"/>
                <a:cs typeface="Calibri" pitchFamily="34" charset="-120"/>
              </a:rPr>
              <a:t>La pieza final que sostiene la sílaba</a:t>
            </a:r>
            <a:endParaRPr lang="en-US" sz="1300" dirty="0"/>
          </a:p>
        </p:txBody>
      </p:sp>
      <p:sp>
        <p:nvSpPr>
          <p:cNvPr id="7" name="Shape 5"/>
          <p:cNvSpPr/>
          <p:nvPr/>
        </p:nvSpPr>
        <p:spPr>
          <a:xfrm>
            <a:off x="4114800" y="4160520"/>
            <a:ext cx="822960" cy="822960"/>
          </a:xfrm>
          <a:prstGeom prst="rect">
            <a:avLst/>
          </a:prstGeom>
          <a:solidFill>
            <a:srgbClr val="FFE0E0"/>
          </a:solidFill>
          <a:ln w="19050">
            <a:solidFill>
              <a:srgbClr val="FE6768"/>
            </a:solidFill>
            <a:prstDash val="solid"/>
          </a:ln>
        </p:spPr>
      </p:sp>
      <p:sp>
        <p:nvSpPr>
          <p:cNvPr id="8" name="Text 6"/>
          <p:cNvSpPr/>
          <p:nvPr/>
        </p:nvSpPr>
        <p:spPr>
          <a:xfrm>
            <a:off x="4114800" y="4160520"/>
            <a:ext cx="411480" cy="82296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ㄱ</a:t>
            </a:r>
            <a:endParaRPr lang="en-US" sz="2800" dirty="0"/>
          </a:p>
        </p:txBody>
      </p:sp>
      <p:sp>
        <p:nvSpPr>
          <p:cNvPr id="9" name="Text 7"/>
          <p:cNvSpPr/>
          <p:nvPr/>
        </p:nvSpPr>
        <p:spPr>
          <a:xfrm>
            <a:off x="4526280" y="4160520"/>
            <a:ext cx="411480" cy="82296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ㅏ</a:t>
            </a:r>
            <a:endParaRPr lang="en-US" sz="2800" dirty="0"/>
          </a:p>
        </p:txBody>
      </p:sp>
      <p:sp>
        <p:nvSpPr>
          <p:cNvPr id="10" name="Text 8"/>
          <p:cNvSpPr/>
          <p:nvPr/>
        </p:nvSpPr>
        <p:spPr>
          <a:xfrm>
            <a:off x="5029200" y="4251960"/>
            <a:ext cx="365760" cy="640080"/>
          </a:xfrm>
          <a:prstGeom prst="rect">
            <a:avLst/>
          </a:prstGeom>
          <a:noFill/>
          <a:ln/>
        </p:spPr>
        <p:txBody>
          <a:bodyPr wrap="square" lIns="0" tIns="0" rIns="0" bIns="0" rtlCol="0" anchor="ctr"/>
          <a:lstStyle/>
          <a:p>
            <a:pPr marL="0" indent="0" algn="ctr">
              <a:buNone/>
            </a:pPr>
            <a:r>
              <a:rPr lang="en-US" sz="2800" b="1" dirty="0">
                <a:solidFill>
                  <a:srgbClr val="4036ED"/>
                </a:solidFill>
              </a:rPr>
              <a:t>+</a:t>
            </a:r>
            <a:endParaRPr lang="en-US" sz="2800" dirty="0"/>
          </a:p>
        </p:txBody>
      </p:sp>
      <p:sp>
        <p:nvSpPr>
          <p:cNvPr id="11" name="Shape 9"/>
          <p:cNvSpPr/>
          <p:nvPr/>
        </p:nvSpPr>
        <p:spPr>
          <a:xfrm>
            <a:off x="5440680" y="4160520"/>
            <a:ext cx="822960" cy="822960"/>
          </a:xfrm>
          <a:prstGeom prst="rect">
            <a:avLst/>
          </a:prstGeom>
          <a:solidFill>
            <a:srgbClr val="FFE0E0"/>
          </a:solidFill>
          <a:ln w="19050">
            <a:solidFill>
              <a:srgbClr val="FE6768"/>
            </a:solidFill>
            <a:prstDash val="solid"/>
          </a:ln>
        </p:spPr>
      </p:sp>
      <p:sp>
        <p:nvSpPr>
          <p:cNvPr id="12" name="Text 10"/>
          <p:cNvSpPr/>
          <p:nvPr/>
        </p:nvSpPr>
        <p:spPr>
          <a:xfrm>
            <a:off x="5440680" y="4160520"/>
            <a:ext cx="822960" cy="822960"/>
          </a:xfrm>
          <a:prstGeom prst="rect">
            <a:avLst/>
          </a:prstGeom>
          <a:noFill/>
          <a:ln/>
        </p:spPr>
        <p:txBody>
          <a:bodyPr wrap="square" lIns="0" tIns="0" rIns="0" bIns="0" rtlCol="0" anchor="ctr"/>
          <a:lstStyle/>
          <a:p>
            <a:pPr marL="0" indent="0" algn="ctr">
              <a:buNone/>
            </a:pPr>
            <a:r>
              <a:rPr lang="en-US" sz="3800" b="1" dirty="0">
                <a:solidFill>
                  <a:srgbClr val="FE6768"/>
                </a:solidFill>
                <a:latin typeface="Malgun Gothic" pitchFamily="34" charset="0"/>
                <a:ea typeface="Malgun Gothic" pitchFamily="34" charset="-122"/>
                <a:cs typeface="Malgun Gothic" pitchFamily="34" charset="-120"/>
              </a:rPr>
              <a:t>ㅇ</a:t>
            </a:r>
            <a:endParaRPr lang="en-US" sz="3800" dirty="0"/>
          </a:p>
        </p:txBody>
      </p:sp>
      <p:sp>
        <p:nvSpPr>
          <p:cNvPr id="13" name="Text 11"/>
          <p:cNvSpPr/>
          <p:nvPr/>
        </p:nvSpPr>
        <p:spPr>
          <a:xfrm>
            <a:off x="6355080" y="4251960"/>
            <a:ext cx="365760" cy="640080"/>
          </a:xfrm>
          <a:prstGeom prst="rect">
            <a:avLst/>
          </a:prstGeom>
          <a:noFill/>
          <a:ln/>
        </p:spPr>
        <p:txBody>
          <a:bodyPr wrap="square" lIns="0" tIns="0" rIns="0" bIns="0" rtlCol="0" anchor="ctr"/>
          <a:lstStyle/>
          <a:p>
            <a:pPr marL="0" indent="0" algn="ctr">
              <a:buNone/>
            </a:pPr>
            <a:r>
              <a:rPr lang="en-US" sz="2800" b="1" dirty="0">
                <a:solidFill>
                  <a:srgbClr val="4036ED"/>
                </a:solidFill>
              </a:rPr>
              <a:t>=</a:t>
            </a:r>
            <a:endParaRPr lang="en-US" sz="2800" dirty="0"/>
          </a:p>
        </p:txBody>
      </p:sp>
      <p:sp>
        <p:nvSpPr>
          <p:cNvPr id="14" name="Shape 12"/>
          <p:cNvSpPr/>
          <p:nvPr/>
        </p:nvSpPr>
        <p:spPr>
          <a:xfrm>
            <a:off x="6766560" y="4160520"/>
            <a:ext cx="822960" cy="822960"/>
          </a:xfrm>
          <a:prstGeom prst="rect">
            <a:avLst/>
          </a:prstGeom>
          <a:solidFill>
            <a:srgbClr val="F6F6F6"/>
          </a:solidFill>
          <a:ln w="19050">
            <a:solidFill>
              <a:srgbClr val="4036ED"/>
            </a:solidFill>
            <a:prstDash val="solid"/>
          </a:ln>
        </p:spPr>
      </p:sp>
      <p:sp>
        <p:nvSpPr>
          <p:cNvPr id="15" name="Text 13"/>
          <p:cNvSpPr/>
          <p:nvPr/>
        </p:nvSpPr>
        <p:spPr>
          <a:xfrm>
            <a:off x="6766560" y="4160520"/>
            <a:ext cx="411480" cy="534924"/>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ㄱ</a:t>
            </a:r>
            <a:endParaRPr lang="en-US" sz="2800" dirty="0"/>
          </a:p>
        </p:txBody>
      </p:sp>
      <p:sp>
        <p:nvSpPr>
          <p:cNvPr id="16" name="Text 14"/>
          <p:cNvSpPr/>
          <p:nvPr/>
        </p:nvSpPr>
        <p:spPr>
          <a:xfrm>
            <a:off x="7178040" y="4160520"/>
            <a:ext cx="411480" cy="534924"/>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ㅏ</a:t>
            </a:r>
            <a:endParaRPr lang="en-US" sz="2800" dirty="0"/>
          </a:p>
        </p:txBody>
      </p:sp>
      <p:sp>
        <p:nvSpPr>
          <p:cNvPr id="17" name="Text 15"/>
          <p:cNvSpPr/>
          <p:nvPr/>
        </p:nvSpPr>
        <p:spPr>
          <a:xfrm>
            <a:off x="6766560" y="4695444"/>
            <a:ext cx="822960" cy="288036"/>
          </a:xfrm>
          <a:prstGeom prst="rect">
            <a:avLst/>
          </a:prstGeom>
          <a:noFill/>
          <a:ln/>
        </p:spPr>
        <p:txBody>
          <a:bodyPr wrap="square" lIns="0" tIns="0" rIns="0" bIns="0" rtlCol="0" anchor="ctr"/>
          <a:lstStyle/>
          <a:p>
            <a:pPr marL="0" indent="0" algn="ctr">
              <a:buNone/>
            </a:pPr>
            <a:r>
              <a:rPr lang="en-US" sz="2380" b="1" dirty="0">
                <a:solidFill>
                  <a:srgbClr val="FE6768"/>
                </a:solidFill>
                <a:latin typeface="Malgun Gothic" pitchFamily="34" charset="0"/>
                <a:ea typeface="Malgun Gothic" pitchFamily="34" charset="-122"/>
                <a:cs typeface="Malgun Gothic" pitchFamily="34" charset="-120"/>
              </a:rPr>
              <a:t>ㅇ</a:t>
            </a:r>
            <a:endParaRPr lang="en-US" sz="2380" dirty="0"/>
          </a:p>
        </p:txBody>
      </p:sp>
      <p:sp>
        <p:nvSpPr>
          <p:cNvPr id="18" name="Text 16"/>
          <p:cNvSpPr/>
          <p:nvPr/>
        </p:nvSpPr>
        <p:spPr>
          <a:xfrm>
            <a:off x="1188720" y="5120640"/>
            <a:ext cx="9814255" cy="365760"/>
          </a:xfrm>
          <a:prstGeom prst="rect">
            <a:avLst/>
          </a:prstGeom>
          <a:noFill/>
          <a:ln/>
        </p:spPr>
        <p:txBody>
          <a:bodyPr wrap="square" lIns="0" tIns="0" rIns="0" bIns="0" rtlCol="0" anchor="ctr"/>
          <a:lstStyle/>
          <a:p>
            <a:pPr marL="0" indent="0" algn="ctr">
              <a:buNone/>
            </a:pPr>
            <a:r>
              <a:rPr lang="en-US" sz="1600" b="1" i="1" dirty="0">
                <a:solidFill>
                  <a:srgbClr val="4036ED"/>
                </a:solidFill>
                <a:latin typeface="Malgun Gothic" pitchFamily="34" charset="0"/>
                <a:ea typeface="Malgun Gothic" pitchFamily="34" charset="-122"/>
                <a:cs typeface="Malgun Gothic" pitchFamily="34" charset="-120"/>
              </a:rPr>
              <a:t>가  +  ㅇ  =  강</a:t>
            </a:r>
            <a:endParaRPr lang="en-US" sz="1600" dirty="0"/>
          </a:p>
        </p:txBody>
      </p:sp>
      <p:pic>
        <p:nvPicPr>
          <p:cNvPr id="19" name="Image 0" descr="preencoded.png"/>
          <p:cNvPicPr>
            <a:picLocks noChangeAspect="1"/>
          </p:cNvPicPr>
          <p:nvPr/>
        </p:nvPicPr>
        <p:blipFill>
          <a:blip r:embed="rId4"/>
          <a:stretch>
            <a:fillRect/>
          </a:stretch>
        </p:blipFill>
        <p:spPr>
          <a:xfrm>
            <a:off x="5912968" y="5349240"/>
            <a:ext cx="365760" cy="365760"/>
          </a:xfrm>
          <a:prstGeom prst="rect">
            <a:avLst/>
          </a:prstGeom>
        </p:spPr>
      </p:pic>
      <p:sp>
        <p:nvSpPr>
          <p:cNvPr id="20" name="Text 17"/>
          <p:cNvSpPr/>
          <p:nvPr/>
        </p:nvSpPr>
        <p:spPr>
          <a:xfrm>
            <a:off x="1188720" y="5760720"/>
            <a:ext cx="9814255" cy="274320"/>
          </a:xfrm>
          <a:prstGeom prst="rect">
            <a:avLst/>
          </a:prstGeom>
          <a:noFill/>
          <a:ln/>
        </p:spPr>
        <p:txBody>
          <a:bodyPr wrap="square" lIns="0" tIns="0" rIns="0" bIns="0" rtlCol="0" anchor="ctr"/>
          <a:lstStyle/>
          <a:p>
            <a:pPr marL="0" indent="0" algn="ctr">
              <a:buNone/>
            </a:pPr>
            <a:r>
              <a:rPr lang="en-US" sz="1300" b="1" i="1" kern="0" spc="200" dirty="0">
                <a:solidFill>
                  <a:srgbClr val="FE6768"/>
                </a:solidFill>
                <a:latin typeface="Calibri" pitchFamily="34" charset="0"/>
                <a:ea typeface="Calibri" pitchFamily="34" charset="-122"/>
                <a:cs typeface="Calibri" pitchFamily="34" charset="-120"/>
              </a:rPr>
              <a:t>Method Chingu™</a:t>
            </a:r>
            <a:endParaRPr lang="en-US" sz="1300" dirty="0"/>
          </a:p>
        </p:txBody>
      </p:sp>
      <p:sp>
        <p:nvSpPr>
          <p:cNvPr id="21" name="Text 18"/>
          <p:cNvSpPr/>
          <p:nvPr/>
        </p:nvSpPr>
        <p:spPr>
          <a:xfrm>
            <a:off x="1188720" y="6035040"/>
            <a:ext cx="9814255" cy="274320"/>
          </a:xfrm>
          <a:prstGeom prst="rect">
            <a:avLst/>
          </a:prstGeom>
          <a:noFill/>
          <a:ln/>
        </p:spPr>
        <p:txBody>
          <a:bodyPr wrap="square" lIns="0" tIns="0" rIns="0" bIns="0" rtlCol="0" anchor="ctr"/>
          <a:lstStyle/>
          <a:p>
            <a:pPr marL="0" indent="0" algn="ctr">
              <a:buNone/>
            </a:pPr>
            <a:r>
              <a:rPr lang="en-US" sz="1200" b="1" kern="0" spc="400" dirty="0">
                <a:solidFill>
                  <a:srgbClr val="F6F6F6"/>
                </a:solidFill>
                <a:latin typeface="Calibri" pitchFamily="34" charset="0"/>
                <a:ea typeface="Calibri" pitchFamily="34" charset="-122"/>
                <a:cs typeface="Calibri" pitchFamily="34" charset="-120"/>
              </a:rPr>
              <a:t>Profesor  ·  Jae Hee Kim  ·  김재희</a:t>
            </a:r>
            <a:endParaRPr lang="en-US" sz="1200" dirty="0"/>
          </a:p>
        </p:txBody>
      </p:sp>
      <p:sp>
        <p:nvSpPr>
          <p:cNvPr id="22" name="Text 19"/>
          <p:cNvSpPr/>
          <p:nvPr/>
        </p:nvSpPr>
        <p:spPr>
          <a:xfrm>
            <a:off x="0" y="6400800"/>
            <a:ext cx="12191695" cy="228600"/>
          </a:xfrm>
          <a:prstGeom prst="rect">
            <a:avLst/>
          </a:prstGeom>
          <a:noFill/>
          <a:ln/>
        </p:spPr>
        <p:txBody>
          <a:bodyPr wrap="square" lIns="0" tIns="0" rIns="0" bIns="0" rtlCol="0" anchor="ctr"/>
          <a:lstStyle/>
          <a:p>
            <a:pPr marL="0" indent="0" algn="ctr">
              <a:buNone/>
            </a:pPr>
            <a:r>
              <a:rPr lang="en-US" sz="900" kern="0" spc="800" dirty="0">
                <a:solidFill>
                  <a:srgbClr val="FFC8C8"/>
                </a:solidFill>
                <a:latin typeface="Calibri" pitchFamily="34" charset="0"/>
                <a:ea typeface="Calibri" pitchFamily="34" charset="-122"/>
                <a:cs typeface="Calibri" pitchFamily="34" charset="-120"/>
              </a:rPr>
              <a:t>ACADEMIA SEÚL</a:t>
            </a:r>
            <a:endParaRPr lang="en-US" sz="900" dirty="0"/>
          </a:p>
        </p:txBody>
      </p:sp>
    </p:spTree>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name="Slide 92">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BIENVENIDA · CAPÍTULO 4</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La última pieza del rompecabezas</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Ya leíste sílabas. Ahora vamos a darles peso, fuerza, terminación.</a:t>
            </a:r>
            <a:endParaRPr lang="en-US" sz="1400" dirty="0"/>
          </a:p>
        </p:txBody>
      </p:sp>
      <p:sp>
        <p:nvSpPr>
          <p:cNvPr id="5" name="Text 3"/>
          <p:cNvSpPr/>
          <p:nvPr/>
        </p:nvSpPr>
        <p:spPr>
          <a:xfrm>
            <a:off x="640080" y="2377440"/>
            <a:ext cx="10911535" cy="3657600"/>
          </a:xfrm>
          <a:prstGeom prst="rect">
            <a:avLst/>
          </a:prstGeom>
          <a:noFill/>
          <a:ln/>
        </p:spPr>
        <p:txBody>
          <a:bodyPr wrap="square" lIns="0" tIns="0" rIns="0" bIns="0" rtlCol="0" anchor="t"/>
          <a:lstStyle/>
          <a:p>
            <a:pPr marL="0" indent="0">
              <a:buNone/>
            </a:pPr>
            <a:r>
              <a:rPr lang="en-US" sz="1400" dirty="0">
                <a:solidFill>
                  <a:srgbClr val="1E1E2A"/>
                </a:solidFill>
              </a:rPr>
              <a:t>En el capítulo anterior aprendiste </a:t>
            </a:r>
            <a:r>
              <a:rPr lang="en-US" sz="1400" b="1" dirty="0">
                <a:solidFill>
                  <a:srgbClr val="4036ED"/>
                </a:solidFill>
              </a:rPr>
              <a:t>tres patrones de sílaba</a:t>
            </a:r>
            <a:r>
              <a:rPr lang="en-US" sz="1400" dirty="0">
                <a:solidFill>
                  <a:srgbClr val="1E1E2A"/>
                </a:solidFill>
              </a:rPr>
              <a:t>: C+V (가, 고). Pero el coreano tiene un cuarto tipo, mucho más común: </a:t>
            </a:r>
            <a:r>
              <a:rPr lang="en-US" sz="1400" b="1" dirty="0">
                <a:solidFill>
                  <a:srgbClr val="FE6768"/>
                </a:solidFill>
              </a:rPr>
              <a:t>C+V+C</a:t>
            </a:r>
            <a:endParaRPr lang="en-US" sz="1400" dirty="0"/>
          </a:p>
          <a:p>
            <a:pPr marL="0" indent="0">
              <a:buNone/>
            </a:pPr>
            <a:r>
              <a:rPr lang="en-US" sz="1400" dirty="0">
                <a:solidFill>
                  <a:srgbClr val="1E1E2A"/>
                </a:solidFill>
              </a:rPr>
              <a:t>Esa última consonante — la que va al pie del bloque — se llama </a:t>
            </a:r>
            <a:r>
              <a:rPr lang="en-US" sz="1600" b="1" dirty="0">
                <a:solidFill>
                  <a:srgbClr val="FE6768"/>
                </a:solidFill>
                <a:latin typeface="Malgun Gothic" pitchFamily="34" charset="0"/>
                <a:ea typeface="Malgun Gothic" pitchFamily="34" charset="-122"/>
                <a:cs typeface="Malgun Gothic" pitchFamily="34" charset="-120"/>
              </a:rPr>
              <a:t>받침 (batchim)</a:t>
            </a:r>
            <a:r>
              <a:rPr lang="en-US" sz="1400" dirty="0">
                <a:solidFill>
                  <a:srgbClr val="1E1E2A"/>
                </a:solidFill>
              </a:rPr>
              <a:t>. La palabra significa "soporte", "el que sostiene desde abajo". Como un pedestal.</a:t>
            </a:r>
            <a:endParaRPr lang="en-US" sz="1400" dirty="0"/>
          </a:p>
          <a:p>
            <a:pPr marL="0" indent="0">
              <a:buNone/>
            </a:pPr>
            <a:r>
              <a:rPr lang="en-US" sz="1400" dirty="0">
                <a:solidFill>
                  <a:srgbClr val="1E1E2A"/>
                </a:solidFill>
              </a:rPr>
              <a:t>El batchim es lo que hace que el coreano suene como suena. </a:t>
            </a:r>
            <a:r>
              <a:rPr lang="en-US" sz="1400" b="1" i="1" dirty="0">
                <a:solidFill>
                  <a:srgbClr val="4036ED"/>
                </a:solidFill>
              </a:rPr>
              <a:t>Sin batchim, no podrías decir 한국 (Corea), 사람 (persona), ni 김치 (kimchi).</a:t>
            </a:r>
            <a:endParaRPr lang="en-US" sz="1400" dirty="0"/>
          </a:p>
          <a:p>
            <a:pPr marL="0" indent="0">
              <a:spcAft>
                <a:spcPts val="1200"/>
              </a:spcAft>
              <a:buNone/>
            </a:pPr>
            <a:r>
              <a:rPr lang="en-US" sz="1300" i="1" dirty="0">
                <a:solidFill>
                  <a:srgbClr val="4A4A55"/>
                </a:solidFill>
              </a:rPr>
              <a:t>Una sola regla nueva: en el batchim, las consonantes a veces cambian de sonido. Pero no son 27 reglas — solo 7. Y las vas a memorizar muy rápido.</a:t>
            </a:r>
            <a:endParaRPr lang="en-US" sz="1400" dirty="0"/>
          </a:p>
          <a:p>
            <a:pPr marL="0" indent="0">
              <a:buNone/>
            </a:pPr>
            <a:r>
              <a:rPr lang="en-US" sz="1600" b="1" dirty="0">
                <a:solidFill>
                  <a:srgbClr val="FE6768"/>
                </a:solidFill>
              </a:rPr>
              <a:t>Empezamos.</a:t>
            </a:r>
            <a:endParaRPr lang="en-US" sz="1400" dirty="0"/>
          </a:p>
        </p:txBody>
      </p:sp>
      <p:pic>
        <p:nvPicPr>
          <p:cNvPr id="6"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7" name="Text 4"/>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8" name="Text 5"/>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92</a:t>
            </a:r>
            <a:endParaRPr lang="en-US" sz="800" dirty="0"/>
          </a:p>
        </p:txBody>
      </p:sp>
    </p:spTree>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name="Slide 93">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§4.1</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받침 — el soporte de la sílaba</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La palabra batchim significa "el que sostiene desde abajo".</a:t>
            </a:r>
            <a:endParaRPr lang="en-US" sz="1400" dirty="0"/>
          </a:p>
        </p:txBody>
      </p:sp>
      <p:sp>
        <p:nvSpPr>
          <p:cNvPr id="5" name="Text 3"/>
          <p:cNvSpPr/>
          <p:nvPr/>
        </p:nvSpPr>
        <p:spPr>
          <a:xfrm>
            <a:off x="640080" y="2377440"/>
            <a:ext cx="5029200" cy="3657600"/>
          </a:xfrm>
          <a:prstGeom prst="rect">
            <a:avLst/>
          </a:prstGeom>
          <a:noFill/>
          <a:ln/>
        </p:spPr>
        <p:txBody>
          <a:bodyPr wrap="square" lIns="0" tIns="0" rIns="0" bIns="0" rtlCol="0" anchor="t"/>
          <a:lstStyle/>
          <a:p>
            <a:pPr marL="0" indent="0">
              <a:spcAft>
                <a:spcPts val="1400"/>
              </a:spcAft>
              <a:buNone/>
            </a:pPr>
            <a:r>
              <a:rPr lang="en-US" sz="1300" dirty="0">
                <a:solidFill>
                  <a:srgbClr val="1E1E2A"/>
                </a:solidFill>
              </a:rPr>
              <a:t>En coreano, el bloque silábico funciona como un edificio. Tiene tres pisos:</a:t>
            </a:r>
            <a:endParaRPr lang="en-US" sz="1300" dirty="0"/>
          </a:p>
          <a:p>
            <a:pPr marL="0" indent="0">
              <a:buNone/>
            </a:pPr>
            <a:r>
              <a:rPr lang="en-US" sz="1300" b="1" dirty="0">
                <a:solidFill>
                  <a:srgbClr val="4036ED"/>
                </a:solidFill>
              </a:rPr>
              <a:t>1. Consonante inicial</a:t>
            </a:r>
            <a:r>
              <a:rPr lang="en-US" sz="1300" i="1" dirty="0">
                <a:solidFill>
                  <a:srgbClr val="4A4A55"/>
                </a:solidFill>
              </a:rPr>
              <a:t>  ·  el techo</a:t>
            </a:r>
            <a:endParaRPr lang="en-US" sz="1300" dirty="0"/>
          </a:p>
          <a:p>
            <a:pPr marL="0" indent="0">
              <a:buNone/>
            </a:pPr>
            <a:r>
              <a:rPr lang="en-US" sz="1300" b="1" dirty="0">
                <a:solidFill>
                  <a:srgbClr val="4036ED"/>
                </a:solidFill>
              </a:rPr>
              <a:t>2. Vocal</a:t>
            </a:r>
            <a:r>
              <a:rPr lang="en-US" sz="1300" i="1" dirty="0">
                <a:solidFill>
                  <a:srgbClr val="4A4A55"/>
                </a:solidFill>
              </a:rPr>
              <a:t>  ·  el cuerpo</a:t>
            </a:r>
            <a:endParaRPr lang="en-US" sz="1300" dirty="0"/>
          </a:p>
          <a:p>
            <a:pPr marL="0" indent="0">
              <a:buNone/>
            </a:pPr>
            <a:r>
              <a:rPr lang="en-US" sz="1300" b="1" dirty="0">
                <a:solidFill>
                  <a:srgbClr val="FE6768"/>
                </a:solidFill>
              </a:rPr>
              <a:t>3. Batchim</a:t>
            </a:r>
            <a:r>
              <a:rPr lang="en-US" sz="1300" i="1" dirty="0">
                <a:solidFill>
                  <a:srgbClr val="4A4A55"/>
                </a:solidFill>
              </a:rPr>
              <a:t>  ·  la base, el cimiento</a:t>
            </a:r>
            <a:endParaRPr lang="en-US" sz="1300" dirty="0"/>
          </a:p>
          <a:p>
            <a:pPr marL="0" indent="0">
              <a:buNone/>
            </a:pPr>
            <a:r>
              <a:rPr lang="en-US" sz="1200" b="1" i="1" dirty="0">
                <a:solidFill>
                  <a:srgbClr val="4036ED"/>
                </a:solidFill>
              </a:rPr>
              <a:t>El batchim cierra la sílaba, le da peso y la prepara para conectar con la siguiente.</a:t>
            </a:r>
            <a:endParaRPr lang="en-US" sz="1300" dirty="0"/>
          </a:p>
        </p:txBody>
      </p:sp>
      <p:sp>
        <p:nvSpPr>
          <p:cNvPr id="6" name="Shape 4"/>
          <p:cNvSpPr/>
          <p:nvPr/>
        </p:nvSpPr>
        <p:spPr>
          <a:xfrm>
            <a:off x="6400800" y="2468880"/>
            <a:ext cx="5212080" cy="3840480"/>
          </a:xfrm>
          <a:prstGeom prst="roundRect">
            <a:avLst>
              <a:gd name="adj" fmla="val 4286"/>
            </a:avLst>
          </a:prstGeom>
          <a:solidFill>
            <a:srgbClr val="EDE8FF"/>
          </a:solidFill>
          <a:ln w="19050">
            <a:solidFill>
              <a:srgbClr val="A79BFF"/>
            </a:solidFill>
            <a:prstDash val="solid"/>
          </a:ln>
        </p:spPr>
      </p:sp>
      <p:sp>
        <p:nvSpPr>
          <p:cNvPr id="7" name="Text 5"/>
          <p:cNvSpPr/>
          <p:nvPr/>
        </p:nvSpPr>
        <p:spPr>
          <a:xfrm>
            <a:off x="6400800" y="2606040"/>
            <a:ext cx="5212080" cy="320040"/>
          </a:xfrm>
          <a:prstGeom prst="rect">
            <a:avLst/>
          </a:prstGeom>
          <a:noFill/>
          <a:ln/>
        </p:spPr>
        <p:txBody>
          <a:bodyPr wrap="square" lIns="0" tIns="0" rIns="0" bIns="0" rtlCol="0" anchor="ctr"/>
          <a:lstStyle/>
          <a:p>
            <a:pPr marL="0" indent="0" algn="ctr">
              <a:buNone/>
            </a:pPr>
            <a:r>
              <a:rPr lang="en-US" sz="1300" b="1" i="1" dirty="0">
                <a:solidFill>
                  <a:srgbClr val="4036ED"/>
                </a:solidFill>
                <a:latin typeface="Calibri" pitchFamily="34" charset="0"/>
                <a:ea typeface="Calibri" pitchFamily="34" charset="-122"/>
                <a:cs typeface="Calibri" pitchFamily="34" charset="-120"/>
              </a:rPr>
              <a:t>Ejemplo: 강 (kang)</a:t>
            </a:r>
            <a:endParaRPr lang="en-US" sz="1300" dirty="0"/>
          </a:p>
        </p:txBody>
      </p:sp>
      <p:sp>
        <p:nvSpPr>
          <p:cNvPr id="8" name="Shape 6"/>
          <p:cNvSpPr/>
          <p:nvPr/>
        </p:nvSpPr>
        <p:spPr>
          <a:xfrm>
            <a:off x="7680960" y="3108960"/>
            <a:ext cx="2560320" cy="2560320"/>
          </a:xfrm>
          <a:prstGeom prst="rect">
            <a:avLst/>
          </a:prstGeom>
          <a:solidFill>
            <a:srgbClr val="F6F6F6"/>
          </a:solidFill>
          <a:ln w="31750">
            <a:solidFill>
              <a:srgbClr val="4036ED"/>
            </a:solidFill>
            <a:prstDash val="solid"/>
          </a:ln>
        </p:spPr>
      </p:sp>
      <p:sp>
        <p:nvSpPr>
          <p:cNvPr id="9" name="Text 7"/>
          <p:cNvSpPr/>
          <p:nvPr/>
        </p:nvSpPr>
        <p:spPr>
          <a:xfrm>
            <a:off x="7680960" y="3108960"/>
            <a:ext cx="1280160" cy="1280160"/>
          </a:xfrm>
          <a:prstGeom prst="rect">
            <a:avLst/>
          </a:prstGeom>
          <a:noFill/>
          <a:ln/>
        </p:spPr>
        <p:txBody>
          <a:bodyPr wrap="square" lIns="0" tIns="0" rIns="0" bIns="0" rtlCol="0" anchor="ctr"/>
          <a:lstStyle/>
          <a:p>
            <a:pPr marL="0" indent="0" algn="ctr">
              <a:buNone/>
            </a:pPr>
            <a:r>
              <a:rPr lang="en-US" sz="7000" b="1" dirty="0">
                <a:solidFill>
                  <a:srgbClr val="4036ED"/>
                </a:solidFill>
                <a:latin typeface="Malgun Gothic" pitchFamily="34" charset="0"/>
                <a:ea typeface="Malgun Gothic" pitchFamily="34" charset="-122"/>
                <a:cs typeface="Malgun Gothic" pitchFamily="34" charset="-120"/>
              </a:rPr>
              <a:t>ㄱ</a:t>
            </a:r>
            <a:endParaRPr lang="en-US" sz="7000" dirty="0"/>
          </a:p>
        </p:txBody>
      </p:sp>
      <p:sp>
        <p:nvSpPr>
          <p:cNvPr id="10" name="Text 8"/>
          <p:cNvSpPr/>
          <p:nvPr/>
        </p:nvSpPr>
        <p:spPr>
          <a:xfrm>
            <a:off x="8961120" y="3108960"/>
            <a:ext cx="1280160" cy="1280160"/>
          </a:xfrm>
          <a:prstGeom prst="rect">
            <a:avLst/>
          </a:prstGeom>
          <a:noFill/>
          <a:ln/>
        </p:spPr>
        <p:txBody>
          <a:bodyPr wrap="square" lIns="0" tIns="0" rIns="0" bIns="0" rtlCol="0" anchor="ctr"/>
          <a:lstStyle/>
          <a:p>
            <a:pPr marL="0" indent="0" algn="ctr">
              <a:buNone/>
            </a:pPr>
            <a:r>
              <a:rPr lang="en-US" sz="7000" b="1" dirty="0">
                <a:solidFill>
                  <a:srgbClr val="4036ED"/>
                </a:solidFill>
                <a:latin typeface="Malgun Gothic" pitchFamily="34" charset="0"/>
                <a:ea typeface="Malgun Gothic" pitchFamily="34" charset="-122"/>
                <a:cs typeface="Malgun Gothic" pitchFamily="34" charset="-120"/>
              </a:rPr>
              <a:t>ㅏ</a:t>
            </a:r>
            <a:endParaRPr lang="en-US" sz="7000" dirty="0"/>
          </a:p>
        </p:txBody>
      </p:sp>
      <p:sp>
        <p:nvSpPr>
          <p:cNvPr id="11" name="Text 9"/>
          <p:cNvSpPr/>
          <p:nvPr/>
        </p:nvSpPr>
        <p:spPr>
          <a:xfrm>
            <a:off x="7680960" y="4389120"/>
            <a:ext cx="2560320" cy="1280160"/>
          </a:xfrm>
          <a:prstGeom prst="rect">
            <a:avLst/>
          </a:prstGeom>
          <a:noFill/>
          <a:ln/>
        </p:spPr>
        <p:txBody>
          <a:bodyPr wrap="square" lIns="0" tIns="0" rIns="0" bIns="0" rtlCol="0" anchor="ctr"/>
          <a:lstStyle/>
          <a:p>
            <a:pPr marL="0" indent="0" algn="ctr">
              <a:buNone/>
            </a:pPr>
            <a:r>
              <a:rPr lang="en-US" sz="6000" b="1" dirty="0">
                <a:solidFill>
                  <a:srgbClr val="FE6768"/>
                </a:solidFill>
                <a:latin typeface="Malgun Gothic" pitchFamily="34" charset="0"/>
                <a:ea typeface="Malgun Gothic" pitchFamily="34" charset="-122"/>
                <a:cs typeface="Malgun Gothic" pitchFamily="34" charset="-120"/>
              </a:rPr>
              <a:t>ㅇ</a:t>
            </a:r>
            <a:endParaRPr lang="en-US" sz="6000" dirty="0"/>
          </a:p>
        </p:txBody>
      </p:sp>
      <p:sp>
        <p:nvSpPr>
          <p:cNvPr id="12" name="Shape 10"/>
          <p:cNvSpPr/>
          <p:nvPr/>
        </p:nvSpPr>
        <p:spPr>
          <a:xfrm>
            <a:off x="7680960" y="4389120"/>
            <a:ext cx="2560320" cy="0"/>
          </a:xfrm>
          <a:prstGeom prst="line">
            <a:avLst/>
          </a:prstGeom>
          <a:noFill/>
          <a:ln w="19050">
            <a:solidFill>
              <a:srgbClr val="FE6768"/>
            </a:solidFill>
            <a:prstDash val="dash"/>
          </a:ln>
        </p:spPr>
      </p:sp>
      <p:sp>
        <p:nvSpPr>
          <p:cNvPr id="13" name="Text 11"/>
          <p:cNvSpPr/>
          <p:nvPr/>
        </p:nvSpPr>
        <p:spPr>
          <a:xfrm>
            <a:off x="6583680" y="3383280"/>
            <a:ext cx="1005840" cy="274320"/>
          </a:xfrm>
          <a:prstGeom prst="rect">
            <a:avLst/>
          </a:prstGeom>
          <a:noFill/>
          <a:ln/>
        </p:spPr>
        <p:txBody>
          <a:bodyPr wrap="square" lIns="0" tIns="0" rIns="0" bIns="0" rtlCol="0" anchor="ctr"/>
          <a:lstStyle/>
          <a:p>
            <a:pPr marL="0" indent="0" algn="r">
              <a:buNone/>
            </a:pPr>
            <a:r>
              <a:rPr lang="en-US" sz="1100" b="1" i="1" dirty="0">
                <a:solidFill>
                  <a:srgbClr val="4036ED"/>
                </a:solidFill>
              </a:rPr>
              <a:t>inicial</a:t>
            </a:r>
            <a:endParaRPr lang="en-US" sz="1100" dirty="0"/>
          </a:p>
        </p:txBody>
      </p:sp>
      <p:sp>
        <p:nvSpPr>
          <p:cNvPr id="14" name="Text 12"/>
          <p:cNvSpPr/>
          <p:nvPr/>
        </p:nvSpPr>
        <p:spPr>
          <a:xfrm>
            <a:off x="10332720" y="3383280"/>
            <a:ext cx="1005840" cy="274320"/>
          </a:xfrm>
          <a:prstGeom prst="rect">
            <a:avLst/>
          </a:prstGeom>
          <a:noFill/>
          <a:ln/>
        </p:spPr>
        <p:txBody>
          <a:bodyPr wrap="square" lIns="0" tIns="0" rIns="0" bIns="0" rtlCol="0" anchor="ctr"/>
          <a:lstStyle/>
          <a:p>
            <a:pPr marL="0" indent="0">
              <a:buNone/>
            </a:pPr>
            <a:r>
              <a:rPr lang="en-US" sz="1100" b="1" i="1" dirty="0">
                <a:solidFill>
                  <a:srgbClr val="4036ED"/>
                </a:solidFill>
              </a:rPr>
              <a:t>vocal</a:t>
            </a:r>
            <a:endParaRPr lang="en-US" sz="1100" dirty="0"/>
          </a:p>
        </p:txBody>
      </p:sp>
      <p:sp>
        <p:nvSpPr>
          <p:cNvPr id="15" name="Text 13"/>
          <p:cNvSpPr/>
          <p:nvPr/>
        </p:nvSpPr>
        <p:spPr>
          <a:xfrm>
            <a:off x="6583680" y="4773168"/>
            <a:ext cx="1005840" cy="274320"/>
          </a:xfrm>
          <a:prstGeom prst="rect">
            <a:avLst/>
          </a:prstGeom>
          <a:noFill/>
          <a:ln/>
        </p:spPr>
        <p:txBody>
          <a:bodyPr wrap="square" lIns="0" tIns="0" rIns="0" bIns="0" rtlCol="0" anchor="ctr"/>
          <a:lstStyle/>
          <a:p>
            <a:pPr marL="0" indent="0" algn="r">
              <a:buNone/>
            </a:pPr>
            <a:r>
              <a:rPr lang="en-US" sz="1300" b="1" dirty="0">
                <a:solidFill>
                  <a:srgbClr val="FE6768"/>
                </a:solidFill>
                <a:latin typeface="Malgun Gothic" pitchFamily="34" charset="0"/>
                <a:ea typeface="Malgun Gothic" pitchFamily="34" charset="-122"/>
                <a:cs typeface="Malgun Gothic" pitchFamily="34" charset="-120"/>
              </a:rPr>
              <a:t>받침</a:t>
            </a:r>
            <a:endParaRPr lang="en-US" sz="1300" dirty="0"/>
          </a:p>
        </p:txBody>
      </p:sp>
      <p:sp>
        <p:nvSpPr>
          <p:cNvPr id="16" name="Text 14"/>
          <p:cNvSpPr/>
          <p:nvPr/>
        </p:nvSpPr>
        <p:spPr>
          <a:xfrm>
            <a:off x="6583680" y="5285232"/>
            <a:ext cx="1005840" cy="274320"/>
          </a:xfrm>
          <a:prstGeom prst="rect">
            <a:avLst/>
          </a:prstGeom>
          <a:noFill/>
          <a:ln/>
        </p:spPr>
        <p:txBody>
          <a:bodyPr wrap="square" lIns="0" tIns="0" rIns="0" bIns="0" rtlCol="0" anchor="ctr"/>
          <a:lstStyle/>
          <a:p>
            <a:pPr marL="0" indent="0" algn="r">
              <a:buNone/>
            </a:pPr>
            <a:r>
              <a:rPr lang="en-US" sz="1100" i="1" dirty="0">
                <a:solidFill>
                  <a:srgbClr val="FE6768"/>
                </a:solidFill>
              </a:rPr>
              <a:t>batchim</a:t>
            </a:r>
            <a:endParaRPr lang="en-US" sz="1100" dirty="0"/>
          </a:p>
        </p:txBody>
      </p:sp>
      <p:pic>
        <p:nvPicPr>
          <p:cNvPr id="17"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18" name="Text 1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19" name="Text 1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93</a:t>
            </a:r>
            <a:endParaRPr lang="en-US" sz="800" dirty="0"/>
          </a:p>
        </p:txBody>
      </p:sp>
    </p:spTree>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name="Slide 94">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§4.2 · LA REGLA MÁS IMPORTANTE</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Solo 7 sonidos en el batchim</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Aunque cualquier consonante puede ir abajo, en realidad solo se pronuncian 7 sonidos.</a:t>
            </a:r>
            <a:endParaRPr lang="en-US" sz="1400" dirty="0"/>
          </a:p>
        </p:txBody>
      </p:sp>
      <p:sp>
        <p:nvSpPr>
          <p:cNvPr id="5" name="Text 3"/>
          <p:cNvSpPr/>
          <p:nvPr/>
        </p:nvSpPr>
        <p:spPr>
          <a:xfrm>
            <a:off x="640080" y="2468880"/>
            <a:ext cx="10911535" cy="365760"/>
          </a:xfrm>
          <a:prstGeom prst="rect">
            <a:avLst/>
          </a:prstGeom>
          <a:noFill/>
          <a:ln/>
        </p:spPr>
        <p:txBody>
          <a:bodyPr wrap="square" lIns="0" tIns="0" rIns="0" bIns="0" rtlCol="0" anchor="ctr"/>
          <a:lstStyle/>
          <a:p>
            <a:pPr marL="0" indent="0">
              <a:buNone/>
            </a:pPr>
            <a:r>
              <a:rPr lang="en-US" sz="1400" b="1" i="1" kern="0" spc="200" dirty="0">
                <a:solidFill>
                  <a:srgbClr val="4036ED"/>
                </a:solidFill>
                <a:latin typeface="Calibri" pitchFamily="34" charset="0"/>
                <a:ea typeface="Calibri" pitchFamily="34" charset="-122"/>
                <a:cs typeface="Calibri" pitchFamily="34" charset="-120"/>
              </a:rPr>
              <a:t>La buena noticia:</a:t>
            </a:r>
            <a:endParaRPr lang="en-US" sz="1400" dirty="0"/>
          </a:p>
        </p:txBody>
      </p:sp>
      <p:sp>
        <p:nvSpPr>
          <p:cNvPr id="6" name="Text 4"/>
          <p:cNvSpPr/>
          <p:nvPr/>
        </p:nvSpPr>
        <p:spPr>
          <a:xfrm>
            <a:off x="640080" y="2788920"/>
            <a:ext cx="10911535" cy="365760"/>
          </a:xfrm>
          <a:prstGeom prst="rect">
            <a:avLst/>
          </a:prstGeom>
          <a:noFill/>
          <a:ln/>
        </p:spPr>
        <p:txBody>
          <a:bodyPr wrap="square" lIns="0" tIns="0" rIns="0" bIns="0" rtlCol="0" anchor="ctr"/>
          <a:lstStyle/>
          <a:p>
            <a:pPr marL="0" indent="0">
              <a:buNone/>
            </a:pPr>
            <a:r>
              <a:rPr lang="en-US" sz="1300" i="1" dirty="0">
                <a:solidFill>
                  <a:srgbClr val="4A4A55"/>
                </a:solidFill>
                <a:latin typeface="Calibri" pitchFamily="34" charset="0"/>
                <a:ea typeface="Calibri" pitchFamily="34" charset="-122"/>
                <a:cs typeface="Calibri" pitchFamily="34" charset="-120"/>
              </a:rPr>
              <a:t>27 letras posibles → solo 7 sonidos finales.</a:t>
            </a:r>
            <a:endParaRPr lang="en-US" sz="1300" dirty="0"/>
          </a:p>
        </p:txBody>
      </p:sp>
      <p:sp>
        <p:nvSpPr>
          <p:cNvPr id="7" name="Shape 5"/>
          <p:cNvSpPr/>
          <p:nvPr/>
        </p:nvSpPr>
        <p:spPr>
          <a:xfrm>
            <a:off x="403708" y="3383280"/>
            <a:ext cx="1508760" cy="2560320"/>
          </a:xfrm>
          <a:prstGeom prst="roundRect">
            <a:avLst>
              <a:gd name="adj" fmla="val 9091"/>
            </a:avLst>
          </a:prstGeom>
          <a:solidFill>
            <a:srgbClr val="EDE8FF"/>
          </a:solidFill>
          <a:ln w="22860">
            <a:solidFill>
              <a:srgbClr val="4036ED"/>
            </a:solidFill>
            <a:prstDash val="solid"/>
          </a:ln>
        </p:spPr>
      </p:sp>
      <p:sp>
        <p:nvSpPr>
          <p:cNvPr id="8" name="Text 6"/>
          <p:cNvSpPr/>
          <p:nvPr/>
        </p:nvSpPr>
        <p:spPr>
          <a:xfrm>
            <a:off x="403708" y="3566160"/>
            <a:ext cx="1508760" cy="1188720"/>
          </a:xfrm>
          <a:prstGeom prst="rect">
            <a:avLst/>
          </a:prstGeom>
          <a:noFill/>
          <a:ln/>
        </p:spPr>
        <p:txBody>
          <a:bodyPr wrap="square" lIns="0" tIns="0" rIns="0" bIns="0" rtlCol="0" anchor="ctr"/>
          <a:lstStyle/>
          <a:p>
            <a:pPr marL="0" indent="0" algn="ctr">
              <a:buNone/>
            </a:pPr>
            <a:r>
              <a:rPr lang="en-US" sz="7000" b="1" dirty="0">
                <a:solidFill>
                  <a:srgbClr val="4036ED"/>
                </a:solidFill>
                <a:latin typeface="Malgun Gothic" pitchFamily="34" charset="0"/>
                <a:ea typeface="Malgun Gothic" pitchFamily="34" charset="-122"/>
                <a:cs typeface="Malgun Gothic" pitchFamily="34" charset="-120"/>
              </a:rPr>
              <a:t>ㄱ</a:t>
            </a:r>
            <a:endParaRPr lang="en-US" sz="7000" dirty="0"/>
          </a:p>
        </p:txBody>
      </p:sp>
      <p:sp>
        <p:nvSpPr>
          <p:cNvPr id="9" name="Text 7"/>
          <p:cNvSpPr/>
          <p:nvPr/>
        </p:nvSpPr>
        <p:spPr>
          <a:xfrm>
            <a:off x="403708" y="4800600"/>
            <a:ext cx="1508760" cy="457200"/>
          </a:xfrm>
          <a:prstGeom prst="rect">
            <a:avLst/>
          </a:prstGeom>
          <a:noFill/>
          <a:ln/>
        </p:spPr>
        <p:txBody>
          <a:bodyPr wrap="square" lIns="0" tIns="0" rIns="0" bIns="0" rtlCol="0" anchor="ctr"/>
          <a:lstStyle/>
          <a:p>
            <a:pPr marL="0" indent="0" algn="ctr">
              <a:buNone/>
            </a:pPr>
            <a:r>
              <a:rPr lang="en-US" sz="2200" b="1" i="1" dirty="0">
                <a:solidFill>
                  <a:srgbClr val="4036ED"/>
                </a:solidFill>
                <a:latin typeface="Calibri" pitchFamily="34" charset="0"/>
                <a:ea typeface="Calibri" pitchFamily="34" charset="-122"/>
                <a:cs typeface="Calibri" pitchFamily="34" charset="-120"/>
              </a:rPr>
              <a:t>[k]</a:t>
            </a:r>
            <a:endParaRPr lang="en-US" sz="2200" dirty="0"/>
          </a:p>
        </p:txBody>
      </p:sp>
      <p:sp>
        <p:nvSpPr>
          <p:cNvPr id="10" name="Text 8"/>
          <p:cNvSpPr/>
          <p:nvPr/>
        </p:nvSpPr>
        <p:spPr>
          <a:xfrm>
            <a:off x="403708" y="5349240"/>
            <a:ext cx="150876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paladar</a:t>
            </a:r>
            <a:endParaRPr lang="en-US" sz="1000" dirty="0"/>
          </a:p>
        </p:txBody>
      </p:sp>
      <p:sp>
        <p:nvSpPr>
          <p:cNvPr id="11" name="Text 9"/>
          <p:cNvSpPr/>
          <p:nvPr/>
        </p:nvSpPr>
        <p:spPr>
          <a:xfrm>
            <a:off x="495148" y="3429000"/>
            <a:ext cx="365760" cy="274320"/>
          </a:xfrm>
          <a:prstGeom prst="rect">
            <a:avLst/>
          </a:prstGeom>
          <a:noFill/>
          <a:ln/>
        </p:spPr>
        <p:txBody>
          <a:bodyPr wrap="square" lIns="0" tIns="0" rIns="0" bIns="0" rtlCol="0" anchor="ctr"/>
          <a:lstStyle/>
          <a:p>
            <a:pPr marL="0" indent="0">
              <a:buNone/>
            </a:pPr>
            <a:r>
              <a:rPr lang="en-US" sz="1100" b="1" dirty="0">
                <a:solidFill>
                  <a:srgbClr val="4036ED"/>
                </a:solidFill>
                <a:latin typeface="Calibri" pitchFamily="34" charset="0"/>
                <a:ea typeface="Calibri" pitchFamily="34" charset="-122"/>
                <a:cs typeface="Calibri" pitchFamily="34" charset="-120"/>
              </a:rPr>
              <a:t>1</a:t>
            </a:r>
            <a:endParaRPr lang="en-US" sz="1100" dirty="0"/>
          </a:p>
        </p:txBody>
      </p:sp>
      <p:sp>
        <p:nvSpPr>
          <p:cNvPr id="12" name="Shape 10"/>
          <p:cNvSpPr/>
          <p:nvPr/>
        </p:nvSpPr>
        <p:spPr>
          <a:xfrm>
            <a:off x="2049628" y="3383280"/>
            <a:ext cx="1508760" cy="2560320"/>
          </a:xfrm>
          <a:prstGeom prst="roundRect">
            <a:avLst>
              <a:gd name="adj" fmla="val 9091"/>
            </a:avLst>
          </a:prstGeom>
          <a:solidFill>
            <a:srgbClr val="EDE8FF"/>
          </a:solidFill>
          <a:ln w="22860">
            <a:solidFill>
              <a:srgbClr val="A79BFF"/>
            </a:solidFill>
            <a:prstDash val="solid"/>
          </a:ln>
        </p:spPr>
      </p:sp>
      <p:sp>
        <p:nvSpPr>
          <p:cNvPr id="13" name="Text 11"/>
          <p:cNvSpPr/>
          <p:nvPr/>
        </p:nvSpPr>
        <p:spPr>
          <a:xfrm>
            <a:off x="2049628" y="3566160"/>
            <a:ext cx="1508760" cy="1188720"/>
          </a:xfrm>
          <a:prstGeom prst="rect">
            <a:avLst/>
          </a:prstGeom>
          <a:noFill/>
          <a:ln/>
        </p:spPr>
        <p:txBody>
          <a:bodyPr wrap="square" lIns="0" tIns="0" rIns="0" bIns="0" rtlCol="0" anchor="ctr"/>
          <a:lstStyle/>
          <a:p>
            <a:pPr marL="0" indent="0" algn="ctr">
              <a:buNone/>
            </a:pPr>
            <a:r>
              <a:rPr lang="en-US" sz="7000" b="1" dirty="0">
                <a:solidFill>
                  <a:srgbClr val="A79BFF"/>
                </a:solidFill>
                <a:latin typeface="Malgun Gothic" pitchFamily="34" charset="0"/>
                <a:ea typeface="Malgun Gothic" pitchFamily="34" charset="-122"/>
                <a:cs typeface="Malgun Gothic" pitchFamily="34" charset="-120"/>
              </a:rPr>
              <a:t>ㄴ</a:t>
            </a:r>
            <a:endParaRPr lang="en-US" sz="7000" dirty="0"/>
          </a:p>
        </p:txBody>
      </p:sp>
      <p:sp>
        <p:nvSpPr>
          <p:cNvPr id="14" name="Text 12"/>
          <p:cNvSpPr/>
          <p:nvPr/>
        </p:nvSpPr>
        <p:spPr>
          <a:xfrm>
            <a:off x="2049628" y="4800600"/>
            <a:ext cx="1508760" cy="457200"/>
          </a:xfrm>
          <a:prstGeom prst="rect">
            <a:avLst/>
          </a:prstGeom>
          <a:noFill/>
          <a:ln/>
        </p:spPr>
        <p:txBody>
          <a:bodyPr wrap="square" lIns="0" tIns="0" rIns="0" bIns="0" rtlCol="0" anchor="ctr"/>
          <a:lstStyle/>
          <a:p>
            <a:pPr marL="0" indent="0" algn="ctr">
              <a:buNone/>
            </a:pPr>
            <a:r>
              <a:rPr lang="en-US" sz="2200" b="1" i="1" dirty="0">
                <a:solidFill>
                  <a:srgbClr val="A79BFF"/>
                </a:solidFill>
                <a:latin typeface="Calibri" pitchFamily="34" charset="0"/>
                <a:ea typeface="Calibri" pitchFamily="34" charset="-122"/>
                <a:cs typeface="Calibri" pitchFamily="34" charset="-120"/>
              </a:rPr>
              <a:t>[n]</a:t>
            </a:r>
            <a:endParaRPr lang="en-US" sz="2200" dirty="0"/>
          </a:p>
        </p:txBody>
      </p:sp>
      <p:sp>
        <p:nvSpPr>
          <p:cNvPr id="15" name="Text 13"/>
          <p:cNvSpPr/>
          <p:nvPr/>
        </p:nvSpPr>
        <p:spPr>
          <a:xfrm>
            <a:off x="2049628" y="5349240"/>
            <a:ext cx="150876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lengua</a:t>
            </a:r>
            <a:endParaRPr lang="en-US" sz="1000" dirty="0"/>
          </a:p>
        </p:txBody>
      </p:sp>
      <p:sp>
        <p:nvSpPr>
          <p:cNvPr id="16" name="Text 14"/>
          <p:cNvSpPr/>
          <p:nvPr/>
        </p:nvSpPr>
        <p:spPr>
          <a:xfrm>
            <a:off x="2141068" y="3429000"/>
            <a:ext cx="365760" cy="274320"/>
          </a:xfrm>
          <a:prstGeom prst="rect">
            <a:avLst/>
          </a:prstGeom>
          <a:noFill/>
          <a:ln/>
        </p:spPr>
        <p:txBody>
          <a:bodyPr wrap="square" lIns="0" tIns="0" rIns="0" bIns="0" rtlCol="0" anchor="ctr"/>
          <a:lstStyle/>
          <a:p>
            <a:pPr marL="0" indent="0">
              <a:buNone/>
            </a:pPr>
            <a:r>
              <a:rPr lang="en-US" sz="1100" b="1" dirty="0">
                <a:solidFill>
                  <a:srgbClr val="A79BFF"/>
                </a:solidFill>
                <a:latin typeface="Calibri" pitchFamily="34" charset="0"/>
                <a:ea typeface="Calibri" pitchFamily="34" charset="-122"/>
                <a:cs typeface="Calibri" pitchFamily="34" charset="-120"/>
              </a:rPr>
              <a:t>2</a:t>
            </a:r>
            <a:endParaRPr lang="en-US" sz="1100" dirty="0"/>
          </a:p>
        </p:txBody>
      </p:sp>
      <p:sp>
        <p:nvSpPr>
          <p:cNvPr id="17" name="Shape 15"/>
          <p:cNvSpPr/>
          <p:nvPr/>
        </p:nvSpPr>
        <p:spPr>
          <a:xfrm>
            <a:off x="3695548" y="3383280"/>
            <a:ext cx="1508760" cy="2560320"/>
          </a:xfrm>
          <a:prstGeom prst="roundRect">
            <a:avLst>
              <a:gd name="adj" fmla="val 9091"/>
            </a:avLst>
          </a:prstGeom>
          <a:solidFill>
            <a:srgbClr val="EDE8FF"/>
          </a:solidFill>
          <a:ln w="22860">
            <a:solidFill>
              <a:srgbClr val="A79BFF"/>
            </a:solidFill>
            <a:prstDash val="solid"/>
          </a:ln>
        </p:spPr>
      </p:sp>
      <p:sp>
        <p:nvSpPr>
          <p:cNvPr id="18" name="Text 16"/>
          <p:cNvSpPr/>
          <p:nvPr/>
        </p:nvSpPr>
        <p:spPr>
          <a:xfrm>
            <a:off x="3695548" y="3566160"/>
            <a:ext cx="1508760" cy="1188720"/>
          </a:xfrm>
          <a:prstGeom prst="rect">
            <a:avLst/>
          </a:prstGeom>
          <a:noFill/>
          <a:ln/>
        </p:spPr>
        <p:txBody>
          <a:bodyPr wrap="square" lIns="0" tIns="0" rIns="0" bIns="0" rtlCol="0" anchor="ctr"/>
          <a:lstStyle/>
          <a:p>
            <a:pPr marL="0" indent="0" algn="ctr">
              <a:buNone/>
            </a:pPr>
            <a:r>
              <a:rPr lang="en-US" sz="7000" b="1" dirty="0">
                <a:solidFill>
                  <a:srgbClr val="A79BFF"/>
                </a:solidFill>
                <a:latin typeface="Malgun Gothic" pitchFamily="34" charset="0"/>
                <a:ea typeface="Malgun Gothic" pitchFamily="34" charset="-122"/>
                <a:cs typeface="Malgun Gothic" pitchFamily="34" charset="-120"/>
              </a:rPr>
              <a:t>ㄷ</a:t>
            </a:r>
            <a:endParaRPr lang="en-US" sz="7000" dirty="0"/>
          </a:p>
        </p:txBody>
      </p:sp>
      <p:sp>
        <p:nvSpPr>
          <p:cNvPr id="19" name="Text 17"/>
          <p:cNvSpPr/>
          <p:nvPr/>
        </p:nvSpPr>
        <p:spPr>
          <a:xfrm>
            <a:off x="3695548" y="4800600"/>
            <a:ext cx="1508760" cy="457200"/>
          </a:xfrm>
          <a:prstGeom prst="rect">
            <a:avLst/>
          </a:prstGeom>
          <a:noFill/>
          <a:ln/>
        </p:spPr>
        <p:txBody>
          <a:bodyPr wrap="square" lIns="0" tIns="0" rIns="0" bIns="0" rtlCol="0" anchor="ctr"/>
          <a:lstStyle/>
          <a:p>
            <a:pPr marL="0" indent="0" algn="ctr">
              <a:buNone/>
            </a:pPr>
            <a:r>
              <a:rPr lang="en-US" sz="2200" b="1" i="1" dirty="0">
                <a:solidFill>
                  <a:srgbClr val="A79BFF"/>
                </a:solidFill>
                <a:latin typeface="Calibri" pitchFamily="34" charset="0"/>
                <a:ea typeface="Calibri" pitchFamily="34" charset="-122"/>
                <a:cs typeface="Calibri" pitchFamily="34" charset="-120"/>
              </a:rPr>
              <a:t>[t]</a:t>
            </a:r>
            <a:endParaRPr lang="en-US" sz="2200" dirty="0"/>
          </a:p>
        </p:txBody>
      </p:sp>
      <p:sp>
        <p:nvSpPr>
          <p:cNvPr id="20" name="Text 18"/>
          <p:cNvSpPr/>
          <p:nvPr/>
        </p:nvSpPr>
        <p:spPr>
          <a:xfrm>
            <a:off x="3695548" y="5349240"/>
            <a:ext cx="150876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lengua</a:t>
            </a:r>
            <a:endParaRPr lang="en-US" sz="1000" dirty="0"/>
          </a:p>
        </p:txBody>
      </p:sp>
      <p:sp>
        <p:nvSpPr>
          <p:cNvPr id="21" name="Text 19"/>
          <p:cNvSpPr/>
          <p:nvPr/>
        </p:nvSpPr>
        <p:spPr>
          <a:xfrm>
            <a:off x="3786988" y="3429000"/>
            <a:ext cx="365760" cy="274320"/>
          </a:xfrm>
          <a:prstGeom prst="rect">
            <a:avLst/>
          </a:prstGeom>
          <a:noFill/>
          <a:ln/>
        </p:spPr>
        <p:txBody>
          <a:bodyPr wrap="square" lIns="0" tIns="0" rIns="0" bIns="0" rtlCol="0" anchor="ctr"/>
          <a:lstStyle/>
          <a:p>
            <a:pPr marL="0" indent="0">
              <a:buNone/>
            </a:pPr>
            <a:r>
              <a:rPr lang="en-US" sz="1100" b="1" dirty="0">
                <a:solidFill>
                  <a:srgbClr val="A79BFF"/>
                </a:solidFill>
                <a:latin typeface="Calibri" pitchFamily="34" charset="0"/>
                <a:ea typeface="Calibri" pitchFamily="34" charset="-122"/>
                <a:cs typeface="Calibri" pitchFamily="34" charset="-120"/>
              </a:rPr>
              <a:t>3</a:t>
            </a:r>
            <a:endParaRPr lang="en-US" sz="1100" dirty="0"/>
          </a:p>
        </p:txBody>
      </p:sp>
      <p:sp>
        <p:nvSpPr>
          <p:cNvPr id="22" name="Shape 20"/>
          <p:cNvSpPr/>
          <p:nvPr/>
        </p:nvSpPr>
        <p:spPr>
          <a:xfrm>
            <a:off x="5341468" y="3383280"/>
            <a:ext cx="1508760" cy="2560320"/>
          </a:xfrm>
          <a:prstGeom prst="roundRect">
            <a:avLst>
              <a:gd name="adj" fmla="val 9091"/>
            </a:avLst>
          </a:prstGeom>
          <a:solidFill>
            <a:srgbClr val="EDE8FF"/>
          </a:solidFill>
          <a:ln w="22860">
            <a:solidFill>
              <a:srgbClr val="A79BFF"/>
            </a:solidFill>
            <a:prstDash val="solid"/>
          </a:ln>
        </p:spPr>
      </p:sp>
      <p:sp>
        <p:nvSpPr>
          <p:cNvPr id="23" name="Text 21"/>
          <p:cNvSpPr/>
          <p:nvPr/>
        </p:nvSpPr>
        <p:spPr>
          <a:xfrm>
            <a:off x="5341468" y="3566160"/>
            <a:ext cx="1508760" cy="1188720"/>
          </a:xfrm>
          <a:prstGeom prst="rect">
            <a:avLst/>
          </a:prstGeom>
          <a:noFill/>
          <a:ln/>
        </p:spPr>
        <p:txBody>
          <a:bodyPr wrap="square" lIns="0" tIns="0" rIns="0" bIns="0" rtlCol="0" anchor="ctr"/>
          <a:lstStyle/>
          <a:p>
            <a:pPr marL="0" indent="0" algn="ctr">
              <a:buNone/>
            </a:pPr>
            <a:r>
              <a:rPr lang="en-US" sz="7000" b="1" dirty="0">
                <a:solidFill>
                  <a:srgbClr val="A79BFF"/>
                </a:solidFill>
                <a:latin typeface="Malgun Gothic" pitchFamily="34" charset="0"/>
                <a:ea typeface="Malgun Gothic" pitchFamily="34" charset="-122"/>
                <a:cs typeface="Malgun Gothic" pitchFamily="34" charset="-120"/>
              </a:rPr>
              <a:t>ㄹ</a:t>
            </a:r>
            <a:endParaRPr lang="en-US" sz="7000" dirty="0"/>
          </a:p>
        </p:txBody>
      </p:sp>
      <p:sp>
        <p:nvSpPr>
          <p:cNvPr id="24" name="Text 22"/>
          <p:cNvSpPr/>
          <p:nvPr/>
        </p:nvSpPr>
        <p:spPr>
          <a:xfrm>
            <a:off x="5341468" y="4800600"/>
            <a:ext cx="1508760" cy="457200"/>
          </a:xfrm>
          <a:prstGeom prst="rect">
            <a:avLst/>
          </a:prstGeom>
          <a:noFill/>
          <a:ln/>
        </p:spPr>
        <p:txBody>
          <a:bodyPr wrap="square" lIns="0" tIns="0" rIns="0" bIns="0" rtlCol="0" anchor="ctr"/>
          <a:lstStyle/>
          <a:p>
            <a:pPr marL="0" indent="0" algn="ctr">
              <a:buNone/>
            </a:pPr>
            <a:r>
              <a:rPr lang="en-US" sz="2200" b="1" i="1" dirty="0">
                <a:solidFill>
                  <a:srgbClr val="A79BFF"/>
                </a:solidFill>
                <a:latin typeface="Calibri" pitchFamily="34" charset="0"/>
                <a:ea typeface="Calibri" pitchFamily="34" charset="-122"/>
                <a:cs typeface="Calibri" pitchFamily="34" charset="-120"/>
              </a:rPr>
              <a:t>[l]</a:t>
            </a:r>
            <a:endParaRPr lang="en-US" sz="2200" dirty="0"/>
          </a:p>
        </p:txBody>
      </p:sp>
      <p:sp>
        <p:nvSpPr>
          <p:cNvPr id="25" name="Text 23"/>
          <p:cNvSpPr/>
          <p:nvPr/>
        </p:nvSpPr>
        <p:spPr>
          <a:xfrm>
            <a:off x="5341468" y="5349240"/>
            <a:ext cx="150876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lengua</a:t>
            </a:r>
            <a:endParaRPr lang="en-US" sz="1000" dirty="0"/>
          </a:p>
        </p:txBody>
      </p:sp>
      <p:sp>
        <p:nvSpPr>
          <p:cNvPr id="26" name="Text 24"/>
          <p:cNvSpPr/>
          <p:nvPr/>
        </p:nvSpPr>
        <p:spPr>
          <a:xfrm>
            <a:off x="5432908" y="3429000"/>
            <a:ext cx="365760" cy="274320"/>
          </a:xfrm>
          <a:prstGeom prst="rect">
            <a:avLst/>
          </a:prstGeom>
          <a:noFill/>
          <a:ln/>
        </p:spPr>
        <p:txBody>
          <a:bodyPr wrap="square" lIns="0" tIns="0" rIns="0" bIns="0" rtlCol="0" anchor="ctr"/>
          <a:lstStyle/>
          <a:p>
            <a:pPr marL="0" indent="0">
              <a:buNone/>
            </a:pPr>
            <a:r>
              <a:rPr lang="en-US" sz="1100" b="1" dirty="0">
                <a:solidFill>
                  <a:srgbClr val="A79BFF"/>
                </a:solidFill>
                <a:latin typeface="Calibri" pitchFamily="34" charset="0"/>
                <a:ea typeface="Calibri" pitchFamily="34" charset="-122"/>
                <a:cs typeface="Calibri" pitchFamily="34" charset="-120"/>
              </a:rPr>
              <a:t>4</a:t>
            </a:r>
            <a:endParaRPr lang="en-US" sz="1100" dirty="0"/>
          </a:p>
        </p:txBody>
      </p:sp>
      <p:sp>
        <p:nvSpPr>
          <p:cNvPr id="27" name="Shape 25"/>
          <p:cNvSpPr/>
          <p:nvPr/>
        </p:nvSpPr>
        <p:spPr>
          <a:xfrm>
            <a:off x="6987388" y="3383280"/>
            <a:ext cx="1508760" cy="2560320"/>
          </a:xfrm>
          <a:prstGeom prst="roundRect">
            <a:avLst>
              <a:gd name="adj" fmla="val 9091"/>
            </a:avLst>
          </a:prstGeom>
          <a:solidFill>
            <a:srgbClr val="FFE0E0"/>
          </a:solidFill>
          <a:ln w="22860">
            <a:solidFill>
              <a:srgbClr val="FE6768"/>
            </a:solidFill>
            <a:prstDash val="solid"/>
          </a:ln>
        </p:spPr>
      </p:sp>
      <p:sp>
        <p:nvSpPr>
          <p:cNvPr id="28" name="Text 26"/>
          <p:cNvSpPr/>
          <p:nvPr/>
        </p:nvSpPr>
        <p:spPr>
          <a:xfrm>
            <a:off x="6987388" y="3566160"/>
            <a:ext cx="1508760" cy="1188720"/>
          </a:xfrm>
          <a:prstGeom prst="rect">
            <a:avLst/>
          </a:prstGeom>
          <a:noFill/>
          <a:ln/>
        </p:spPr>
        <p:txBody>
          <a:bodyPr wrap="square" lIns="0" tIns="0" rIns="0" bIns="0" rtlCol="0" anchor="ctr"/>
          <a:lstStyle/>
          <a:p>
            <a:pPr marL="0" indent="0" algn="ctr">
              <a:buNone/>
            </a:pPr>
            <a:r>
              <a:rPr lang="en-US" sz="7000" b="1" dirty="0">
                <a:solidFill>
                  <a:srgbClr val="FE6768"/>
                </a:solidFill>
                <a:latin typeface="Malgun Gothic" pitchFamily="34" charset="0"/>
                <a:ea typeface="Malgun Gothic" pitchFamily="34" charset="-122"/>
                <a:cs typeface="Malgun Gothic" pitchFamily="34" charset="-120"/>
              </a:rPr>
              <a:t>ㅁ</a:t>
            </a:r>
            <a:endParaRPr lang="en-US" sz="7000" dirty="0"/>
          </a:p>
        </p:txBody>
      </p:sp>
      <p:sp>
        <p:nvSpPr>
          <p:cNvPr id="29" name="Text 27"/>
          <p:cNvSpPr/>
          <p:nvPr/>
        </p:nvSpPr>
        <p:spPr>
          <a:xfrm>
            <a:off x="6987388" y="4800600"/>
            <a:ext cx="1508760" cy="457200"/>
          </a:xfrm>
          <a:prstGeom prst="rect">
            <a:avLst/>
          </a:prstGeom>
          <a:noFill/>
          <a:ln/>
        </p:spPr>
        <p:txBody>
          <a:bodyPr wrap="square" lIns="0" tIns="0" rIns="0" bIns="0" rtlCol="0" anchor="ctr"/>
          <a:lstStyle/>
          <a:p>
            <a:pPr marL="0" indent="0" algn="ctr">
              <a:buNone/>
            </a:pPr>
            <a:r>
              <a:rPr lang="en-US" sz="2200" b="1" i="1" dirty="0">
                <a:solidFill>
                  <a:srgbClr val="FE6768"/>
                </a:solidFill>
                <a:latin typeface="Calibri" pitchFamily="34" charset="0"/>
                <a:ea typeface="Calibri" pitchFamily="34" charset="-122"/>
                <a:cs typeface="Calibri" pitchFamily="34" charset="-120"/>
              </a:rPr>
              <a:t>[m]</a:t>
            </a:r>
            <a:endParaRPr lang="en-US" sz="2200" dirty="0"/>
          </a:p>
        </p:txBody>
      </p:sp>
      <p:sp>
        <p:nvSpPr>
          <p:cNvPr id="30" name="Text 28"/>
          <p:cNvSpPr/>
          <p:nvPr/>
        </p:nvSpPr>
        <p:spPr>
          <a:xfrm>
            <a:off x="6987388" y="5349240"/>
            <a:ext cx="150876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labios</a:t>
            </a:r>
            <a:endParaRPr lang="en-US" sz="1000" dirty="0"/>
          </a:p>
        </p:txBody>
      </p:sp>
      <p:sp>
        <p:nvSpPr>
          <p:cNvPr id="31" name="Text 29"/>
          <p:cNvSpPr/>
          <p:nvPr/>
        </p:nvSpPr>
        <p:spPr>
          <a:xfrm>
            <a:off x="7078828" y="3429000"/>
            <a:ext cx="365760" cy="274320"/>
          </a:xfrm>
          <a:prstGeom prst="rect">
            <a:avLst/>
          </a:prstGeom>
          <a:noFill/>
          <a:ln/>
        </p:spPr>
        <p:txBody>
          <a:bodyPr wrap="square" lIns="0" tIns="0" rIns="0" bIns="0" rtlCol="0" anchor="ctr"/>
          <a:lstStyle/>
          <a:p>
            <a:pPr marL="0" indent="0">
              <a:buNone/>
            </a:pPr>
            <a:r>
              <a:rPr lang="en-US" sz="1100" b="1" dirty="0">
                <a:solidFill>
                  <a:srgbClr val="FE6768"/>
                </a:solidFill>
                <a:latin typeface="Calibri" pitchFamily="34" charset="0"/>
                <a:ea typeface="Calibri" pitchFamily="34" charset="-122"/>
                <a:cs typeface="Calibri" pitchFamily="34" charset="-120"/>
              </a:rPr>
              <a:t>5</a:t>
            </a:r>
            <a:endParaRPr lang="en-US" sz="1100" dirty="0"/>
          </a:p>
        </p:txBody>
      </p:sp>
      <p:sp>
        <p:nvSpPr>
          <p:cNvPr id="32" name="Shape 30"/>
          <p:cNvSpPr/>
          <p:nvPr/>
        </p:nvSpPr>
        <p:spPr>
          <a:xfrm>
            <a:off x="8633308" y="3383280"/>
            <a:ext cx="1508760" cy="2560320"/>
          </a:xfrm>
          <a:prstGeom prst="roundRect">
            <a:avLst>
              <a:gd name="adj" fmla="val 9091"/>
            </a:avLst>
          </a:prstGeom>
          <a:solidFill>
            <a:srgbClr val="FFE0E0"/>
          </a:solidFill>
          <a:ln w="22860">
            <a:solidFill>
              <a:srgbClr val="FE6768"/>
            </a:solidFill>
            <a:prstDash val="solid"/>
          </a:ln>
        </p:spPr>
      </p:sp>
      <p:sp>
        <p:nvSpPr>
          <p:cNvPr id="33" name="Text 31"/>
          <p:cNvSpPr/>
          <p:nvPr/>
        </p:nvSpPr>
        <p:spPr>
          <a:xfrm>
            <a:off x="8633308" y="3566160"/>
            <a:ext cx="1508760" cy="1188720"/>
          </a:xfrm>
          <a:prstGeom prst="rect">
            <a:avLst/>
          </a:prstGeom>
          <a:noFill/>
          <a:ln/>
        </p:spPr>
        <p:txBody>
          <a:bodyPr wrap="square" lIns="0" tIns="0" rIns="0" bIns="0" rtlCol="0" anchor="ctr"/>
          <a:lstStyle/>
          <a:p>
            <a:pPr marL="0" indent="0" algn="ctr">
              <a:buNone/>
            </a:pPr>
            <a:r>
              <a:rPr lang="en-US" sz="7000" b="1" dirty="0">
                <a:solidFill>
                  <a:srgbClr val="FE6768"/>
                </a:solidFill>
                <a:latin typeface="Malgun Gothic" pitchFamily="34" charset="0"/>
                <a:ea typeface="Malgun Gothic" pitchFamily="34" charset="-122"/>
                <a:cs typeface="Malgun Gothic" pitchFamily="34" charset="-120"/>
              </a:rPr>
              <a:t>ㅂ</a:t>
            </a:r>
            <a:endParaRPr lang="en-US" sz="7000" dirty="0"/>
          </a:p>
        </p:txBody>
      </p:sp>
      <p:sp>
        <p:nvSpPr>
          <p:cNvPr id="34" name="Text 32"/>
          <p:cNvSpPr/>
          <p:nvPr/>
        </p:nvSpPr>
        <p:spPr>
          <a:xfrm>
            <a:off x="8633308" y="4800600"/>
            <a:ext cx="1508760" cy="457200"/>
          </a:xfrm>
          <a:prstGeom prst="rect">
            <a:avLst/>
          </a:prstGeom>
          <a:noFill/>
          <a:ln/>
        </p:spPr>
        <p:txBody>
          <a:bodyPr wrap="square" lIns="0" tIns="0" rIns="0" bIns="0" rtlCol="0" anchor="ctr"/>
          <a:lstStyle/>
          <a:p>
            <a:pPr marL="0" indent="0" algn="ctr">
              <a:buNone/>
            </a:pPr>
            <a:r>
              <a:rPr lang="en-US" sz="2200" b="1" i="1" dirty="0">
                <a:solidFill>
                  <a:srgbClr val="FE6768"/>
                </a:solidFill>
                <a:latin typeface="Calibri" pitchFamily="34" charset="0"/>
                <a:ea typeface="Calibri" pitchFamily="34" charset="-122"/>
                <a:cs typeface="Calibri" pitchFamily="34" charset="-120"/>
              </a:rPr>
              <a:t>[p]</a:t>
            </a:r>
            <a:endParaRPr lang="en-US" sz="2200" dirty="0"/>
          </a:p>
        </p:txBody>
      </p:sp>
      <p:sp>
        <p:nvSpPr>
          <p:cNvPr id="35" name="Text 33"/>
          <p:cNvSpPr/>
          <p:nvPr/>
        </p:nvSpPr>
        <p:spPr>
          <a:xfrm>
            <a:off x="8633308" y="5349240"/>
            <a:ext cx="150876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labios</a:t>
            </a:r>
            <a:endParaRPr lang="en-US" sz="1000" dirty="0"/>
          </a:p>
        </p:txBody>
      </p:sp>
      <p:sp>
        <p:nvSpPr>
          <p:cNvPr id="36" name="Text 34"/>
          <p:cNvSpPr/>
          <p:nvPr/>
        </p:nvSpPr>
        <p:spPr>
          <a:xfrm>
            <a:off x="8724748" y="3429000"/>
            <a:ext cx="365760" cy="274320"/>
          </a:xfrm>
          <a:prstGeom prst="rect">
            <a:avLst/>
          </a:prstGeom>
          <a:noFill/>
          <a:ln/>
        </p:spPr>
        <p:txBody>
          <a:bodyPr wrap="square" lIns="0" tIns="0" rIns="0" bIns="0" rtlCol="0" anchor="ctr"/>
          <a:lstStyle/>
          <a:p>
            <a:pPr marL="0" indent="0">
              <a:buNone/>
            </a:pPr>
            <a:r>
              <a:rPr lang="en-US" sz="1100" b="1" dirty="0">
                <a:solidFill>
                  <a:srgbClr val="FE6768"/>
                </a:solidFill>
                <a:latin typeface="Calibri" pitchFamily="34" charset="0"/>
                <a:ea typeface="Calibri" pitchFamily="34" charset="-122"/>
                <a:cs typeface="Calibri" pitchFamily="34" charset="-120"/>
              </a:rPr>
              <a:t>6</a:t>
            </a:r>
            <a:endParaRPr lang="en-US" sz="1100" dirty="0"/>
          </a:p>
        </p:txBody>
      </p:sp>
      <p:sp>
        <p:nvSpPr>
          <p:cNvPr id="37" name="Shape 35"/>
          <p:cNvSpPr/>
          <p:nvPr/>
        </p:nvSpPr>
        <p:spPr>
          <a:xfrm>
            <a:off x="10279228" y="3383280"/>
            <a:ext cx="1508760" cy="2560320"/>
          </a:xfrm>
          <a:prstGeom prst="roundRect">
            <a:avLst>
              <a:gd name="adj" fmla="val 9091"/>
            </a:avLst>
          </a:prstGeom>
          <a:solidFill>
            <a:srgbClr val="EDE8FF"/>
          </a:solidFill>
          <a:ln w="22860">
            <a:solidFill>
              <a:srgbClr val="4036ED"/>
            </a:solidFill>
            <a:prstDash val="solid"/>
          </a:ln>
        </p:spPr>
      </p:sp>
      <p:sp>
        <p:nvSpPr>
          <p:cNvPr id="38" name="Text 36"/>
          <p:cNvSpPr/>
          <p:nvPr/>
        </p:nvSpPr>
        <p:spPr>
          <a:xfrm>
            <a:off x="10279228" y="3566160"/>
            <a:ext cx="1508760" cy="1188720"/>
          </a:xfrm>
          <a:prstGeom prst="rect">
            <a:avLst/>
          </a:prstGeom>
          <a:noFill/>
          <a:ln/>
        </p:spPr>
        <p:txBody>
          <a:bodyPr wrap="square" lIns="0" tIns="0" rIns="0" bIns="0" rtlCol="0" anchor="ctr"/>
          <a:lstStyle/>
          <a:p>
            <a:pPr marL="0" indent="0" algn="ctr">
              <a:buNone/>
            </a:pPr>
            <a:r>
              <a:rPr lang="en-US" sz="7000" b="1" dirty="0">
                <a:solidFill>
                  <a:srgbClr val="4036ED"/>
                </a:solidFill>
                <a:latin typeface="Malgun Gothic" pitchFamily="34" charset="0"/>
                <a:ea typeface="Malgun Gothic" pitchFamily="34" charset="-122"/>
                <a:cs typeface="Malgun Gothic" pitchFamily="34" charset="-120"/>
              </a:rPr>
              <a:t>ㅇ</a:t>
            </a:r>
            <a:endParaRPr lang="en-US" sz="7000" dirty="0"/>
          </a:p>
        </p:txBody>
      </p:sp>
      <p:sp>
        <p:nvSpPr>
          <p:cNvPr id="39" name="Text 37"/>
          <p:cNvSpPr/>
          <p:nvPr/>
        </p:nvSpPr>
        <p:spPr>
          <a:xfrm>
            <a:off x="10279228" y="4800600"/>
            <a:ext cx="1508760" cy="457200"/>
          </a:xfrm>
          <a:prstGeom prst="rect">
            <a:avLst/>
          </a:prstGeom>
          <a:noFill/>
          <a:ln/>
        </p:spPr>
        <p:txBody>
          <a:bodyPr wrap="square" lIns="0" tIns="0" rIns="0" bIns="0" rtlCol="0" anchor="ctr"/>
          <a:lstStyle/>
          <a:p>
            <a:pPr marL="0" indent="0" algn="ctr">
              <a:buNone/>
            </a:pPr>
            <a:r>
              <a:rPr lang="en-US" sz="2200" b="1" i="1" dirty="0">
                <a:solidFill>
                  <a:srgbClr val="4036ED"/>
                </a:solidFill>
                <a:latin typeface="Calibri" pitchFamily="34" charset="0"/>
                <a:ea typeface="Calibri" pitchFamily="34" charset="-122"/>
                <a:cs typeface="Calibri" pitchFamily="34" charset="-120"/>
              </a:rPr>
              <a:t>[ng]</a:t>
            </a:r>
            <a:endParaRPr lang="en-US" sz="2200" dirty="0"/>
          </a:p>
        </p:txBody>
      </p:sp>
      <p:sp>
        <p:nvSpPr>
          <p:cNvPr id="40" name="Text 38"/>
          <p:cNvSpPr/>
          <p:nvPr/>
        </p:nvSpPr>
        <p:spPr>
          <a:xfrm>
            <a:off x="10279228" y="5349240"/>
            <a:ext cx="150876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garganta</a:t>
            </a:r>
            <a:endParaRPr lang="en-US" sz="1000" dirty="0"/>
          </a:p>
        </p:txBody>
      </p:sp>
      <p:sp>
        <p:nvSpPr>
          <p:cNvPr id="41" name="Text 39"/>
          <p:cNvSpPr/>
          <p:nvPr/>
        </p:nvSpPr>
        <p:spPr>
          <a:xfrm>
            <a:off x="10370668" y="3429000"/>
            <a:ext cx="365760" cy="274320"/>
          </a:xfrm>
          <a:prstGeom prst="rect">
            <a:avLst/>
          </a:prstGeom>
          <a:noFill/>
          <a:ln/>
        </p:spPr>
        <p:txBody>
          <a:bodyPr wrap="square" lIns="0" tIns="0" rIns="0" bIns="0" rtlCol="0" anchor="ctr"/>
          <a:lstStyle/>
          <a:p>
            <a:pPr marL="0" indent="0">
              <a:buNone/>
            </a:pPr>
            <a:r>
              <a:rPr lang="en-US" sz="1100" b="1" dirty="0">
                <a:solidFill>
                  <a:srgbClr val="4036ED"/>
                </a:solidFill>
                <a:latin typeface="Calibri" pitchFamily="34" charset="0"/>
                <a:ea typeface="Calibri" pitchFamily="34" charset="-122"/>
                <a:cs typeface="Calibri" pitchFamily="34" charset="-120"/>
              </a:rPr>
              <a:t>7</a:t>
            </a:r>
            <a:endParaRPr lang="en-US" sz="1100" dirty="0"/>
          </a:p>
        </p:txBody>
      </p:sp>
      <p:sp>
        <p:nvSpPr>
          <p:cNvPr id="42" name="Text 40"/>
          <p:cNvSpPr/>
          <p:nvPr/>
        </p:nvSpPr>
        <p:spPr>
          <a:xfrm>
            <a:off x="640080" y="5897880"/>
            <a:ext cx="10911535" cy="365760"/>
          </a:xfrm>
          <a:prstGeom prst="rect">
            <a:avLst/>
          </a:prstGeom>
          <a:noFill/>
          <a:ln/>
        </p:spPr>
        <p:txBody>
          <a:bodyPr wrap="square" lIns="0" tIns="0" rIns="0" bIns="0" rtlCol="0" anchor="ctr"/>
          <a:lstStyle/>
          <a:p>
            <a:pPr marL="0" indent="0" algn="ctr">
              <a:buNone/>
            </a:pPr>
            <a:r>
              <a:rPr lang="en-US" sz="1200" b="1" i="1" dirty="0">
                <a:solidFill>
                  <a:srgbClr val="4036ED"/>
                </a:solidFill>
                <a:latin typeface="Calibri" pitchFamily="34" charset="0"/>
                <a:ea typeface="Calibri" pitchFamily="34" charset="-122"/>
                <a:cs typeface="Calibri" pitchFamily="34" charset="-120"/>
              </a:rPr>
              <a:t>A las otras 20 letras les "prestamos" uno de estos 7 sonidos cuando aparecen al final.</a:t>
            </a:r>
            <a:endParaRPr lang="en-US" sz="1200" dirty="0"/>
          </a:p>
        </p:txBody>
      </p:sp>
      <p:pic>
        <p:nvPicPr>
          <p:cNvPr id="43"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44" name="Text 41"/>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45" name="Text 42"/>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94</a:t>
            </a:r>
            <a:endParaRPr lang="en-US" sz="800" dirty="0"/>
          </a:p>
        </p:txBody>
      </p:sp>
    </p:spTree>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name="Slide 95">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§4.3 · SONIDO DEL PALADAR</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Sonido [k]</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La parte de atrás de la lengua bloquea el aire en el paladar.</a:t>
            </a:r>
            <a:endParaRPr lang="en-US" sz="1400" dirty="0"/>
          </a:p>
        </p:txBody>
      </p:sp>
      <p:sp>
        <p:nvSpPr>
          <p:cNvPr id="5" name="Shape 3"/>
          <p:cNvSpPr/>
          <p:nvPr/>
        </p:nvSpPr>
        <p:spPr>
          <a:xfrm>
            <a:off x="640080" y="2606040"/>
            <a:ext cx="3657600" cy="3657600"/>
          </a:xfrm>
          <a:prstGeom prst="roundRect">
            <a:avLst>
              <a:gd name="adj" fmla="val 6250"/>
            </a:avLst>
          </a:prstGeom>
          <a:solidFill>
            <a:srgbClr val="4036ED"/>
          </a:solidFill>
          <a:ln w="12700">
            <a:solidFill>
              <a:srgbClr val="4036ED"/>
            </a:solidFill>
            <a:prstDash val="solid"/>
          </a:ln>
        </p:spPr>
      </p:sp>
      <p:sp>
        <p:nvSpPr>
          <p:cNvPr id="6" name="Text 4"/>
          <p:cNvSpPr/>
          <p:nvPr/>
        </p:nvSpPr>
        <p:spPr>
          <a:xfrm>
            <a:off x="640080" y="2743200"/>
            <a:ext cx="3657600" cy="320040"/>
          </a:xfrm>
          <a:prstGeom prst="rect">
            <a:avLst/>
          </a:prstGeom>
          <a:noFill/>
          <a:ln/>
        </p:spPr>
        <p:txBody>
          <a:bodyPr wrap="square" lIns="0" tIns="0" rIns="0" bIns="0" rtlCol="0" anchor="ctr"/>
          <a:lstStyle/>
          <a:p>
            <a:pPr marL="0" indent="0" algn="ctr">
              <a:buNone/>
            </a:pPr>
            <a:r>
              <a:rPr lang="en-US" sz="1100" b="1" kern="0" spc="500" dirty="0">
                <a:solidFill>
                  <a:srgbClr val="EDE8FF"/>
                </a:solidFill>
                <a:latin typeface="Calibri" pitchFamily="34" charset="0"/>
                <a:ea typeface="Calibri" pitchFamily="34" charset="-122"/>
                <a:cs typeface="Calibri" pitchFamily="34" charset="-120"/>
              </a:rPr>
              <a:t>SONIDO 1</a:t>
            </a:r>
            <a:endParaRPr lang="en-US" sz="1100" dirty="0"/>
          </a:p>
        </p:txBody>
      </p:sp>
      <p:sp>
        <p:nvSpPr>
          <p:cNvPr id="7" name="Text 5"/>
          <p:cNvSpPr/>
          <p:nvPr/>
        </p:nvSpPr>
        <p:spPr>
          <a:xfrm>
            <a:off x="640080" y="3017520"/>
            <a:ext cx="3657600" cy="1554480"/>
          </a:xfrm>
          <a:prstGeom prst="rect">
            <a:avLst/>
          </a:prstGeom>
          <a:noFill/>
          <a:ln/>
        </p:spPr>
        <p:txBody>
          <a:bodyPr wrap="square" lIns="0" tIns="0" rIns="0" bIns="0" rtlCol="0" anchor="ctr"/>
          <a:lstStyle/>
          <a:p>
            <a:pPr marL="0" indent="0" algn="ctr">
              <a:buNone/>
            </a:pPr>
            <a:r>
              <a:rPr lang="en-US" sz="13000" b="1" dirty="0">
                <a:solidFill>
                  <a:srgbClr val="F6F6F6"/>
                </a:solidFill>
                <a:latin typeface="Malgun Gothic" pitchFamily="34" charset="0"/>
                <a:ea typeface="Malgun Gothic" pitchFamily="34" charset="-122"/>
                <a:cs typeface="Malgun Gothic" pitchFamily="34" charset="-120"/>
              </a:rPr>
              <a:t>ㄱ</a:t>
            </a:r>
            <a:endParaRPr lang="en-US" sz="13000" dirty="0"/>
          </a:p>
        </p:txBody>
      </p:sp>
      <p:sp>
        <p:nvSpPr>
          <p:cNvPr id="8" name="Text 6"/>
          <p:cNvSpPr/>
          <p:nvPr/>
        </p:nvSpPr>
        <p:spPr>
          <a:xfrm>
            <a:off x="640080" y="4617720"/>
            <a:ext cx="3657600" cy="457200"/>
          </a:xfrm>
          <a:prstGeom prst="rect">
            <a:avLst/>
          </a:prstGeom>
          <a:noFill/>
          <a:ln/>
        </p:spPr>
        <p:txBody>
          <a:bodyPr wrap="square" lIns="0" tIns="0" rIns="0" bIns="0" rtlCol="0" anchor="ctr"/>
          <a:lstStyle/>
          <a:p>
            <a:pPr marL="0" indent="0" algn="ctr">
              <a:buNone/>
            </a:pPr>
            <a:r>
              <a:rPr lang="en-US" sz="3200" b="1" i="1" dirty="0">
                <a:solidFill>
                  <a:srgbClr val="F6F6F6"/>
                </a:solidFill>
                <a:latin typeface="Calibri" pitchFamily="34" charset="0"/>
                <a:ea typeface="Calibri" pitchFamily="34" charset="-122"/>
                <a:cs typeface="Calibri" pitchFamily="34" charset="-120"/>
              </a:rPr>
              <a:t>[k]</a:t>
            </a:r>
            <a:endParaRPr lang="en-US" sz="3200" dirty="0"/>
          </a:p>
        </p:txBody>
      </p:sp>
      <p:sp>
        <p:nvSpPr>
          <p:cNvPr id="9" name="Text 7"/>
          <p:cNvSpPr/>
          <p:nvPr/>
        </p:nvSpPr>
        <p:spPr>
          <a:xfrm>
            <a:off x="640080" y="5074920"/>
            <a:ext cx="3657600" cy="365760"/>
          </a:xfrm>
          <a:prstGeom prst="rect">
            <a:avLst/>
          </a:prstGeom>
          <a:noFill/>
          <a:ln/>
        </p:spPr>
        <p:txBody>
          <a:bodyPr wrap="square" lIns="0" tIns="0" rIns="0" bIns="0" rtlCol="0" anchor="ctr"/>
          <a:lstStyle/>
          <a:p>
            <a:pPr marL="0" indent="0" algn="ctr">
              <a:buNone/>
            </a:pPr>
            <a:r>
              <a:rPr lang="en-US" sz="1200" b="1" kern="0" spc="300" dirty="0">
                <a:solidFill>
                  <a:srgbClr val="EDE8FF"/>
                </a:solidFill>
                <a:latin typeface="Calibri" pitchFamily="34" charset="0"/>
                <a:ea typeface="Calibri" pitchFamily="34" charset="-122"/>
                <a:cs typeface="Calibri" pitchFamily="34" charset="-120"/>
              </a:rPr>
              <a:t>아음 · PALADAR</a:t>
            </a:r>
            <a:endParaRPr lang="en-US" sz="1200" dirty="0"/>
          </a:p>
        </p:txBody>
      </p:sp>
      <p:sp>
        <p:nvSpPr>
          <p:cNvPr id="10" name="Text 8"/>
          <p:cNvSpPr/>
          <p:nvPr/>
        </p:nvSpPr>
        <p:spPr>
          <a:xfrm>
            <a:off x="640080" y="5440680"/>
            <a:ext cx="3657600" cy="640080"/>
          </a:xfrm>
          <a:prstGeom prst="rect">
            <a:avLst/>
          </a:prstGeom>
          <a:noFill/>
          <a:ln/>
        </p:spPr>
        <p:txBody>
          <a:bodyPr wrap="square" lIns="0" tIns="0" rIns="0" bIns="0" rtlCol="0" anchor="ctr"/>
          <a:lstStyle/>
          <a:p>
            <a:pPr marL="0" indent="0" algn="ctr">
              <a:buNone/>
            </a:pPr>
            <a:r>
              <a:rPr lang="en-US" sz="1100" i="1" dirty="0">
                <a:solidFill>
                  <a:srgbClr val="EDE8FF"/>
                </a:solidFill>
                <a:latin typeface="Calibri" pitchFamily="34" charset="0"/>
                <a:ea typeface="Calibri" pitchFamily="34" charset="-122"/>
                <a:cs typeface="Calibri" pitchFamily="34" charset="-120"/>
              </a:rPr>
              <a:t>El aire queda atrapado en la parte de atrás. No se libera.</a:t>
            </a:r>
            <a:endParaRPr lang="en-US" sz="1100" dirty="0"/>
          </a:p>
        </p:txBody>
      </p:sp>
      <p:sp>
        <p:nvSpPr>
          <p:cNvPr id="11" name="Shape 9"/>
          <p:cNvSpPr/>
          <p:nvPr/>
        </p:nvSpPr>
        <p:spPr>
          <a:xfrm>
            <a:off x="4526280" y="2606040"/>
            <a:ext cx="7040880" cy="1463040"/>
          </a:xfrm>
          <a:prstGeom prst="roundRect">
            <a:avLst>
              <a:gd name="adj" fmla="val 9375"/>
            </a:avLst>
          </a:prstGeom>
          <a:solidFill>
            <a:srgbClr val="EDE8FF"/>
          </a:solidFill>
          <a:ln w="19050">
            <a:solidFill>
              <a:srgbClr val="4036ED"/>
            </a:solidFill>
            <a:prstDash val="solid"/>
          </a:ln>
        </p:spPr>
      </p:sp>
      <p:sp>
        <p:nvSpPr>
          <p:cNvPr id="12" name="Text 10"/>
          <p:cNvSpPr/>
          <p:nvPr/>
        </p:nvSpPr>
        <p:spPr>
          <a:xfrm>
            <a:off x="4526280" y="2743200"/>
            <a:ext cx="7040880" cy="274320"/>
          </a:xfrm>
          <a:prstGeom prst="rect">
            <a:avLst/>
          </a:prstGeom>
          <a:noFill/>
          <a:ln/>
        </p:spPr>
        <p:txBody>
          <a:bodyPr wrap="square" lIns="0" tIns="0" rIns="0" bIns="0" rtlCol="0" anchor="ctr"/>
          <a:lstStyle/>
          <a:p>
            <a:pPr marL="0" indent="0" algn="ctr">
              <a:buNone/>
            </a:pPr>
            <a:r>
              <a:rPr lang="en-US" sz="1000" b="1" kern="0" spc="400" dirty="0">
                <a:solidFill>
                  <a:srgbClr val="4036ED"/>
                </a:solidFill>
                <a:latin typeface="Calibri" pitchFamily="34" charset="0"/>
                <a:ea typeface="Calibri" pitchFamily="34" charset="-122"/>
                <a:cs typeface="Calibri" pitchFamily="34" charset="-120"/>
              </a:rPr>
              <a:t>LETRAS QUE SE PRONUNCIAN ASÍ</a:t>
            </a:r>
            <a:endParaRPr lang="en-US" sz="1000" dirty="0"/>
          </a:p>
        </p:txBody>
      </p:sp>
      <p:sp>
        <p:nvSpPr>
          <p:cNvPr id="13" name="Text 11"/>
          <p:cNvSpPr/>
          <p:nvPr/>
        </p:nvSpPr>
        <p:spPr>
          <a:xfrm>
            <a:off x="5074920" y="3108960"/>
            <a:ext cx="1981200" cy="91440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ㄱ</a:t>
            </a:r>
            <a:endParaRPr lang="en-US" sz="5000" dirty="0"/>
          </a:p>
        </p:txBody>
      </p:sp>
      <p:sp>
        <p:nvSpPr>
          <p:cNvPr id="14" name="Text 12"/>
          <p:cNvSpPr/>
          <p:nvPr/>
        </p:nvSpPr>
        <p:spPr>
          <a:xfrm>
            <a:off x="7056120" y="3108960"/>
            <a:ext cx="1981200" cy="91440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ㅋ</a:t>
            </a:r>
            <a:endParaRPr lang="en-US" sz="5000" dirty="0"/>
          </a:p>
        </p:txBody>
      </p:sp>
      <p:sp>
        <p:nvSpPr>
          <p:cNvPr id="15" name="Text 13"/>
          <p:cNvSpPr/>
          <p:nvPr/>
        </p:nvSpPr>
        <p:spPr>
          <a:xfrm>
            <a:off x="9037320" y="3108960"/>
            <a:ext cx="1981200" cy="91440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ㄲ</a:t>
            </a:r>
            <a:endParaRPr lang="en-US" sz="5000" dirty="0"/>
          </a:p>
        </p:txBody>
      </p:sp>
      <p:sp>
        <p:nvSpPr>
          <p:cNvPr id="16" name="Shape 14"/>
          <p:cNvSpPr/>
          <p:nvPr/>
        </p:nvSpPr>
        <p:spPr>
          <a:xfrm>
            <a:off x="4526280" y="4206240"/>
            <a:ext cx="7040880" cy="2057400"/>
          </a:xfrm>
          <a:prstGeom prst="roundRect">
            <a:avLst>
              <a:gd name="adj" fmla="val 6667"/>
            </a:avLst>
          </a:prstGeom>
          <a:solidFill>
            <a:srgbClr val="F6F6F6"/>
          </a:solidFill>
          <a:ln w="19050">
            <a:solidFill>
              <a:srgbClr val="4036ED"/>
            </a:solidFill>
            <a:prstDash val="solid"/>
          </a:ln>
        </p:spPr>
      </p:sp>
      <p:sp>
        <p:nvSpPr>
          <p:cNvPr id="17" name="Text 15"/>
          <p:cNvSpPr/>
          <p:nvPr/>
        </p:nvSpPr>
        <p:spPr>
          <a:xfrm>
            <a:off x="4526280" y="4343400"/>
            <a:ext cx="7040880" cy="274320"/>
          </a:xfrm>
          <a:prstGeom prst="rect">
            <a:avLst/>
          </a:prstGeom>
          <a:noFill/>
          <a:ln/>
        </p:spPr>
        <p:txBody>
          <a:bodyPr wrap="square" lIns="0" tIns="0" rIns="0" bIns="0" rtlCol="0" anchor="ctr"/>
          <a:lstStyle/>
          <a:p>
            <a:pPr marL="0" indent="0" algn="ctr">
              <a:buNone/>
            </a:pPr>
            <a:r>
              <a:rPr lang="en-US" sz="1000" b="1" kern="0" spc="400" dirty="0">
                <a:solidFill>
                  <a:srgbClr val="4036ED"/>
                </a:solidFill>
                <a:latin typeface="Calibri" pitchFamily="34" charset="0"/>
                <a:ea typeface="Calibri" pitchFamily="34" charset="-122"/>
                <a:cs typeface="Calibri" pitchFamily="34" charset="-120"/>
              </a:rPr>
              <a:t>PALABRAS DE PRÁCTICA</a:t>
            </a:r>
            <a:endParaRPr lang="en-US" sz="1000" dirty="0"/>
          </a:p>
        </p:txBody>
      </p:sp>
      <p:sp>
        <p:nvSpPr>
          <p:cNvPr id="18" name="Text 16"/>
          <p:cNvSpPr/>
          <p:nvPr/>
        </p:nvSpPr>
        <p:spPr>
          <a:xfrm>
            <a:off x="4663440" y="4709160"/>
            <a:ext cx="1691640" cy="868680"/>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책</a:t>
            </a:r>
            <a:endParaRPr lang="en-US" sz="3600" dirty="0"/>
          </a:p>
        </p:txBody>
      </p:sp>
      <p:sp>
        <p:nvSpPr>
          <p:cNvPr id="19" name="Text 17"/>
          <p:cNvSpPr/>
          <p:nvPr/>
        </p:nvSpPr>
        <p:spPr>
          <a:xfrm>
            <a:off x="4663440" y="5532120"/>
            <a:ext cx="1691640" cy="274320"/>
          </a:xfrm>
          <a:prstGeom prst="rect">
            <a:avLst/>
          </a:prstGeom>
          <a:noFill/>
          <a:ln/>
        </p:spPr>
        <p:txBody>
          <a:bodyPr wrap="square" lIns="0" tIns="0" rIns="0" bIns="0" rtlCol="0" anchor="ctr"/>
          <a:lstStyle/>
          <a:p>
            <a:pPr marL="0" indent="0" algn="ctr">
              <a:buNone/>
            </a:pPr>
            <a:r>
              <a:rPr lang="en-US" sz="1100" b="1" i="1" dirty="0">
                <a:solidFill>
                  <a:srgbClr val="4036ED"/>
                </a:solidFill>
                <a:latin typeface="Calibri" pitchFamily="34" charset="0"/>
                <a:ea typeface="Calibri" pitchFamily="34" charset="-122"/>
                <a:cs typeface="Calibri" pitchFamily="34" charset="-120"/>
              </a:rPr>
              <a:t>chaek</a:t>
            </a:r>
            <a:endParaRPr lang="en-US" sz="1100" dirty="0"/>
          </a:p>
        </p:txBody>
      </p:sp>
      <p:sp>
        <p:nvSpPr>
          <p:cNvPr id="20" name="Text 18"/>
          <p:cNvSpPr/>
          <p:nvPr/>
        </p:nvSpPr>
        <p:spPr>
          <a:xfrm>
            <a:off x="4663440" y="5806440"/>
            <a:ext cx="169164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libro</a:t>
            </a:r>
            <a:endParaRPr lang="en-US" sz="1000" dirty="0"/>
          </a:p>
        </p:txBody>
      </p:sp>
      <p:sp>
        <p:nvSpPr>
          <p:cNvPr id="21" name="Text 19"/>
          <p:cNvSpPr/>
          <p:nvPr/>
        </p:nvSpPr>
        <p:spPr>
          <a:xfrm>
            <a:off x="6355080" y="4709160"/>
            <a:ext cx="1691640" cy="868680"/>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국</a:t>
            </a:r>
            <a:endParaRPr lang="en-US" sz="3600" dirty="0"/>
          </a:p>
        </p:txBody>
      </p:sp>
      <p:sp>
        <p:nvSpPr>
          <p:cNvPr id="22" name="Text 20"/>
          <p:cNvSpPr/>
          <p:nvPr/>
        </p:nvSpPr>
        <p:spPr>
          <a:xfrm>
            <a:off x="6355080" y="5532120"/>
            <a:ext cx="1691640" cy="274320"/>
          </a:xfrm>
          <a:prstGeom prst="rect">
            <a:avLst/>
          </a:prstGeom>
          <a:noFill/>
          <a:ln/>
        </p:spPr>
        <p:txBody>
          <a:bodyPr wrap="square" lIns="0" tIns="0" rIns="0" bIns="0" rtlCol="0" anchor="ctr"/>
          <a:lstStyle/>
          <a:p>
            <a:pPr marL="0" indent="0" algn="ctr">
              <a:buNone/>
            </a:pPr>
            <a:r>
              <a:rPr lang="en-US" sz="1100" b="1" i="1" dirty="0">
                <a:solidFill>
                  <a:srgbClr val="4036ED"/>
                </a:solidFill>
                <a:latin typeface="Calibri" pitchFamily="34" charset="0"/>
                <a:ea typeface="Calibri" pitchFamily="34" charset="-122"/>
                <a:cs typeface="Calibri" pitchFamily="34" charset="-120"/>
              </a:rPr>
              <a:t>guk</a:t>
            </a:r>
            <a:endParaRPr lang="en-US" sz="1100" dirty="0"/>
          </a:p>
        </p:txBody>
      </p:sp>
      <p:sp>
        <p:nvSpPr>
          <p:cNvPr id="23" name="Text 21"/>
          <p:cNvSpPr/>
          <p:nvPr/>
        </p:nvSpPr>
        <p:spPr>
          <a:xfrm>
            <a:off x="6355080" y="5806440"/>
            <a:ext cx="169164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sopa</a:t>
            </a:r>
            <a:endParaRPr lang="en-US" sz="1000" dirty="0"/>
          </a:p>
        </p:txBody>
      </p:sp>
      <p:sp>
        <p:nvSpPr>
          <p:cNvPr id="24" name="Text 22"/>
          <p:cNvSpPr/>
          <p:nvPr/>
        </p:nvSpPr>
        <p:spPr>
          <a:xfrm>
            <a:off x="8046720" y="4709160"/>
            <a:ext cx="1691640" cy="868680"/>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약</a:t>
            </a:r>
            <a:endParaRPr lang="en-US" sz="3600" dirty="0"/>
          </a:p>
        </p:txBody>
      </p:sp>
      <p:sp>
        <p:nvSpPr>
          <p:cNvPr id="25" name="Text 23"/>
          <p:cNvSpPr/>
          <p:nvPr/>
        </p:nvSpPr>
        <p:spPr>
          <a:xfrm>
            <a:off x="8046720" y="5532120"/>
            <a:ext cx="1691640" cy="274320"/>
          </a:xfrm>
          <a:prstGeom prst="rect">
            <a:avLst/>
          </a:prstGeom>
          <a:noFill/>
          <a:ln/>
        </p:spPr>
        <p:txBody>
          <a:bodyPr wrap="square" lIns="0" tIns="0" rIns="0" bIns="0" rtlCol="0" anchor="ctr"/>
          <a:lstStyle/>
          <a:p>
            <a:pPr marL="0" indent="0" algn="ctr">
              <a:buNone/>
            </a:pPr>
            <a:r>
              <a:rPr lang="en-US" sz="1100" b="1" i="1" dirty="0">
                <a:solidFill>
                  <a:srgbClr val="4036ED"/>
                </a:solidFill>
                <a:latin typeface="Calibri" pitchFamily="34" charset="0"/>
                <a:ea typeface="Calibri" pitchFamily="34" charset="-122"/>
                <a:cs typeface="Calibri" pitchFamily="34" charset="-120"/>
              </a:rPr>
              <a:t>yak</a:t>
            </a:r>
            <a:endParaRPr lang="en-US" sz="1100" dirty="0"/>
          </a:p>
        </p:txBody>
      </p:sp>
      <p:sp>
        <p:nvSpPr>
          <p:cNvPr id="26" name="Text 24"/>
          <p:cNvSpPr/>
          <p:nvPr/>
        </p:nvSpPr>
        <p:spPr>
          <a:xfrm>
            <a:off x="8046720" y="5806440"/>
            <a:ext cx="169164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medicina</a:t>
            </a:r>
            <a:endParaRPr lang="en-US" sz="1000" dirty="0"/>
          </a:p>
        </p:txBody>
      </p:sp>
      <p:sp>
        <p:nvSpPr>
          <p:cNvPr id="27" name="Text 25"/>
          <p:cNvSpPr/>
          <p:nvPr/>
        </p:nvSpPr>
        <p:spPr>
          <a:xfrm>
            <a:off x="9738360" y="4709160"/>
            <a:ext cx="1691640" cy="868680"/>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부엌</a:t>
            </a:r>
            <a:endParaRPr lang="en-US" sz="3600" dirty="0"/>
          </a:p>
        </p:txBody>
      </p:sp>
      <p:sp>
        <p:nvSpPr>
          <p:cNvPr id="28" name="Text 26"/>
          <p:cNvSpPr/>
          <p:nvPr/>
        </p:nvSpPr>
        <p:spPr>
          <a:xfrm>
            <a:off x="9738360" y="5532120"/>
            <a:ext cx="1691640" cy="274320"/>
          </a:xfrm>
          <a:prstGeom prst="rect">
            <a:avLst/>
          </a:prstGeom>
          <a:noFill/>
          <a:ln/>
        </p:spPr>
        <p:txBody>
          <a:bodyPr wrap="square" lIns="0" tIns="0" rIns="0" bIns="0" rtlCol="0" anchor="ctr"/>
          <a:lstStyle/>
          <a:p>
            <a:pPr marL="0" indent="0" algn="ctr">
              <a:buNone/>
            </a:pPr>
            <a:r>
              <a:rPr lang="en-US" sz="1100" b="1" i="1" dirty="0">
                <a:solidFill>
                  <a:srgbClr val="4036ED"/>
                </a:solidFill>
                <a:latin typeface="Calibri" pitchFamily="34" charset="0"/>
                <a:ea typeface="Calibri" pitchFamily="34" charset="-122"/>
                <a:cs typeface="Calibri" pitchFamily="34" charset="-120"/>
              </a:rPr>
              <a:t>bueok</a:t>
            </a:r>
            <a:endParaRPr lang="en-US" sz="1100" dirty="0"/>
          </a:p>
        </p:txBody>
      </p:sp>
      <p:sp>
        <p:nvSpPr>
          <p:cNvPr id="29" name="Text 27"/>
          <p:cNvSpPr/>
          <p:nvPr/>
        </p:nvSpPr>
        <p:spPr>
          <a:xfrm>
            <a:off x="9738360" y="5806440"/>
            <a:ext cx="169164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cocina</a:t>
            </a:r>
            <a:endParaRPr lang="en-US" sz="1000" dirty="0"/>
          </a:p>
        </p:txBody>
      </p:sp>
      <p:pic>
        <p:nvPicPr>
          <p:cNvPr id="30"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31" name="Text 28"/>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2" name="Text 29"/>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95</a:t>
            </a:r>
            <a:endParaRPr lang="en-US" sz="800" dirty="0"/>
          </a:p>
        </p:txBody>
      </p:sp>
    </p:spTree>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name="Slide 96">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§4.4 · SONIDO DE LA LENGUA</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Sonido [n]</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La punta de la lengua toca los alvéolos. El aire sale por la nariz.</a:t>
            </a:r>
            <a:endParaRPr lang="en-US" sz="1400" dirty="0"/>
          </a:p>
        </p:txBody>
      </p:sp>
      <p:sp>
        <p:nvSpPr>
          <p:cNvPr id="5" name="Shape 3"/>
          <p:cNvSpPr/>
          <p:nvPr/>
        </p:nvSpPr>
        <p:spPr>
          <a:xfrm>
            <a:off x="640080" y="2606040"/>
            <a:ext cx="3657600" cy="3657600"/>
          </a:xfrm>
          <a:prstGeom prst="roundRect">
            <a:avLst>
              <a:gd name="adj" fmla="val 6250"/>
            </a:avLst>
          </a:prstGeom>
          <a:solidFill>
            <a:srgbClr val="A79BFF"/>
          </a:solidFill>
          <a:ln w="12700">
            <a:solidFill>
              <a:srgbClr val="A79BFF"/>
            </a:solidFill>
            <a:prstDash val="solid"/>
          </a:ln>
        </p:spPr>
      </p:sp>
      <p:sp>
        <p:nvSpPr>
          <p:cNvPr id="6" name="Text 4"/>
          <p:cNvSpPr/>
          <p:nvPr/>
        </p:nvSpPr>
        <p:spPr>
          <a:xfrm>
            <a:off x="640080" y="2743200"/>
            <a:ext cx="3657600" cy="320040"/>
          </a:xfrm>
          <a:prstGeom prst="rect">
            <a:avLst/>
          </a:prstGeom>
          <a:noFill/>
          <a:ln/>
        </p:spPr>
        <p:txBody>
          <a:bodyPr wrap="square" lIns="0" tIns="0" rIns="0" bIns="0" rtlCol="0" anchor="ctr"/>
          <a:lstStyle/>
          <a:p>
            <a:pPr marL="0" indent="0" algn="ctr">
              <a:buNone/>
            </a:pPr>
            <a:r>
              <a:rPr lang="en-US" sz="1100" b="1" kern="0" spc="500" dirty="0">
                <a:solidFill>
                  <a:srgbClr val="EDE8FF"/>
                </a:solidFill>
                <a:latin typeface="Calibri" pitchFamily="34" charset="0"/>
                <a:ea typeface="Calibri" pitchFamily="34" charset="-122"/>
                <a:cs typeface="Calibri" pitchFamily="34" charset="-120"/>
              </a:rPr>
              <a:t>SONIDO 2</a:t>
            </a:r>
            <a:endParaRPr lang="en-US" sz="1100" dirty="0"/>
          </a:p>
        </p:txBody>
      </p:sp>
      <p:sp>
        <p:nvSpPr>
          <p:cNvPr id="7" name="Text 5"/>
          <p:cNvSpPr/>
          <p:nvPr/>
        </p:nvSpPr>
        <p:spPr>
          <a:xfrm>
            <a:off x="640080" y="3017520"/>
            <a:ext cx="3657600" cy="1554480"/>
          </a:xfrm>
          <a:prstGeom prst="rect">
            <a:avLst/>
          </a:prstGeom>
          <a:noFill/>
          <a:ln/>
        </p:spPr>
        <p:txBody>
          <a:bodyPr wrap="square" lIns="0" tIns="0" rIns="0" bIns="0" rtlCol="0" anchor="ctr"/>
          <a:lstStyle/>
          <a:p>
            <a:pPr marL="0" indent="0" algn="ctr">
              <a:buNone/>
            </a:pPr>
            <a:r>
              <a:rPr lang="en-US" sz="13000" b="1" dirty="0">
                <a:solidFill>
                  <a:srgbClr val="F6F6F6"/>
                </a:solidFill>
                <a:latin typeface="Malgun Gothic" pitchFamily="34" charset="0"/>
                <a:ea typeface="Malgun Gothic" pitchFamily="34" charset="-122"/>
                <a:cs typeface="Malgun Gothic" pitchFamily="34" charset="-120"/>
              </a:rPr>
              <a:t>ㄴ</a:t>
            </a:r>
            <a:endParaRPr lang="en-US" sz="13000" dirty="0"/>
          </a:p>
        </p:txBody>
      </p:sp>
      <p:sp>
        <p:nvSpPr>
          <p:cNvPr id="8" name="Text 6"/>
          <p:cNvSpPr/>
          <p:nvPr/>
        </p:nvSpPr>
        <p:spPr>
          <a:xfrm>
            <a:off x="640080" y="4617720"/>
            <a:ext cx="3657600" cy="457200"/>
          </a:xfrm>
          <a:prstGeom prst="rect">
            <a:avLst/>
          </a:prstGeom>
          <a:noFill/>
          <a:ln/>
        </p:spPr>
        <p:txBody>
          <a:bodyPr wrap="square" lIns="0" tIns="0" rIns="0" bIns="0" rtlCol="0" anchor="ctr"/>
          <a:lstStyle/>
          <a:p>
            <a:pPr marL="0" indent="0" algn="ctr">
              <a:buNone/>
            </a:pPr>
            <a:r>
              <a:rPr lang="en-US" sz="3200" b="1" i="1" dirty="0">
                <a:solidFill>
                  <a:srgbClr val="F6F6F6"/>
                </a:solidFill>
                <a:latin typeface="Calibri" pitchFamily="34" charset="0"/>
                <a:ea typeface="Calibri" pitchFamily="34" charset="-122"/>
                <a:cs typeface="Calibri" pitchFamily="34" charset="-120"/>
              </a:rPr>
              <a:t>[n]</a:t>
            </a:r>
            <a:endParaRPr lang="en-US" sz="3200" dirty="0"/>
          </a:p>
        </p:txBody>
      </p:sp>
      <p:sp>
        <p:nvSpPr>
          <p:cNvPr id="9" name="Text 7"/>
          <p:cNvSpPr/>
          <p:nvPr/>
        </p:nvSpPr>
        <p:spPr>
          <a:xfrm>
            <a:off x="640080" y="5074920"/>
            <a:ext cx="3657600" cy="365760"/>
          </a:xfrm>
          <a:prstGeom prst="rect">
            <a:avLst/>
          </a:prstGeom>
          <a:noFill/>
          <a:ln/>
        </p:spPr>
        <p:txBody>
          <a:bodyPr wrap="square" lIns="0" tIns="0" rIns="0" bIns="0" rtlCol="0" anchor="ctr"/>
          <a:lstStyle/>
          <a:p>
            <a:pPr marL="0" indent="0" algn="ctr">
              <a:buNone/>
            </a:pPr>
            <a:r>
              <a:rPr lang="en-US" sz="1200" b="1" kern="0" spc="300" dirty="0">
                <a:solidFill>
                  <a:srgbClr val="EDE8FF"/>
                </a:solidFill>
                <a:latin typeface="Calibri" pitchFamily="34" charset="0"/>
                <a:ea typeface="Calibri" pitchFamily="34" charset="-122"/>
                <a:cs typeface="Calibri" pitchFamily="34" charset="-120"/>
              </a:rPr>
              <a:t>설음 · LENGUA</a:t>
            </a:r>
            <a:endParaRPr lang="en-US" sz="1200" dirty="0"/>
          </a:p>
        </p:txBody>
      </p:sp>
      <p:sp>
        <p:nvSpPr>
          <p:cNvPr id="10" name="Text 8"/>
          <p:cNvSpPr/>
          <p:nvPr/>
        </p:nvSpPr>
        <p:spPr>
          <a:xfrm>
            <a:off x="640080" y="5440680"/>
            <a:ext cx="3657600" cy="640080"/>
          </a:xfrm>
          <a:prstGeom prst="rect">
            <a:avLst/>
          </a:prstGeom>
          <a:noFill/>
          <a:ln/>
        </p:spPr>
        <p:txBody>
          <a:bodyPr wrap="square" lIns="0" tIns="0" rIns="0" bIns="0" rtlCol="0" anchor="ctr"/>
          <a:lstStyle/>
          <a:p>
            <a:pPr marL="0" indent="0" algn="ctr">
              <a:buNone/>
            </a:pPr>
            <a:r>
              <a:rPr lang="en-US" sz="1100" i="1" dirty="0">
                <a:solidFill>
                  <a:srgbClr val="EDE8FF"/>
                </a:solidFill>
                <a:latin typeface="Calibri" pitchFamily="34" charset="0"/>
                <a:ea typeface="Calibri" pitchFamily="34" charset="-122"/>
                <a:cs typeface="Calibri" pitchFamily="34" charset="-120"/>
              </a:rPr>
              <a:t>La lengua se queda pegada y el aire sale por la nariz.</a:t>
            </a:r>
            <a:endParaRPr lang="en-US" sz="1100" dirty="0"/>
          </a:p>
        </p:txBody>
      </p:sp>
      <p:sp>
        <p:nvSpPr>
          <p:cNvPr id="11" name="Shape 9"/>
          <p:cNvSpPr/>
          <p:nvPr/>
        </p:nvSpPr>
        <p:spPr>
          <a:xfrm>
            <a:off x="4526280" y="2606040"/>
            <a:ext cx="7040880" cy="1463040"/>
          </a:xfrm>
          <a:prstGeom prst="roundRect">
            <a:avLst>
              <a:gd name="adj" fmla="val 9375"/>
            </a:avLst>
          </a:prstGeom>
          <a:solidFill>
            <a:srgbClr val="EDE8FF"/>
          </a:solidFill>
          <a:ln w="19050">
            <a:solidFill>
              <a:srgbClr val="A79BFF"/>
            </a:solidFill>
            <a:prstDash val="solid"/>
          </a:ln>
        </p:spPr>
      </p:sp>
      <p:sp>
        <p:nvSpPr>
          <p:cNvPr id="12" name="Text 10"/>
          <p:cNvSpPr/>
          <p:nvPr/>
        </p:nvSpPr>
        <p:spPr>
          <a:xfrm>
            <a:off x="4526280" y="2743200"/>
            <a:ext cx="7040880" cy="274320"/>
          </a:xfrm>
          <a:prstGeom prst="rect">
            <a:avLst/>
          </a:prstGeom>
          <a:noFill/>
          <a:ln/>
        </p:spPr>
        <p:txBody>
          <a:bodyPr wrap="square" lIns="0" tIns="0" rIns="0" bIns="0" rtlCol="0" anchor="ctr"/>
          <a:lstStyle/>
          <a:p>
            <a:pPr marL="0" indent="0" algn="ctr">
              <a:buNone/>
            </a:pPr>
            <a:r>
              <a:rPr lang="en-US" sz="1000" b="1" kern="0" spc="400" dirty="0">
                <a:solidFill>
                  <a:srgbClr val="A79BFF"/>
                </a:solidFill>
                <a:latin typeface="Calibri" pitchFamily="34" charset="0"/>
                <a:ea typeface="Calibri" pitchFamily="34" charset="-122"/>
                <a:cs typeface="Calibri" pitchFamily="34" charset="-120"/>
              </a:rPr>
              <a:t>LETRAS QUE SE PRONUNCIAN ASÍ</a:t>
            </a:r>
            <a:endParaRPr lang="en-US" sz="1000" dirty="0"/>
          </a:p>
        </p:txBody>
      </p:sp>
      <p:sp>
        <p:nvSpPr>
          <p:cNvPr id="13" name="Text 11"/>
          <p:cNvSpPr/>
          <p:nvPr/>
        </p:nvSpPr>
        <p:spPr>
          <a:xfrm>
            <a:off x="5074920" y="3108960"/>
            <a:ext cx="5943600" cy="914400"/>
          </a:xfrm>
          <a:prstGeom prst="rect">
            <a:avLst/>
          </a:prstGeom>
          <a:noFill/>
          <a:ln/>
        </p:spPr>
        <p:txBody>
          <a:bodyPr wrap="square" lIns="0" tIns="0" rIns="0" bIns="0" rtlCol="0" anchor="ctr"/>
          <a:lstStyle/>
          <a:p>
            <a:pPr marL="0" indent="0" algn="ctr">
              <a:buNone/>
            </a:pPr>
            <a:r>
              <a:rPr lang="en-US" sz="5000" b="1" dirty="0">
                <a:solidFill>
                  <a:srgbClr val="A79BFF"/>
                </a:solidFill>
                <a:latin typeface="Malgun Gothic" pitchFamily="34" charset="0"/>
                <a:ea typeface="Malgun Gothic" pitchFamily="34" charset="-122"/>
                <a:cs typeface="Malgun Gothic" pitchFamily="34" charset="-120"/>
              </a:rPr>
              <a:t>ㄴ</a:t>
            </a:r>
            <a:endParaRPr lang="en-US" sz="5000" dirty="0"/>
          </a:p>
        </p:txBody>
      </p:sp>
      <p:sp>
        <p:nvSpPr>
          <p:cNvPr id="14" name="Shape 12"/>
          <p:cNvSpPr/>
          <p:nvPr/>
        </p:nvSpPr>
        <p:spPr>
          <a:xfrm>
            <a:off x="4526280" y="4206240"/>
            <a:ext cx="7040880" cy="2057400"/>
          </a:xfrm>
          <a:prstGeom prst="roundRect">
            <a:avLst>
              <a:gd name="adj" fmla="val 6667"/>
            </a:avLst>
          </a:prstGeom>
          <a:solidFill>
            <a:srgbClr val="F6F6F6"/>
          </a:solidFill>
          <a:ln w="19050">
            <a:solidFill>
              <a:srgbClr val="A79BFF"/>
            </a:solidFill>
            <a:prstDash val="solid"/>
          </a:ln>
        </p:spPr>
      </p:sp>
      <p:sp>
        <p:nvSpPr>
          <p:cNvPr id="15" name="Text 13"/>
          <p:cNvSpPr/>
          <p:nvPr/>
        </p:nvSpPr>
        <p:spPr>
          <a:xfrm>
            <a:off x="4526280" y="4343400"/>
            <a:ext cx="7040880" cy="274320"/>
          </a:xfrm>
          <a:prstGeom prst="rect">
            <a:avLst/>
          </a:prstGeom>
          <a:noFill/>
          <a:ln/>
        </p:spPr>
        <p:txBody>
          <a:bodyPr wrap="square" lIns="0" tIns="0" rIns="0" bIns="0" rtlCol="0" anchor="ctr"/>
          <a:lstStyle/>
          <a:p>
            <a:pPr marL="0" indent="0" algn="ctr">
              <a:buNone/>
            </a:pPr>
            <a:r>
              <a:rPr lang="en-US" sz="1000" b="1" kern="0" spc="400" dirty="0">
                <a:solidFill>
                  <a:srgbClr val="A79BFF"/>
                </a:solidFill>
                <a:latin typeface="Calibri" pitchFamily="34" charset="0"/>
                <a:ea typeface="Calibri" pitchFamily="34" charset="-122"/>
                <a:cs typeface="Calibri" pitchFamily="34" charset="-120"/>
              </a:rPr>
              <a:t>PALABRAS DE PRÁCTICA</a:t>
            </a:r>
            <a:endParaRPr lang="en-US" sz="1000" dirty="0"/>
          </a:p>
        </p:txBody>
      </p:sp>
      <p:sp>
        <p:nvSpPr>
          <p:cNvPr id="16" name="Text 14"/>
          <p:cNvSpPr/>
          <p:nvPr/>
        </p:nvSpPr>
        <p:spPr>
          <a:xfrm>
            <a:off x="4663440" y="4709160"/>
            <a:ext cx="1691640" cy="868680"/>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한국</a:t>
            </a:r>
            <a:endParaRPr lang="en-US" sz="3600" dirty="0"/>
          </a:p>
        </p:txBody>
      </p:sp>
      <p:sp>
        <p:nvSpPr>
          <p:cNvPr id="17" name="Text 15"/>
          <p:cNvSpPr/>
          <p:nvPr/>
        </p:nvSpPr>
        <p:spPr>
          <a:xfrm>
            <a:off x="4663440" y="5532120"/>
            <a:ext cx="1691640" cy="274320"/>
          </a:xfrm>
          <a:prstGeom prst="rect">
            <a:avLst/>
          </a:prstGeom>
          <a:noFill/>
          <a:ln/>
        </p:spPr>
        <p:txBody>
          <a:bodyPr wrap="square" lIns="0" tIns="0" rIns="0" bIns="0" rtlCol="0" anchor="ctr"/>
          <a:lstStyle/>
          <a:p>
            <a:pPr marL="0" indent="0" algn="ctr">
              <a:buNone/>
            </a:pPr>
            <a:r>
              <a:rPr lang="en-US" sz="1100" b="1" i="1" dirty="0">
                <a:solidFill>
                  <a:srgbClr val="A79BFF"/>
                </a:solidFill>
                <a:latin typeface="Calibri" pitchFamily="34" charset="0"/>
                <a:ea typeface="Calibri" pitchFamily="34" charset="-122"/>
                <a:cs typeface="Calibri" pitchFamily="34" charset="-120"/>
              </a:rPr>
              <a:t>hanguk</a:t>
            </a:r>
            <a:endParaRPr lang="en-US" sz="1100" dirty="0"/>
          </a:p>
        </p:txBody>
      </p:sp>
      <p:sp>
        <p:nvSpPr>
          <p:cNvPr id="18" name="Text 16"/>
          <p:cNvSpPr/>
          <p:nvPr/>
        </p:nvSpPr>
        <p:spPr>
          <a:xfrm>
            <a:off x="4663440" y="5806440"/>
            <a:ext cx="169164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Corea</a:t>
            </a:r>
            <a:endParaRPr lang="en-US" sz="1000" dirty="0"/>
          </a:p>
        </p:txBody>
      </p:sp>
      <p:sp>
        <p:nvSpPr>
          <p:cNvPr id="19" name="Text 17"/>
          <p:cNvSpPr/>
          <p:nvPr/>
        </p:nvSpPr>
        <p:spPr>
          <a:xfrm>
            <a:off x="6355080" y="4709160"/>
            <a:ext cx="1691640" cy="868680"/>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눈</a:t>
            </a:r>
            <a:endParaRPr lang="en-US" sz="3600" dirty="0"/>
          </a:p>
        </p:txBody>
      </p:sp>
      <p:sp>
        <p:nvSpPr>
          <p:cNvPr id="20" name="Text 18"/>
          <p:cNvSpPr/>
          <p:nvPr/>
        </p:nvSpPr>
        <p:spPr>
          <a:xfrm>
            <a:off x="6355080" y="5532120"/>
            <a:ext cx="1691640" cy="274320"/>
          </a:xfrm>
          <a:prstGeom prst="rect">
            <a:avLst/>
          </a:prstGeom>
          <a:noFill/>
          <a:ln/>
        </p:spPr>
        <p:txBody>
          <a:bodyPr wrap="square" lIns="0" tIns="0" rIns="0" bIns="0" rtlCol="0" anchor="ctr"/>
          <a:lstStyle/>
          <a:p>
            <a:pPr marL="0" indent="0" algn="ctr">
              <a:buNone/>
            </a:pPr>
            <a:r>
              <a:rPr lang="en-US" sz="1100" b="1" i="1" dirty="0">
                <a:solidFill>
                  <a:srgbClr val="A79BFF"/>
                </a:solidFill>
                <a:latin typeface="Calibri" pitchFamily="34" charset="0"/>
                <a:ea typeface="Calibri" pitchFamily="34" charset="-122"/>
                <a:cs typeface="Calibri" pitchFamily="34" charset="-120"/>
              </a:rPr>
              <a:t>nun</a:t>
            </a:r>
            <a:endParaRPr lang="en-US" sz="1100" dirty="0"/>
          </a:p>
        </p:txBody>
      </p:sp>
      <p:sp>
        <p:nvSpPr>
          <p:cNvPr id="21" name="Text 19"/>
          <p:cNvSpPr/>
          <p:nvPr/>
        </p:nvSpPr>
        <p:spPr>
          <a:xfrm>
            <a:off x="6355080" y="5806440"/>
            <a:ext cx="169164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ojo / nieve</a:t>
            </a:r>
            <a:endParaRPr lang="en-US" sz="1000" dirty="0"/>
          </a:p>
        </p:txBody>
      </p:sp>
      <p:sp>
        <p:nvSpPr>
          <p:cNvPr id="22" name="Text 20"/>
          <p:cNvSpPr/>
          <p:nvPr/>
        </p:nvSpPr>
        <p:spPr>
          <a:xfrm>
            <a:off x="8046720" y="4709160"/>
            <a:ext cx="1691640" cy="868680"/>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돈</a:t>
            </a:r>
            <a:endParaRPr lang="en-US" sz="3600" dirty="0"/>
          </a:p>
        </p:txBody>
      </p:sp>
      <p:sp>
        <p:nvSpPr>
          <p:cNvPr id="23" name="Text 21"/>
          <p:cNvSpPr/>
          <p:nvPr/>
        </p:nvSpPr>
        <p:spPr>
          <a:xfrm>
            <a:off x="8046720" y="5532120"/>
            <a:ext cx="1691640" cy="274320"/>
          </a:xfrm>
          <a:prstGeom prst="rect">
            <a:avLst/>
          </a:prstGeom>
          <a:noFill/>
          <a:ln/>
        </p:spPr>
        <p:txBody>
          <a:bodyPr wrap="square" lIns="0" tIns="0" rIns="0" bIns="0" rtlCol="0" anchor="ctr"/>
          <a:lstStyle/>
          <a:p>
            <a:pPr marL="0" indent="0" algn="ctr">
              <a:buNone/>
            </a:pPr>
            <a:r>
              <a:rPr lang="en-US" sz="1100" b="1" i="1" dirty="0">
                <a:solidFill>
                  <a:srgbClr val="A79BFF"/>
                </a:solidFill>
                <a:latin typeface="Calibri" pitchFamily="34" charset="0"/>
                <a:ea typeface="Calibri" pitchFamily="34" charset="-122"/>
                <a:cs typeface="Calibri" pitchFamily="34" charset="-120"/>
              </a:rPr>
              <a:t>don</a:t>
            </a:r>
            <a:endParaRPr lang="en-US" sz="1100" dirty="0"/>
          </a:p>
        </p:txBody>
      </p:sp>
      <p:sp>
        <p:nvSpPr>
          <p:cNvPr id="24" name="Text 22"/>
          <p:cNvSpPr/>
          <p:nvPr/>
        </p:nvSpPr>
        <p:spPr>
          <a:xfrm>
            <a:off x="8046720" y="5806440"/>
            <a:ext cx="169164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dinero</a:t>
            </a:r>
            <a:endParaRPr lang="en-US" sz="1000" dirty="0"/>
          </a:p>
        </p:txBody>
      </p:sp>
      <p:sp>
        <p:nvSpPr>
          <p:cNvPr id="25" name="Text 23"/>
          <p:cNvSpPr/>
          <p:nvPr/>
        </p:nvSpPr>
        <p:spPr>
          <a:xfrm>
            <a:off x="9738360" y="4709160"/>
            <a:ext cx="1691640" cy="868680"/>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문</a:t>
            </a:r>
            <a:endParaRPr lang="en-US" sz="3600" dirty="0"/>
          </a:p>
        </p:txBody>
      </p:sp>
      <p:sp>
        <p:nvSpPr>
          <p:cNvPr id="26" name="Text 24"/>
          <p:cNvSpPr/>
          <p:nvPr/>
        </p:nvSpPr>
        <p:spPr>
          <a:xfrm>
            <a:off x="9738360" y="5532120"/>
            <a:ext cx="1691640" cy="274320"/>
          </a:xfrm>
          <a:prstGeom prst="rect">
            <a:avLst/>
          </a:prstGeom>
          <a:noFill/>
          <a:ln/>
        </p:spPr>
        <p:txBody>
          <a:bodyPr wrap="square" lIns="0" tIns="0" rIns="0" bIns="0" rtlCol="0" anchor="ctr"/>
          <a:lstStyle/>
          <a:p>
            <a:pPr marL="0" indent="0" algn="ctr">
              <a:buNone/>
            </a:pPr>
            <a:r>
              <a:rPr lang="en-US" sz="1100" b="1" i="1" dirty="0">
                <a:solidFill>
                  <a:srgbClr val="A79BFF"/>
                </a:solidFill>
                <a:latin typeface="Calibri" pitchFamily="34" charset="0"/>
                <a:ea typeface="Calibri" pitchFamily="34" charset="-122"/>
                <a:cs typeface="Calibri" pitchFamily="34" charset="-120"/>
              </a:rPr>
              <a:t>mun</a:t>
            </a:r>
            <a:endParaRPr lang="en-US" sz="1100" dirty="0"/>
          </a:p>
        </p:txBody>
      </p:sp>
      <p:sp>
        <p:nvSpPr>
          <p:cNvPr id="27" name="Text 25"/>
          <p:cNvSpPr/>
          <p:nvPr/>
        </p:nvSpPr>
        <p:spPr>
          <a:xfrm>
            <a:off x="9738360" y="5806440"/>
            <a:ext cx="169164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puerta</a:t>
            </a:r>
            <a:endParaRPr lang="en-US" sz="1000" dirty="0"/>
          </a:p>
        </p:txBody>
      </p:sp>
      <p:pic>
        <p:nvPicPr>
          <p:cNvPr id="28"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29" name="Text 2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0" name="Text 2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96</a:t>
            </a:r>
            <a:endParaRPr lang="en-US" sz="800" dirty="0"/>
          </a:p>
        </p:txBody>
      </p:sp>
    </p:spTree>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name="Slide 97">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§4.5 · SONIDO DE LA LENGUA</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Sonido [t]</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La punta de la lengua bloquea el aire detrás de los dientes. ¡El que más letras agrupa!</a:t>
            </a:r>
            <a:endParaRPr lang="en-US" sz="1400" dirty="0"/>
          </a:p>
        </p:txBody>
      </p:sp>
      <p:sp>
        <p:nvSpPr>
          <p:cNvPr id="5" name="Shape 3"/>
          <p:cNvSpPr/>
          <p:nvPr/>
        </p:nvSpPr>
        <p:spPr>
          <a:xfrm>
            <a:off x="640080" y="2606040"/>
            <a:ext cx="3657600" cy="3657600"/>
          </a:xfrm>
          <a:prstGeom prst="roundRect">
            <a:avLst>
              <a:gd name="adj" fmla="val 6250"/>
            </a:avLst>
          </a:prstGeom>
          <a:solidFill>
            <a:srgbClr val="A79BFF"/>
          </a:solidFill>
          <a:ln w="12700">
            <a:solidFill>
              <a:srgbClr val="A79BFF"/>
            </a:solidFill>
            <a:prstDash val="solid"/>
          </a:ln>
        </p:spPr>
      </p:sp>
      <p:sp>
        <p:nvSpPr>
          <p:cNvPr id="6" name="Text 4"/>
          <p:cNvSpPr/>
          <p:nvPr/>
        </p:nvSpPr>
        <p:spPr>
          <a:xfrm>
            <a:off x="640080" y="2743200"/>
            <a:ext cx="3657600" cy="320040"/>
          </a:xfrm>
          <a:prstGeom prst="rect">
            <a:avLst/>
          </a:prstGeom>
          <a:noFill/>
          <a:ln/>
        </p:spPr>
        <p:txBody>
          <a:bodyPr wrap="square" lIns="0" tIns="0" rIns="0" bIns="0" rtlCol="0" anchor="ctr"/>
          <a:lstStyle/>
          <a:p>
            <a:pPr marL="0" indent="0" algn="ctr">
              <a:buNone/>
            </a:pPr>
            <a:r>
              <a:rPr lang="en-US" sz="1100" b="1" kern="0" spc="500" dirty="0">
                <a:solidFill>
                  <a:srgbClr val="EDE8FF"/>
                </a:solidFill>
                <a:latin typeface="Calibri" pitchFamily="34" charset="0"/>
                <a:ea typeface="Calibri" pitchFamily="34" charset="-122"/>
                <a:cs typeface="Calibri" pitchFamily="34" charset="-120"/>
              </a:rPr>
              <a:t>SONIDO 3</a:t>
            </a:r>
            <a:endParaRPr lang="en-US" sz="1100" dirty="0"/>
          </a:p>
        </p:txBody>
      </p:sp>
      <p:sp>
        <p:nvSpPr>
          <p:cNvPr id="7" name="Text 5"/>
          <p:cNvSpPr/>
          <p:nvPr/>
        </p:nvSpPr>
        <p:spPr>
          <a:xfrm>
            <a:off x="640080" y="3017520"/>
            <a:ext cx="3657600" cy="1554480"/>
          </a:xfrm>
          <a:prstGeom prst="rect">
            <a:avLst/>
          </a:prstGeom>
          <a:noFill/>
          <a:ln/>
        </p:spPr>
        <p:txBody>
          <a:bodyPr wrap="square" lIns="0" tIns="0" rIns="0" bIns="0" rtlCol="0" anchor="ctr"/>
          <a:lstStyle/>
          <a:p>
            <a:pPr marL="0" indent="0" algn="ctr">
              <a:buNone/>
            </a:pPr>
            <a:r>
              <a:rPr lang="en-US" sz="13000" b="1" dirty="0">
                <a:solidFill>
                  <a:srgbClr val="F6F6F6"/>
                </a:solidFill>
                <a:latin typeface="Malgun Gothic" pitchFamily="34" charset="0"/>
                <a:ea typeface="Malgun Gothic" pitchFamily="34" charset="-122"/>
                <a:cs typeface="Malgun Gothic" pitchFamily="34" charset="-120"/>
              </a:rPr>
              <a:t>ㄷ</a:t>
            </a:r>
            <a:endParaRPr lang="en-US" sz="13000" dirty="0"/>
          </a:p>
        </p:txBody>
      </p:sp>
      <p:sp>
        <p:nvSpPr>
          <p:cNvPr id="8" name="Text 6"/>
          <p:cNvSpPr/>
          <p:nvPr/>
        </p:nvSpPr>
        <p:spPr>
          <a:xfrm>
            <a:off x="640080" y="4617720"/>
            <a:ext cx="3657600" cy="457200"/>
          </a:xfrm>
          <a:prstGeom prst="rect">
            <a:avLst/>
          </a:prstGeom>
          <a:noFill/>
          <a:ln/>
        </p:spPr>
        <p:txBody>
          <a:bodyPr wrap="square" lIns="0" tIns="0" rIns="0" bIns="0" rtlCol="0" anchor="ctr"/>
          <a:lstStyle/>
          <a:p>
            <a:pPr marL="0" indent="0" algn="ctr">
              <a:buNone/>
            </a:pPr>
            <a:r>
              <a:rPr lang="en-US" sz="3200" b="1" i="1" dirty="0">
                <a:solidFill>
                  <a:srgbClr val="F6F6F6"/>
                </a:solidFill>
                <a:latin typeface="Calibri" pitchFamily="34" charset="0"/>
                <a:ea typeface="Calibri" pitchFamily="34" charset="-122"/>
                <a:cs typeface="Calibri" pitchFamily="34" charset="-120"/>
              </a:rPr>
              <a:t>[t]</a:t>
            </a:r>
            <a:endParaRPr lang="en-US" sz="3200" dirty="0"/>
          </a:p>
        </p:txBody>
      </p:sp>
      <p:sp>
        <p:nvSpPr>
          <p:cNvPr id="9" name="Text 7"/>
          <p:cNvSpPr/>
          <p:nvPr/>
        </p:nvSpPr>
        <p:spPr>
          <a:xfrm>
            <a:off x="640080" y="5074920"/>
            <a:ext cx="3657600" cy="365760"/>
          </a:xfrm>
          <a:prstGeom prst="rect">
            <a:avLst/>
          </a:prstGeom>
          <a:noFill/>
          <a:ln/>
        </p:spPr>
        <p:txBody>
          <a:bodyPr wrap="square" lIns="0" tIns="0" rIns="0" bIns="0" rtlCol="0" anchor="ctr"/>
          <a:lstStyle/>
          <a:p>
            <a:pPr marL="0" indent="0" algn="ctr">
              <a:buNone/>
            </a:pPr>
            <a:r>
              <a:rPr lang="en-US" sz="1200" b="1" kern="0" spc="300" dirty="0">
                <a:solidFill>
                  <a:srgbClr val="EDE8FF"/>
                </a:solidFill>
                <a:latin typeface="Calibri" pitchFamily="34" charset="0"/>
                <a:ea typeface="Calibri" pitchFamily="34" charset="-122"/>
                <a:cs typeface="Calibri" pitchFamily="34" charset="-120"/>
              </a:rPr>
              <a:t>설음 · LENGUA</a:t>
            </a:r>
            <a:endParaRPr lang="en-US" sz="1200" dirty="0"/>
          </a:p>
        </p:txBody>
      </p:sp>
      <p:sp>
        <p:nvSpPr>
          <p:cNvPr id="10" name="Text 8"/>
          <p:cNvSpPr/>
          <p:nvPr/>
        </p:nvSpPr>
        <p:spPr>
          <a:xfrm>
            <a:off x="640080" y="5440680"/>
            <a:ext cx="3657600" cy="640080"/>
          </a:xfrm>
          <a:prstGeom prst="rect">
            <a:avLst/>
          </a:prstGeom>
          <a:noFill/>
          <a:ln/>
        </p:spPr>
        <p:txBody>
          <a:bodyPr wrap="square" lIns="0" tIns="0" rIns="0" bIns="0" rtlCol="0" anchor="ctr"/>
          <a:lstStyle/>
          <a:p>
            <a:pPr marL="0" indent="0" algn="ctr">
              <a:buNone/>
            </a:pPr>
            <a:r>
              <a:rPr lang="en-US" sz="1100" i="1" dirty="0">
                <a:solidFill>
                  <a:srgbClr val="EDE8FF"/>
                </a:solidFill>
                <a:latin typeface="Calibri" pitchFamily="34" charset="0"/>
                <a:ea typeface="Calibri" pitchFamily="34" charset="-122"/>
                <a:cs typeface="Calibri" pitchFamily="34" charset="-120"/>
              </a:rPr>
              <a:t>Seis letras suenan igual: el aire se corta de golpe en los dientes.</a:t>
            </a:r>
            <a:endParaRPr lang="en-US" sz="1100" dirty="0"/>
          </a:p>
        </p:txBody>
      </p:sp>
      <p:sp>
        <p:nvSpPr>
          <p:cNvPr id="11" name="Shape 9"/>
          <p:cNvSpPr/>
          <p:nvPr/>
        </p:nvSpPr>
        <p:spPr>
          <a:xfrm>
            <a:off x="4526280" y="2606040"/>
            <a:ext cx="7040880" cy="1463040"/>
          </a:xfrm>
          <a:prstGeom prst="roundRect">
            <a:avLst>
              <a:gd name="adj" fmla="val 9375"/>
            </a:avLst>
          </a:prstGeom>
          <a:solidFill>
            <a:srgbClr val="EDE8FF"/>
          </a:solidFill>
          <a:ln w="19050">
            <a:solidFill>
              <a:srgbClr val="A79BFF"/>
            </a:solidFill>
            <a:prstDash val="solid"/>
          </a:ln>
        </p:spPr>
      </p:sp>
      <p:sp>
        <p:nvSpPr>
          <p:cNvPr id="12" name="Text 10"/>
          <p:cNvSpPr/>
          <p:nvPr/>
        </p:nvSpPr>
        <p:spPr>
          <a:xfrm>
            <a:off x="4526280" y="2743200"/>
            <a:ext cx="7040880" cy="274320"/>
          </a:xfrm>
          <a:prstGeom prst="rect">
            <a:avLst/>
          </a:prstGeom>
          <a:noFill/>
          <a:ln/>
        </p:spPr>
        <p:txBody>
          <a:bodyPr wrap="square" lIns="0" tIns="0" rIns="0" bIns="0" rtlCol="0" anchor="ctr"/>
          <a:lstStyle/>
          <a:p>
            <a:pPr marL="0" indent="0" algn="ctr">
              <a:buNone/>
            </a:pPr>
            <a:r>
              <a:rPr lang="en-US" sz="1000" b="1" kern="0" spc="400" dirty="0">
                <a:solidFill>
                  <a:srgbClr val="A79BFF"/>
                </a:solidFill>
                <a:latin typeface="Calibri" pitchFamily="34" charset="0"/>
                <a:ea typeface="Calibri" pitchFamily="34" charset="-122"/>
                <a:cs typeface="Calibri" pitchFamily="34" charset="-120"/>
              </a:rPr>
              <a:t>LETRAS QUE SE PRONUNCIAN ASÍ</a:t>
            </a:r>
            <a:endParaRPr lang="en-US" sz="1000" dirty="0"/>
          </a:p>
        </p:txBody>
      </p:sp>
      <p:sp>
        <p:nvSpPr>
          <p:cNvPr id="13" name="Text 11"/>
          <p:cNvSpPr/>
          <p:nvPr/>
        </p:nvSpPr>
        <p:spPr>
          <a:xfrm>
            <a:off x="5074920" y="3108960"/>
            <a:ext cx="990600" cy="914400"/>
          </a:xfrm>
          <a:prstGeom prst="rect">
            <a:avLst/>
          </a:prstGeom>
          <a:noFill/>
          <a:ln/>
        </p:spPr>
        <p:txBody>
          <a:bodyPr wrap="square" lIns="0" tIns="0" rIns="0" bIns="0" rtlCol="0" anchor="ctr"/>
          <a:lstStyle/>
          <a:p>
            <a:pPr marL="0" indent="0" algn="ctr">
              <a:buNone/>
            </a:pPr>
            <a:r>
              <a:rPr lang="en-US" sz="5000" b="1" dirty="0">
                <a:solidFill>
                  <a:srgbClr val="A79BFF"/>
                </a:solidFill>
                <a:latin typeface="Malgun Gothic" pitchFamily="34" charset="0"/>
                <a:ea typeface="Malgun Gothic" pitchFamily="34" charset="-122"/>
                <a:cs typeface="Malgun Gothic" pitchFamily="34" charset="-120"/>
              </a:rPr>
              <a:t>ㄷ</a:t>
            </a:r>
            <a:endParaRPr lang="en-US" sz="5000" dirty="0"/>
          </a:p>
        </p:txBody>
      </p:sp>
      <p:sp>
        <p:nvSpPr>
          <p:cNvPr id="14" name="Text 12"/>
          <p:cNvSpPr/>
          <p:nvPr/>
        </p:nvSpPr>
        <p:spPr>
          <a:xfrm>
            <a:off x="6065520" y="3108960"/>
            <a:ext cx="990600" cy="914400"/>
          </a:xfrm>
          <a:prstGeom prst="rect">
            <a:avLst/>
          </a:prstGeom>
          <a:noFill/>
          <a:ln/>
        </p:spPr>
        <p:txBody>
          <a:bodyPr wrap="square" lIns="0" tIns="0" rIns="0" bIns="0" rtlCol="0" anchor="ctr"/>
          <a:lstStyle/>
          <a:p>
            <a:pPr marL="0" indent="0" algn="ctr">
              <a:buNone/>
            </a:pPr>
            <a:r>
              <a:rPr lang="en-US" sz="5000" b="1" dirty="0">
                <a:solidFill>
                  <a:srgbClr val="A79BFF"/>
                </a:solidFill>
                <a:latin typeface="Malgun Gothic" pitchFamily="34" charset="0"/>
                <a:ea typeface="Malgun Gothic" pitchFamily="34" charset="-122"/>
                <a:cs typeface="Malgun Gothic" pitchFamily="34" charset="-120"/>
              </a:rPr>
              <a:t>ㅅ</a:t>
            </a:r>
            <a:endParaRPr lang="en-US" sz="5000" dirty="0"/>
          </a:p>
        </p:txBody>
      </p:sp>
      <p:sp>
        <p:nvSpPr>
          <p:cNvPr id="15" name="Text 13"/>
          <p:cNvSpPr/>
          <p:nvPr/>
        </p:nvSpPr>
        <p:spPr>
          <a:xfrm>
            <a:off x="7056120" y="3108960"/>
            <a:ext cx="990600" cy="914400"/>
          </a:xfrm>
          <a:prstGeom prst="rect">
            <a:avLst/>
          </a:prstGeom>
          <a:noFill/>
          <a:ln/>
        </p:spPr>
        <p:txBody>
          <a:bodyPr wrap="square" lIns="0" tIns="0" rIns="0" bIns="0" rtlCol="0" anchor="ctr"/>
          <a:lstStyle/>
          <a:p>
            <a:pPr marL="0" indent="0" algn="ctr">
              <a:buNone/>
            </a:pPr>
            <a:r>
              <a:rPr lang="en-US" sz="5000" b="1" dirty="0">
                <a:solidFill>
                  <a:srgbClr val="A79BFF"/>
                </a:solidFill>
                <a:latin typeface="Malgun Gothic" pitchFamily="34" charset="0"/>
                <a:ea typeface="Malgun Gothic" pitchFamily="34" charset="-122"/>
                <a:cs typeface="Malgun Gothic" pitchFamily="34" charset="-120"/>
              </a:rPr>
              <a:t>ㅈ</a:t>
            </a:r>
            <a:endParaRPr lang="en-US" sz="5000" dirty="0"/>
          </a:p>
        </p:txBody>
      </p:sp>
      <p:sp>
        <p:nvSpPr>
          <p:cNvPr id="16" name="Text 14"/>
          <p:cNvSpPr/>
          <p:nvPr/>
        </p:nvSpPr>
        <p:spPr>
          <a:xfrm>
            <a:off x="8046720" y="3108960"/>
            <a:ext cx="990600" cy="914400"/>
          </a:xfrm>
          <a:prstGeom prst="rect">
            <a:avLst/>
          </a:prstGeom>
          <a:noFill/>
          <a:ln/>
        </p:spPr>
        <p:txBody>
          <a:bodyPr wrap="square" lIns="0" tIns="0" rIns="0" bIns="0" rtlCol="0" anchor="ctr"/>
          <a:lstStyle/>
          <a:p>
            <a:pPr marL="0" indent="0" algn="ctr">
              <a:buNone/>
            </a:pPr>
            <a:r>
              <a:rPr lang="en-US" sz="5000" b="1" dirty="0">
                <a:solidFill>
                  <a:srgbClr val="A79BFF"/>
                </a:solidFill>
                <a:latin typeface="Malgun Gothic" pitchFamily="34" charset="0"/>
                <a:ea typeface="Malgun Gothic" pitchFamily="34" charset="-122"/>
                <a:cs typeface="Malgun Gothic" pitchFamily="34" charset="-120"/>
              </a:rPr>
              <a:t>ㅊ</a:t>
            </a:r>
            <a:endParaRPr lang="en-US" sz="5000" dirty="0"/>
          </a:p>
        </p:txBody>
      </p:sp>
      <p:sp>
        <p:nvSpPr>
          <p:cNvPr id="17" name="Text 15"/>
          <p:cNvSpPr/>
          <p:nvPr/>
        </p:nvSpPr>
        <p:spPr>
          <a:xfrm>
            <a:off x="9037320" y="3108960"/>
            <a:ext cx="990600" cy="914400"/>
          </a:xfrm>
          <a:prstGeom prst="rect">
            <a:avLst/>
          </a:prstGeom>
          <a:noFill/>
          <a:ln/>
        </p:spPr>
        <p:txBody>
          <a:bodyPr wrap="square" lIns="0" tIns="0" rIns="0" bIns="0" rtlCol="0" anchor="ctr"/>
          <a:lstStyle/>
          <a:p>
            <a:pPr marL="0" indent="0" algn="ctr">
              <a:buNone/>
            </a:pPr>
            <a:r>
              <a:rPr lang="en-US" sz="5000" b="1" dirty="0">
                <a:solidFill>
                  <a:srgbClr val="A79BFF"/>
                </a:solidFill>
                <a:latin typeface="Malgun Gothic" pitchFamily="34" charset="0"/>
                <a:ea typeface="Malgun Gothic" pitchFamily="34" charset="-122"/>
                <a:cs typeface="Malgun Gothic" pitchFamily="34" charset="-120"/>
              </a:rPr>
              <a:t>ㅌ</a:t>
            </a:r>
            <a:endParaRPr lang="en-US" sz="5000" dirty="0"/>
          </a:p>
        </p:txBody>
      </p:sp>
      <p:sp>
        <p:nvSpPr>
          <p:cNvPr id="18" name="Text 16"/>
          <p:cNvSpPr/>
          <p:nvPr/>
        </p:nvSpPr>
        <p:spPr>
          <a:xfrm>
            <a:off x="10027920" y="3108960"/>
            <a:ext cx="990600" cy="914400"/>
          </a:xfrm>
          <a:prstGeom prst="rect">
            <a:avLst/>
          </a:prstGeom>
          <a:noFill/>
          <a:ln/>
        </p:spPr>
        <p:txBody>
          <a:bodyPr wrap="square" lIns="0" tIns="0" rIns="0" bIns="0" rtlCol="0" anchor="ctr"/>
          <a:lstStyle/>
          <a:p>
            <a:pPr marL="0" indent="0" algn="ctr">
              <a:buNone/>
            </a:pPr>
            <a:r>
              <a:rPr lang="en-US" sz="5000" b="1" dirty="0">
                <a:solidFill>
                  <a:srgbClr val="A79BFF"/>
                </a:solidFill>
                <a:latin typeface="Malgun Gothic" pitchFamily="34" charset="0"/>
                <a:ea typeface="Malgun Gothic" pitchFamily="34" charset="-122"/>
                <a:cs typeface="Malgun Gothic" pitchFamily="34" charset="-120"/>
              </a:rPr>
              <a:t>ㅎ</a:t>
            </a:r>
            <a:endParaRPr lang="en-US" sz="5000" dirty="0"/>
          </a:p>
        </p:txBody>
      </p:sp>
      <p:sp>
        <p:nvSpPr>
          <p:cNvPr id="19" name="Shape 17"/>
          <p:cNvSpPr/>
          <p:nvPr/>
        </p:nvSpPr>
        <p:spPr>
          <a:xfrm>
            <a:off x="4526280" y="4206240"/>
            <a:ext cx="7040880" cy="2057400"/>
          </a:xfrm>
          <a:prstGeom prst="roundRect">
            <a:avLst>
              <a:gd name="adj" fmla="val 6667"/>
            </a:avLst>
          </a:prstGeom>
          <a:solidFill>
            <a:srgbClr val="F6F6F6"/>
          </a:solidFill>
          <a:ln w="19050">
            <a:solidFill>
              <a:srgbClr val="A79BFF"/>
            </a:solidFill>
            <a:prstDash val="solid"/>
          </a:ln>
        </p:spPr>
      </p:sp>
      <p:sp>
        <p:nvSpPr>
          <p:cNvPr id="20" name="Text 18"/>
          <p:cNvSpPr/>
          <p:nvPr/>
        </p:nvSpPr>
        <p:spPr>
          <a:xfrm>
            <a:off x="4526280" y="4343400"/>
            <a:ext cx="7040880" cy="274320"/>
          </a:xfrm>
          <a:prstGeom prst="rect">
            <a:avLst/>
          </a:prstGeom>
          <a:noFill/>
          <a:ln/>
        </p:spPr>
        <p:txBody>
          <a:bodyPr wrap="square" lIns="0" tIns="0" rIns="0" bIns="0" rtlCol="0" anchor="ctr"/>
          <a:lstStyle/>
          <a:p>
            <a:pPr marL="0" indent="0" algn="ctr">
              <a:buNone/>
            </a:pPr>
            <a:r>
              <a:rPr lang="en-US" sz="1000" b="1" kern="0" spc="400" dirty="0">
                <a:solidFill>
                  <a:srgbClr val="A79BFF"/>
                </a:solidFill>
                <a:latin typeface="Calibri" pitchFamily="34" charset="0"/>
                <a:ea typeface="Calibri" pitchFamily="34" charset="-122"/>
                <a:cs typeface="Calibri" pitchFamily="34" charset="-120"/>
              </a:rPr>
              <a:t>PALABRAS DE PRÁCTICA</a:t>
            </a:r>
            <a:endParaRPr lang="en-US" sz="1000" dirty="0"/>
          </a:p>
        </p:txBody>
      </p:sp>
      <p:sp>
        <p:nvSpPr>
          <p:cNvPr id="21" name="Text 19"/>
          <p:cNvSpPr/>
          <p:nvPr/>
        </p:nvSpPr>
        <p:spPr>
          <a:xfrm>
            <a:off x="4663440" y="4709160"/>
            <a:ext cx="1691640" cy="868680"/>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옷</a:t>
            </a:r>
            <a:endParaRPr lang="en-US" sz="3600" dirty="0"/>
          </a:p>
        </p:txBody>
      </p:sp>
      <p:sp>
        <p:nvSpPr>
          <p:cNvPr id="22" name="Text 20"/>
          <p:cNvSpPr/>
          <p:nvPr/>
        </p:nvSpPr>
        <p:spPr>
          <a:xfrm>
            <a:off x="4663440" y="5532120"/>
            <a:ext cx="1691640" cy="274320"/>
          </a:xfrm>
          <a:prstGeom prst="rect">
            <a:avLst/>
          </a:prstGeom>
          <a:noFill/>
          <a:ln/>
        </p:spPr>
        <p:txBody>
          <a:bodyPr wrap="square" lIns="0" tIns="0" rIns="0" bIns="0" rtlCol="0" anchor="ctr"/>
          <a:lstStyle/>
          <a:p>
            <a:pPr marL="0" indent="0" algn="ctr">
              <a:buNone/>
            </a:pPr>
            <a:r>
              <a:rPr lang="en-US" sz="1100" b="1" i="1" dirty="0">
                <a:solidFill>
                  <a:srgbClr val="A79BFF"/>
                </a:solidFill>
                <a:latin typeface="Calibri" pitchFamily="34" charset="0"/>
                <a:ea typeface="Calibri" pitchFamily="34" charset="-122"/>
                <a:cs typeface="Calibri" pitchFamily="34" charset="-120"/>
              </a:rPr>
              <a:t>ot</a:t>
            </a:r>
            <a:endParaRPr lang="en-US" sz="1100" dirty="0"/>
          </a:p>
        </p:txBody>
      </p:sp>
      <p:sp>
        <p:nvSpPr>
          <p:cNvPr id="23" name="Text 21"/>
          <p:cNvSpPr/>
          <p:nvPr/>
        </p:nvSpPr>
        <p:spPr>
          <a:xfrm>
            <a:off x="4663440" y="5806440"/>
            <a:ext cx="169164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ropa</a:t>
            </a:r>
            <a:endParaRPr lang="en-US" sz="1000" dirty="0"/>
          </a:p>
        </p:txBody>
      </p:sp>
      <p:sp>
        <p:nvSpPr>
          <p:cNvPr id="24" name="Text 22"/>
          <p:cNvSpPr/>
          <p:nvPr/>
        </p:nvSpPr>
        <p:spPr>
          <a:xfrm>
            <a:off x="6355080" y="4709160"/>
            <a:ext cx="1691640" cy="868680"/>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낮</a:t>
            </a:r>
            <a:endParaRPr lang="en-US" sz="3600" dirty="0"/>
          </a:p>
        </p:txBody>
      </p:sp>
      <p:sp>
        <p:nvSpPr>
          <p:cNvPr id="25" name="Text 23"/>
          <p:cNvSpPr/>
          <p:nvPr/>
        </p:nvSpPr>
        <p:spPr>
          <a:xfrm>
            <a:off x="6355080" y="5532120"/>
            <a:ext cx="1691640" cy="274320"/>
          </a:xfrm>
          <a:prstGeom prst="rect">
            <a:avLst/>
          </a:prstGeom>
          <a:noFill/>
          <a:ln/>
        </p:spPr>
        <p:txBody>
          <a:bodyPr wrap="square" lIns="0" tIns="0" rIns="0" bIns="0" rtlCol="0" anchor="ctr"/>
          <a:lstStyle/>
          <a:p>
            <a:pPr marL="0" indent="0" algn="ctr">
              <a:buNone/>
            </a:pPr>
            <a:r>
              <a:rPr lang="en-US" sz="1100" b="1" i="1" dirty="0">
                <a:solidFill>
                  <a:srgbClr val="A79BFF"/>
                </a:solidFill>
                <a:latin typeface="Calibri" pitchFamily="34" charset="0"/>
                <a:ea typeface="Calibri" pitchFamily="34" charset="-122"/>
                <a:cs typeface="Calibri" pitchFamily="34" charset="-120"/>
              </a:rPr>
              <a:t>nat</a:t>
            </a:r>
            <a:endParaRPr lang="en-US" sz="1100" dirty="0"/>
          </a:p>
        </p:txBody>
      </p:sp>
      <p:sp>
        <p:nvSpPr>
          <p:cNvPr id="26" name="Text 24"/>
          <p:cNvSpPr/>
          <p:nvPr/>
        </p:nvSpPr>
        <p:spPr>
          <a:xfrm>
            <a:off x="6355080" y="5806440"/>
            <a:ext cx="169164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día</a:t>
            </a:r>
            <a:endParaRPr lang="en-US" sz="1000" dirty="0"/>
          </a:p>
        </p:txBody>
      </p:sp>
      <p:sp>
        <p:nvSpPr>
          <p:cNvPr id="27" name="Text 25"/>
          <p:cNvSpPr/>
          <p:nvPr/>
        </p:nvSpPr>
        <p:spPr>
          <a:xfrm>
            <a:off x="8046720" y="4709160"/>
            <a:ext cx="1691640" cy="868680"/>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꽃</a:t>
            </a:r>
            <a:endParaRPr lang="en-US" sz="3600" dirty="0"/>
          </a:p>
        </p:txBody>
      </p:sp>
      <p:sp>
        <p:nvSpPr>
          <p:cNvPr id="28" name="Text 26"/>
          <p:cNvSpPr/>
          <p:nvPr/>
        </p:nvSpPr>
        <p:spPr>
          <a:xfrm>
            <a:off x="8046720" y="5532120"/>
            <a:ext cx="1691640" cy="274320"/>
          </a:xfrm>
          <a:prstGeom prst="rect">
            <a:avLst/>
          </a:prstGeom>
          <a:noFill/>
          <a:ln/>
        </p:spPr>
        <p:txBody>
          <a:bodyPr wrap="square" lIns="0" tIns="0" rIns="0" bIns="0" rtlCol="0" anchor="ctr"/>
          <a:lstStyle/>
          <a:p>
            <a:pPr marL="0" indent="0" algn="ctr">
              <a:buNone/>
            </a:pPr>
            <a:r>
              <a:rPr lang="en-US" sz="1100" b="1" i="1" dirty="0">
                <a:solidFill>
                  <a:srgbClr val="A79BFF"/>
                </a:solidFill>
                <a:latin typeface="Calibri" pitchFamily="34" charset="0"/>
                <a:ea typeface="Calibri" pitchFamily="34" charset="-122"/>
                <a:cs typeface="Calibri" pitchFamily="34" charset="-120"/>
              </a:rPr>
              <a:t>kkot</a:t>
            </a:r>
            <a:endParaRPr lang="en-US" sz="1100" dirty="0"/>
          </a:p>
        </p:txBody>
      </p:sp>
      <p:sp>
        <p:nvSpPr>
          <p:cNvPr id="29" name="Text 27"/>
          <p:cNvSpPr/>
          <p:nvPr/>
        </p:nvSpPr>
        <p:spPr>
          <a:xfrm>
            <a:off x="8046720" y="5806440"/>
            <a:ext cx="169164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flor</a:t>
            </a:r>
            <a:endParaRPr lang="en-US" sz="1000" dirty="0"/>
          </a:p>
        </p:txBody>
      </p:sp>
      <p:sp>
        <p:nvSpPr>
          <p:cNvPr id="30" name="Text 28"/>
          <p:cNvSpPr/>
          <p:nvPr/>
        </p:nvSpPr>
        <p:spPr>
          <a:xfrm>
            <a:off x="9738360" y="4709160"/>
            <a:ext cx="1691640" cy="868680"/>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밭</a:t>
            </a:r>
            <a:endParaRPr lang="en-US" sz="3600" dirty="0"/>
          </a:p>
        </p:txBody>
      </p:sp>
      <p:sp>
        <p:nvSpPr>
          <p:cNvPr id="31" name="Text 29"/>
          <p:cNvSpPr/>
          <p:nvPr/>
        </p:nvSpPr>
        <p:spPr>
          <a:xfrm>
            <a:off x="9738360" y="5532120"/>
            <a:ext cx="1691640" cy="274320"/>
          </a:xfrm>
          <a:prstGeom prst="rect">
            <a:avLst/>
          </a:prstGeom>
          <a:noFill/>
          <a:ln/>
        </p:spPr>
        <p:txBody>
          <a:bodyPr wrap="square" lIns="0" tIns="0" rIns="0" bIns="0" rtlCol="0" anchor="ctr"/>
          <a:lstStyle/>
          <a:p>
            <a:pPr marL="0" indent="0" algn="ctr">
              <a:buNone/>
            </a:pPr>
            <a:r>
              <a:rPr lang="en-US" sz="1100" b="1" i="1" dirty="0">
                <a:solidFill>
                  <a:srgbClr val="A79BFF"/>
                </a:solidFill>
                <a:latin typeface="Calibri" pitchFamily="34" charset="0"/>
                <a:ea typeface="Calibri" pitchFamily="34" charset="-122"/>
                <a:cs typeface="Calibri" pitchFamily="34" charset="-120"/>
              </a:rPr>
              <a:t>bat</a:t>
            </a:r>
            <a:endParaRPr lang="en-US" sz="1100" dirty="0"/>
          </a:p>
        </p:txBody>
      </p:sp>
      <p:sp>
        <p:nvSpPr>
          <p:cNvPr id="32" name="Text 30"/>
          <p:cNvSpPr/>
          <p:nvPr/>
        </p:nvSpPr>
        <p:spPr>
          <a:xfrm>
            <a:off x="9738360" y="5806440"/>
            <a:ext cx="169164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campo</a:t>
            </a:r>
            <a:endParaRPr lang="en-US" sz="1000" dirty="0"/>
          </a:p>
        </p:txBody>
      </p:sp>
      <p:pic>
        <p:nvPicPr>
          <p:cNvPr id="33"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34" name="Text 31"/>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5" name="Text 32"/>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97</a:t>
            </a:r>
            <a:endParaRPr lang="en-US" sz="800" dirty="0"/>
          </a:p>
        </p:txBody>
      </p:sp>
    </p:spTree>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name="Slide 98">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§4.6 · SONIDO DE LA LENGUA</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Sonido [l]</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La lengua sube y se queda apoyada en el paladar.</a:t>
            </a:r>
            <a:endParaRPr lang="en-US" sz="1400" dirty="0"/>
          </a:p>
        </p:txBody>
      </p:sp>
      <p:sp>
        <p:nvSpPr>
          <p:cNvPr id="5" name="Shape 3"/>
          <p:cNvSpPr/>
          <p:nvPr/>
        </p:nvSpPr>
        <p:spPr>
          <a:xfrm>
            <a:off x="640080" y="2606040"/>
            <a:ext cx="3657600" cy="3657600"/>
          </a:xfrm>
          <a:prstGeom prst="roundRect">
            <a:avLst>
              <a:gd name="adj" fmla="val 6250"/>
            </a:avLst>
          </a:prstGeom>
          <a:solidFill>
            <a:srgbClr val="A79BFF"/>
          </a:solidFill>
          <a:ln w="12700">
            <a:solidFill>
              <a:srgbClr val="A79BFF"/>
            </a:solidFill>
            <a:prstDash val="solid"/>
          </a:ln>
        </p:spPr>
      </p:sp>
      <p:sp>
        <p:nvSpPr>
          <p:cNvPr id="6" name="Text 4"/>
          <p:cNvSpPr/>
          <p:nvPr/>
        </p:nvSpPr>
        <p:spPr>
          <a:xfrm>
            <a:off x="640080" y="2743200"/>
            <a:ext cx="3657600" cy="320040"/>
          </a:xfrm>
          <a:prstGeom prst="rect">
            <a:avLst/>
          </a:prstGeom>
          <a:noFill/>
          <a:ln/>
        </p:spPr>
        <p:txBody>
          <a:bodyPr wrap="square" lIns="0" tIns="0" rIns="0" bIns="0" rtlCol="0" anchor="ctr"/>
          <a:lstStyle/>
          <a:p>
            <a:pPr marL="0" indent="0" algn="ctr">
              <a:buNone/>
            </a:pPr>
            <a:r>
              <a:rPr lang="en-US" sz="1100" b="1" kern="0" spc="500" dirty="0">
                <a:solidFill>
                  <a:srgbClr val="EDE8FF"/>
                </a:solidFill>
                <a:latin typeface="Calibri" pitchFamily="34" charset="0"/>
                <a:ea typeface="Calibri" pitchFamily="34" charset="-122"/>
                <a:cs typeface="Calibri" pitchFamily="34" charset="-120"/>
              </a:rPr>
              <a:t>SONIDO 4</a:t>
            </a:r>
            <a:endParaRPr lang="en-US" sz="1100" dirty="0"/>
          </a:p>
        </p:txBody>
      </p:sp>
      <p:sp>
        <p:nvSpPr>
          <p:cNvPr id="7" name="Text 5"/>
          <p:cNvSpPr/>
          <p:nvPr/>
        </p:nvSpPr>
        <p:spPr>
          <a:xfrm>
            <a:off x="640080" y="3017520"/>
            <a:ext cx="3657600" cy="1554480"/>
          </a:xfrm>
          <a:prstGeom prst="rect">
            <a:avLst/>
          </a:prstGeom>
          <a:noFill/>
          <a:ln/>
        </p:spPr>
        <p:txBody>
          <a:bodyPr wrap="square" lIns="0" tIns="0" rIns="0" bIns="0" rtlCol="0" anchor="ctr"/>
          <a:lstStyle/>
          <a:p>
            <a:pPr marL="0" indent="0" algn="ctr">
              <a:buNone/>
            </a:pPr>
            <a:r>
              <a:rPr lang="en-US" sz="13000" b="1" dirty="0">
                <a:solidFill>
                  <a:srgbClr val="F6F6F6"/>
                </a:solidFill>
                <a:latin typeface="Malgun Gothic" pitchFamily="34" charset="0"/>
                <a:ea typeface="Malgun Gothic" pitchFamily="34" charset="-122"/>
                <a:cs typeface="Malgun Gothic" pitchFamily="34" charset="-120"/>
              </a:rPr>
              <a:t>ㄹ</a:t>
            </a:r>
            <a:endParaRPr lang="en-US" sz="13000" dirty="0"/>
          </a:p>
        </p:txBody>
      </p:sp>
      <p:sp>
        <p:nvSpPr>
          <p:cNvPr id="8" name="Text 6"/>
          <p:cNvSpPr/>
          <p:nvPr/>
        </p:nvSpPr>
        <p:spPr>
          <a:xfrm>
            <a:off x="640080" y="4617720"/>
            <a:ext cx="3657600" cy="457200"/>
          </a:xfrm>
          <a:prstGeom prst="rect">
            <a:avLst/>
          </a:prstGeom>
          <a:noFill/>
          <a:ln/>
        </p:spPr>
        <p:txBody>
          <a:bodyPr wrap="square" lIns="0" tIns="0" rIns="0" bIns="0" rtlCol="0" anchor="ctr"/>
          <a:lstStyle/>
          <a:p>
            <a:pPr marL="0" indent="0" algn="ctr">
              <a:buNone/>
            </a:pPr>
            <a:r>
              <a:rPr lang="en-US" sz="3200" b="1" i="1" dirty="0">
                <a:solidFill>
                  <a:srgbClr val="F6F6F6"/>
                </a:solidFill>
                <a:latin typeface="Calibri" pitchFamily="34" charset="0"/>
                <a:ea typeface="Calibri" pitchFamily="34" charset="-122"/>
                <a:cs typeface="Calibri" pitchFamily="34" charset="-120"/>
              </a:rPr>
              <a:t>[l]</a:t>
            </a:r>
            <a:endParaRPr lang="en-US" sz="3200" dirty="0"/>
          </a:p>
        </p:txBody>
      </p:sp>
      <p:sp>
        <p:nvSpPr>
          <p:cNvPr id="9" name="Text 7"/>
          <p:cNvSpPr/>
          <p:nvPr/>
        </p:nvSpPr>
        <p:spPr>
          <a:xfrm>
            <a:off x="640080" y="5074920"/>
            <a:ext cx="3657600" cy="365760"/>
          </a:xfrm>
          <a:prstGeom prst="rect">
            <a:avLst/>
          </a:prstGeom>
          <a:noFill/>
          <a:ln/>
        </p:spPr>
        <p:txBody>
          <a:bodyPr wrap="square" lIns="0" tIns="0" rIns="0" bIns="0" rtlCol="0" anchor="ctr"/>
          <a:lstStyle/>
          <a:p>
            <a:pPr marL="0" indent="0" algn="ctr">
              <a:buNone/>
            </a:pPr>
            <a:r>
              <a:rPr lang="en-US" sz="1200" b="1" kern="0" spc="300" dirty="0">
                <a:solidFill>
                  <a:srgbClr val="EDE8FF"/>
                </a:solidFill>
                <a:latin typeface="Calibri" pitchFamily="34" charset="0"/>
                <a:ea typeface="Calibri" pitchFamily="34" charset="-122"/>
                <a:cs typeface="Calibri" pitchFamily="34" charset="-120"/>
              </a:rPr>
              <a:t>설음 · LENGUA</a:t>
            </a:r>
            <a:endParaRPr lang="en-US" sz="1200" dirty="0"/>
          </a:p>
        </p:txBody>
      </p:sp>
      <p:sp>
        <p:nvSpPr>
          <p:cNvPr id="10" name="Text 8"/>
          <p:cNvSpPr/>
          <p:nvPr/>
        </p:nvSpPr>
        <p:spPr>
          <a:xfrm>
            <a:off x="640080" y="5440680"/>
            <a:ext cx="3657600" cy="640080"/>
          </a:xfrm>
          <a:prstGeom prst="rect">
            <a:avLst/>
          </a:prstGeom>
          <a:noFill/>
          <a:ln/>
        </p:spPr>
        <p:txBody>
          <a:bodyPr wrap="square" lIns="0" tIns="0" rIns="0" bIns="0" rtlCol="0" anchor="ctr"/>
          <a:lstStyle/>
          <a:p>
            <a:pPr marL="0" indent="0" algn="ctr">
              <a:buNone/>
            </a:pPr>
            <a:r>
              <a:rPr lang="en-US" sz="1100" i="1" dirty="0">
                <a:solidFill>
                  <a:srgbClr val="EDE8FF"/>
                </a:solidFill>
                <a:latin typeface="Calibri" pitchFamily="34" charset="0"/>
                <a:ea typeface="Calibri" pitchFamily="34" charset="-122"/>
                <a:cs typeface="Calibri" pitchFamily="34" charset="-120"/>
              </a:rPr>
              <a:t>Como una "l" del español. Suena más larga al final de sílaba.</a:t>
            </a:r>
            <a:endParaRPr lang="en-US" sz="1100" dirty="0"/>
          </a:p>
        </p:txBody>
      </p:sp>
      <p:sp>
        <p:nvSpPr>
          <p:cNvPr id="11" name="Shape 9"/>
          <p:cNvSpPr/>
          <p:nvPr/>
        </p:nvSpPr>
        <p:spPr>
          <a:xfrm>
            <a:off x="4526280" y="2606040"/>
            <a:ext cx="7040880" cy="1463040"/>
          </a:xfrm>
          <a:prstGeom prst="roundRect">
            <a:avLst>
              <a:gd name="adj" fmla="val 9375"/>
            </a:avLst>
          </a:prstGeom>
          <a:solidFill>
            <a:srgbClr val="EDE8FF"/>
          </a:solidFill>
          <a:ln w="19050">
            <a:solidFill>
              <a:srgbClr val="A79BFF"/>
            </a:solidFill>
            <a:prstDash val="solid"/>
          </a:ln>
        </p:spPr>
      </p:sp>
      <p:sp>
        <p:nvSpPr>
          <p:cNvPr id="12" name="Text 10"/>
          <p:cNvSpPr/>
          <p:nvPr/>
        </p:nvSpPr>
        <p:spPr>
          <a:xfrm>
            <a:off x="4526280" y="2743200"/>
            <a:ext cx="7040880" cy="274320"/>
          </a:xfrm>
          <a:prstGeom prst="rect">
            <a:avLst/>
          </a:prstGeom>
          <a:noFill/>
          <a:ln/>
        </p:spPr>
        <p:txBody>
          <a:bodyPr wrap="square" lIns="0" tIns="0" rIns="0" bIns="0" rtlCol="0" anchor="ctr"/>
          <a:lstStyle/>
          <a:p>
            <a:pPr marL="0" indent="0" algn="ctr">
              <a:buNone/>
            </a:pPr>
            <a:r>
              <a:rPr lang="en-US" sz="1000" b="1" kern="0" spc="400" dirty="0">
                <a:solidFill>
                  <a:srgbClr val="A79BFF"/>
                </a:solidFill>
                <a:latin typeface="Calibri" pitchFamily="34" charset="0"/>
                <a:ea typeface="Calibri" pitchFamily="34" charset="-122"/>
                <a:cs typeface="Calibri" pitchFamily="34" charset="-120"/>
              </a:rPr>
              <a:t>LETRAS QUE SE PRONUNCIAN ASÍ</a:t>
            </a:r>
            <a:endParaRPr lang="en-US" sz="1000" dirty="0"/>
          </a:p>
        </p:txBody>
      </p:sp>
      <p:sp>
        <p:nvSpPr>
          <p:cNvPr id="13" name="Text 11"/>
          <p:cNvSpPr/>
          <p:nvPr/>
        </p:nvSpPr>
        <p:spPr>
          <a:xfrm>
            <a:off x="5074920" y="3108960"/>
            <a:ext cx="5943600" cy="914400"/>
          </a:xfrm>
          <a:prstGeom prst="rect">
            <a:avLst/>
          </a:prstGeom>
          <a:noFill/>
          <a:ln/>
        </p:spPr>
        <p:txBody>
          <a:bodyPr wrap="square" lIns="0" tIns="0" rIns="0" bIns="0" rtlCol="0" anchor="ctr"/>
          <a:lstStyle/>
          <a:p>
            <a:pPr marL="0" indent="0" algn="ctr">
              <a:buNone/>
            </a:pPr>
            <a:r>
              <a:rPr lang="en-US" sz="5000" b="1" dirty="0">
                <a:solidFill>
                  <a:srgbClr val="A79BFF"/>
                </a:solidFill>
                <a:latin typeface="Malgun Gothic" pitchFamily="34" charset="0"/>
                <a:ea typeface="Malgun Gothic" pitchFamily="34" charset="-122"/>
                <a:cs typeface="Malgun Gothic" pitchFamily="34" charset="-120"/>
              </a:rPr>
              <a:t>ㄹ</a:t>
            </a:r>
            <a:endParaRPr lang="en-US" sz="5000" dirty="0"/>
          </a:p>
        </p:txBody>
      </p:sp>
      <p:sp>
        <p:nvSpPr>
          <p:cNvPr id="14" name="Shape 12"/>
          <p:cNvSpPr/>
          <p:nvPr/>
        </p:nvSpPr>
        <p:spPr>
          <a:xfrm>
            <a:off x="4526280" y="4206240"/>
            <a:ext cx="7040880" cy="2057400"/>
          </a:xfrm>
          <a:prstGeom prst="roundRect">
            <a:avLst>
              <a:gd name="adj" fmla="val 6667"/>
            </a:avLst>
          </a:prstGeom>
          <a:solidFill>
            <a:srgbClr val="F6F6F6"/>
          </a:solidFill>
          <a:ln w="19050">
            <a:solidFill>
              <a:srgbClr val="A79BFF"/>
            </a:solidFill>
            <a:prstDash val="solid"/>
          </a:ln>
        </p:spPr>
      </p:sp>
      <p:sp>
        <p:nvSpPr>
          <p:cNvPr id="15" name="Text 13"/>
          <p:cNvSpPr/>
          <p:nvPr/>
        </p:nvSpPr>
        <p:spPr>
          <a:xfrm>
            <a:off x="4526280" y="4343400"/>
            <a:ext cx="7040880" cy="274320"/>
          </a:xfrm>
          <a:prstGeom prst="rect">
            <a:avLst/>
          </a:prstGeom>
          <a:noFill/>
          <a:ln/>
        </p:spPr>
        <p:txBody>
          <a:bodyPr wrap="square" lIns="0" tIns="0" rIns="0" bIns="0" rtlCol="0" anchor="ctr"/>
          <a:lstStyle/>
          <a:p>
            <a:pPr marL="0" indent="0" algn="ctr">
              <a:buNone/>
            </a:pPr>
            <a:r>
              <a:rPr lang="en-US" sz="1000" b="1" kern="0" spc="400" dirty="0">
                <a:solidFill>
                  <a:srgbClr val="A79BFF"/>
                </a:solidFill>
                <a:latin typeface="Calibri" pitchFamily="34" charset="0"/>
                <a:ea typeface="Calibri" pitchFamily="34" charset="-122"/>
                <a:cs typeface="Calibri" pitchFamily="34" charset="-120"/>
              </a:rPr>
              <a:t>PALABRAS DE PRÁCTICA</a:t>
            </a:r>
            <a:endParaRPr lang="en-US" sz="1000" dirty="0"/>
          </a:p>
        </p:txBody>
      </p:sp>
      <p:sp>
        <p:nvSpPr>
          <p:cNvPr id="16" name="Text 14"/>
          <p:cNvSpPr/>
          <p:nvPr/>
        </p:nvSpPr>
        <p:spPr>
          <a:xfrm>
            <a:off x="4663440" y="4709160"/>
            <a:ext cx="1691640" cy="868680"/>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서울</a:t>
            </a:r>
            <a:endParaRPr lang="en-US" sz="3600" dirty="0"/>
          </a:p>
        </p:txBody>
      </p:sp>
      <p:sp>
        <p:nvSpPr>
          <p:cNvPr id="17" name="Text 15"/>
          <p:cNvSpPr/>
          <p:nvPr/>
        </p:nvSpPr>
        <p:spPr>
          <a:xfrm>
            <a:off x="4663440" y="5532120"/>
            <a:ext cx="1691640" cy="274320"/>
          </a:xfrm>
          <a:prstGeom prst="rect">
            <a:avLst/>
          </a:prstGeom>
          <a:noFill/>
          <a:ln/>
        </p:spPr>
        <p:txBody>
          <a:bodyPr wrap="square" lIns="0" tIns="0" rIns="0" bIns="0" rtlCol="0" anchor="ctr"/>
          <a:lstStyle/>
          <a:p>
            <a:pPr marL="0" indent="0" algn="ctr">
              <a:buNone/>
            </a:pPr>
            <a:r>
              <a:rPr lang="en-US" sz="1100" b="1" i="1" dirty="0">
                <a:solidFill>
                  <a:srgbClr val="A79BFF"/>
                </a:solidFill>
                <a:latin typeface="Calibri" pitchFamily="34" charset="0"/>
                <a:ea typeface="Calibri" pitchFamily="34" charset="-122"/>
                <a:cs typeface="Calibri" pitchFamily="34" charset="-120"/>
              </a:rPr>
              <a:t>seoul</a:t>
            </a:r>
            <a:endParaRPr lang="en-US" sz="1100" dirty="0"/>
          </a:p>
        </p:txBody>
      </p:sp>
      <p:sp>
        <p:nvSpPr>
          <p:cNvPr id="18" name="Text 16"/>
          <p:cNvSpPr/>
          <p:nvPr/>
        </p:nvSpPr>
        <p:spPr>
          <a:xfrm>
            <a:off x="4663440" y="5806440"/>
            <a:ext cx="169164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Seúl</a:t>
            </a:r>
            <a:endParaRPr lang="en-US" sz="1000" dirty="0"/>
          </a:p>
        </p:txBody>
      </p:sp>
      <p:sp>
        <p:nvSpPr>
          <p:cNvPr id="19" name="Text 17"/>
          <p:cNvSpPr/>
          <p:nvPr/>
        </p:nvSpPr>
        <p:spPr>
          <a:xfrm>
            <a:off x="6355080" y="4709160"/>
            <a:ext cx="1691640" cy="868680"/>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말</a:t>
            </a:r>
            <a:endParaRPr lang="en-US" sz="3600" dirty="0"/>
          </a:p>
        </p:txBody>
      </p:sp>
      <p:sp>
        <p:nvSpPr>
          <p:cNvPr id="20" name="Text 18"/>
          <p:cNvSpPr/>
          <p:nvPr/>
        </p:nvSpPr>
        <p:spPr>
          <a:xfrm>
            <a:off x="6355080" y="5532120"/>
            <a:ext cx="1691640" cy="274320"/>
          </a:xfrm>
          <a:prstGeom prst="rect">
            <a:avLst/>
          </a:prstGeom>
          <a:noFill/>
          <a:ln/>
        </p:spPr>
        <p:txBody>
          <a:bodyPr wrap="square" lIns="0" tIns="0" rIns="0" bIns="0" rtlCol="0" anchor="ctr"/>
          <a:lstStyle/>
          <a:p>
            <a:pPr marL="0" indent="0" algn="ctr">
              <a:buNone/>
            </a:pPr>
            <a:r>
              <a:rPr lang="en-US" sz="1100" b="1" i="1" dirty="0">
                <a:solidFill>
                  <a:srgbClr val="A79BFF"/>
                </a:solidFill>
                <a:latin typeface="Calibri" pitchFamily="34" charset="0"/>
                <a:ea typeface="Calibri" pitchFamily="34" charset="-122"/>
                <a:cs typeface="Calibri" pitchFamily="34" charset="-120"/>
              </a:rPr>
              <a:t>mal</a:t>
            </a:r>
            <a:endParaRPr lang="en-US" sz="1100" dirty="0"/>
          </a:p>
        </p:txBody>
      </p:sp>
      <p:sp>
        <p:nvSpPr>
          <p:cNvPr id="21" name="Text 19"/>
          <p:cNvSpPr/>
          <p:nvPr/>
        </p:nvSpPr>
        <p:spPr>
          <a:xfrm>
            <a:off x="6355080" y="5806440"/>
            <a:ext cx="169164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palabra</a:t>
            </a:r>
            <a:endParaRPr lang="en-US" sz="1000" dirty="0"/>
          </a:p>
        </p:txBody>
      </p:sp>
      <p:sp>
        <p:nvSpPr>
          <p:cNvPr id="22" name="Text 20"/>
          <p:cNvSpPr/>
          <p:nvPr/>
        </p:nvSpPr>
        <p:spPr>
          <a:xfrm>
            <a:off x="8046720" y="4709160"/>
            <a:ext cx="1691640" cy="868680"/>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물</a:t>
            </a:r>
            <a:endParaRPr lang="en-US" sz="3600" dirty="0"/>
          </a:p>
        </p:txBody>
      </p:sp>
      <p:sp>
        <p:nvSpPr>
          <p:cNvPr id="23" name="Text 21"/>
          <p:cNvSpPr/>
          <p:nvPr/>
        </p:nvSpPr>
        <p:spPr>
          <a:xfrm>
            <a:off x="8046720" y="5532120"/>
            <a:ext cx="1691640" cy="274320"/>
          </a:xfrm>
          <a:prstGeom prst="rect">
            <a:avLst/>
          </a:prstGeom>
          <a:noFill/>
          <a:ln/>
        </p:spPr>
        <p:txBody>
          <a:bodyPr wrap="square" lIns="0" tIns="0" rIns="0" bIns="0" rtlCol="0" anchor="ctr"/>
          <a:lstStyle/>
          <a:p>
            <a:pPr marL="0" indent="0" algn="ctr">
              <a:buNone/>
            </a:pPr>
            <a:r>
              <a:rPr lang="en-US" sz="1100" b="1" i="1" dirty="0">
                <a:solidFill>
                  <a:srgbClr val="A79BFF"/>
                </a:solidFill>
                <a:latin typeface="Calibri" pitchFamily="34" charset="0"/>
                <a:ea typeface="Calibri" pitchFamily="34" charset="-122"/>
                <a:cs typeface="Calibri" pitchFamily="34" charset="-120"/>
              </a:rPr>
              <a:t>mul</a:t>
            </a:r>
            <a:endParaRPr lang="en-US" sz="1100" dirty="0"/>
          </a:p>
        </p:txBody>
      </p:sp>
      <p:sp>
        <p:nvSpPr>
          <p:cNvPr id="24" name="Text 22"/>
          <p:cNvSpPr/>
          <p:nvPr/>
        </p:nvSpPr>
        <p:spPr>
          <a:xfrm>
            <a:off x="8046720" y="5806440"/>
            <a:ext cx="169164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agua</a:t>
            </a:r>
            <a:endParaRPr lang="en-US" sz="1000" dirty="0"/>
          </a:p>
        </p:txBody>
      </p:sp>
      <p:sp>
        <p:nvSpPr>
          <p:cNvPr id="25" name="Text 23"/>
          <p:cNvSpPr/>
          <p:nvPr/>
        </p:nvSpPr>
        <p:spPr>
          <a:xfrm>
            <a:off x="9738360" y="4709160"/>
            <a:ext cx="1691640" cy="868680"/>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하늘</a:t>
            </a:r>
            <a:endParaRPr lang="en-US" sz="3600" dirty="0"/>
          </a:p>
        </p:txBody>
      </p:sp>
      <p:sp>
        <p:nvSpPr>
          <p:cNvPr id="26" name="Text 24"/>
          <p:cNvSpPr/>
          <p:nvPr/>
        </p:nvSpPr>
        <p:spPr>
          <a:xfrm>
            <a:off x="9738360" y="5532120"/>
            <a:ext cx="1691640" cy="274320"/>
          </a:xfrm>
          <a:prstGeom prst="rect">
            <a:avLst/>
          </a:prstGeom>
          <a:noFill/>
          <a:ln/>
        </p:spPr>
        <p:txBody>
          <a:bodyPr wrap="square" lIns="0" tIns="0" rIns="0" bIns="0" rtlCol="0" anchor="ctr"/>
          <a:lstStyle/>
          <a:p>
            <a:pPr marL="0" indent="0" algn="ctr">
              <a:buNone/>
            </a:pPr>
            <a:r>
              <a:rPr lang="en-US" sz="1100" b="1" i="1" dirty="0">
                <a:solidFill>
                  <a:srgbClr val="A79BFF"/>
                </a:solidFill>
                <a:latin typeface="Calibri" pitchFamily="34" charset="0"/>
                <a:ea typeface="Calibri" pitchFamily="34" charset="-122"/>
                <a:cs typeface="Calibri" pitchFamily="34" charset="-120"/>
              </a:rPr>
              <a:t>haneul</a:t>
            </a:r>
            <a:endParaRPr lang="en-US" sz="1100" dirty="0"/>
          </a:p>
        </p:txBody>
      </p:sp>
      <p:sp>
        <p:nvSpPr>
          <p:cNvPr id="27" name="Text 25"/>
          <p:cNvSpPr/>
          <p:nvPr/>
        </p:nvSpPr>
        <p:spPr>
          <a:xfrm>
            <a:off x="9738360" y="5806440"/>
            <a:ext cx="169164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cielo</a:t>
            </a:r>
            <a:endParaRPr lang="en-US" sz="1000" dirty="0"/>
          </a:p>
        </p:txBody>
      </p:sp>
      <p:pic>
        <p:nvPicPr>
          <p:cNvPr id="28"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29" name="Text 2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0" name="Text 2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98</a:t>
            </a:r>
            <a:endParaRPr lang="en-US" sz="800" dirty="0"/>
          </a:p>
        </p:txBody>
      </p:sp>
    </p:spTree>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name="Slide 99">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§4.7 · SONIDO DE LOS LABIOS</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Sonido [m]</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Los labios se cierran. El aire sale por la nariz, igual que en español.</a:t>
            </a:r>
            <a:endParaRPr lang="en-US" sz="1400" dirty="0"/>
          </a:p>
        </p:txBody>
      </p:sp>
      <p:sp>
        <p:nvSpPr>
          <p:cNvPr id="5" name="Shape 3"/>
          <p:cNvSpPr/>
          <p:nvPr/>
        </p:nvSpPr>
        <p:spPr>
          <a:xfrm>
            <a:off x="640080" y="2606040"/>
            <a:ext cx="3657600" cy="3657600"/>
          </a:xfrm>
          <a:prstGeom prst="roundRect">
            <a:avLst>
              <a:gd name="adj" fmla="val 6250"/>
            </a:avLst>
          </a:prstGeom>
          <a:solidFill>
            <a:srgbClr val="FE6768"/>
          </a:solidFill>
          <a:ln w="12700">
            <a:solidFill>
              <a:srgbClr val="FE6768"/>
            </a:solidFill>
            <a:prstDash val="solid"/>
          </a:ln>
        </p:spPr>
      </p:sp>
      <p:sp>
        <p:nvSpPr>
          <p:cNvPr id="6" name="Text 4"/>
          <p:cNvSpPr/>
          <p:nvPr/>
        </p:nvSpPr>
        <p:spPr>
          <a:xfrm>
            <a:off x="640080" y="2743200"/>
            <a:ext cx="3657600" cy="320040"/>
          </a:xfrm>
          <a:prstGeom prst="rect">
            <a:avLst/>
          </a:prstGeom>
          <a:noFill/>
          <a:ln/>
        </p:spPr>
        <p:txBody>
          <a:bodyPr wrap="square" lIns="0" tIns="0" rIns="0" bIns="0" rtlCol="0" anchor="ctr"/>
          <a:lstStyle/>
          <a:p>
            <a:pPr marL="0" indent="0" algn="ctr">
              <a:buNone/>
            </a:pPr>
            <a:r>
              <a:rPr lang="en-US" sz="1100" b="1" kern="0" spc="500" dirty="0">
                <a:solidFill>
                  <a:srgbClr val="FFE0E0"/>
                </a:solidFill>
                <a:latin typeface="Calibri" pitchFamily="34" charset="0"/>
                <a:ea typeface="Calibri" pitchFamily="34" charset="-122"/>
                <a:cs typeface="Calibri" pitchFamily="34" charset="-120"/>
              </a:rPr>
              <a:t>SONIDO 5</a:t>
            </a:r>
            <a:endParaRPr lang="en-US" sz="1100" dirty="0"/>
          </a:p>
        </p:txBody>
      </p:sp>
      <p:sp>
        <p:nvSpPr>
          <p:cNvPr id="7" name="Text 5"/>
          <p:cNvSpPr/>
          <p:nvPr/>
        </p:nvSpPr>
        <p:spPr>
          <a:xfrm>
            <a:off x="640080" y="3017520"/>
            <a:ext cx="3657600" cy="1554480"/>
          </a:xfrm>
          <a:prstGeom prst="rect">
            <a:avLst/>
          </a:prstGeom>
          <a:noFill/>
          <a:ln/>
        </p:spPr>
        <p:txBody>
          <a:bodyPr wrap="square" lIns="0" tIns="0" rIns="0" bIns="0" rtlCol="0" anchor="ctr"/>
          <a:lstStyle/>
          <a:p>
            <a:pPr marL="0" indent="0" algn="ctr">
              <a:buNone/>
            </a:pPr>
            <a:r>
              <a:rPr lang="en-US" sz="13000" b="1" dirty="0">
                <a:solidFill>
                  <a:srgbClr val="F6F6F6"/>
                </a:solidFill>
                <a:latin typeface="Malgun Gothic" pitchFamily="34" charset="0"/>
                <a:ea typeface="Malgun Gothic" pitchFamily="34" charset="-122"/>
                <a:cs typeface="Malgun Gothic" pitchFamily="34" charset="-120"/>
              </a:rPr>
              <a:t>ㅁ</a:t>
            </a:r>
            <a:endParaRPr lang="en-US" sz="13000" dirty="0"/>
          </a:p>
        </p:txBody>
      </p:sp>
      <p:sp>
        <p:nvSpPr>
          <p:cNvPr id="8" name="Text 6"/>
          <p:cNvSpPr/>
          <p:nvPr/>
        </p:nvSpPr>
        <p:spPr>
          <a:xfrm>
            <a:off x="640080" y="4617720"/>
            <a:ext cx="3657600" cy="457200"/>
          </a:xfrm>
          <a:prstGeom prst="rect">
            <a:avLst/>
          </a:prstGeom>
          <a:noFill/>
          <a:ln/>
        </p:spPr>
        <p:txBody>
          <a:bodyPr wrap="square" lIns="0" tIns="0" rIns="0" bIns="0" rtlCol="0" anchor="ctr"/>
          <a:lstStyle/>
          <a:p>
            <a:pPr marL="0" indent="0" algn="ctr">
              <a:buNone/>
            </a:pPr>
            <a:r>
              <a:rPr lang="en-US" sz="3200" b="1" i="1" dirty="0">
                <a:solidFill>
                  <a:srgbClr val="F6F6F6"/>
                </a:solidFill>
                <a:latin typeface="Calibri" pitchFamily="34" charset="0"/>
                <a:ea typeface="Calibri" pitchFamily="34" charset="-122"/>
                <a:cs typeface="Calibri" pitchFamily="34" charset="-120"/>
              </a:rPr>
              <a:t>[m]</a:t>
            </a:r>
            <a:endParaRPr lang="en-US" sz="3200" dirty="0"/>
          </a:p>
        </p:txBody>
      </p:sp>
      <p:sp>
        <p:nvSpPr>
          <p:cNvPr id="9" name="Text 7"/>
          <p:cNvSpPr/>
          <p:nvPr/>
        </p:nvSpPr>
        <p:spPr>
          <a:xfrm>
            <a:off x="640080" y="5074920"/>
            <a:ext cx="3657600" cy="365760"/>
          </a:xfrm>
          <a:prstGeom prst="rect">
            <a:avLst/>
          </a:prstGeom>
          <a:noFill/>
          <a:ln/>
        </p:spPr>
        <p:txBody>
          <a:bodyPr wrap="square" lIns="0" tIns="0" rIns="0" bIns="0" rtlCol="0" anchor="ctr"/>
          <a:lstStyle/>
          <a:p>
            <a:pPr marL="0" indent="0" algn="ctr">
              <a:buNone/>
            </a:pPr>
            <a:r>
              <a:rPr lang="en-US" sz="1200" b="1" kern="0" spc="300" dirty="0">
                <a:solidFill>
                  <a:srgbClr val="FFE0E0"/>
                </a:solidFill>
                <a:latin typeface="Calibri" pitchFamily="34" charset="0"/>
                <a:ea typeface="Calibri" pitchFamily="34" charset="-122"/>
                <a:cs typeface="Calibri" pitchFamily="34" charset="-120"/>
              </a:rPr>
              <a:t>순음 · LABIOS</a:t>
            </a:r>
            <a:endParaRPr lang="en-US" sz="1200" dirty="0"/>
          </a:p>
        </p:txBody>
      </p:sp>
      <p:sp>
        <p:nvSpPr>
          <p:cNvPr id="10" name="Text 8"/>
          <p:cNvSpPr/>
          <p:nvPr/>
        </p:nvSpPr>
        <p:spPr>
          <a:xfrm>
            <a:off x="640080" y="5440680"/>
            <a:ext cx="3657600" cy="640080"/>
          </a:xfrm>
          <a:prstGeom prst="rect">
            <a:avLst/>
          </a:prstGeom>
          <a:noFill/>
          <a:ln/>
        </p:spPr>
        <p:txBody>
          <a:bodyPr wrap="square" lIns="0" tIns="0" rIns="0" bIns="0" rtlCol="0" anchor="ctr"/>
          <a:lstStyle/>
          <a:p>
            <a:pPr marL="0" indent="0" algn="ctr">
              <a:buNone/>
            </a:pPr>
            <a:r>
              <a:rPr lang="en-US" sz="1100" i="1" dirty="0">
                <a:solidFill>
                  <a:srgbClr val="FFE0E0"/>
                </a:solidFill>
                <a:latin typeface="Calibri" pitchFamily="34" charset="0"/>
                <a:ea typeface="Calibri" pitchFamily="34" charset="-122"/>
                <a:cs typeface="Calibri" pitchFamily="34" charset="-120"/>
              </a:rPr>
              <a:t>Los labios juntos detienen el aire. Sale por la nariz.</a:t>
            </a:r>
            <a:endParaRPr lang="en-US" sz="1100" dirty="0"/>
          </a:p>
        </p:txBody>
      </p:sp>
      <p:sp>
        <p:nvSpPr>
          <p:cNvPr id="11" name="Shape 9"/>
          <p:cNvSpPr/>
          <p:nvPr/>
        </p:nvSpPr>
        <p:spPr>
          <a:xfrm>
            <a:off x="4526280" y="2606040"/>
            <a:ext cx="7040880" cy="1463040"/>
          </a:xfrm>
          <a:prstGeom prst="roundRect">
            <a:avLst>
              <a:gd name="adj" fmla="val 9375"/>
            </a:avLst>
          </a:prstGeom>
          <a:solidFill>
            <a:srgbClr val="FFE0E0"/>
          </a:solidFill>
          <a:ln w="19050">
            <a:solidFill>
              <a:srgbClr val="FE6768"/>
            </a:solidFill>
            <a:prstDash val="solid"/>
          </a:ln>
        </p:spPr>
      </p:sp>
      <p:sp>
        <p:nvSpPr>
          <p:cNvPr id="12" name="Text 10"/>
          <p:cNvSpPr/>
          <p:nvPr/>
        </p:nvSpPr>
        <p:spPr>
          <a:xfrm>
            <a:off x="4526280" y="2743200"/>
            <a:ext cx="7040880" cy="274320"/>
          </a:xfrm>
          <a:prstGeom prst="rect">
            <a:avLst/>
          </a:prstGeom>
          <a:noFill/>
          <a:ln/>
        </p:spPr>
        <p:txBody>
          <a:bodyPr wrap="square" lIns="0" tIns="0" rIns="0" bIns="0" rtlCol="0" anchor="ctr"/>
          <a:lstStyle/>
          <a:p>
            <a:pPr marL="0" indent="0" algn="ctr">
              <a:buNone/>
            </a:pPr>
            <a:r>
              <a:rPr lang="en-US" sz="1000" b="1" kern="0" spc="400" dirty="0">
                <a:solidFill>
                  <a:srgbClr val="FE6768"/>
                </a:solidFill>
                <a:latin typeface="Calibri" pitchFamily="34" charset="0"/>
                <a:ea typeface="Calibri" pitchFamily="34" charset="-122"/>
                <a:cs typeface="Calibri" pitchFamily="34" charset="-120"/>
              </a:rPr>
              <a:t>LETRAS QUE SE PRONUNCIAN ASÍ</a:t>
            </a:r>
            <a:endParaRPr lang="en-US" sz="1000" dirty="0"/>
          </a:p>
        </p:txBody>
      </p:sp>
      <p:sp>
        <p:nvSpPr>
          <p:cNvPr id="13" name="Text 11"/>
          <p:cNvSpPr/>
          <p:nvPr/>
        </p:nvSpPr>
        <p:spPr>
          <a:xfrm>
            <a:off x="5074920" y="3108960"/>
            <a:ext cx="5943600" cy="91440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ㅁ</a:t>
            </a:r>
            <a:endParaRPr lang="en-US" sz="5000" dirty="0"/>
          </a:p>
        </p:txBody>
      </p:sp>
      <p:sp>
        <p:nvSpPr>
          <p:cNvPr id="14" name="Shape 12"/>
          <p:cNvSpPr/>
          <p:nvPr/>
        </p:nvSpPr>
        <p:spPr>
          <a:xfrm>
            <a:off x="4526280" y="4206240"/>
            <a:ext cx="7040880" cy="2057400"/>
          </a:xfrm>
          <a:prstGeom prst="roundRect">
            <a:avLst>
              <a:gd name="adj" fmla="val 6667"/>
            </a:avLst>
          </a:prstGeom>
          <a:solidFill>
            <a:srgbClr val="F6F6F6"/>
          </a:solidFill>
          <a:ln w="19050">
            <a:solidFill>
              <a:srgbClr val="FE6768"/>
            </a:solidFill>
            <a:prstDash val="solid"/>
          </a:ln>
        </p:spPr>
      </p:sp>
      <p:sp>
        <p:nvSpPr>
          <p:cNvPr id="15" name="Text 13"/>
          <p:cNvSpPr/>
          <p:nvPr/>
        </p:nvSpPr>
        <p:spPr>
          <a:xfrm>
            <a:off x="4526280" y="4343400"/>
            <a:ext cx="7040880" cy="274320"/>
          </a:xfrm>
          <a:prstGeom prst="rect">
            <a:avLst/>
          </a:prstGeom>
          <a:noFill/>
          <a:ln/>
        </p:spPr>
        <p:txBody>
          <a:bodyPr wrap="square" lIns="0" tIns="0" rIns="0" bIns="0" rtlCol="0" anchor="ctr"/>
          <a:lstStyle/>
          <a:p>
            <a:pPr marL="0" indent="0" algn="ctr">
              <a:buNone/>
            </a:pPr>
            <a:r>
              <a:rPr lang="en-US" sz="1000" b="1" kern="0" spc="400" dirty="0">
                <a:solidFill>
                  <a:srgbClr val="FE6768"/>
                </a:solidFill>
                <a:latin typeface="Calibri" pitchFamily="34" charset="0"/>
                <a:ea typeface="Calibri" pitchFamily="34" charset="-122"/>
                <a:cs typeface="Calibri" pitchFamily="34" charset="-120"/>
              </a:rPr>
              <a:t>PALABRAS DE PRÁCTICA</a:t>
            </a:r>
            <a:endParaRPr lang="en-US" sz="1000" dirty="0"/>
          </a:p>
        </p:txBody>
      </p:sp>
      <p:sp>
        <p:nvSpPr>
          <p:cNvPr id="16" name="Text 14"/>
          <p:cNvSpPr/>
          <p:nvPr/>
        </p:nvSpPr>
        <p:spPr>
          <a:xfrm>
            <a:off x="4663440" y="4709160"/>
            <a:ext cx="1691640" cy="868680"/>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사람</a:t>
            </a:r>
            <a:endParaRPr lang="en-US" sz="3600" dirty="0"/>
          </a:p>
        </p:txBody>
      </p:sp>
      <p:sp>
        <p:nvSpPr>
          <p:cNvPr id="17" name="Text 15"/>
          <p:cNvSpPr/>
          <p:nvPr/>
        </p:nvSpPr>
        <p:spPr>
          <a:xfrm>
            <a:off x="4663440" y="5532120"/>
            <a:ext cx="1691640" cy="274320"/>
          </a:xfrm>
          <a:prstGeom prst="rect">
            <a:avLst/>
          </a:prstGeom>
          <a:noFill/>
          <a:ln/>
        </p:spPr>
        <p:txBody>
          <a:bodyPr wrap="square" lIns="0" tIns="0" rIns="0" bIns="0" rtlCol="0" anchor="ctr"/>
          <a:lstStyle/>
          <a:p>
            <a:pPr marL="0" indent="0" algn="ctr">
              <a:buNone/>
            </a:pPr>
            <a:r>
              <a:rPr lang="en-US" sz="1100" b="1" i="1" dirty="0">
                <a:solidFill>
                  <a:srgbClr val="FE6768"/>
                </a:solidFill>
                <a:latin typeface="Calibri" pitchFamily="34" charset="0"/>
                <a:ea typeface="Calibri" pitchFamily="34" charset="-122"/>
                <a:cs typeface="Calibri" pitchFamily="34" charset="-120"/>
              </a:rPr>
              <a:t>saram</a:t>
            </a:r>
            <a:endParaRPr lang="en-US" sz="1100" dirty="0"/>
          </a:p>
        </p:txBody>
      </p:sp>
      <p:sp>
        <p:nvSpPr>
          <p:cNvPr id="18" name="Text 16"/>
          <p:cNvSpPr/>
          <p:nvPr/>
        </p:nvSpPr>
        <p:spPr>
          <a:xfrm>
            <a:off x="4663440" y="5806440"/>
            <a:ext cx="169164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persona</a:t>
            </a:r>
            <a:endParaRPr lang="en-US" sz="1000" dirty="0"/>
          </a:p>
        </p:txBody>
      </p:sp>
      <p:sp>
        <p:nvSpPr>
          <p:cNvPr id="19" name="Text 17"/>
          <p:cNvSpPr/>
          <p:nvPr/>
        </p:nvSpPr>
        <p:spPr>
          <a:xfrm>
            <a:off x="6355080" y="4709160"/>
            <a:ext cx="1691640" cy="868680"/>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엄마</a:t>
            </a:r>
            <a:endParaRPr lang="en-US" sz="3600" dirty="0"/>
          </a:p>
        </p:txBody>
      </p:sp>
      <p:sp>
        <p:nvSpPr>
          <p:cNvPr id="20" name="Text 18"/>
          <p:cNvSpPr/>
          <p:nvPr/>
        </p:nvSpPr>
        <p:spPr>
          <a:xfrm>
            <a:off x="6355080" y="5532120"/>
            <a:ext cx="1691640" cy="274320"/>
          </a:xfrm>
          <a:prstGeom prst="rect">
            <a:avLst/>
          </a:prstGeom>
          <a:noFill/>
          <a:ln/>
        </p:spPr>
        <p:txBody>
          <a:bodyPr wrap="square" lIns="0" tIns="0" rIns="0" bIns="0" rtlCol="0" anchor="ctr"/>
          <a:lstStyle/>
          <a:p>
            <a:pPr marL="0" indent="0" algn="ctr">
              <a:buNone/>
            </a:pPr>
            <a:r>
              <a:rPr lang="en-US" sz="1100" b="1" i="1" dirty="0">
                <a:solidFill>
                  <a:srgbClr val="FE6768"/>
                </a:solidFill>
                <a:latin typeface="Calibri" pitchFamily="34" charset="0"/>
                <a:ea typeface="Calibri" pitchFamily="34" charset="-122"/>
                <a:cs typeface="Calibri" pitchFamily="34" charset="-120"/>
              </a:rPr>
              <a:t>eomma</a:t>
            </a:r>
            <a:endParaRPr lang="en-US" sz="1100" dirty="0"/>
          </a:p>
        </p:txBody>
      </p:sp>
      <p:sp>
        <p:nvSpPr>
          <p:cNvPr id="21" name="Text 19"/>
          <p:cNvSpPr/>
          <p:nvPr/>
        </p:nvSpPr>
        <p:spPr>
          <a:xfrm>
            <a:off x="6355080" y="5806440"/>
            <a:ext cx="169164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mamá</a:t>
            </a:r>
            <a:endParaRPr lang="en-US" sz="1000" dirty="0"/>
          </a:p>
        </p:txBody>
      </p:sp>
      <p:sp>
        <p:nvSpPr>
          <p:cNvPr id="22" name="Text 20"/>
          <p:cNvSpPr/>
          <p:nvPr/>
        </p:nvSpPr>
        <p:spPr>
          <a:xfrm>
            <a:off x="8046720" y="4709160"/>
            <a:ext cx="1691640" cy="868680"/>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봄</a:t>
            </a:r>
            <a:endParaRPr lang="en-US" sz="3600" dirty="0"/>
          </a:p>
        </p:txBody>
      </p:sp>
      <p:sp>
        <p:nvSpPr>
          <p:cNvPr id="23" name="Text 21"/>
          <p:cNvSpPr/>
          <p:nvPr/>
        </p:nvSpPr>
        <p:spPr>
          <a:xfrm>
            <a:off x="8046720" y="5532120"/>
            <a:ext cx="1691640" cy="274320"/>
          </a:xfrm>
          <a:prstGeom prst="rect">
            <a:avLst/>
          </a:prstGeom>
          <a:noFill/>
          <a:ln/>
        </p:spPr>
        <p:txBody>
          <a:bodyPr wrap="square" lIns="0" tIns="0" rIns="0" bIns="0" rtlCol="0" anchor="ctr"/>
          <a:lstStyle/>
          <a:p>
            <a:pPr marL="0" indent="0" algn="ctr">
              <a:buNone/>
            </a:pPr>
            <a:r>
              <a:rPr lang="en-US" sz="1100" b="1" i="1" dirty="0">
                <a:solidFill>
                  <a:srgbClr val="FE6768"/>
                </a:solidFill>
                <a:latin typeface="Calibri" pitchFamily="34" charset="0"/>
                <a:ea typeface="Calibri" pitchFamily="34" charset="-122"/>
                <a:cs typeface="Calibri" pitchFamily="34" charset="-120"/>
              </a:rPr>
              <a:t>bom</a:t>
            </a:r>
            <a:endParaRPr lang="en-US" sz="1100" dirty="0"/>
          </a:p>
        </p:txBody>
      </p:sp>
      <p:sp>
        <p:nvSpPr>
          <p:cNvPr id="24" name="Text 22"/>
          <p:cNvSpPr/>
          <p:nvPr/>
        </p:nvSpPr>
        <p:spPr>
          <a:xfrm>
            <a:off x="8046720" y="5806440"/>
            <a:ext cx="169164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primavera</a:t>
            </a:r>
            <a:endParaRPr lang="en-US" sz="1000" dirty="0"/>
          </a:p>
        </p:txBody>
      </p:sp>
      <p:sp>
        <p:nvSpPr>
          <p:cNvPr id="25" name="Text 23"/>
          <p:cNvSpPr/>
          <p:nvPr/>
        </p:nvSpPr>
        <p:spPr>
          <a:xfrm>
            <a:off x="9738360" y="4709160"/>
            <a:ext cx="1691640" cy="868680"/>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김치</a:t>
            </a:r>
            <a:endParaRPr lang="en-US" sz="3600" dirty="0"/>
          </a:p>
        </p:txBody>
      </p:sp>
      <p:sp>
        <p:nvSpPr>
          <p:cNvPr id="26" name="Text 24"/>
          <p:cNvSpPr/>
          <p:nvPr/>
        </p:nvSpPr>
        <p:spPr>
          <a:xfrm>
            <a:off x="9738360" y="5532120"/>
            <a:ext cx="1691640" cy="274320"/>
          </a:xfrm>
          <a:prstGeom prst="rect">
            <a:avLst/>
          </a:prstGeom>
          <a:noFill/>
          <a:ln/>
        </p:spPr>
        <p:txBody>
          <a:bodyPr wrap="square" lIns="0" tIns="0" rIns="0" bIns="0" rtlCol="0" anchor="ctr"/>
          <a:lstStyle/>
          <a:p>
            <a:pPr marL="0" indent="0" algn="ctr">
              <a:buNone/>
            </a:pPr>
            <a:r>
              <a:rPr lang="en-US" sz="1100" b="1" i="1" dirty="0">
                <a:solidFill>
                  <a:srgbClr val="FE6768"/>
                </a:solidFill>
                <a:latin typeface="Calibri" pitchFamily="34" charset="0"/>
                <a:ea typeface="Calibri" pitchFamily="34" charset="-122"/>
                <a:cs typeface="Calibri" pitchFamily="34" charset="-120"/>
              </a:rPr>
              <a:t>kimchi</a:t>
            </a:r>
            <a:endParaRPr lang="en-US" sz="1100" dirty="0"/>
          </a:p>
        </p:txBody>
      </p:sp>
      <p:sp>
        <p:nvSpPr>
          <p:cNvPr id="27" name="Text 25"/>
          <p:cNvSpPr/>
          <p:nvPr/>
        </p:nvSpPr>
        <p:spPr>
          <a:xfrm>
            <a:off x="9738360" y="5806440"/>
            <a:ext cx="169164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kimchi</a:t>
            </a:r>
            <a:endParaRPr lang="en-US" sz="1000" dirty="0"/>
          </a:p>
        </p:txBody>
      </p:sp>
      <p:pic>
        <p:nvPicPr>
          <p:cNvPr id="28"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29" name="Text 2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0" name="Text 2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99</a:t>
            </a:r>
            <a:endParaRPr lang="en-US" sz="800" dirty="0"/>
          </a:p>
        </p:txBody>
      </p:sp>
    </p:spTree>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name="Slide 100">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§4.8 · SONIDO DE LOS LABIOS</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Sonido [p]</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Los labios se cierran y atrapan el aire. No se libera.</a:t>
            </a:r>
            <a:endParaRPr lang="en-US" sz="1400" dirty="0"/>
          </a:p>
        </p:txBody>
      </p:sp>
      <p:sp>
        <p:nvSpPr>
          <p:cNvPr id="5" name="Shape 3"/>
          <p:cNvSpPr/>
          <p:nvPr/>
        </p:nvSpPr>
        <p:spPr>
          <a:xfrm>
            <a:off x="640080" y="2606040"/>
            <a:ext cx="3657600" cy="3657600"/>
          </a:xfrm>
          <a:prstGeom prst="roundRect">
            <a:avLst>
              <a:gd name="adj" fmla="val 6250"/>
            </a:avLst>
          </a:prstGeom>
          <a:solidFill>
            <a:srgbClr val="FE6768"/>
          </a:solidFill>
          <a:ln w="12700">
            <a:solidFill>
              <a:srgbClr val="FE6768"/>
            </a:solidFill>
            <a:prstDash val="solid"/>
          </a:ln>
        </p:spPr>
      </p:sp>
      <p:sp>
        <p:nvSpPr>
          <p:cNvPr id="6" name="Text 4"/>
          <p:cNvSpPr/>
          <p:nvPr/>
        </p:nvSpPr>
        <p:spPr>
          <a:xfrm>
            <a:off x="640080" y="2743200"/>
            <a:ext cx="3657600" cy="320040"/>
          </a:xfrm>
          <a:prstGeom prst="rect">
            <a:avLst/>
          </a:prstGeom>
          <a:noFill/>
          <a:ln/>
        </p:spPr>
        <p:txBody>
          <a:bodyPr wrap="square" lIns="0" tIns="0" rIns="0" bIns="0" rtlCol="0" anchor="ctr"/>
          <a:lstStyle/>
          <a:p>
            <a:pPr marL="0" indent="0" algn="ctr">
              <a:buNone/>
            </a:pPr>
            <a:r>
              <a:rPr lang="en-US" sz="1100" b="1" kern="0" spc="500" dirty="0">
                <a:solidFill>
                  <a:srgbClr val="FFE0E0"/>
                </a:solidFill>
                <a:latin typeface="Calibri" pitchFamily="34" charset="0"/>
                <a:ea typeface="Calibri" pitchFamily="34" charset="-122"/>
                <a:cs typeface="Calibri" pitchFamily="34" charset="-120"/>
              </a:rPr>
              <a:t>SONIDO 6</a:t>
            </a:r>
            <a:endParaRPr lang="en-US" sz="1100" dirty="0"/>
          </a:p>
        </p:txBody>
      </p:sp>
      <p:sp>
        <p:nvSpPr>
          <p:cNvPr id="7" name="Text 5"/>
          <p:cNvSpPr/>
          <p:nvPr/>
        </p:nvSpPr>
        <p:spPr>
          <a:xfrm>
            <a:off x="640080" y="3017520"/>
            <a:ext cx="3657600" cy="1554480"/>
          </a:xfrm>
          <a:prstGeom prst="rect">
            <a:avLst/>
          </a:prstGeom>
          <a:noFill/>
          <a:ln/>
        </p:spPr>
        <p:txBody>
          <a:bodyPr wrap="square" lIns="0" tIns="0" rIns="0" bIns="0" rtlCol="0" anchor="ctr"/>
          <a:lstStyle/>
          <a:p>
            <a:pPr marL="0" indent="0" algn="ctr">
              <a:buNone/>
            </a:pPr>
            <a:r>
              <a:rPr lang="en-US" sz="13000" b="1" dirty="0">
                <a:solidFill>
                  <a:srgbClr val="F6F6F6"/>
                </a:solidFill>
                <a:latin typeface="Malgun Gothic" pitchFamily="34" charset="0"/>
                <a:ea typeface="Malgun Gothic" pitchFamily="34" charset="-122"/>
                <a:cs typeface="Malgun Gothic" pitchFamily="34" charset="-120"/>
              </a:rPr>
              <a:t>ㅂ</a:t>
            </a:r>
            <a:endParaRPr lang="en-US" sz="13000" dirty="0"/>
          </a:p>
        </p:txBody>
      </p:sp>
      <p:sp>
        <p:nvSpPr>
          <p:cNvPr id="8" name="Text 6"/>
          <p:cNvSpPr/>
          <p:nvPr/>
        </p:nvSpPr>
        <p:spPr>
          <a:xfrm>
            <a:off x="640080" y="4617720"/>
            <a:ext cx="3657600" cy="457200"/>
          </a:xfrm>
          <a:prstGeom prst="rect">
            <a:avLst/>
          </a:prstGeom>
          <a:noFill/>
          <a:ln/>
        </p:spPr>
        <p:txBody>
          <a:bodyPr wrap="square" lIns="0" tIns="0" rIns="0" bIns="0" rtlCol="0" anchor="ctr"/>
          <a:lstStyle/>
          <a:p>
            <a:pPr marL="0" indent="0" algn="ctr">
              <a:buNone/>
            </a:pPr>
            <a:r>
              <a:rPr lang="en-US" sz="3200" b="1" i="1" dirty="0">
                <a:solidFill>
                  <a:srgbClr val="F6F6F6"/>
                </a:solidFill>
                <a:latin typeface="Calibri" pitchFamily="34" charset="0"/>
                <a:ea typeface="Calibri" pitchFamily="34" charset="-122"/>
                <a:cs typeface="Calibri" pitchFamily="34" charset="-120"/>
              </a:rPr>
              <a:t>[p]</a:t>
            </a:r>
            <a:endParaRPr lang="en-US" sz="3200" dirty="0"/>
          </a:p>
        </p:txBody>
      </p:sp>
      <p:sp>
        <p:nvSpPr>
          <p:cNvPr id="9" name="Text 7"/>
          <p:cNvSpPr/>
          <p:nvPr/>
        </p:nvSpPr>
        <p:spPr>
          <a:xfrm>
            <a:off x="640080" y="5074920"/>
            <a:ext cx="3657600" cy="365760"/>
          </a:xfrm>
          <a:prstGeom prst="rect">
            <a:avLst/>
          </a:prstGeom>
          <a:noFill/>
          <a:ln/>
        </p:spPr>
        <p:txBody>
          <a:bodyPr wrap="square" lIns="0" tIns="0" rIns="0" bIns="0" rtlCol="0" anchor="ctr"/>
          <a:lstStyle/>
          <a:p>
            <a:pPr marL="0" indent="0" algn="ctr">
              <a:buNone/>
            </a:pPr>
            <a:r>
              <a:rPr lang="en-US" sz="1200" b="1" kern="0" spc="300" dirty="0">
                <a:solidFill>
                  <a:srgbClr val="FFE0E0"/>
                </a:solidFill>
                <a:latin typeface="Calibri" pitchFamily="34" charset="0"/>
                <a:ea typeface="Calibri" pitchFamily="34" charset="-122"/>
                <a:cs typeface="Calibri" pitchFamily="34" charset="-120"/>
              </a:rPr>
              <a:t>순음 · LABIOS</a:t>
            </a:r>
            <a:endParaRPr lang="en-US" sz="1200" dirty="0"/>
          </a:p>
        </p:txBody>
      </p:sp>
      <p:sp>
        <p:nvSpPr>
          <p:cNvPr id="10" name="Text 8"/>
          <p:cNvSpPr/>
          <p:nvPr/>
        </p:nvSpPr>
        <p:spPr>
          <a:xfrm>
            <a:off x="640080" y="5440680"/>
            <a:ext cx="3657600" cy="640080"/>
          </a:xfrm>
          <a:prstGeom prst="rect">
            <a:avLst/>
          </a:prstGeom>
          <a:noFill/>
          <a:ln/>
        </p:spPr>
        <p:txBody>
          <a:bodyPr wrap="square" lIns="0" tIns="0" rIns="0" bIns="0" rtlCol="0" anchor="ctr"/>
          <a:lstStyle/>
          <a:p>
            <a:pPr marL="0" indent="0" algn="ctr">
              <a:buNone/>
            </a:pPr>
            <a:r>
              <a:rPr lang="en-US" sz="1100" i="1" dirty="0">
                <a:solidFill>
                  <a:srgbClr val="FFE0E0"/>
                </a:solidFill>
                <a:latin typeface="Calibri" pitchFamily="34" charset="0"/>
                <a:ea typeface="Calibri" pitchFamily="34" charset="-122"/>
                <a:cs typeface="Calibri" pitchFamily="34" charset="-120"/>
              </a:rPr>
              <a:t>El aire queda atrapado entre los labios. No "explota" como en español.</a:t>
            </a:r>
            <a:endParaRPr lang="en-US" sz="1100" dirty="0"/>
          </a:p>
        </p:txBody>
      </p:sp>
      <p:sp>
        <p:nvSpPr>
          <p:cNvPr id="11" name="Shape 9"/>
          <p:cNvSpPr/>
          <p:nvPr/>
        </p:nvSpPr>
        <p:spPr>
          <a:xfrm>
            <a:off x="4526280" y="2606040"/>
            <a:ext cx="7040880" cy="1463040"/>
          </a:xfrm>
          <a:prstGeom prst="roundRect">
            <a:avLst>
              <a:gd name="adj" fmla="val 9375"/>
            </a:avLst>
          </a:prstGeom>
          <a:solidFill>
            <a:srgbClr val="FFE0E0"/>
          </a:solidFill>
          <a:ln w="19050">
            <a:solidFill>
              <a:srgbClr val="FE6768"/>
            </a:solidFill>
            <a:prstDash val="solid"/>
          </a:ln>
        </p:spPr>
      </p:sp>
      <p:sp>
        <p:nvSpPr>
          <p:cNvPr id="12" name="Text 10"/>
          <p:cNvSpPr/>
          <p:nvPr/>
        </p:nvSpPr>
        <p:spPr>
          <a:xfrm>
            <a:off x="4526280" y="2743200"/>
            <a:ext cx="7040880" cy="274320"/>
          </a:xfrm>
          <a:prstGeom prst="rect">
            <a:avLst/>
          </a:prstGeom>
          <a:noFill/>
          <a:ln/>
        </p:spPr>
        <p:txBody>
          <a:bodyPr wrap="square" lIns="0" tIns="0" rIns="0" bIns="0" rtlCol="0" anchor="ctr"/>
          <a:lstStyle/>
          <a:p>
            <a:pPr marL="0" indent="0" algn="ctr">
              <a:buNone/>
            </a:pPr>
            <a:r>
              <a:rPr lang="en-US" sz="1000" b="1" kern="0" spc="400" dirty="0">
                <a:solidFill>
                  <a:srgbClr val="FE6768"/>
                </a:solidFill>
                <a:latin typeface="Calibri" pitchFamily="34" charset="0"/>
                <a:ea typeface="Calibri" pitchFamily="34" charset="-122"/>
                <a:cs typeface="Calibri" pitchFamily="34" charset="-120"/>
              </a:rPr>
              <a:t>LETRAS QUE SE PRONUNCIAN ASÍ</a:t>
            </a:r>
            <a:endParaRPr lang="en-US" sz="1000" dirty="0"/>
          </a:p>
        </p:txBody>
      </p:sp>
      <p:sp>
        <p:nvSpPr>
          <p:cNvPr id="13" name="Text 11"/>
          <p:cNvSpPr/>
          <p:nvPr/>
        </p:nvSpPr>
        <p:spPr>
          <a:xfrm>
            <a:off x="5074920" y="3108960"/>
            <a:ext cx="2971800" cy="91440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ㅂ</a:t>
            </a:r>
            <a:endParaRPr lang="en-US" sz="5000" dirty="0"/>
          </a:p>
        </p:txBody>
      </p:sp>
      <p:sp>
        <p:nvSpPr>
          <p:cNvPr id="14" name="Text 12"/>
          <p:cNvSpPr/>
          <p:nvPr/>
        </p:nvSpPr>
        <p:spPr>
          <a:xfrm>
            <a:off x="8046720" y="3108960"/>
            <a:ext cx="2971800" cy="91440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ㅍ</a:t>
            </a:r>
            <a:endParaRPr lang="en-US" sz="5000" dirty="0"/>
          </a:p>
        </p:txBody>
      </p:sp>
      <p:sp>
        <p:nvSpPr>
          <p:cNvPr id="15" name="Shape 13"/>
          <p:cNvSpPr/>
          <p:nvPr/>
        </p:nvSpPr>
        <p:spPr>
          <a:xfrm>
            <a:off x="4526280" y="4206240"/>
            <a:ext cx="7040880" cy="2057400"/>
          </a:xfrm>
          <a:prstGeom prst="roundRect">
            <a:avLst>
              <a:gd name="adj" fmla="val 6667"/>
            </a:avLst>
          </a:prstGeom>
          <a:solidFill>
            <a:srgbClr val="F6F6F6"/>
          </a:solidFill>
          <a:ln w="19050">
            <a:solidFill>
              <a:srgbClr val="FE6768"/>
            </a:solidFill>
            <a:prstDash val="solid"/>
          </a:ln>
        </p:spPr>
      </p:sp>
      <p:sp>
        <p:nvSpPr>
          <p:cNvPr id="16" name="Text 14"/>
          <p:cNvSpPr/>
          <p:nvPr/>
        </p:nvSpPr>
        <p:spPr>
          <a:xfrm>
            <a:off x="4526280" y="4343400"/>
            <a:ext cx="7040880" cy="274320"/>
          </a:xfrm>
          <a:prstGeom prst="rect">
            <a:avLst/>
          </a:prstGeom>
          <a:noFill/>
          <a:ln/>
        </p:spPr>
        <p:txBody>
          <a:bodyPr wrap="square" lIns="0" tIns="0" rIns="0" bIns="0" rtlCol="0" anchor="ctr"/>
          <a:lstStyle/>
          <a:p>
            <a:pPr marL="0" indent="0" algn="ctr">
              <a:buNone/>
            </a:pPr>
            <a:r>
              <a:rPr lang="en-US" sz="1000" b="1" kern="0" spc="400" dirty="0">
                <a:solidFill>
                  <a:srgbClr val="FE6768"/>
                </a:solidFill>
                <a:latin typeface="Calibri" pitchFamily="34" charset="0"/>
                <a:ea typeface="Calibri" pitchFamily="34" charset="-122"/>
                <a:cs typeface="Calibri" pitchFamily="34" charset="-120"/>
              </a:rPr>
              <a:t>PALABRAS DE PRÁCTICA</a:t>
            </a:r>
            <a:endParaRPr lang="en-US" sz="1000" dirty="0"/>
          </a:p>
        </p:txBody>
      </p:sp>
      <p:sp>
        <p:nvSpPr>
          <p:cNvPr id="17" name="Text 15"/>
          <p:cNvSpPr/>
          <p:nvPr/>
        </p:nvSpPr>
        <p:spPr>
          <a:xfrm>
            <a:off x="4663440" y="4709160"/>
            <a:ext cx="1691640" cy="868680"/>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밥</a:t>
            </a:r>
            <a:endParaRPr lang="en-US" sz="3600" dirty="0"/>
          </a:p>
        </p:txBody>
      </p:sp>
      <p:sp>
        <p:nvSpPr>
          <p:cNvPr id="18" name="Text 16"/>
          <p:cNvSpPr/>
          <p:nvPr/>
        </p:nvSpPr>
        <p:spPr>
          <a:xfrm>
            <a:off x="4663440" y="5532120"/>
            <a:ext cx="1691640" cy="274320"/>
          </a:xfrm>
          <a:prstGeom prst="rect">
            <a:avLst/>
          </a:prstGeom>
          <a:noFill/>
          <a:ln/>
        </p:spPr>
        <p:txBody>
          <a:bodyPr wrap="square" lIns="0" tIns="0" rIns="0" bIns="0" rtlCol="0" anchor="ctr"/>
          <a:lstStyle/>
          <a:p>
            <a:pPr marL="0" indent="0" algn="ctr">
              <a:buNone/>
            </a:pPr>
            <a:r>
              <a:rPr lang="en-US" sz="1100" b="1" i="1" dirty="0">
                <a:solidFill>
                  <a:srgbClr val="FE6768"/>
                </a:solidFill>
                <a:latin typeface="Calibri" pitchFamily="34" charset="0"/>
                <a:ea typeface="Calibri" pitchFamily="34" charset="-122"/>
                <a:cs typeface="Calibri" pitchFamily="34" charset="-120"/>
              </a:rPr>
              <a:t>bap</a:t>
            </a:r>
            <a:endParaRPr lang="en-US" sz="1100" dirty="0"/>
          </a:p>
        </p:txBody>
      </p:sp>
      <p:sp>
        <p:nvSpPr>
          <p:cNvPr id="19" name="Text 17"/>
          <p:cNvSpPr/>
          <p:nvPr/>
        </p:nvSpPr>
        <p:spPr>
          <a:xfrm>
            <a:off x="4663440" y="5806440"/>
            <a:ext cx="169164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arroz / comida</a:t>
            </a:r>
            <a:endParaRPr lang="en-US" sz="1000" dirty="0"/>
          </a:p>
        </p:txBody>
      </p:sp>
      <p:sp>
        <p:nvSpPr>
          <p:cNvPr id="20" name="Text 18"/>
          <p:cNvSpPr/>
          <p:nvPr/>
        </p:nvSpPr>
        <p:spPr>
          <a:xfrm>
            <a:off x="6355080" y="4709160"/>
            <a:ext cx="1691640" cy="868680"/>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집</a:t>
            </a:r>
            <a:endParaRPr lang="en-US" sz="3600" dirty="0"/>
          </a:p>
        </p:txBody>
      </p:sp>
      <p:sp>
        <p:nvSpPr>
          <p:cNvPr id="21" name="Text 19"/>
          <p:cNvSpPr/>
          <p:nvPr/>
        </p:nvSpPr>
        <p:spPr>
          <a:xfrm>
            <a:off x="6355080" y="5532120"/>
            <a:ext cx="1691640" cy="274320"/>
          </a:xfrm>
          <a:prstGeom prst="rect">
            <a:avLst/>
          </a:prstGeom>
          <a:noFill/>
          <a:ln/>
        </p:spPr>
        <p:txBody>
          <a:bodyPr wrap="square" lIns="0" tIns="0" rIns="0" bIns="0" rtlCol="0" anchor="ctr"/>
          <a:lstStyle/>
          <a:p>
            <a:pPr marL="0" indent="0" algn="ctr">
              <a:buNone/>
            </a:pPr>
            <a:r>
              <a:rPr lang="en-US" sz="1100" b="1" i="1" dirty="0">
                <a:solidFill>
                  <a:srgbClr val="FE6768"/>
                </a:solidFill>
                <a:latin typeface="Calibri" pitchFamily="34" charset="0"/>
                <a:ea typeface="Calibri" pitchFamily="34" charset="-122"/>
                <a:cs typeface="Calibri" pitchFamily="34" charset="-120"/>
              </a:rPr>
              <a:t>jip</a:t>
            </a:r>
            <a:endParaRPr lang="en-US" sz="1100" dirty="0"/>
          </a:p>
        </p:txBody>
      </p:sp>
      <p:sp>
        <p:nvSpPr>
          <p:cNvPr id="22" name="Text 20"/>
          <p:cNvSpPr/>
          <p:nvPr/>
        </p:nvSpPr>
        <p:spPr>
          <a:xfrm>
            <a:off x="6355080" y="5806440"/>
            <a:ext cx="169164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casa</a:t>
            </a:r>
            <a:endParaRPr lang="en-US" sz="1000" dirty="0"/>
          </a:p>
        </p:txBody>
      </p:sp>
      <p:sp>
        <p:nvSpPr>
          <p:cNvPr id="23" name="Text 21"/>
          <p:cNvSpPr/>
          <p:nvPr/>
        </p:nvSpPr>
        <p:spPr>
          <a:xfrm>
            <a:off x="8046720" y="4709160"/>
            <a:ext cx="1691640" cy="868680"/>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입</a:t>
            </a:r>
            <a:endParaRPr lang="en-US" sz="3600" dirty="0"/>
          </a:p>
        </p:txBody>
      </p:sp>
      <p:sp>
        <p:nvSpPr>
          <p:cNvPr id="24" name="Text 22"/>
          <p:cNvSpPr/>
          <p:nvPr/>
        </p:nvSpPr>
        <p:spPr>
          <a:xfrm>
            <a:off x="8046720" y="5532120"/>
            <a:ext cx="1691640" cy="274320"/>
          </a:xfrm>
          <a:prstGeom prst="rect">
            <a:avLst/>
          </a:prstGeom>
          <a:noFill/>
          <a:ln/>
        </p:spPr>
        <p:txBody>
          <a:bodyPr wrap="square" lIns="0" tIns="0" rIns="0" bIns="0" rtlCol="0" anchor="ctr"/>
          <a:lstStyle/>
          <a:p>
            <a:pPr marL="0" indent="0" algn="ctr">
              <a:buNone/>
            </a:pPr>
            <a:r>
              <a:rPr lang="en-US" sz="1100" b="1" i="1" dirty="0">
                <a:solidFill>
                  <a:srgbClr val="FE6768"/>
                </a:solidFill>
                <a:latin typeface="Calibri" pitchFamily="34" charset="0"/>
                <a:ea typeface="Calibri" pitchFamily="34" charset="-122"/>
                <a:cs typeface="Calibri" pitchFamily="34" charset="-120"/>
              </a:rPr>
              <a:t>ip</a:t>
            </a:r>
            <a:endParaRPr lang="en-US" sz="1100" dirty="0"/>
          </a:p>
        </p:txBody>
      </p:sp>
      <p:sp>
        <p:nvSpPr>
          <p:cNvPr id="25" name="Text 23"/>
          <p:cNvSpPr/>
          <p:nvPr/>
        </p:nvSpPr>
        <p:spPr>
          <a:xfrm>
            <a:off x="8046720" y="5806440"/>
            <a:ext cx="169164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boca</a:t>
            </a:r>
            <a:endParaRPr lang="en-US" sz="1000" dirty="0"/>
          </a:p>
        </p:txBody>
      </p:sp>
      <p:sp>
        <p:nvSpPr>
          <p:cNvPr id="26" name="Text 24"/>
          <p:cNvSpPr/>
          <p:nvPr/>
        </p:nvSpPr>
        <p:spPr>
          <a:xfrm>
            <a:off x="9738360" y="4709160"/>
            <a:ext cx="1691640" cy="868680"/>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잎</a:t>
            </a:r>
            <a:endParaRPr lang="en-US" sz="3600" dirty="0"/>
          </a:p>
        </p:txBody>
      </p:sp>
      <p:sp>
        <p:nvSpPr>
          <p:cNvPr id="27" name="Text 25"/>
          <p:cNvSpPr/>
          <p:nvPr/>
        </p:nvSpPr>
        <p:spPr>
          <a:xfrm>
            <a:off x="9738360" y="5532120"/>
            <a:ext cx="1691640" cy="274320"/>
          </a:xfrm>
          <a:prstGeom prst="rect">
            <a:avLst/>
          </a:prstGeom>
          <a:noFill/>
          <a:ln/>
        </p:spPr>
        <p:txBody>
          <a:bodyPr wrap="square" lIns="0" tIns="0" rIns="0" bIns="0" rtlCol="0" anchor="ctr"/>
          <a:lstStyle/>
          <a:p>
            <a:pPr marL="0" indent="0" algn="ctr">
              <a:buNone/>
            </a:pPr>
            <a:r>
              <a:rPr lang="en-US" sz="1100" b="1" i="1" dirty="0">
                <a:solidFill>
                  <a:srgbClr val="FE6768"/>
                </a:solidFill>
                <a:latin typeface="Calibri" pitchFamily="34" charset="0"/>
                <a:ea typeface="Calibri" pitchFamily="34" charset="-122"/>
                <a:cs typeface="Calibri" pitchFamily="34" charset="-120"/>
              </a:rPr>
              <a:t>ip</a:t>
            </a:r>
            <a:endParaRPr lang="en-US" sz="1100" dirty="0"/>
          </a:p>
        </p:txBody>
      </p:sp>
      <p:sp>
        <p:nvSpPr>
          <p:cNvPr id="28" name="Text 26"/>
          <p:cNvSpPr/>
          <p:nvPr/>
        </p:nvSpPr>
        <p:spPr>
          <a:xfrm>
            <a:off x="9738360" y="5806440"/>
            <a:ext cx="169164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hoja</a:t>
            </a:r>
            <a:endParaRPr lang="en-US" sz="1000" dirty="0"/>
          </a:p>
        </p:txBody>
      </p:sp>
      <p:pic>
        <p:nvPicPr>
          <p:cNvPr id="29"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30" name="Text 27"/>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1" name="Text 28"/>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100</a:t>
            </a:r>
            <a:endParaRPr lang="en-US" sz="800" dirty="0"/>
          </a:p>
        </p:txBody>
      </p:sp>
    </p:spTree>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name="Slide 101">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§4.9 · SONIDO DE LA GARGANTA</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Sonido [ng]</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Atención: ¡al final de sílaba ㅇ SÍ suena! Como la "ng" del inglés "song".</a:t>
            </a:r>
            <a:endParaRPr lang="en-US" sz="1400" dirty="0"/>
          </a:p>
        </p:txBody>
      </p:sp>
      <p:sp>
        <p:nvSpPr>
          <p:cNvPr id="5" name="Shape 3"/>
          <p:cNvSpPr/>
          <p:nvPr/>
        </p:nvSpPr>
        <p:spPr>
          <a:xfrm>
            <a:off x="640080" y="2606040"/>
            <a:ext cx="3657600" cy="3657600"/>
          </a:xfrm>
          <a:prstGeom prst="roundRect">
            <a:avLst>
              <a:gd name="adj" fmla="val 6250"/>
            </a:avLst>
          </a:prstGeom>
          <a:solidFill>
            <a:srgbClr val="4036ED"/>
          </a:solidFill>
          <a:ln w="12700">
            <a:solidFill>
              <a:srgbClr val="4036ED"/>
            </a:solidFill>
            <a:prstDash val="solid"/>
          </a:ln>
        </p:spPr>
      </p:sp>
      <p:sp>
        <p:nvSpPr>
          <p:cNvPr id="6" name="Text 4"/>
          <p:cNvSpPr/>
          <p:nvPr/>
        </p:nvSpPr>
        <p:spPr>
          <a:xfrm>
            <a:off x="640080" y="2743200"/>
            <a:ext cx="3657600" cy="320040"/>
          </a:xfrm>
          <a:prstGeom prst="rect">
            <a:avLst/>
          </a:prstGeom>
          <a:noFill/>
          <a:ln/>
        </p:spPr>
        <p:txBody>
          <a:bodyPr wrap="square" lIns="0" tIns="0" rIns="0" bIns="0" rtlCol="0" anchor="ctr"/>
          <a:lstStyle/>
          <a:p>
            <a:pPr marL="0" indent="0" algn="ctr">
              <a:buNone/>
            </a:pPr>
            <a:r>
              <a:rPr lang="en-US" sz="1100" b="1" kern="0" spc="500" dirty="0">
                <a:solidFill>
                  <a:srgbClr val="EDE8FF"/>
                </a:solidFill>
                <a:latin typeface="Calibri" pitchFamily="34" charset="0"/>
                <a:ea typeface="Calibri" pitchFamily="34" charset="-122"/>
                <a:cs typeface="Calibri" pitchFamily="34" charset="-120"/>
              </a:rPr>
              <a:t>SONIDO 7</a:t>
            </a:r>
            <a:endParaRPr lang="en-US" sz="1100" dirty="0"/>
          </a:p>
        </p:txBody>
      </p:sp>
      <p:sp>
        <p:nvSpPr>
          <p:cNvPr id="7" name="Text 5"/>
          <p:cNvSpPr/>
          <p:nvPr/>
        </p:nvSpPr>
        <p:spPr>
          <a:xfrm>
            <a:off x="640080" y="3017520"/>
            <a:ext cx="3657600" cy="1554480"/>
          </a:xfrm>
          <a:prstGeom prst="rect">
            <a:avLst/>
          </a:prstGeom>
          <a:noFill/>
          <a:ln/>
        </p:spPr>
        <p:txBody>
          <a:bodyPr wrap="square" lIns="0" tIns="0" rIns="0" bIns="0" rtlCol="0" anchor="ctr"/>
          <a:lstStyle/>
          <a:p>
            <a:pPr marL="0" indent="0" algn="ctr">
              <a:buNone/>
            </a:pPr>
            <a:r>
              <a:rPr lang="en-US" sz="13000" b="1" dirty="0">
                <a:solidFill>
                  <a:srgbClr val="F6F6F6"/>
                </a:solidFill>
                <a:latin typeface="Malgun Gothic" pitchFamily="34" charset="0"/>
                <a:ea typeface="Malgun Gothic" pitchFamily="34" charset="-122"/>
                <a:cs typeface="Malgun Gothic" pitchFamily="34" charset="-120"/>
              </a:rPr>
              <a:t>ㅇ</a:t>
            </a:r>
            <a:endParaRPr lang="en-US" sz="13000" dirty="0"/>
          </a:p>
        </p:txBody>
      </p:sp>
      <p:sp>
        <p:nvSpPr>
          <p:cNvPr id="8" name="Text 6"/>
          <p:cNvSpPr/>
          <p:nvPr/>
        </p:nvSpPr>
        <p:spPr>
          <a:xfrm>
            <a:off x="640080" y="4617720"/>
            <a:ext cx="3657600" cy="457200"/>
          </a:xfrm>
          <a:prstGeom prst="rect">
            <a:avLst/>
          </a:prstGeom>
          <a:noFill/>
          <a:ln/>
        </p:spPr>
        <p:txBody>
          <a:bodyPr wrap="square" lIns="0" tIns="0" rIns="0" bIns="0" rtlCol="0" anchor="ctr"/>
          <a:lstStyle/>
          <a:p>
            <a:pPr marL="0" indent="0" algn="ctr">
              <a:buNone/>
            </a:pPr>
            <a:r>
              <a:rPr lang="en-US" sz="3200" b="1" i="1" dirty="0">
                <a:solidFill>
                  <a:srgbClr val="F6F6F6"/>
                </a:solidFill>
                <a:latin typeface="Calibri" pitchFamily="34" charset="0"/>
                <a:ea typeface="Calibri" pitchFamily="34" charset="-122"/>
                <a:cs typeface="Calibri" pitchFamily="34" charset="-120"/>
              </a:rPr>
              <a:t>[ng]</a:t>
            </a:r>
            <a:endParaRPr lang="en-US" sz="3200" dirty="0"/>
          </a:p>
        </p:txBody>
      </p:sp>
      <p:sp>
        <p:nvSpPr>
          <p:cNvPr id="9" name="Text 7"/>
          <p:cNvSpPr/>
          <p:nvPr/>
        </p:nvSpPr>
        <p:spPr>
          <a:xfrm>
            <a:off x="640080" y="5074920"/>
            <a:ext cx="3657600" cy="365760"/>
          </a:xfrm>
          <a:prstGeom prst="rect">
            <a:avLst/>
          </a:prstGeom>
          <a:noFill/>
          <a:ln/>
        </p:spPr>
        <p:txBody>
          <a:bodyPr wrap="square" lIns="0" tIns="0" rIns="0" bIns="0" rtlCol="0" anchor="ctr"/>
          <a:lstStyle/>
          <a:p>
            <a:pPr marL="0" indent="0" algn="ctr">
              <a:buNone/>
            </a:pPr>
            <a:r>
              <a:rPr lang="en-US" sz="1200" b="1" kern="0" spc="300" dirty="0">
                <a:solidFill>
                  <a:srgbClr val="EDE8FF"/>
                </a:solidFill>
                <a:latin typeface="Calibri" pitchFamily="34" charset="0"/>
                <a:ea typeface="Calibri" pitchFamily="34" charset="-122"/>
                <a:cs typeface="Calibri" pitchFamily="34" charset="-120"/>
              </a:rPr>
              <a:t>후음 · GARGANTA</a:t>
            </a:r>
            <a:endParaRPr lang="en-US" sz="1200" dirty="0"/>
          </a:p>
        </p:txBody>
      </p:sp>
      <p:sp>
        <p:nvSpPr>
          <p:cNvPr id="10" name="Text 8"/>
          <p:cNvSpPr/>
          <p:nvPr/>
        </p:nvSpPr>
        <p:spPr>
          <a:xfrm>
            <a:off x="640080" y="5440680"/>
            <a:ext cx="3657600" cy="640080"/>
          </a:xfrm>
          <a:prstGeom prst="rect">
            <a:avLst/>
          </a:prstGeom>
          <a:noFill/>
          <a:ln/>
        </p:spPr>
        <p:txBody>
          <a:bodyPr wrap="square" lIns="0" tIns="0" rIns="0" bIns="0" rtlCol="0" anchor="ctr"/>
          <a:lstStyle/>
          <a:p>
            <a:pPr marL="0" indent="0" algn="ctr">
              <a:buNone/>
            </a:pPr>
            <a:r>
              <a:rPr lang="en-US" sz="1100" i="1" dirty="0">
                <a:solidFill>
                  <a:srgbClr val="EDE8FF"/>
                </a:solidFill>
                <a:latin typeface="Calibri" pitchFamily="34" charset="0"/>
                <a:ea typeface="Calibri" pitchFamily="34" charset="-122"/>
                <a:cs typeface="Calibri" pitchFamily="34" charset="-120"/>
              </a:rPr>
              <a:t>El aire sale por la nariz mientras la lengua se levanta atrás.</a:t>
            </a:r>
            <a:endParaRPr lang="en-US" sz="1100" dirty="0"/>
          </a:p>
        </p:txBody>
      </p:sp>
      <p:sp>
        <p:nvSpPr>
          <p:cNvPr id="11" name="Shape 9"/>
          <p:cNvSpPr/>
          <p:nvPr/>
        </p:nvSpPr>
        <p:spPr>
          <a:xfrm>
            <a:off x="4526280" y="2606040"/>
            <a:ext cx="7040880" cy="1463040"/>
          </a:xfrm>
          <a:prstGeom prst="roundRect">
            <a:avLst>
              <a:gd name="adj" fmla="val 9375"/>
            </a:avLst>
          </a:prstGeom>
          <a:solidFill>
            <a:srgbClr val="EDE8FF"/>
          </a:solidFill>
          <a:ln w="19050">
            <a:solidFill>
              <a:srgbClr val="4036ED"/>
            </a:solidFill>
            <a:prstDash val="solid"/>
          </a:ln>
        </p:spPr>
      </p:sp>
      <p:sp>
        <p:nvSpPr>
          <p:cNvPr id="12" name="Text 10"/>
          <p:cNvSpPr/>
          <p:nvPr/>
        </p:nvSpPr>
        <p:spPr>
          <a:xfrm>
            <a:off x="4526280" y="2743200"/>
            <a:ext cx="7040880" cy="274320"/>
          </a:xfrm>
          <a:prstGeom prst="rect">
            <a:avLst/>
          </a:prstGeom>
          <a:noFill/>
          <a:ln/>
        </p:spPr>
        <p:txBody>
          <a:bodyPr wrap="square" lIns="0" tIns="0" rIns="0" bIns="0" rtlCol="0" anchor="ctr"/>
          <a:lstStyle/>
          <a:p>
            <a:pPr marL="0" indent="0" algn="ctr">
              <a:buNone/>
            </a:pPr>
            <a:r>
              <a:rPr lang="en-US" sz="1000" b="1" kern="0" spc="400" dirty="0">
                <a:solidFill>
                  <a:srgbClr val="4036ED"/>
                </a:solidFill>
                <a:latin typeface="Calibri" pitchFamily="34" charset="0"/>
                <a:ea typeface="Calibri" pitchFamily="34" charset="-122"/>
                <a:cs typeface="Calibri" pitchFamily="34" charset="-120"/>
              </a:rPr>
              <a:t>LETRAS QUE SE PRONUNCIAN ASÍ</a:t>
            </a:r>
            <a:endParaRPr lang="en-US" sz="1000" dirty="0"/>
          </a:p>
        </p:txBody>
      </p:sp>
      <p:sp>
        <p:nvSpPr>
          <p:cNvPr id="13" name="Text 11"/>
          <p:cNvSpPr/>
          <p:nvPr/>
        </p:nvSpPr>
        <p:spPr>
          <a:xfrm>
            <a:off x="5074920" y="3108960"/>
            <a:ext cx="5943600" cy="91440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ㅇ</a:t>
            </a:r>
            <a:endParaRPr lang="en-US" sz="5000" dirty="0"/>
          </a:p>
        </p:txBody>
      </p:sp>
      <p:sp>
        <p:nvSpPr>
          <p:cNvPr id="14" name="Shape 12"/>
          <p:cNvSpPr/>
          <p:nvPr/>
        </p:nvSpPr>
        <p:spPr>
          <a:xfrm>
            <a:off x="4526280" y="4206240"/>
            <a:ext cx="7040880" cy="2057400"/>
          </a:xfrm>
          <a:prstGeom prst="roundRect">
            <a:avLst>
              <a:gd name="adj" fmla="val 6667"/>
            </a:avLst>
          </a:prstGeom>
          <a:solidFill>
            <a:srgbClr val="F6F6F6"/>
          </a:solidFill>
          <a:ln w="19050">
            <a:solidFill>
              <a:srgbClr val="4036ED"/>
            </a:solidFill>
            <a:prstDash val="solid"/>
          </a:ln>
        </p:spPr>
      </p:sp>
      <p:sp>
        <p:nvSpPr>
          <p:cNvPr id="15" name="Text 13"/>
          <p:cNvSpPr/>
          <p:nvPr/>
        </p:nvSpPr>
        <p:spPr>
          <a:xfrm>
            <a:off x="4526280" y="4343400"/>
            <a:ext cx="7040880" cy="274320"/>
          </a:xfrm>
          <a:prstGeom prst="rect">
            <a:avLst/>
          </a:prstGeom>
          <a:noFill/>
          <a:ln/>
        </p:spPr>
        <p:txBody>
          <a:bodyPr wrap="square" lIns="0" tIns="0" rIns="0" bIns="0" rtlCol="0" anchor="ctr"/>
          <a:lstStyle/>
          <a:p>
            <a:pPr marL="0" indent="0" algn="ctr">
              <a:buNone/>
            </a:pPr>
            <a:r>
              <a:rPr lang="en-US" sz="1000" b="1" kern="0" spc="400" dirty="0">
                <a:solidFill>
                  <a:srgbClr val="4036ED"/>
                </a:solidFill>
                <a:latin typeface="Calibri" pitchFamily="34" charset="0"/>
                <a:ea typeface="Calibri" pitchFamily="34" charset="-122"/>
                <a:cs typeface="Calibri" pitchFamily="34" charset="-120"/>
              </a:rPr>
              <a:t>PALABRAS DE PRÁCTICA</a:t>
            </a:r>
            <a:endParaRPr lang="en-US" sz="1000" dirty="0"/>
          </a:p>
        </p:txBody>
      </p:sp>
      <p:sp>
        <p:nvSpPr>
          <p:cNvPr id="16" name="Text 14"/>
          <p:cNvSpPr/>
          <p:nvPr/>
        </p:nvSpPr>
        <p:spPr>
          <a:xfrm>
            <a:off x="4663440" y="4709160"/>
            <a:ext cx="1691640" cy="868680"/>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강</a:t>
            </a:r>
            <a:endParaRPr lang="en-US" sz="3600" dirty="0"/>
          </a:p>
        </p:txBody>
      </p:sp>
      <p:sp>
        <p:nvSpPr>
          <p:cNvPr id="17" name="Text 15"/>
          <p:cNvSpPr/>
          <p:nvPr/>
        </p:nvSpPr>
        <p:spPr>
          <a:xfrm>
            <a:off x="4663440" y="5532120"/>
            <a:ext cx="1691640" cy="274320"/>
          </a:xfrm>
          <a:prstGeom prst="rect">
            <a:avLst/>
          </a:prstGeom>
          <a:noFill/>
          <a:ln/>
        </p:spPr>
        <p:txBody>
          <a:bodyPr wrap="square" lIns="0" tIns="0" rIns="0" bIns="0" rtlCol="0" anchor="ctr"/>
          <a:lstStyle/>
          <a:p>
            <a:pPr marL="0" indent="0" algn="ctr">
              <a:buNone/>
            </a:pPr>
            <a:r>
              <a:rPr lang="en-US" sz="1100" b="1" i="1" dirty="0">
                <a:solidFill>
                  <a:srgbClr val="4036ED"/>
                </a:solidFill>
                <a:latin typeface="Calibri" pitchFamily="34" charset="0"/>
                <a:ea typeface="Calibri" pitchFamily="34" charset="-122"/>
                <a:cs typeface="Calibri" pitchFamily="34" charset="-120"/>
              </a:rPr>
              <a:t>gang</a:t>
            </a:r>
            <a:endParaRPr lang="en-US" sz="1100" dirty="0"/>
          </a:p>
        </p:txBody>
      </p:sp>
      <p:sp>
        <p:nvSpPr>
          <p:cNvPr id="18" name="Text 16"/>
          <p:cNvSpPr/>
          <p:nvPr/>
        </p:nvSpPr>
        <p:spPr>
          <a:xfrm>
            <a:off x="4663440" y="5806440"/>
            <a:ext cx="169164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río</a:t>
            </a:r>
            <a:endParaRPr lang="en-US" sz="1000" dirty="0"/>
          </a:p>
        </p:txBody>
      </p:sp>
      <p:sp>
        <p:nvSpPr>
          <p:cNvPr id="19" name="Text 17"/>
          <p:cNvSpPr/>
          <p:nvPr/>
        </p:nvSpPr>
        <p:spPr>
          <a:xfrm>
            <a:off x="6355080" y="4709160"/>
            <a:ext cx="1691640" cy="868680"/>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공</a:t>
            </a:r>
            <a:endParaRPr lang="en-US" sz="3600" dirty="0"/>
          </a:p>
        </p:txBody>
      </p:sp>
      <p:sp>
        <p:nvSpPr>
          <p:cNvPr id="20" name="Text 18"/>
          <p:cNvSpPr/>
          <p:nvPr/>
        </p:nvSpPr>
        <p:spPr>
          <a:xfrm>
            <a:off x="6355080" y="5532120"/>
            <a:ext cx="1691640" cy="274320"/>
          </a:xfrm>
          <a:prstGeom prst="rect">
            <a:avLst/>
          </a:prstGeom>
          <a:noFill/>
          <a:ln/>
        </p:spPr>
        <p:txBody>
          <a:bodyPr wrap="square" lIns="0" tIns="0" rIns="0" bIns="0" rtlCol="0" anchor="ctr"/>
          <a:lstStyle/>
          <a:p>
            <a:pPr marL="0" indent="0" algn="ctr">
              <a:buNone/>
            </a:pPr>
            <a:r>
              <a:rPr lang="en-US" sz="1100" b="1" i="1" dirty="0">
                <a:solidFill>
                  <a:srgbClr val="4036ED"/>
                </a:solidFill>
                <a:latin typeface="Calibri" pitchFamily="34" charset="0"/>
                <a:ea typeface="Calibri" pitchFamily="34" charset="-122"/>
                <a:cs typeface="Calibri" pitchFamily="34" charset="-120"/>
              </a:rPr>
              <a:t>gong</a:t>
            </a:r>
            <a:endParaRPr lang="en-US" sz="1100" dirty="0"/>
          </a:p>
        </p:txBody>
      </p:sp>
      <p:sp>
        <p:nvSpPr>
          <p:cNvPr id="21" name="Text 19"/>
          <p:cNvSpPr/>
          <p:nvPr/>
        </p:nvSpPr>
        <p:spPr>
          <a:xfrm>
            <a:off x="6355080" y="5806440"/>
            <a:ext cx="169164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pelota</a:t>
            </a:r>
            <a:endParaRPr lang="en-US" sz="1000" dirty="0"/>
          </a:p>
        </p:txBody>
      </p:sp>
      <p:sp>
        <p:nvSpPr>
          <p:cNvPr id="22" name="Text 20"/>
          <p:cNvSpPr/>
          <p:nvPr/>
        </p:nvSpPr>
        <p:spPr>
          <a:xfrm>
            <a:off x="8046720" y="4709160"/>
            <a:ext cx="1691640" cy="868680"/>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병</a:t>
            </a:r>
            <a:endParaRPr lang="en-US" sz="3600" dirty="0"/>
          </a:p>
        </p:txBody>
      </p:sp>
      <p:sp>
        <p:nvSpPr>
          <p:cNvPr id="23" name="Text 21"/>
          <p:cNvSpPr/>
          <p:nvPr/>
        </p:nvSpPr>
        <p:spPr>
          <a:xfrm>
            <a:off x="8046720" y="5532120"/>
            <a:ext cx="1691640" cy="274320"/>
          </a:xfrm>
          <a:prstGeom prst="rect">
            <a:avLst/>
          </a:prstGeom>
          <a:noFill/>
          <a:ln/>
        </p:spPr>
        <p:txBody>
          <a:bodyPr wrap="square" lIns="0" tIns="0" rIns="0" bIns="0" rtlCol="0" anchor="ctr"/>
          <a:lstStyle/>
          <a:p>
            <a:pPr marL="0" indent="0" algn="ctr">
              <a:buNone/>
            </a:pPr>
            <a:r>
              <a:rPr lang="en-US" sz="1100" b="1" i="1" dirty="0">
                <a:solidFill>
                  <a:srgbClr val="4036ED"/>
                </a:solidFill>
                <a:latin typeface="Calibri" pitchFamily="34" charset="0"/>
                <a:ea typeface="Calibri" pitchFamily="34" charset="-122"/>
                <a:cs typeface="Calibri" pitchFamily="34" charset="-120"/>
              </a:rPr>
              <a:t>byeong</a:t>
            </a:r>
            <a:endParaRPr lang="en-US" sz="1100" dirty="0"/>
          </a:p>
        </p:txBody>
      </p:sp>
      <p:sp>
        <p:nvSpPr>
          <p:cNvPr id="24" name="Text 22"/>
          <p:cNvSpPr/>
          <p:nvPr/>
        </p:nvSpPr>
        <p:spPr>
          <a:xfrm>
            <a:off x="8046720" y="5806440"/>
            <a:ext cx="169164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botella</a:t>
            </a:r>
            <a:endParaRPr lang="en-US" sz="1000" dirty="0"/>
          </a:p>
        </p:txBody>
      </p:sp>
      <p:sp>
        <p:nvSpPr>
          <p:cNvPr id="25" name="Text 23"/>
          <p:cNvSpPr/>
          <p:nvPr/>
        </p:nvSpPr>
        <p:spPr>
          <a:xfrm>
            <a:off x="9738360" y="4709160"/>
            <a:ext cx="1691640" cy="868680"/>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학생</a:t>
            </a:r>
            <a:endParaRPr lang="en-US" sz="3600" dirty="0"/>
          </a:p>
        </p:txBody>
      </p:sp>
      <p:sp>
        <p:nvSpPr>
          <p:cNvPr id="26" name="Text 24"/>
          <p:cNvSpPr/>
          <p:nvPr/>
        </p:nvSpPr>
        <p:spPr>
          <a:xfrm>
            <a:off x="9738360" y="5532120"/>
            <a:ext cx="1691640" cy="274320"/>
          </a:xfrm>
          <a:prstGeom prst="rect">
            <a:avLst/>
          </a:prstGeom>
          <a:noFill/>
          <a:ln/>
        </p:spPr>
        <p:txBody>
          <a:bodyPr wrap="square" lIns="0" tIns="0" rIns="0" bIns="0" rtlCol="0" anchor="ctr"/>
          <a:lstStyle/>
          <a:p>
            <a:pPr marL="0" indent="0" algn="ctr">
              <a:buNone/>
            </a:pPr>
            <a:r>
              <a:rPr lang="en-US" sz="1100" b="1" i="1" dirty="0">
                <a:solidFill>
                  <a:srgbClr val="4036ED"/>
                </a:solidFill>
                <a:latin typeface="Calibri" pitchFamily="34" charset="0"/>
                <a:ea typeface="Calibri" pitchFamily="34" charset="-122"/>
                <a:cs typeface="Calibri" pitchFamily="34" charset="-120"/>
              </a:rPr>
              <a:t>haksaeng</a:t>
            </a:r>
            <a:endParaRPr lang="en-US" sz="1100" dirty="0"/>
          </a:p>
        </p:txBody>
      </p:sp>
      <p:sp>
        <p:nvSpPr>
          <p:cNvPr id="27" name="Text 25"/>
          <p:cNvSpPr/>
          <p:nvPr/>
        </p:nvSpPr>
        <p:spPr>
          <a:xfrm>
            <a:off x="9738360" y="5806440"/>
            <a:ext cx="169164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estudiante</a:t>
            </a:r>
            <a:endParaRPr lang="en-US" sz="1000" dirty="0"/>
          </a:p>
        </p:txBody>
      </p:sp>
      <p:pic>
        <p:nvPicPr>
          <p:cNvPr id="28"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29" name="Text 2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0" name="Text 2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101</a:t>
            </a:r>
            <a:endParaRPr lang="en-US" sz="800" dirty="0"/>
          </a:p>
        </p:txBody>
      </p:sp>
    </p:spTree>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name="Slide 102">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§4.10</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Tabla maestra · 27 letras → 7 sonidos</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Cualquier consonante puede ir al fondo. Estas son las equivalencias.</a:t>
            </a:r>
            <a:endParaRPr lang="en-US" sz="1400" dirty="0"/>
          </a:p>
        </p:txBody>
      </p:sp>
      <p:sp>
        <p:nvSpPr>
          <p:cNvPr id="5" name="Text 3"/>
          <p:cNvSpPr/>
          <p:nvPr/>
        </p:nvSpPr>
        <p:spPr>
          <a:xfrm>
            <a:off x="1371600" y="2468880"/>
            <a:ext cx="1280160" cy="365760"/>
          </a:xfrm>
          <a:prstGeom prst="rect">
            <a:avLst/>
          </a:prstGeom>
          <a:noFill/>
          <a:ln/>
        </p:spPr>
        <p:txBody>
          <a:bodyPr wrap="square" lIns="0" tIns="0" rIns="0" bIns="0" rtlCol="0" anchor="ctr"/>
          <a:lstStyle/>
          <a:p>
            <a:pPr marL="0" indent="0" algn="ctr">
              <a:buNone/>
            </a:pPr>
            <a:r>
              <a:rPr lang="en-US" sz="1000" b="1" kern="0" spc="400" dirty="0">
                <a:solidFill>
                  <a:srgbClr val="4A4A55"/>
                </a:solidFill>
                <a:latin typeface="Calibri" pitchFamily="34" charset="0"/>
                <a:ea typeface="Calibri" pitchFamily="34" charset="-122"/>
                <a:cs typeface="Calibri" pitchFamily="34" charset="-120"/>
              </a:rPr>
              <a:t>SONIDO</a:t>
            </a:r>
            <a:endParaRPr lang="en-US" sz="1000" dirty="0"/>
          </a:p>
        </p:txBody>
      </p:sp>
      <p:sp>
        <p:nvSpPr>
          <p:cNvPr id="6" name="Text 4"/>
          <p:cNvSpPr/>
          <p:nvPr/>
        </p:nvSpPr>
        <p:spPr>
          <a:xfrm>
            <a:off x="2651760" y="2468880"/>
            <a:ext cx="1280160" cy="365760"/>
          </a:xfrm>
          <a:prstGeom prst="rect">
            <a:avLst/>
          </a:prstGeom>
          <a:noFill/>
          <a:ln/>
        </p:spPr>
        <p:txBody>
          <a:bodyPr wrap="square" lIns="0" tIns="0" rIns="0" bIns="0" rtlCol="0" anchor="ctr"/>
          <a:lstStyle/>
          <a:p>
            <a:pPr marL="0" indent="0" algn="ctr">
              <a:buNone/>
            </a:pPr>
            <a:r>
              <a:rPr lang="en-US" sz="1000" b="1" kern="0" spc="400" dirty="0">
                <a:solidFill>
                  <a:srgbClr val="4A4A55"/>
                </a:solidFill>
                <a:latin typeface="Calibri" pitchFamily="34" charset="0"/>
                <a:ea typeface="Calibri" pitchFamily="34" charset="-122"/>
                <a:cs typeface="Calibri" pitchFamily="34" charset="-120"/>
              </a:rPr>
              <a:t>SE LEE</a:t>
            </a:r>
            <a:endParaRPr lang="en-US" sz="1000" dirty="0"/>
          </a:p>
        </p:txBody>
      </p:sp>
      <p:sp>
        <p:nvSpPr>
          <p:cNvPr id="7" name="Text 5"/>
          <p:cNvSpPr/>
          <p:nvPr/>
        </p:nvSpPr>
        <p:spPr>
          <a:xfrm>
            <a:off x="3931920" y="2468880"/>
            <a:ext cx="5943600" cy="365760"/>
          </a:xfrm>
          <a:prstGeom prst="rect">
            <a:avLst/>
          </a:prstGeom>
          <a:noFill/>
          <a:ln/>
        </p:spPr>
        <p:txBody>
          <a:bodyPr wrap="square" lIns="0" tIns="0" rIns="0" bIns="0" rtlCol="0" anchor="ctr"/>
          <a:lstStyle/>
          <a:p>
            <a:pPr marL="0" indent="0" algn="ctr">
              <a:buNone/>
            </a:pPr>
            <a:r>
              <a:rPr lang="en-US" sz="1000" b="1" kern="0" spc="400" dirty="0">
                <a:solidFill>
                  <a:srgbClr val="4A4A55"/>
                </a:solidFill>
                <a:latin typeface="Calibri" pitchFamily="34" charset="0"/>
                <a:ea typeface="Calibri" pitchFamily="34" charset="-122"/>
                <a:cs typeface="Calibri" pitchFamily="34" charset="-120"/>
              </a:rPr>
              <a:t>LETRAS QUE LO PRODUCEN</a:t>
            </a:r>
            <a:endParaRPr lang="en-US" sz="1000" dirty="0"/>
          </a:p>
        </p:txBody>
      </p:sp>
      <p:sp>
        <p:nvSpPr>
          <p:cNvPr id="8" name="Text 6"/>
          <p:cNvSpPr/>
          <p:nvPr/>
        </p:nvSpPr>
        <p:spPr>
          <a:xfrm>
            <a:off x="9875520" y="2468880"/>
            <a:ext cx="822960" cy="365760"/>
          </a:xfrm>
          <a:prstGeom prst="rect">
            <a:avLst/>
          </a:prstGeom>
          <a:noFill/>
          <a:ln/>
        </p:spPr>
        <p:txBody>
          <a:bodyPr wrap="square" lIns="0" tIns="0" rIns="0" bIns="0" rtlCol="0" anchor="ctr"/>
          <a:lstStyle/>
          <a:p>
            <a:pPr marL="0" indent="0" algn="ctr">
              <a:buNone/>
            </a:pPr>
            <a:r>
              <a:rPr lang="en-US" sz="1000" b="1" kern="0" spc="400" dirty="0">
                <a:solidFill>
                  <a:srgbClr val="4A4A55"/>
                </a:solidFill>
                <a:latin typeface="Calibri" pitchFamily="34" charset="0"/>
                <a:ea typeface="Calibri" pitchFamily="34" charset="-122"/>
                <a:cs typeface="Calibri" pitchFamily="34" charset="-120"/>
              </a:rPr>
              <a:t>#</a:t>
            </a:r>
            <a:endParaRPr lang="en-US" sz="1000" dirty="0"/>
          </a:p>
        </p:txBody>
      </p:sp>
      <p:sp>
        <p:nvSpPr>
          <p:cNvPr id="9" name="Shape 7"/>
          <p:cNvSpPr/>
          <p:nvPr/>
        </p:nvSpPr>
        <p:spPr>
          <a:xfrm>
            <a:off x="1371600" y="2926080"/>
            <a:ext cx="1234440" cy="475488"/>
          </a:xfrm>
          <a:prstGeom prst="rect">
            <a:avLst/>
          </a:prstGeom>
          <a:solidFill>
            <a:srgbClr val="EDE8FF"/>
          </a:solidFill>
          <a:ln w="12700">
            <a:solidFill>
              <a:srgbClr val="4036ED"/>
            </a:solidFill>
            <a:prstDash val="solid"/>
          </a:ln>
        </p:spPr>
      </p:sp>
      <p:sp>
        <p:nvSpPr>
          <p:cNvPr id="10" name="Text 8"/>
          <p:cNvSpPr/>
          <p:nvPr/>
        </p:nvSpPr>
        <p:spPr>
          <a:xfrm>
            <a:off x="1371600" y="2926080"/>
            <a:ext cx="1234440" cy="475488"/>
          </a:xfrm>
          <a:prstGeom prst="rect">
            <a:avLst/>
          </a:prstGeom>
          <a:noFill/>
          <a:ln/>
        </p:spPr>
        <p:txBody>
          <a:bodyPr wrap="square" lIns="0" tIns="0" rIns="0" bIns="0" rtlCol="0" anchor="ctr"/>
          <a:lstStyle/>
          <a:p>
            <a:pPr marL="0" indent="0" algn="ctr">
              <a:buNone/>
            </a:pPr>
            <a:r>
              <a:rPr lang="en-US" sz="2600" b="1" dirty="0">
                <a:solidFill>
                  <a:srgbClr val="4036ED"/>
                </a:solidFill>
                <a:latin typeface="Malgun Gothic" pitchFamily="34" charset="0"/>
                <a:ea typeface="Malgun Gothic" pitchFamily="34" charset="-122"/>
                <a:cs typeface="Malgun Gothic" pitchFamily="34" charset="-120"/>
              </a:rPr>
              <a:t>ㄱ</a:t>
            </a:r>
            <a:endParaRPr lang="en-US" sz="2600" dirty="0"/>
          </a:p>
        </p:txBody>
      </p:sp>
      <p:sp>
        <p:nvSpPr>
          <p:cNvPr id="11" name="Text 9"/>
          <p:cNvSpPr/>
          <p:nvPr/>
        </p:nvSpPr>
        <p:spPr>
          <a:xfrm>
            <a:off x="2651760" y="2926080"/>
            <a:ext cx="1234440" cy="475488"/>
          </a:xfrm>
          <a:prstGeom prst="rect">
            <a:avLst/>
          </a:prstGeom>
          <a:noFill/>
          <a:ln/>
        </p:spPr>
        <p:txBody>
          <a:bodyPr wrap="square" lIns="0" tIns="0" rIns="0" bIns="0" rtlCol="0" anchor="ctr"/>
          <a:lstStyle/>
          <a:p>
            <a:pPr marL="0" indent="0" algn="ctr">
              <a:buNone/>
            </a:pPr>
            <a:r>
              <a:rPr lang="en-US" sz="1800" b="1" i="1" dirty="0">
                <a:solidFill>
                  <a:srgbClr val="4036ED"/>
                </a:solidFill>
                <a:latin typeface="Calibri" pitchFamily="34" charset="0"/>
                <a:ea typeface="Calibri" pitchFamily="34" charset="-122"/>
                <a:cs typeface="Calibri" pitchFamily="34" charset="-120"/>
              </a:rPr>
              <a:t>[k]</a:t>
            </a:r>
            <a:endParaRPr lang="en-US" sz="1800" dirty="0"/>
          </a:p>
        </p:txBody>
      </p:sp>
      <p:sp>
        <p:nvSpPr>
          <p:cNvPr id="12" name="Text 10"/>
          <p:cNvSpPr/>
          <p:nvPr/>
        </p:nvSpPr>
        <p:spPr>
          <a:xfrm>
            <a:off x="3931920" y="2926080"/>
            <a:ext cx="5897880" cy="475488"/>
          </a:xfrm>
          <a:prstGeom prst="rect">
            <a:avLst/>
          </a:prstGeom>
          <a:noFill/>
          <a:ln/>
        </p:spPr>
        <p:txBody>
          <a:bodyPr wrap="square" lIns="0" tIns="0" rIns="0" bIns="0" rtlCol="0" anchor="ctr"/>
          <a:lstStyle/>
          <a:p>
            <a:pPr marL="0" indent="0" algn="ctr">
              <a:buNone/>
            </a:pPr>
            <a:r>
              <a:rPr lang="en-US" sz="2200" b="1" dirty="0">
                <a:solidFill>
                  <a:srgbClr val="1E1E2A"/>
                </a:solidFill>
                <a:latin typeface="Malgun Gothic" pitchFamily="34" charset="0"/>
                <a:ea typeface="Malgun Gothic" pitchFamily="34" charset="-122"/>
                <a:cs typeface="Malgun Gothic" pitchFamily="34" charset="-120"/>
              </a:rPr>
              <a:t>ㄱ  ㅋ  ㄲ</a:t>
            </a:r>
            <a:endParaRPr lang="en-US" sz="2200" dirty="0"/>
          </a:p>
        </p:txBody>
      </p:sp>
      <p:sp>
        <p:nvSpPr>
          <p:cNvPr id="13" name="Text 11"/>
          <p:cNvSpPr/>
          <p:nvPr/>
        </p:nvSpPr>
        <p:spPr>
          <a:xfrm>
            <a:off x="9875520" y="2926080"/>
            <a:ext cx="822960" cy="475488"/>
          </a:xfrm>
          <a:prstGeom prst="rect">
            <a:avLst/>
          </a:prstGeom>
          <a:noFill/>
          <a:ln/>
        </p:spPr>
        <p:txBody>
          <a:bodyPr wrap="square" lIns="0" tIns="0" rIns="0" bIns="0" rtlCol="0" anchor="ctr"/>
          <a:lstStyle/>
          <a:p>
            <a:pPr marL="0" indent="0" algn="ctr">
              <a:buNone/>
            </a:pPr>
            <a:r>
              <a:rPr lang="en-US" sz="1600" i="1" dirty="0">
                <a:solidFill>
                  <a:srgbClr val="4A4A55"/>
                </a:solidFill>
                <a:latin typeface="Calibri" pitchFamily="34" charset="0"/>
                <a:ea typeface="Calibri" pitchFamily="34" charset="-122"/>
                <a:cs typeface="Calibri" pitchFamily="34" charset="-120"/>
              </a:rPr>
              <a:t>3</a:t>
            </a:r>
            <a:endParaRPr lang="en-US" sz="1600" dirty="0"/>
          </a:p>
        </p:txBody>
      </p:sp>
      <p:sp>
        <p:nvSpPr>
          <p:cNvPr id="14" name="Shape 12"/>
          <p:cNvSpPr/>
          <p:nvPr/>
        </p:nvSpPr>
        <p:spPr>
          <a:xfrm>
            <a:off x="1371600" y="3474720"/>
            <a:ext cx="1234440" cy="475488"/>
          </a:xfrm>
          <a:prstGeom prst="rect">
            <a:avLst/>
          </a:prstGeom>
          <a:solidFill>
            <a:srgbClr val="EDE8FF"/>
          </a:solidFill>
          <a:ln w="12700">
            <a:solidFill>
              <a:srgbClr val="A79BFF"/>
            </a:solidFill>
            <a:prstDash val="solid"/>
          </a:ln>
        </p:spPr>
      </p:sp>
      <p:sp>
        <p:nvSpPr>
          <p:cNvPr id="15" name="Text 13"/>
          <p:cNvSpPr/>
          <p:nvPr/>
        </p:nvSpPr>
        <p:spPr>
          <a:xfrm>
            <a:off x="1371600" y="3474720"/>
            <a:ext cx="1234440" cy="475488"/>
          </a:xfrm>
          <a:prstGeom prst="rect">
            <a:avLst/>
          </a:prstGeom>
          <a:noFill/>
          <a:ln/>
        </p:spPr>
        <p:txBody>
          <a:bodyPr wrap="square" lIns="0" tIns="0" rIns="0" bIns="0" rtlCol="0" anchor="ctr"/>
          <a:lstStyle/>
          <a:p>
            <a:pPr marL="0" indent="0" algn="ctr">
              <a:buNone/>
            </a:pPr>
            <a:r>
              <a:rPr lang="en-US" sz="2600" b="1" dirty="0">
                <a:solidFill>
                  <a:srgbClr val="A79BFF"/>
                </a:solidFill>
                <a:latin typeface="Malgun Gothic" pitchFamily="34" charset="0"/>
                <a:ea typeface="Malgun Gothic" pitchFamily="34" charset="-122"/>
                <a:cs typeface="Malgun Gothic" pitchFamily="34" charset="-120"/>
              </a:rPr>
              <a:t>ㄴ</a:t>
            </a:r>
            <a:endParaRPr lang="en-US" sz="2600" dirty="0"/>
          </a:p>
        </p:txBody>
      </p:sp>
      <p:sp>
        <p:nvSpPr>
          <p:cNvPr id="16" name="Text 14"/>
          <p:cNvSpPr/>
          <p:nvPr/>
        </p:nvSpPr>
        <p:spPr>
          <a:xfrm>
            <a:off x="2651760" y="3474720"/>
            <a:ext cx="1234440" cy="475488"/>
          </a:xfrm>
          <a:prstGeom prst="rect">
            <a:avLst/>
          </a:prstGeom>
          <a:noFill/>
          <a:ln/>
        </p:spPr>
        <p:txBody>
          <a:bodyPr wrap="square" lIns="0" tIns="0" rIns="0" bIns="0" rtlCol="0" anchor="ctr"/>
          <a:lstStyle/>
          <a:p>
            <a:pPr marL="0" indent="0" algn="ctr">
              <a:buNone/>
            </a:pPr>
            <a:r>
              <a:rPr lang="en-US" sz="1800" b="1" i="1" dirty="0">
                <a:solidFill>
                  <a:srgbClr val="A79BFF"/>
                </a:solidFill>
                <a:latin typeface="Calibri" pitchFamily="34" charset="0"/>
                <a:ea typeface="Calibri" pitchFamily="34" charset="-122"/>
                <a:cs typeface="Calibri" pitchFamily="34" charset="-120"/>
              </a:rPr>
              <a:t>[n]</a:t>
            </a:r>
            <a:endParaRPr lang="en-US" sz="1800" dirty="0"/>
          </a:p>
        </p:txBody>
      </p:sp>
      <p:sp>
        <p:nvSpPr>
          <p:cNvPr id="17" name="Text 15"/>
          <p:cNvSpPr/>
          <p:nvPr/>
        </p:nvSpPr>
        <p:spPr>
          <a:xfrm>
            <a:off x="3931920" y="3474720"/>
            <a:ext cx="5897880" cy="475488"/>
          </a:xfrm>
          <a:prstGeom prst="rect">
            <a:avLst/>
          </a:prstGeom>
          <a:noFill/>
          <a:ln/>
        </p:spPr>
        <p:txBody>
          <a:bodyPr wrap="square" lIns="0" tIns="0" rIns="0" bIns="0" rtlCol="0" anchor="ctr"/>
          <a:lstStyle/>
          <a:p>
            <a:pPr marL="0" indent="0" algn="ctr">
              <a:buNone/>
            </a:pPr>
            <a:r>
              <a:rPr lang="en-US" sz="2200" b="1" dirty="0">
                <a:solidFill>
                  <a:srgbClr val="1E1E2A"/>
                </a:solidFill>
                <a:latin typeface="Malgun Gothic" pitchFamily="34" charset="0"/>
                <a:ea typeface="Malgun Gothic" pitchFamily="34" charset="-122"/>
                <a:cs typeface="Malgun Gothic" pitchFamily="34" charset="-120"/>
              </a:rPr>
              <a:t>ㄴ</a:t>
            </a:r>
            <a:endParaRPr lang="en-US" sz="2200" dirty="0"/>
          </a:p>
        </p:txBody>
      </p:sp>
      <p:sp>
        <p:nvSpPr>
          <p:cNvPr id="18" name="Text 16"/>
          <p:cNvSpPr/>
          <p:nvPr/>
        </p:nvSpPr>
        <p:spPr>
          <a:xfrm>
            <a:off x="9875520" y="3474720"/>
            <a:ext cx="822960" cy="475488"/>
          </a:xfrm>
          <a:prstGeom prst="rect">
            <a:avLst/>
          </a:prstGeom>
          <a:noFill/>
          <a:ln/>
        </p:spPr>
        <p:txBody>
          <a:bodyPr wrap="square" lIns="0" tIns="0" rIns="0" bIns="0" rtlCol="0" anchor="ctr"/>
          <a:lstStyle/>
          <a:p>
            <a:pPr marL="0" indent="0" algn="ctr">
              <a:buNone/>
            </a:pPr>
            <a:r>
              <a:rPr lang="en-US" sz="1600" i="1" dirty="0">
                <a:solidFill>
                  <a:srgbClr val="4A4A55"/>
                </a:solidFill>
                <a:latin typeface="Calibri" pitchFamily="34" charset="0"/>
                <a:ea typeface="Calibri" pitchFamily="34" charset="-122"/>
                <a:cs typeface="Calibri" pitchFamily="34" charset="-120"/>
              </a:rPr>
              <a:t>1</a:t>
            </a:r>
            <a:endParaRPr lang="en-US" sz="1600" dirty="0"/>
          </a:p>
        </p:txBody>
      </p:sp>
      <p:sp>
        <p:nvSpPr>
          <p:cNvPr id="19" name="Shape 17"/>
          <p:cNvSpPr/>
          <p:nvPr/>
        </p:nvSpPr>
        <p:spPr>
          <a:xfrm>
            <a:off x="1371600" y="4023360"/>
            <a:ext cx="1234440" cy="475488"/>
          </a:xfrm>
          <a:prstGeom prst="rect">
            <a:avLst/>
          </a:prstGeom>
          <a:solidFill>
            <a:srgbClr val="EDE8FF"/>
          </a:solidFill>
          <a:ln w="12700">
            <a:solidFill>
              <a:srgbClr val="A79BFF"/>
            </a:solidFill>
            <a:prstDash val="solid"/>
          </a:ln>
        </p:spPr>
      </p:sp>
      <p:sp>
        <p:nvSpPr>
          <p:cNvPr id="20" name="Text 18"/>
          <p:cNvSpPr/>
          <p:nvPr/>
        </p:nvSpPr>
        <p:spPr>
          <a:xfrm>
            <a:off x="1371600" y="4023360"/>
            <a:ext cx="1234440" cy="475488"/>
          </a:xfrm>
          <a:prstGeom prst="rect">
            <a:avLst/>
          </a:prstGeom>
          <a:noFill/>
          <a:ln/>
        </p:spPr>
        <p:txBody>
          <a:bodyPr wrap="square" lIns="0" tIns="0" rIns="0" bIns="0" rtlCol="0" anchor="ctr"/>
          <a:lstStyle/>
          <a:p>
            <a:pPr marL="0" indent="0" algn="ctr">
              <a:buNone/>
            </a:pPr>
            <a:r>
              <a:rPr lang="en-US" sz="2600" b="1" dirty="0">
                <a:solidFill>
                  <a:srgbClr val="A79BFF"/>
                </a:solidFill>
                <a:latin typeface="Malgun Gothic" pitchFamily="34" charset="0"/>
                <a:ea typeface="Malgun Gothic" pitchFamily="34" charset="-122"/>
                <a:cs typeface="Malgun Gothic" pitchFamily="34" charset="-120"/>
              </a:rPr>
              <a:t>ㄷ</a:t>
            </a:r>
            <a:endParaRPr lang="en-US" sz="2600" dirty="0"/>
          </a:p>
        </p:txBody>
      </p:sp>
      <p:sp>
        <p:nvSpPr>
          <p:cNvPr id="21" name="Text 19"/>
          <p:cNvSpPr/>
          <p:nvPr/>
        </p:nvSpPr>
        <p:spPr>
          <a:xfrm>
            <a:off x="2651760" y="4023360"/>
            <a:ext cx="1234440" cy="475488"/>
          </a:xfrm>
          <a:prstGeom prst="rect">
            <a:avLst/>
          </a:prstGeom>
          <a:noFill/>
          <a:ln/>
        </p:spPr>
        <p:txBody>
          <a:bodyPr wrap="square" lIns="0" tIns="0" rIns="0" bIns="0" rtlCol="0" anchor="ctr"/>
          <a:lstStyle/>
          <a:p>
            <a:pPr marL="0" indent="0" algn="ctr">
              <a:buNone/>
            </a:pPr>
            <a:r>
              <a:rPr lang="en-US" sz="1800" b="1" i="1" dirty="0">
                <a:solidFill>
                  <a:srgbClr val="A79BFF"/>
                </a:solidFill>
                <a:latin typeface="Calibri" pitchFamily="34" charset="0"/>
                <a:ea typeface="Calibri" pitchFamily="34" charset="-122"/>
                <a:cs typeface="Calibri" pitchFamily="34" charset="-120"/>
              </a:rPr>
              <a:t>[t]</a:t>
            </a:r>
            <a:endParaRPr lang="en-US" sz="1800" dirty="0"/>
          </a:p>
        </p:txBody>
      </p:sp>
      <p:sp>
        <p:nvSpPr>
          <p:cNvPr id="22" name="Text 20"/>
          <p:cNvSpPr/>
          <p:nvPr/>
        </p:nvSpPr>
        <p:spPr>
          <a:xfrm>
            <a:off x="3931920" y="4023360"/>
            <a:ext cx="5897880" cy="475488"/>
          </a:xfrm>
          <a:prstGeom prst="rect">
            <a:avLst/>
          </a:prstGeom>
          <a:noFill/>
          <a:ln/>
        </p:spPr>
        <p:txBody>
          <a:bodyPr wrap="square" lIns="0" tIns="0" rIns="0" bIns="0" rtlCol="0" anchor="ctr"/>
          <a:lstStyle/>
          <a:p>
            <a:pPr marL="0" indent="0" algn="ctr">
              <a:buNone/>
            </a:pPr>
            <a:r>
              <a:rPr lang="en-US" sz="2200" b="1" dirty="0">
                <a:solidFill>
                  <a:srgbClr val="1E1E2A"/>
                </a:solidFill>
                <a:latin typeface="Malgun Gothic" pitchFamily="34" charset="0"/>
                <a:ea typeface="Malgun Gothic" pitchFamily="34" charset="-122"/>
                <a:cs typeface="Malgun Gothic" pitchFamily="34" charset="-120"/>
              </a:rPr>
              <a:t>ㄷ  ㅅ  ㅈ  ㅊ  ㅌ  ㅎ</a:t>
            </a:r>
            <a:endParaRPr lang="en-US" sz="2200" dirty="0"/>
          </a:p>
        </p:txBody>
      </p:sp>
      <p:sp>
        <p:nvSpPr>
          <p:cNvPr id="23" name="Text 21"/>
          <p:cNvSpPr/>
          <p:nvPr/>
        </p:nvSpPr>
        <p:spPr>
          <a:xfrm>
            <a:off x="9875520" y="4023360"/>
            <a:ext cx="822960" cy="475488"/>
          </a:xfrm>
          <a:prstGeom prst="rect">
            <a:avLst/>
          </a:prstGeom>
          <a:noFill/>
          <a:ln/>
        </p:spPr>
        <p:txBody>
          <a:bodyPr wrap="square" lIns="0" tIns="0" rIns="0" bIns="0" rtlCol="0" anchor="ctr"/>
          <a:lstStyle/>
          <a:p>
            <a:pPr marL="0" indent="0" algn="ctr">
              <a:buNone/>
            </a:pPr>
            <a:r>
              <a:rPr lang="en-US" sz="1600" i="1" dirty="0">
                <a:solidFill>
                  <a:srgbClr val="4A4A55"/>
                </a:solidFill>
                <a:latin typeface="Calibri" pitchFamily="34" charset="0"/>
                <a:ea typeface="Calibri" pitchFamily="34" charset="-122"/>
                <a:cs typeface="Calibri" pitchFamily="34" charset="-120"/>
              </a:rPr>
              <a:t>6</a:t>
            </a:r>
            <a:endParaRPr lang="en-US" sz="1600" dirty="0"/>
          </a:p>
        </p:txBody>
      </p:sp>
      <p:sp>
        <p:nvSpPr>
          <p:cNvPr id="24" name="Shape 22"/>
          <p:cNvSpPr/>
          <p:nvPr/>
        </p:nvSpPr>
        <p:spPr>
          <a:xfrm>
            <a:off x="1371600" y="4572000"/>
            <a:ext cx="1234440" cy="475488"/>
          </a:xfrm>
          <a:prstGeom prst="rect">
            <a:avLst/>
          </a:prstGeom>
          <a:solidFill>
            <a:srgbClr val="EDE8FF"/>
          </a:solidFill>
          <a:ln w="12700">
            <a:solidFill>
              <a:srgbClr val="A79BFF"/>
            </a:solidFill>
            <a:prstDash val="solid"/>
          </a:ln>
        </p:spPr>
      </p:sp>
      <p:sp>
        <p:nvSpPr>
          <p:cNvPr id="25" name="Text 23"/>
          <p:cNvSpPr/>
          <p:nvPr/>
        </p:nvSpPr>
        <p:spPr>
          <a:xfrm>
            <a:off x="1371600" y="4572000"/>
            <a:ext cx="1234440" cy="475488"/>
          </a:xfrm>
          <a:prstGeom prst="rect">
            <a:avLst/>
          </a:prstGeom>
          <a:noFill/>
          <a:ln/>
        </p:spPr>
        <p:txBody>
          <a:bodyPr wrap="square" lIns="0" tIns="0" rIns="0" bIns="0" rtlCol="0" anchor="ctr"/>
          <a:lstStyle/>
          <a:p>
            <a:pPr marL="0" indent="0" algn="ctr">
              <a:buNone/>
            </a:pPr>
            <a:r>
              <a:rPr lang="en-US" sz="2600" b="1" dirty="0">
                <a:solidFill>
                  <a:srgbClr val="A79BFF"/>
                </a:solidFill>
                <a:latin typeface="Malgun Gothic" pitchFamily="34" charset="0"/>
                <a:ea typeface="Malgun Gothic" pitchFamily="34" charset="-122"/>
                <a:cs typeface="Malgun Gothic" pitchFamily="34" charset="-120"/>
              </a:rPr>
              <a:t>ㄹ</a:t>
            </a:r>
            <a:endParaRPr lang="en-US" sz="2600" dirty="0"/>
          </a:p>
        </p:txBody>
      </p:sp>
      <p:sp>
        <p:nvSpPr>
          <p:cNvPr id="26" name="Text 24"/>
          <p:cNvSpPr/>
          <p:nvPr/>
        </p:nvSpPr>
        <p:spPr>
          <a:xfrm>
            <a:off x="2651760" y="4572000"/>
            <a:ext cx="1234440" cy="475488"/>
          </a:xfrm>
          <a:prstGeom prst="rect">
            <a:avLst/>
          </a:prstGeom>
          <a:noFill/>
          <a:ln/>
        </p:spPr>
        <p:txBody>
          <a:bodyPr wrap="square" lIns="0" tIns="0" rIns="0" bIns="0" rtlCol="0" anchor="ctr"/>
          <a:lstStyle/>
          <a:p>
            <a:pPr marL="0" indent="0" algn="ctr">
              <a:buNone/>
            </a:pPr>
            <a:r>
              <a:rPr lang="en-US" sz="1800" b="1" i="1" dirty="0">
                <a:solidFill>
                  <a:srgbClr val="A79BFF"/>
                </a:solidFill>
                <a:latin typeface="Calibri" pitchFamily="34" charset="0"/>
                <a:ea typeface="Calibri" pitchFamily="34" charset="-122"/>
                <a:cs typeface="Calibri" pitchFamily="34" charset="-120"/>
              </a:rPr>
              <a:t>[l]</a:t>
            </a:r>
            <a:endParaRPr lang="en-US" sz="1800" dirty="0"/>
          </a:p>
        </p:txBody>
      </p:sp>
      <p:sp>
        <p:nvSpPr>
          <p:cNvPr id="27" name="Text 25"/>
          <p:cNvSpPr/>
          <p:nvPr/>
        </p:nvSpPr>
        <p:spPr>
          <a:xfrm>
            <a:off x="3931920" y="4572000"/>
            <a:ext cx="5897880" cy="475488"/>
          </a:xfrm>
          <a:prstGeom prst="rect">
            <a:avLst/>
          </a:prstGeom>
          <a:noFill/>
          <a:ln/>
        </p:spPr>
        <p:txBody>
          <a:bodyPr wrap="square" lIns="0" tIns="0" rIns="0" bIns="0" rtlCol="0" anchor="ctr"/>
          <a:lstStyle/>
          <a:p>
            <a:pPr marL="0" indent="0" algn="ctr">
              <a:buNone/>
            </a:pPr>
            <a:r>
              <a:rPr lang="en-US" sz="2200" b="1" dirty="0">
                <a:solidFill>
                  <a:srgbClr val="1E1E2A"/>
                </a:solidFill>
                <a:latin typeface="Malgun Gothic" pitchFamily="34" charset="0"/>
                <a:ea typeface="Malgun Gothic" pitchFamily="34" charset="-122"/>
                <a:cs typeface="Malgun Gothic" pitchFamily="34" charset="-120"/>
              </a:rPr>
              <a:t>ㄹ</a:t>
            </a:r>
            <a:endParaRPr lang="en-US" sz="2200" dirty="0"/>
          </a:p>
        </p:txBody>
      </p:sp>
      <p:sp>
        <p:nvSpPr>
          <p:cNvPr id="28" name="Text 26"/>
          <p:cNvSpPr/>
          <p:nvPr/>
        </p:nvSpPr>
        <p:spPr>
          <a:xfrm>
            <a:off x="9875520" y="4572000"/>
            <a:ext cx="822960" cy="475488"/>
          </a:xfrm>
          <a:prstGeom prst="rect">
            <a:avLst/>
          </a:prstGeom>
          <a:noFill/>
          <a:ln/>
        </p:spPr>
        <p:txBody>
          <a:bodyPr wrap="square" lIns="0" tIns="0" rIns="0" bIns="0" rtlCol="0" anchor="ctr"/>
          <a:lstStyle/>
          <a:p>
            <a:pPr marL="0" indent="0" algn="ctr">
              <a:buNone/>
            </a:pPr>
            <a:r>
              <a:rPr lang="en-US" sz="1600" i="1" dirty="0">
                <a:solidFill>
                  <a:srgbClr val="4A4A55"/>
                </a:solidFill>
                <a:latin typeface="Calibri" pitchFamily="34" charset="0"/>
                <a:ea typeface="Calibri" pitchFamily="34" charset="-122"/>
                <a:cs typeface="Calibri" pitchFamily="34" charset="-120"/>
              </a:rPr>
              <a:t>1</a:t>
            </a:r>
            <a:endParaRPr lang="en-US" sz="1600" dirty="0"/>
          </a:p>
        </p:txBody>
      </p:sp>
      <p:sp>
        <p:nvSpPr>
          <p:cNvPr id="29" name="Shape 27"/>
          <p:cNvSpPr/>
          <p:nvPr/>
        </p:nvSpPr>
        <p:spPr>
          <a:xfrm>
            <a:off x="1371600" y="5120640"/>
            <a:ext cx="1234440" cy="475488"/>
          </a:xfrm>
          <a:prstGeom prst="rect">
            <a:avLst/>
          </a:prstGeom>
          <a:solidFill>
            <a:srgbClr val="FFE0E0"/>
          </a:solidFill>
          <a:ln w="12700">
            <a:solidFill>
              <a:srgbClr val="FE6768"/>
            </a:solidFill>
            <a:prstDash val="solid"/>
          </a:ln>
        </p:spPr>
      </p:sp>
      <p:sp>
        <p:nvSpPr>
          <p:cNvPr id="30" name="Text 28"/>
          <p:cNvSpPr/>
          <p:nvPr/>
        </p:nvSpPr>
        <p:spPr>
          <a:xfrm>
            <a:off x="1371600" y="5120640"/>
            <a:ext cx="1234440" cy="475488"/>
          </a:xfrm>
          <a:prstGeom prst="rect">
            <a:avLst/>
          </a:prstGeom>
          <a:noFill/>
          <a:ln/>
        </p:spPr>
        <p:txBody>
          <a:bodyPr wrap="square" lIns="0" tIns="0" rIns="0" bIns="0" rtlCol="0" anchor="ctr"/>
          <a:lstStyle/>
          <a:p>
            <a:pPr marL="0" indent="0" algn="ctr">
              <a:buNone/>
            </a:pPr>
            <a:r>
              <a:rPr lang="en-US" sz="2600" b="1" dirty="0">
                <a:solidFill>
                  <a:srgbClr val="FE6768"/>
                </a:solidFill>
                <a:latin typeface="Malgun Gothic" pitchFamily="34" charset="0"/>
                <a:ea typeface="Malgun Gothic" pitchFamily="34" charset="-122"/>
                <a:cs typeface="Malgun Gothic" pitchFamily="34" charset="-120"/>
              </a:rPr>
              <a:t>ㅁ</a:t>
            </a:r>
            <a:endParaRPr lang="en-US" sz="2600" dirty="0"/>
          </a:p>
        </p:txBody>
      </p:sp>
      <p:sp>
        <p:nvSpPr>
          <p:cNvPr id="31" name="Text 29"/>
          <p:cNvSpPr/>
          <p:nvPr/>
        </p:nvSpPr>
        <p:spPr>
          <a:xfrm>
            <a:off x="2651760" y="5120640"/>
            <a:ext cx="1234440" cy="475488"/>
          </a:xfrm>
          <a:prstGeom prst="rect">
            <a:avLst/>
          </a:prstGeom>
          <a:noFill/>
          <a:ln/>
        </p:spPr>
        <p:txBody>
          <a:bodyPr wrap="square" lIns="0" tIns="0" rIns="0" bIns="0" rtlCol="0" anchor="ctr"/>
          <a:lstStyle/>
          <a:p>
            <a:pPr marL="0" indent="0" algn="ctr">
              <a:buNone/>
            </a:pPr>
            <a:r>
              <a:rPr lang="en-US" sz="1800" b="1" i="1" dirty="0">
                <a:solidFill>
                  <a:srgbClr val="FE6768"/>
                </a:solidFill>
                <a:latin typeface="Calibri" pitchFamily="34" charset="0"/>
                <a:ea typeface="Calibri" pitchFamily="34" charset="-122"/>
                <a:cs typeface="Calibri" pitchFamily="34" charset="-120"/>
              </a:rPr>
              <a:t>[m]</a:t>
            </a:r>
            <a:endParaRPr lang="en-US" sz="1800" dirty="0"/>
          </a:p>
        </p:txBody>
      </p:sp>
      <p:sp>
        <p:nvSpPr>
          <p:cNvPr id="32" name="Text 30"/>
          <p:cNvSpPr/>
          <p:nvPr/>
        </p:nvSpPr>
        <p:spPr>
          <a:xfrm>
            <a:off x="3931920" y="5120640"/>
            <a:ext cx="5897880" cy="475488"/>
          </a:xfrm>
          <a:prstGeom prst="rect">
            <a:avLst/>
          </a:prstGeom>
          <a:noFill/>
          <a:ln/>
        </p:spPr>
        <p:txBody>
          <a:bodyPr wrap="square" lIns="0" tIns="0" rIns="0" bIns="0" rtlCol="0" anchor="ctr"/>
          <a:lstStyle/>
          <a:p>
            <a:pPr marL="0" indent="0" algn="ctr">
              <a:buNone/>
            </a:pPr>
            <a:r>
              <a:rPr lang="en-US" sz="2200" b="1" dirty="0">
                <a:solidFill>
                  <a:srgbClr val="1E1E2A"/>
                </a:solidFill>
                <a:latin typeface="Malgun Gothic" pitchFamily="34" charset="0"/>
                <a:ea typeface="Malgun Gothic" pitchFamily="34" charset="-122"/>
                <a:cs typeface="Malgun Gothic" pitchFamily="34" charset="-120"/>
              </a:rPr>
              <a:t>ㅁ</a:t>
            </a:r>
            <a:endParaRPr lang="en-US" sz="2200" dirty="0"/>
          </a:p>
        </p:txBody>
      </p:sp>
      <p:sp>
        <p:nvSpPr>
          <p:cNvPr id="33" name="Text 31"/>
          <p:cNvSpPr/>
          <p:nvPr/>
        </p:nvSpPr>
        <p:spPr>
          <a:xfrm>
            <a:off x="9875520" y="5120640"/>
            <a:ext cx="822960" cy="475488"/>
          </a:xfrm>
          <a:prstGeom prst="rect">
            <a:avLst/>
          </a:prstGeom>
          <a:noFill/>
          <a:ln/>
        </p:spPr>
        <p:txBody>
          <a:bodyPr wrap="square" lIns="0" tIns="0" rIns="0" bIns="0" rtlCol="0" anchor="ctr"/>
          <a:lstStyle/>
          <a:p>
            <a:pPr marL="0" indent="0" algn="ctr">
              <a:buNone/>
            </a:pPr>
            <a:r>
              <a:rPr lang="en-US" sz="1600" i="1" dirty="0">
                <a:solidFill>
                  <a:srgbClr val="4A4A55"/>
                </a:solidFill>
                <a:latin typeface="Calibri" pitchFamily="34" charset="0"/>
                <a:ea typeface="Calibri" pitchFamily="34" charset="-122"/>
                <a:cs typeface="Calibri" pitchFamily="34" charset="-120"/>
              </a:rPr>
              <a:t>1</a:t>
            </a:r>
            <a:endParaRPr lang="en-US" sz="1600" dirty="0"/>
          </a:p>
        </p:txBody>
      </p:sp>
      <p:sp>
        <p:nvSpPr>
          <p:cNvPr id="34" name="Shape 32"/>
          <p:cNvSpPr/>
          <p:nvPr/>
        </p:nvSpPr>
        <p:spPr>
          <a:xfrm>
            <a:off x="1371600" y="5669280"/>
            <a:ext cx="1234440" cy="475488"/>
          </a:xfrm>
          <a:prstGeom prst="rect">
            <a:avLst/>
          </a:prstGeom>
          <a:solidFill>
            <a:srgbClr val="FFE0E0"/>
          </a:solidFill>
          <a:ln w="12700">
            <a:solidFill>
              <a:srgbClr val="FE6768"/>
            </a:solidFill>
            <a:prstDash val="solid"/>
          </a:ln>
        </p:spPr>
      </p:sp>
      <p:sp>
        <p:nvSpPr>
          <p:cNvPr id="35" name="Text 33"/>
          <p:cNvSpPr/>
          <p:nvPr/>
        </p:nvSpPr>
        <p:spPr>
          <a:xfrm>
            <a:off x="1371600" y="5669280"/>
            <a:ext cx="1234440" cy="475488"/>
          </a:xfrm>
          <a:prstGeom prst="rect">
            <a:avLst/>
          </a:prstGeom>
          <a:noFill/>
          <a:ln/>
        </p:spPr>
        <p:txBody>
          <a:bodyPr wrap="square" lIns="0" tIns="0" rIns="0" bIns="0" rtlCol="0" anchor="ctr"/>
          <a:lstStyle/>
          <a:p>
            <a:pPr marL="0" indent="0" algn="ctr">
              <a:buNone/>
            </a:pPr>
            <a:r>
              <a:rPr lang="en-US" sz="2600" b="1" dirty="0">
                <a:solidFill>
                  <a:srgbClr val="FE6768"/>
                </a:solidFill>
                <a:latin typeface="Malgun Gothic" pitchFamily="34" charset="0"/>
                <a:ea typeface="Malgun Gothic" pitchFamily="34" charset="-122"/>
                <a:cs typeface="Malgun Gothic" pitchFamily="34" charset="-120"/>
              </a:rPr>
              <a:t>ㅂ</a:t>
            </a:r>
            <a:endParaRPr lang="en-US" sz="2600" dirty="0"/>
          </a:p>
        </p:txBody>
      </p:sp>
      <p:sp>
        <p:nvSpPr>
          <p:cNvPr id="36" name="Text 34"/>
          <p:cNvSpPr/>
          <p:nvPr/>
        </p:nvSpPr>
        <p:spPr>
          <a:xfrm>
            <a:off x="2651760" y="5669280"/>
            <a:ext cx="1234440" cy="475488"/>
          </a:xfrm>
          <a:prstGeom prst="rect">
            <a:avLst/>
          </a:prstGeom>
          <a:noFill/>
          <a:ln/>
        </p:spPr>
        <p:txBody>
          <a:bodyPr wrap="square" lIns="0" tIns="0" rIns="0" bIns="0" rtlCol="0" anchor="ctr"/>
          <a:lstStyle/>
          <a:p>
            <a:pPr marL="0" indent="0" algn="ctr">
              <a:buNone/>
            </a:pPr>
            <a:r>
              <a:rPr lang="en-US" sz="1800" b="1" i="1" dirty="0">
                <a:solidFill>
                  <a:srgbClr val="FE6768"/>
                </a:solidFill>
                <a:latin typeface="Calibri" pitchFamily="34" charset="0"/>
                <a:ea typeface="Calibri" pitchFamily="34" charset="-122"/>
                <a:cs typeface="Calibri" pitchFamily="34" charset="-120"/>
              </a:rPr>
              <a:t>[p]</a:t>
            </a:r>
            <a:endParaRPr lang="en-US" sz="1800" dirty="0"/>
          </a:p>
        </p:txBody>
      </p:sp>
      <p:sp>
        <p:nvSpPr>
          <p:cNvPr id="37" name="Text 35"/>
          <p:cNvSpPr/>
          <p:nvPr/>
        </p:nvSpPr>
        <p:spPr>
          <a:xfrm>
            <a:off x="3931920" y="5669280"/>
            <a:ext cx="5897880" cy="475488"/>
          </a:xfrm>
          <a:prstGeom prst="rect">
            <a:avLst/>
          </a:prstGeom>
          <a:noFill/>
          <a:ln/>
        </p:spPr>
        <p:txBody>
          <a:bodyPr wrap="square" lIns="0" tIns="0" rIns="0" bIns="0" rtlCol="0" anchor="ctr"/>
          <a:lstStyle/>
          <a:p>
            <a:pPr marL="0" indent="0" algn="ctr">
              <a:buNone/>
            </a:pPr>
            <a:r>
              <a:rPr lang="en-US" sz="2200" b="1" dirty="0">
                <a:solidFill>
                  <a:srgbClr val="1E1E2A"/>
                </a:solidFill>
                <a:latin typeface="Malgun Gothic" pitchFamily="34" charset="0"/>
                <a:ea typeface="Malgun Gothic" pitchFamily="34" charset="-122"/>
                <a:cs typeface="Malgun Gothic" pitchFamily="34" charset="-120"/>
              </a:rPr>
              <a:t>ㅂ  ㅍ</a:t>
            </a:r>
            <a:endParaRPr lang="en-US" sz="2200" dirty="0"/>
          </a:p>
        </p:txBody>
      </p:sp>
      <p:sp>
        <p:nvSpPr>
          <p:cNvPr id="38" name="Text 36"/>
          <p:cNvSpPr/>
          <p:nvPr/>
        </p:nvSpPr>
        <p:spPr>
          <a:xfrm>
            <a:off x="9875520" y="5669280"/>
            <a:ext cx="822960" cy="475488"/>
          </a:xfrm>
          <a:prstGeom prst="rect">
            <a:avLst/>
          </a:prstGeom>
          <a:noFill/>
          <a:ln/>
        </p:spPr>
        <p:txBody>
          <a:bodyPr wrap="square" lIns="0" tIns="0" rIns="0" bIns="0" rtlCol="0" anchor="ctr"/>
          <a:lstStyle/>
          <a:p>
            <a:pPr marL="0" indent="0" algn="ctr">
              <a:buNone/>
            </a:pPr>
            <a:r>
              <a:rPr lang="en-US" sz="1600" i="1" dirty="0">
                <a:solidFill>
                  <a:srgbClr val="4A4A55"/>
                </a:solidFill>
                <a:latin typeface="Calibri" pitchFamily="34" charset="0"/>
                <a:ea typeface="Calibri" pitchFamily="34" charset="-122"/>
                <a:cs typeface="Calibri" pitchFamily="34" charset="-120"/>
              </a:rPr>
              <a:t>2</a:t>
            </a:r>
            <a:endParaRPr lang="en-US" sz="1600" dirty="0"/>
          </a:p>
        </p:txBody>
      </p:sp>
      <p:sp>
        <p:nvSpPr>
          <p:cNvPr id="39" name="Shape 37"/>
          <p:cNvSpPr/>
          <p:nvPr/>
        </p:nvSpPr>
        <p:spPr>
          <a:xfrm>
            <a:off x="1371600" y="6217920"/>
            <a:ext cx="1234440" cy="475488"/>
          </a:xfrm>
          <a:prstGeom prst="rect">
            <a:avLst/>
          </a:prstGeom>
          <a:solidFill>
            <a:srgbClr val="EDE8FF"/>
          </a:solidFill>
          <a:ln w="12700">
            <a:solidFill>
              <a:srgbClr val="4036ED"/>
            </a:solidFill>
            <a:prstDash val="solid"/>
          </a:ln>
        </p:spPr>
      </p:sp>
      <p:sp>
        <p:nvSpPr>
          <p:cNvPr id="40" name="Text 38"/>
          <p:cNvSpPr/>
          <p:nvPr/>
        </p:nvSpPr>
        <p:spPr>
          <a:xfrm>
            <a:off x="1371600" y="6217920"/>
            <a:ext cx="1234440" cy="475488"/>
          </a:xfrm>
          <a:prstGeom prst="rect">
            <a:avLst/>
          </a:prstGeom>
          <a:noFill/>
          <a:ln/>
        </p:spPr>
        <p:txBody>
          <a:bodyPr wrap="square" lIns="0" tIns="0" rIns="0" bIns="0" rtlCol="0" anchor="ctr"/>
          <a:lstStyle/>
          <a:p>
            <a:pPr marL="0" indent="0" algn="ctr">
              <a:buNone/>
            </a:pPr>
            <a:r>
              <a:rPr lang="en-US" sz="2600" b="1" dirty="0">
                <a:solidFill>
                  <a:srgbClr val="4036ED"/>
                </a:solidFill>
                <a:latin typeface="Malgun Gothic" pitchFamily="34" charset="0"/>
                <a:ea typeface="Malgun Gothic" pitchFamily="34" charset="-122"/>
                <a:cs typeface="Malgun Gothic" pitchFamily="34" charset="-120"/>
              </a:rPr>
              <a:t>ㅇ</a:t>
            </a:r>
            <a:endParaRPr lang="en-US" sz="2600" dirty="0"/>
          </a:p>
        </p:txBody>
      </p:sp>
      <p:sp>
        <p:nvSpPr>
          <p:cNvPr id="41" name="Text 39"/>
          <p:cNvSpPr/>
          <p:nvPr/>
        </p:nvSpPr>
        <p:spPr>
          <a:xfrm>
            <a:off x="2651760" y="6217920"/>
            <a:ext cx="1234440" cy="475488"/>
          </a:xfrm>
          <a:prstGeom prst="rect">
            <a:avLst/>
          </a:prstGeom>
          <a:noFill/>
          <a:ln/>
        </p:spPr>
        <p:txBody>
          <a:bodyPr wrap="square" lIns="0" tIns="0" rIns="0" bIns="0" rtlCol="0" anchor="ctr"/>
          <a:lstStyle/>
          <a:p>
            <a:pPr marL="0" indent="0" algn="ctr">
              <a:buNone/>
            </a:pPr>
            <a:r>
              <a:rPr lang="en-US" sz="1800" b="1" i="1" dirty="0">
                <a:solidFill>
                  <a:srgbClr val="4036ED"/>
                </a:solidFill>
                <a:latin typeface="Calibri" pitchFamily="34" charset="0"/>
                <a:ea typeface="Calibri" pitchFamily="34" charset="-122"/>
                <a:cs typeface="Calibri" pitchFamily="34" charset="-120"/>
              </a:rPr>
              <a:t>[ng]</a:t>
            </a:r>
            <a:endParaRPr lang="en-US" sz="1800" dirty="0"/>
          </a:p>
        </p:txBody>
      </p:sp>
      <p:sp>
        <p:nvSpPr>
          <p:cNvPr id="42" name="Text 40"/>
          <p:cNvSpPr/>
          <p:nvPr/>
        </p:nvSpPr>
        <p:spPr>
          <a:xfrm>
            <a:off x="3931920" y="6217920"/>
            <a:ext cx="5897880" cy="475488"/>
          </a:xfrm>
          <a:prstGeom prst="rect">
            <a:avLst/>
          </a:prstGeom>
          <a:noFill/>
          <a:ln/>
        </p:spPr>
        <p:txBody>
          <a:bodyPr wrap="square" lIns="0" tIns="0" rIns="0" bIns="0" rtlCol="0" anchor="ctr"/>
          <a:lstStyle/>
          <a:p>
            <a:pPr marL="0" indent="0" algn="ctr">
              <a:buNone/>
            </a:pPr>
            <a:r>
              <a:rPr lang="en-US" sz="2200" b="1" dirty="0">
                <a:solidFill>
                  <a:srgbClr val="1E1E2A"/>
                </a:solidFill>
                <a:latin typeface="Malgun Gothic" pitchFamily="34" charset="0"/>
                <a:ea typeface="Malgun Gothic" pitchFamily="34" charset="-122"/>
                <a:cs typeface="Malgun Gothic" pitchFamily="34" charset="-120"/>
              </a:rPr>
              <a:t>ㅇ</a:t>
            </a:r>
            <a:endParaRPr lang="en-US" sz="2200" dirty="0"/>
          </a:p>
        </p:txBody>
      </p:sp>
      <p:sp>
        <p:nvSpPr>
          <p:cNvPr id="43" name="Text 41"/>
          <p:cNvSpPr/>
          <p:nvPr/>
        </p:nvSpPr>
        <p:spPr>
          <a:xfrm>
            <a:off x="9875520" y="6217920"/>
            <a:ext cx="822960" cy="475488"/>
          </a:xfrm>
          <a:prstGeom prst="rect">
            <a:avLst/>
          </a:prstGeom>
          <a:noFill/>
          <a:ln/>
        </p:spPr>
        <p:txBody>
          <a:bodyPr wrap="square" lIns="0" tIns="0" rIns="0" bIns="0" rtlCol="0" anchor="ctr"/>
          <a:lstStyle/>
          <a:p>
            <a:pPr marL="0" indent="0" algn="ctr">
              <a:buNone/>
            </a:pPr>
            <a:r>
              <a:rPr lang="en-US" sz="1600" i="1" dirty="0">
                <a:solidFill>
                  <a:srgbClr val="4A4A55"/>
                </a:solidFill>
                <a:latin typeface="Calibri" pitchFamily="34" charset="0"/>
                <a:ea typeface="Calibri" pitchFamily="34" charset="-122"/>
                <a:cs typeface="Calibri" pitchFamily="34" charset="-120"/>
              </a:rPr>
              <a:t>1</a:t>
            </a:r>
            <a:endParaRPr lang="en-US" sz="1600" dirty="0"/>
          </a:p>
        </p:txBody>
      </p:sp>
      <p:pic>
        <p:nvPicPr>
          <p:cNvPr id="44"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45" name="Text 42"/>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46" name="Text 43"/>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102</a:t>
            </a:r>
            <a:endParaRPr lang="en-US" sz="800" dirty="0"/>
          </a:p>
        </p:txBody>
      </p:sp>
    </p:spTree>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name="Slide 103">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§4.11 · PRÁCTICA</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Palabras de todos los días</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Lee en voz alta. Presta atención al batchim.</a:t>
            </a:r>
            <a:endParaRPr lang="en-US" sz="1400" dirty="0"/>
          </a:p>
        </p:txBody>
      </p:sp>
      <p:sp>
        <p:nvSpPr>
          <p:cNvPr id="5" name="Shape 3"/>
          <p:cNvSpPr/>
          <p:nvPr/>
        </p:nvSpPr>
        <p:spPr>
          <a:xfrm>
            <a:off x="632308" y="2514600"/>
            <a:ext cx="3520440" cy="1828800"/>
          </a:xfrm>
          <a:prstGeom prst="roundRect">
            <a:avLst>
              <a:gd name="adj" fmla="val 7500"/>
            </a:avLst>
          </a:prstGeom>
          <a:solidFill>
            <a:srgbClr val="EDE8FF"/>
          </a:solidFill>
          <a:ln w="19050">
            <a:solidFill>
              <a:srgbClr val="4036ED"/>
            </a:solidFill>
            <a:prstDash val="solid"/>
          </a:ln>
        </p:spPr>
      </p:sp>
      <p:sp>
        <p:nvSpPr>
          <p:cNvPr id="6" name="Text 4"/>
          <p:cNvSpPr/>
          <p:nvPr/>
        </p:nvSpPr>
        <p:spPr>
          <a:xfrm>
            <a:off x="632308" y="2606040"/>
            <a:ext cx="3520440" cy="868680"/>
          </a:xfrm>
          <a:prstGeom prst="rect">
            <a:avLst/>
          </a:prstGeom>
          <a:noFill/>
          <a:ln/>
        </p:spPr>
        <p:txBody>
          <a:bodyPr wrap="square" lIns="0" tIns="0" rIns="0" bIns="0" rtlCol="0" anchor="ctr"/>
          <a:lstStyle/>
          <a:p>
            <a:pPr marL="0" indent="0" algn="ctr">
              <a:buNone/>
            </a:pPr>
            <a:r>
              <a:rPr lang="en-US" sz="4400" b="1" dirty="0">
                <a:solidFill>
                  <a:srgbClr val="4036ED"/>
                </a:solidFill>
                <a:latin typeface="Malgun Gothic" pitchFamily="34" charset="0"/>
                <a:ea typeface="Malgun Gothic" pitchFamily="34" charset="-122"/>
                <a:cs typeface="Malgun Gothic" pitchFamily="34" charset="-120"/>
              </a:rPr>
              <a:t>한국</a:t>
            </a:r>
            <a:endParaRPr lang="en-US" sz="4400" dirty="0"/>
          </a:p>
        </p:txBody>
      </p:sp>
      <p:sp>
        <p:nvSpPr>
          <p:cNvPr id="7" name="Text 5"/>
          <p:cNvSpPr/>
          <p:nvPr/>
        </p:nvSpPr>
        <p:spPr>
          <a:xfrm>
            <a:off x="632308" y="3474720"/>
            <a:ext cx="3520440" cy="320040"/>
          </a:xfrm>
          <a:prstGeom prst="rect">
            <a:avLst/>
          </a:prstGeom>
          <a:noFill/>
          <a:ln/>
        </p:spPr>
        <p:txBody>
          <a:bodyPr wrap="square" lIns="0" tIns="0" rIns="0" bIns="0" rtlCol="0" anchor="ctr"/>
          <a:lstStyle/>
          <a:p>
            <a:pPr marL="0" indent="0" algn="ctr">
              <a:buNone/>
            </a:pPr>
            <a:r>
              <a:rPr lang="en-US" sz="1300" b="1" i="1" dirty="0">
                <a:solidFill>
                  <a:srgbClr val="4036ED"/>
                </a:solidFill>
                <a:latin typeface="Calibri" pitchFamily="34" charset="0"/>
                <a:ea typeface="Calibri" pitchFamily="34" charset="-122"/>
                <a:cs typeface="Calibri" pitchFamily="34" charset="-120"/>
              </a:rPr>
              <a:t>han·guk</a:t>
            </a:r>
            <a:endParaRPr lang="en-US" sz="1300" dirty="0"/>
          </a:p>
        </p:txBody>
      </p:sp>
      <p:sp>
        <p:nvSpPr>
          <p:cNvPr id="8" name="Text 6"/>
          <p:cNvSpPr/>
          <p:nvPr/>
        </p:nvSpPr>
        <p:spPr>
          <a:xfrm>
            <a:off x="632308" y="3794760"/>
            <a:ext cx="3520440" cy="27432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Corea</a:t>
            </a:r>
            <a:endParaRPr lang="en-US" sz="1200" dirty="0"/>
          </a:p>
        </p:txBody>
      </p:sp>
      <p:sp>
        <p:nvSpPr>
          <p:cNvPr id="9" name="Text 7"/>
          <p:cNvSpPr/>
          <p:nvPr/>
        </p:nvSpPr>
        <p:spPr>
          <a:xfrm>
            <a:off x="632308" y="4069080"/>
            <a:ext cx="3520440" cy="274320"/>
          </a:xfrm>
          <a:prstGeom prst="rect">
            <a:avLst/>
          </a:prstGeom>
          <a:noFill/>
          <a:ln/>
        </p:spPr>
        <p:txBody>
          <a:bodyPr wrap="square" lIns="0" tIns="0" rIns="0" bIns="0" rtlCol="0" anchor="ctr"/>
          <a:lstStyle/>
          <a:p>
            <a:pPr marL="0" indent="0" algn="ctr">
              <a:buNone/>
            </a:pPr>
            <a:r>
              <a:rPr lang="en-US" sz="1000" b="1" i="1" dirty="0">
                <a:solidFill>
                  <a:srgbClr val="FE6768"/>
                </a:solidFill>
                <a:latin typeface="Calibri" pitchFamily="34" charset="0"/>
                <a:ea typeface="Calibri" pitchFamily="34" charset="-122"/>
                <a:cs typeface="Calibri" pitchFamily="34" charset="-120"/>
              </a:rPr>
              <a:t>batchim: [n] [k]</a:t>
            </a:r>
            <a:endParaRPr lang="en-US" sz="1000" dirty="0"/>
          </a:p>
        </p:txBody>
      </p:sp>
      <p:sp>
        <p:nvSpPr>
          <p:cNvPr id="10" name="Shape 8"/>
          <p:cNvSpPr/>
          <p:nvPr/>
        </p:nvSpPr>
        <p:spPr>
          <a:xfrm>
            <a:off x="4335628" y="2514600"/>
            <a:ext cx="3520440" cy="1828800"/>
          </a:xfrm>
          <a:prstGeom prst="roundRect">
            <a:avLst>
              <a:gd name="adj" fmla="val 7500"/>
            </a:avLst>
          </a:prstGeom>
          <a:solidFill>
            <a:srgbClr val="EDE8FF"/>
          </a:solidFill>
          <a:ln w="19050">
            <a:solidFill>
              <a:srgbClr val="4036ED"/>
            </a:solidFill>
            <a:prstDash val="solid"/>
          </a:ln>
        </p:spPr>
      </p:sp>
      <p:sp>
        <p:nvSpPr>
          <p:cNvPr id="11" name="Text 9"/>
          <p:cNvSpPr/>
          <p:nvPr/>
        </p:nvSpPr>
        <p:spPr>
          <a:xfrm>
            <a:off x="4335628" y="2606040"/>
            <a:ext cx="3520440" cy="868680"/>
          </a:xfrm>
          <a:prstGeom prst="rect">
            <a:avLst/>
          </a:prstGeom>
          <a:noFill/>
          <a:ln/>
        </p:spPr>
        <p:txBody>
          <a:bodyPr wrap="square" lIns="0" tIns="0" rIns="0" bIns="0" rtlCol="0" anchor="ctr"/>
          <a:lstStyle/>
          <a:p>
            <a:pPr marL="0" indent="0" algn="ctr">
              <a:buNone/>
            </a:pPr>
            <a:r>
              <a:rPr lang="en-US" sz="4400" b="1" dirty="0">
                <a:solidFill>
                  <a:srgbClr val="4036ED"/>
                </a:solidFill>
                <a:latin typeface="Malgun Gothic" pitchFamily="34" charset="0"/>
                <a:ea typeface="Malgun Gothic" pitchFamily="34" charset="-122"/>
                <a:cs typeface="Malgun Gothic" pitchFamily="34" charset="-120"/>
              </a:rPr>
              <a:t>학교</a:t>
            </a:r>
            <a:endParaRPr lang="en-US" sz="4400" dirty="0"/>
          </a:p>
        </p:txBody>
      </p:sp>
      <p:sp>
        <p:nvSpPr>
          <p:cNvPr id="12" name="Text 10"/>
          <p:cNvSpPr/>
          <p:nvPr/>
        </p:nvSpPr>
        <p:spPr>
          <a:xfrm>
            <a:off x="4335628" y="3474720"/>
            <a:ext cx="3520440" cy="320040"/>
          </a:xfrm>
          <a:prstGeom prst="rect">
            <a:avLst/>
          </a:prstGeom>
          <a:noFill/>
          <a:ln/>
        </p:spPr>
        <p:txBody>
          <a:bodyPr wrap="square" lIns="0" tIns="0" rIns="0" bIns="0" rtlCol="0" anchor="ctr"/>
          <a:lstStyle/>
          <a:p>
            <a:pPr marL="0" indent="0" algn="ctr">
              <a:buNone/>
            </a:pPr>
            <a:r>
              <a:rPr lang="en-US" sz="1300" b="1" i="1" dirty="0">
                <a:solidFill>
                  <a:srgbClr val="4036ED"/>
                </a:solidFill>
                <a:latin typeface="Calibri" pitchFamily="34" charset="0"/>
                <a:ea typeface="Calibri" pitchFamily="34" charset="-122"/>
                <a:cs typeface="Calibri" pitchFamily="34" charset="-120"/>
              </a:rPr>
              <a:t>hak·gyo</a:t>
            </a:r>
            <a:endParaRPr lang="en-US" sz="1300" dirty="0"/>
          </a:p>
        </p:txBody>
      </p:sp>
      <p:sp>
        <p:nvSpPr>
          <p:cNvPr id="13" name="Text 11"/>
          <p:cNvSpPr/>
          <p:nvPr/>
        </p:nvSpPr>
        <p:spPr>
          <a:xfrm>
            <a:off x="4335628" y="3794760"/>
            <a:ext cx="3520440" cy="27432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escuela</a:t>
            </a:r>
            <a:endParaRPr lang="en-US" sz="1200" dirty="0"/>
          </a:p>
        </p:txBody>
      </p:sp>
      <p:sp>
        <p:nvSpPr>
          <p:cNvPr id="14" name="Text 12"/>
          <p:cNvSpPr/>
          <p:nvPr/>
        </p:nvSpPr>
        <p:spPr>
          <a:xfrm>
            <a:off x="4335628" y="4069080"/>
            <a:ext cx="3520440" cy="274320"/>
          </a:xfrm>
          <a:prstGeom prst="rect">
            <a:avLst/>
          </a:prstGeom>
          <a:noFill/>
          <a:ln/>
        </p:spPr>
        <p:txBody>
          <a:bodyPr wrap="square" lIns="0" tIns="0" rIns="0" bIns="0" rtlCol="0" anchor="ctr"/>
          <a:lstStyle/>
          <a:p>
            <a:pPr marL="0" indent="0" algn="ctr">
              <a:buNone/>
            </a:pPr>
            <a:r>
              <a:rPr lang="en-US" sz="1000" b="1" i="1" dirty="0">
                <a:solidFill>
                  <a:srgbClr val="FE6768"/>
                </a:solidFill>
                <a:latin typeface="Calibri" pitchFamily="34" charset="0"/>
                <a:ea typeface="Calibri" pitchFamily="34" charset="-122"/>
                <a:cs typeface="Calibri" pitchFamily="34" charset="-120"/>
              </a:rPr>
              <a:t>batchim: [k] —</a:t>
            </a:r>
            <a:endParaRPr lang="en-US" sz="1000" dirty="0"/>
          </a:p>
        </p:txBody>
      </p:sp>
      <p:sp>
        <p:nvSpPr>
          <p:cNvPr id="15" name="Shape 13"/>
          <p:cNvSpPr/>
          <p:nvPr/>
        </p:nvSpPr>
        <p:spPr>
          <a:xfrm>
            <a:off x="8038948" y="2514600"/>
            <a:ext cx="3520440" cy="1828800"/>
          </a:xfrm>
          <a:prstGeom prst="roundRect">
            <a:avLst>
              <a:gd name="adj" fmla="val 7500"/>
            </a:avLst>
          </a:prstGeom>
          <a:solidFill>
            <a:srgbClr val="EDE8FF"/>
          </a:solidFill>
          <a:ln w="19050">
            <a:solidFill>
              <a:srgbClr val="4036ED"/>
            </a:solidFill>
            <a:prstDash val="solid"/>
          </a:ln>
        </p:spPr>
      </p:sp>
      <p:sp>
        <p:nvSpPr>
          <p:cNvPr id="16" name="Text 14"/>
          <p:cNvSpPr/>
          <p:nvPr/>
        </p:nvSpPr>
        <p:spPr>
          <a:xfrm>
            <a:off x="8038948" y="2606040"/>
            <a:ext cx="3520440" cy="868680"/>
          </a:xfrm>
          <a:prstGeom prst="rect">
            <a:avLst/>
          </a:prstGeom>
          <a:noFill/>
          <a:ln/>
        </p:spPr>
        <p:txBody>
          <a:bodyPr wrap="square" lIns="0" tIns="0" rIns="0" bIns="0" rtlCol="0" anchor="ctr"/>
          <a:lstStyle/>
          <a:p>
            <a:pPr marL="0" indent="0" algn="ctr">
              <a:buNone/>
            </a:pPr>
            <a:r>
              <a:rPr lang="en-US" sz="4400" b="1" dirty="0">
                <a:solidFill>
                  <a:srgbClr val="4036ED"/>
                </a:solidFill>
                <a:latin typeface="Malgun Gothic" pitchFamily="34" charset="0"/>
                <a:ea typeface="Malgun Gothic" pitchFamily="34" charset="-122"/>
                <a:cs typeface="Malgun Gothic" pitchFamily="34" charset="-120"/>
              </a:rPr>
              <a:t>사람</a:t>
            </a:r>
            <a:endParaRPr lang="en-US" sz="4400" dirty="0"/>
          </a:p>
        </p:txBody>
      </p:sp>
      <p:sp>
        <p:nvSpPr>
          <p:cNvPr id="17" name="Text 15"/>
          <p:cNvSpPr/>
          <p:nvPr/>
        </p:nvSpPr>
        <p:spPr>
          <a:xfrm>
            <a:off x="8038948" y="3474720"/>
            <a:ext cx="3520440" cy="320040"/>
          </a:xfrm>
          <a:prstGeom prst="rect">
            <a:avLst/>
          </a:prstGeom>
          <a:noFill/>
          <a:ln/>
        </p:spPr>
        <p:txBody>
          <a:bodyPr wrap="square" lIns="0" tIns="0" rIns="0" bIns="0" rtlCol="0" anchor="ctr"/>
          <a:lstStyle/>
          <a:p>
            <a:pPr marL="0" indent="0" algn="ctr">
              <a:buNone/>
            </a:pPr>
            <a:r>
              <a:rPr lang="en-US" sz="1300" b="1" i="1" dirty="0">
                <a:solidFill>
                  <a:srgbClr val="4036ED"/>
                </a:solidFill>
                <a:latin typeface="Calibri" pitchFamily="34" charset="0"/>
                <a:ea typeface="Calibri" pitchFamily="34" charset="-122"/>
                <a:cs typeface="Calibri" pitchFamily="34" charset="-120"/>
              </a:rPr>
              <a:t>sa·ram</a:t>
            </a:r>
            <a:endParaRPr lang="en-US" sz="1300" dirty="0"/>
          </a:p>
        </p:txBody>
      </p:sp>
      <p:sp>
        <p:nvSpPr>
          <p:cNvPr id="18" name="Text 16"/>
          <p:cNvSpPr/>
          <p:nvPr/>
        </p:nvSpPr>
        <p:spPr>
          <a:xfrm>
            <a:off x="8038948" y="3794760"/>
            <a:ext cx="3520440" cy="27432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persona</a:t>
            </a:r>
            <a:endParaRPr lang="en-US" sz="1200" dirty="0"/>
          </a:p>
        </p:txBody>
      </p:sp>
      <p:sp>
        <p:nvSpPr>
          <p:cNvPr id="19" name="Text 17"/>
          <p:cNvSpPr/>
          <p:nvPr/>
        </p:nvSpPr>
        <p:spPr>
          <a:xfrm>
            <a:off x="8038948" y="4069080"/>
            <a:ext cx="3520440" cy="274320"/>
          </a:xfrm>
          <a:prstGeom prst="rect">
            <a:avLst/>
          </a:prstGeom>
          <a:noFill/>
          <a:ln/>
        </p:spPr>
        <p:txBody>
          <a:bodyPr wrap="square" lIns="0" tIns="0" rIns="0" bIns="0" rtlCol="0" anchor="ctr"/>
          <a:lstStyle/>
          <a:p>
            <a:pPr marL="0" indent="0" algn="ctr">
              <a:buNone/>
            </a:pPr>
            <a:r>
              <a:rPr lang="en-US" sz="1000" b="1" i="1" dirty="0">
                <a:solidFill>
                  <a:srgbClr val="FE6768"/>
                </a:solidFill>
                <a:latin typeface="Calibri" pitchFamily="34" charset="0"/>
                <a:ea typeface="Calibri" pitchFamily="34" charset="-122"/>
                <a:cs typeface="Calibri" pitchFamily="34" charset="-120"/>
              </a:rPr>
              <a:t>batchim: — [m]</a:t>
            </a:r>
            <a:endParaRPr lang="en-US" sz="1000" dirty="0"/>
          </a:p>
        </p:txBody>
      </p:sp>
      <p:sp>
        <p:nvSpPr>
          <p:cNvPr id="20" name="Shape 18"/>
          <p:cNvSpPr/>
          <p:nvPr/>
        </p:nvSpPr>
        <p:spPr>
          <a:xfrm>
            <a:off x="632308" y="4617720"/>
            <a:ext cx="3520440" cy="1828800"/>
          </a:xfrm>
          <a:prstGeom prst="roundRect">
            <a:avLst>
              <a:gd name="adj" fmla="val 7500"/>
            </a:avLst>
          </a:prstGeom>
          <a:solidFill>
            <a:srgbClr val="EDE8FF"/>
          </a:solidFill>
          <a:ln w="19050">
            <a:solidFill>
              <a:srgbClr val="4036ED"/>
            </a:solidFill>
            <a:prstDash val="solid"/>
          </a:ln>
        </p:spPr>
      </p:sp>
      <p:sp>
        <p:nvSpPr>
          <p:cNvPr id="21" name="Text 19"/>
          <p:cNvSpPr/>
          <p:nvPr/>
        </p:nvSpPr>
        <p:spPr>
          <a:xfrm>
            <a:off x="632308" y="4709160"/>
            <a:ext cx="3520440" cy="868680"/>
          </a:xfrm>
          <a:prstGeom prst="rect">
            <a:avLst/>
          </a:prstGeom>
          <a:noFill/>
          <a:ln/>
        </p:spPr>
        <p:txBody>
          <a:bodyPr wrap="square" lIns="0" tIns="0" rIns="0" bIns="0" rtlCol="0" anchor="ctr"/>
          <a:lstStyle/>
          <a:p>
            <a:pPr marL="0" indent="0" algn="ctr">
              <a:buNone/>
            </a:pPr>
            <a:r>
              <a:rPr lang="en-US" sz="4400" b="1" dirty="0">
                <a:solidFill>
                  <a:srgbClr val="4036ED"/>
                </a:solidFill>
                <a:latin typeface="Malgun Gothic" pitchFamily="34" charset="0"/>
                <a:ea typeface="Malgun Gothic" pitchFamily="34" charset="-122"/>
                <a:cs typeface="Malgun Gothic" pitchFamily="34" charset="-120"/>
              </a:rPr>
              <a:t>김치</a:t>
            </a:r>
            <a:endParaRPr lang="en-US" sz="4400" dirty="0"/>
          </a:p>
        </p:txBody>
      </p:sp>
      <p:sp>
        <p:nvSpPr>
          <p:cNvPr id="22" name="Text 20"/>
          <p:cNvSpPr/>
          <p:nvPr/>
        </p:nvSpPr>
        <p:spPr>
          <a:xfrm>
            <a:off x="632308" y="5577840"/>
            <a:ext cx="3520440" cy="320040"/>
          </a:xfrm>
          <a:prstGeom prst="rect">
            <a:avLst/>
          </a:prstGeom>
          <a:noFill/>
          <a:ln/>
        </p:spPr>
        <p:txBody>
          <a:bodyPr wrap="square" lIns="0" tIns="0" rIns="0" bIns="0" rtlCol="0" anchor="ctr"/>
          <a:lstStyle/>
          <a:p>
            <a:pPr marL="0" indent="0" algn="ctr">
              <a:buNone/>
            </a:pPr>
            <a:r>
              <a:rPr lang="en-US" sz="1300" b="1" i="1" dirty="0">
                <a:solidFill>
                  <a:srgbClr val="4036ED"/>
                </a:solidFill>
                <a:latin typeface="Calibri" pitchFamily="34" charset="0"/>
                <a:ea typeface="Calibri" pitchFamily="34" charset="-122"/>
                <a:cs typeface="Calibri" pitchFamily="34" charset="-120"/>
              </a:rPr>
              <a:t>kim·chi</a:t>
            </a:r>
            <a:endParaRPr lang="en-US" sz="1300" dirty="0"/>
          </a:p>
        </p:txBody>
      </p:sp>
      <p:sp>
        <p:nvSpPr>
          <p:cNvPr id="23" name="Text 21"/>
          <p:cNvSpPr/>
          <p:nvPr/>
        </p:nvSpPr>
        <p:spPr>
          <a:xfrm>
            <a:off x="632308" y="5897880"/>
            <a:ext cx="3520440" cy="27432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kimchi</a:t>
            </a:r>
            <a:endParaRPr lang="en-US" sz="1200" dirty="0"/>
          </a:p>
        </p:txBody>
      </p:sp>
      <p:sp>
        <p:nvSpPr>
          <p:cNvPr id="24" name="Text 22"/>
          <p:cNvSpPr/>
          <p:nvPr/>
        </p:nvSpPr>
        <p:spPr>
          <a:xfrm>
            <a:off x="632308" y="6172200"/>
            <a:ext cx="3520440" cy="274320"/>
          </a:xfrm>
          <a:prstGeom prst="rect">
            <a:avLst/>
          </a:prstGeom>
          <a:noFill/>
          <a:ln/>
        </p:spPr>
        <p:txBody>
          <a:bodyPr wrap="square" lIns="0" tIns="0" rIns="0" bIns="0" rtlCol="0" anchor="ctr"/>
          <a:lstStyle/>
          <a:p>
            <a:pPr marL="0" indent="0" algn="ctr">
              <a:buNone/>
            </a:pPr>
            <a:r>
              <a:rPr lang="en-US" sz="1000" b="1" i="1" dirty="0">
                <a:solidFill>
                  <a:srgbClr val="FE6768"/>
                </a:solidFill>
                <a:latin typeface="Calibri" pitchFamily="34" charset="0"/>
                <a:ea typeface="Calibri" pitchFamily="34" charset="-122"/>
                <a:cs typeface="Calibri" pitchFamily="34" charset="-120"/>
              </a:rPr>
              <a:t>batchim: [m] —</a:t>
            </a:r>
            <a:endParaRPr lang="en-US" sz="1000" dirty="0"/>
          </a:p>
        </p:txBody>
      </p:sp>
      <p:sp>
        <p:nvSpPr>
          <p:cNvPr id="25" name="Shape 23"/>
          <p:cNvSpPr/>
          <p:nvPr/>
        </p:nvSpPr>
        <p:spPr>
          <a:xfrm>
            <a:off x="4335628" y="4617720"/>
            <a:ext cx="3520440" cy="1828800"/>
          </a:xfrm>
          <a:prstGeom prst="roundRect">
            <a:avLst>
              <a:gd name="adj" fmla="val 7500"/>
            </a:avLst>
          </a:prstGeom>
          <a:solidFill>
            <a:srgbClr val="EDE8FF"/>
          </a:solidFill>
          <a:ln w="19050">
            <a:solidFill>
              <a:srgbClr val="4036ED"/>
            </a:solidFill>
            <a:prstDash val="solid"/>
          </a:ln>
        </p:spPr>
      </p:sp>
      <p:sp>
        <p:nvSpPr>
          <p:cNvPr id="26" name="Text 24"/>
          <p:cNvSpPr/>
          <p:nvPr/>
        </p:nvSpPr>
        <p:spPr>
          <a:xfrm>
            <a:off x="4335628" y="4709160"/>
            <a:ext cx="3520440" cy="868680"/>
          </a:xfrm>
          <a:prstGeom prst="rect">
            <a:avLst/>
          </a:prstGeom>
          <a:noFill/>
          <a:ln/>
        </p:spPr>
        <p:txBody>
          <a:bodyPr wrap="square" lIns="0" tIns="0" rIns="0" bIns="0" rtlCol="0" anchor="ctr"/>
          <a:lstStyle/>
          <a:p>
            <a:pPr marL="0" indent="0" algn="ctr">
              <a:buNone/>
            </a:pPr>
            <a:r>
              <a:rPr lang="en-US" sz="4400" b="1" dirty="0">
                <a:solidFill>
                  <a:srgbClr val="4036ED"/>
                </a:solidFill>
                <a:latin typeface="Malgun Gothic" pitchFamily="34" charset="0"/>
                <a:ea typeface="Malgun Gothic" pitchFamily="34" charset="-122"/>
                <a:cs typeface="Malgun Gothic" pitchFamily="34" charset="-120"/>
              </a:rPr>
              <a:t>서울</a:t>
            </a:r>
            <a:endParaRPr lang="en-US" sz="4400" dirty="0"/>
          </a:p>
        </p:txBody>
      </p:sp>
      <p:sp>
        <p:nvSpPr>
          <p:cNvPr id="27" name="Text 25"/>
          <p:cNvSpPr/>
          <p:nvPr/>
        </p:nvSpPr>
        <p:spPr>
          <a:xfrm>
            <a:off x="4335628" y="5577840"/>
            <a:ext cx="3520440" cy="320040"/>
          </a:xfrm>
          <a:prstGeom prst="rect">
            <a:avLst/>
          </a:prstGeom>
          <a:noFill/>
          <a:ln/>
        </p:spPr>
        <p:txBody>
          <a:bodyPr wrap="square" lIns="0" tIns="0" rIns="0" bIns="0" rtlCol="0" anchor="ctr"/>
          <a:lstStyle/>
          <a:p>
            <a:pPr marL="0" indent="0" algn="ctr">
              <a:buNone/>
            </a:pPr>
            <a:r>
              <a:rPr lang="en-US" sz="1300" b="1" i="1" dirty="0">
                <a:solidFill>
                  <a:srgbClr val="4036ED"/>
                </a:solidFill>
                <a:latin typeface="Calibri" pitchFamily="34" charset="0"/>
                <a:ea typeface="Calibri" pitchFamily="34" charset="-122"/>
                <a:cs typeface="Calibri" pitchFamily="34" charset="-120"/>
              </a:rPr>
              <a:t>seo·ul</a:t>
            </a:r>
            <a:endParaRPr lang="en-US" sz="1300" dirty="0"/>
          </a:p>
        </p:txBody>
      </p:sp>
      <p:sp>
        <p:nvSpPr>
          <p:cNvPr id="28" name="Text 26"/>
          <p:cNvSpPr/>
          <p:nvPr/>
        </p:nvSpPr>
        <p:spPr>
          <a:xfrm>
            <a:off x="4335628" y="5897880"/>
            <a:ext cx="3520440" cy="27432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Seúl</a:t>
            </a:r>
            <a:endParaRPr lang="en-US" sz="1200" dirty="0"/>
          </a:p>
        </p:txBody>
      </p:sp>
      <p:sp>
        <p:nvSpPr>
          <p:cNvPr id="29" name="Text 27"/>
          <p:cNvSpPr/>
          <p:nvPr/>
        </p:nvSpPr>
        <p:spPr>
          <a:xfrm>
            <a:off x="4335628" y="6172200"/>
            <a:ext cx="3520440" cy="274320"/>
          </a:xfrm>
          <a:prstGeom prst="rect">
            <a:avLst/>
          </a:prstGeom>
          <a:noFill/>
          <a:ln/>
        </p:spPr>
        <p:txBody>
          <a:bodyPr wrap="square" lIns="0" tIns="0" rIns="0" bIns="0" rtlCol="0" anchor="ctr"/>
          <a:lstStyle/>
          <a:p>
            <a:pPr marL="0" indent="0" algn="ctr">
              <a:buNone/>
            </a:pPr>
            <a:r>
              <a:rPr lang="en-US" sz="1000" b="1" i="1" dirty="0">
                <a:solidFill>
                  <a:srgbClr val="FE6768"/>
                </a:solidFill>
                <a:latin typeface="Calibri" pitchFamily="34" charset="0"/>
                <a:ea typeface="Calibri" pitchFamily="34" charset="-122"/>
                <a:cs typeface="Calibri" pitchFamily="34" charset="-120"/>
              </a:rPr>
              <a:t>batchim: — [l]</a:t>
            </a:r>
            <a:endParaRPr lang="en-US" sz="1000" dirty="0"/>
          </a:p>
        </p:txBody>
      </p:sp>
      <p:sp>
        <p:nvSpPr>
          <p:cNvPr id="30" name="Shape 28"/>
          <p:cNvSpPr/>
          <p:nvPr/>
        </p:nvSpPr>
        <p:spPr>
          <a:xfrm>
            <a:off x="8038948" y="4617720"/>
            <a:ext cx="3520440" cy="1828800"/>
          </a:xfrm>
          <a:prstGeom prst="roundRect">
            <a:avLst>
              <a:gd name="adj" fmla="val 7500"/>
            </a:avLst>
          </a:prstGeom>
          <a:solidFill>
            <a:srgbClr val="EDE8FF"/>
          </a:solidFill>
          <a:ln w="19050">
            <a:solidFill>
              <a:srgbClr val="4036ED"/>
            </a:solidFill>
            <a:prstDash val="solid"/>
          </a:ln>
        </p:spPr>
      </p:sp>
      <p:sp>
        <p:nvSpPr>
          <p:cNvPr id="31" name="Text 29"/>
          <p:cNvSpPr/>
          <p:nvPr/>
        </p:nvSpPr>
        <p:spPr>
          <a:xfrm>
            <a:off x="8038948" y="4709160"/>
            <a:ext cx="3520440" cy="868680"/>
          </a:xfrm>
          <a:prstGeom prst="rect">
            <a:avLst/>
          </a:prstGeom>
          <a:noFill/>
          <a:ln/>
        </p:spPr>
        <p:txBody>
          <a:bodyPr wrap="square" lIns="0" tIns="0" rIns="0" bIns="0" rtlCol="0" anchor="ctr"/>
          <a:lstStyle/>
          <a:p>
            <a:pPr marL="0" indent="0" algn="ctr">
              <a:buNone/>
            </a:pPr>
            <a:r>
              <a:rPr lang="en-US" sz="4400" b="1" dirty="0">
                <a:solidFill>
                  <a:srgbClr val="4036ED"/>
                </a:solidFill>
                <a:latin typeface="Malgun Gothic" pitchFamily="34" charset="0"/>
                <a:ea typeface="Malgun Gothic" pitchFamily="34" charset="-122"/>
                <a:cs typeface="Malgun Gothic" pitchFamily="34" charset="-120"/>
              </a:rPr>
              <a:t>학생</a:t>
            </a:r>
            <a:endParaRPr lang="en-US" sz="4400" dirty="0"/>
          </a:p>
        </p:txBody>
      </p:sp>
      <p:sp>
        <p:nvSpPr>
          <p:cNvPr id="32" name="Text 30"/>
          <p:cNvSpPr/>
          <p:nvPr/>
        </p:nvSpPr>
        <p:spPr>
          <a:xfrm>
            <a:off x="8038948" y="5577840"/>
            <a:ext cx="3520440" cy="320040"/>
          </a:xfrm>
          <a:prstGeom prst="rect">
            <a:avLst/>
          </a:prstGeom>
          <a:noFill/>
          <a:ln/>
        </p:spPr>
        <p:txBody>
          <a:bodyPr wrap="square" lIns="0" tIns="0" rIns="0" bIns="0" rtlCol="0" anchor="ctr"/>
          <a:lstStyle/>
          <a:p>
            <a:pPr marL="0" indent="0" algn="ctr">
              <a:buNone/>
            </a:pPr>
            <a:r>
              <a:rPr lang="en-US" sz="1300" b="1" i="1" dirty="0">
                <a:solidFill>
                  <a:srgbClr val="4036ED"/>
                </a:solidFill>
                <a:latin typeface="Calibri" pitchFamily="34" charset="0"/>
                <a:ea typeface="Calibri" pitchFamily="34" charset="-122"/>
                <a:cs typeface="Calibri" pitchFamily="34" charset="-120"/>
              </a:rPr>
              <a:t>hak·saeng</a:t>
            </a:r>
            <a:endParaRPr lang="en-US" sz="1300" dirty="0"/>
          </a:p>
        </p:txBody>
      </p:sp>
      <p:sp>
        <p:nvSpPr>
          <p:cNvPr id="33" name="Text 31"/>
          <p:cNvSpPr/>
          <p:nvPr/>
        </p:nvSpPr>
        <p:spPr>
          <a:xfrm>
            <a:off x="8038948" y="5897880"/>
            <a:ext cx="3520440" cy="27432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estudiante</a:t>
            </a:r>
            <a:endParaRPr lang="en-US" sz="1200" dirty="0"/>
          </a:p>
        </p:txBody>
      </p:sp>
      <p:sp>
        <p:nvSpPr>
          <p:cNvPr id="34" name="Text 32"/>
          <p:cNvSpPr/>
          <p:nvPr/>
        </p:nvSpPr>
        <p:spPr>
          <a:xfrm>
            <a:off x="8038948" y="6172200"/>
            <a:ext cx="3520440" cy="274320"/>
          </a:xfrm>
          <a:prstGeom prst="rect">
            <a:avLst/>
          </a:prstGeom>
          <a:noFill/>
          <a:ln/>
        </p:spPr>
        <p:txBody>
          <a:bodyPr wrap="square" lIns="0" tIns="0" rIns="0" bIns="0" rtlCol="0" anchor="ctr"/>
          <a:lstStyle/>
          <a:p>
            <a:pPr marL="0" indent="0" algn="ctr">
              <a:buNone/>
            </a:pPr>
            <a:r>
              <a:rPr lang="en-US" sz="1000" b="1" i="1" dirty="0">
                <a:solidFill>
                  <a:srgbClr val="FE6768"/>
                </a:solidFill>
                <a:latin typeface="Calibri" pitchFamily="34" charset="0"/>
                <a:ea typeface="Calibri" pitchFamily="34" charset="-122"/>
                <a:cs typeface="Calibri" pitchFamily="34" charset="-120"/>
              </a:rPr>
              <a:t>batchim: [k] [ng]</a:t>
            </a:r>
            <a:endParaRPr lang="en-US" sz="1000" dirty="0"/>
          </a:p>
        </p:txBody>
      </p:sp>
      <p:pic>
        <p:nvPicPr>
          <p:cNvPr id="35"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36" name="Text 33"/>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7" name="Text 34"/>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103</a:t>
            </a:r>
            <a:endParaRPr lang="en-US" sz="800" dirty="0"/>
          </a:p>
        </p:txBody>
      </p:sp>
    </p:spTree>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name="Slide 104">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§4.12 · LECTURA</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Práctica · sonido [k] al final</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Sin importar qué consonante sea — ㄱ ㅋ ㄲ se pronuncian igual al final.</a:t>
            </a:r>
            <a:endParaRPr lang="en-US" sz="1400" dirty="0"/>
          </a:p>
        </p:txBody>
      </p:sp>
      <p:sp>
        <p:nvSpPr>
          <p:cNvPr id="5" name="Text 3"/>
          <p:cNvSpPr/>
          <p:nvPr/>
        </p:nvSpPr>
        <p:spPr>
          <a:xfrm>
            <a:off x="8534095" y="868680"/>
            <a:ext cx="3200400" cy="320040"/>
          </a:xfrm>
          <a:prstGeom prst="rect">
            <a:avLst/>
          </a:prstGeom>
          <a:noFill/>
          <a:ln/>
        </p:spPr>
        <p:txBody>
          <a:bodyPr wrap="square" lIns="0" tIns="0" rIns="0" bIns="0" rtlCol="0" anchor="ctr"/>
          <a:lstStyle/>
          <a:p>
            <a:pPr marL="0" indent="0" algn="r">
              <a:buNone/>
            </a:pPr>
            <a:r>
              <a:rPr lang="en-US" sz="1100" b="1" kern="0" spc="300" dirty="0">
                <a:solidFill>
                  <a:srgbClr val="4036ED"/>
                </a:solidFill>
                <a:latin typeface="Calibri" pitchFamily="34" charset="0"/>
                <a:ea typeface="Calibri" pitchFamily="34" charset="-122"/>
                <a:cs typeface="Calibri" pitchFamily="34" charset="-120"/>
              </a:rPr>
              <a:t>sonido ㄱ · [k]</a:t>
            </a:r>
            <a:endParaRPr lang="en-US" sz="1100" dirty="0"/>
          </a:p>
        </p:txBody>
      </p:sp>
      <p:sp>
        <p:nvSpPr>
          <p:cNvPr id="6" name="Shape 4"/>
          <p:cNvSpPr/>
          <p:nvPr/>
        </p:nvSpPr>
        <p:spPr>
          <a:xfrm>
            <a:off x="1638148" y="2560320"/>
            <a:ext cx="1371600" cy="1005840"/>
          </a:xfrm>
          <a:prstGeom prst="roundRect">
            <a:avLst>
              <a:gd name="adj" fmla="val 10909"/>
            </a:avLst>
          </a:prstGeom>
          <a:solidFill>
            <a:srgbClr val="4036ED"/>
          </a:solidFill>
          <a:ln w="12700">
            <a:solidFill>
              <a:srgbClr val="4036ED"/>
            </a:solidFill>
            <a:prstDash val="solid"/>
          </a:ln>
        </p:spPr>
      </p:sp>
      <p:sp>
        <p:nvSpPr>
          <p:cNvPr id="7" name="Text 5"/>
          <p:cNvSpPr/>
          <p:nvPr/>
        </p:nvSpPr>
        <p:spPr>
          <a:xfrm>
            <a:off x="1638148" y="2560320"/>
            <a:ext cx="1371600" cy="653796"/>
          </a:xfrm>
          <a:prstGeom prst="rect">
            <a:avLst/>
          </a:prstGeom>
          <a:noFill/>
          <a:ln/>
        </p:spPr>
        <p:txBody>
          <a:bodyPr wrap="square" lIns="0" tIns="0" rIns="0" bIns="0" rtlCol="0" anchor="ctr"/>
          <a:lstStyle/>
          <a:p>
            <a:pPr marL="0" indent="0" algn="ctr">
              <a:buNone/>
            </a:pPr>
            <a:r>
              <a:rPr lang="en-US" sz="3800" b="1" dirty="0">
                <a:solidFill>
                  <a:srgbClr val="F6F6F6"/>
                </a:solidFill>
                <a:latin typeface="Malgun Gothic" pitchFamily="34" charset="0"/>
                <a:ea typeface="Malgun Gothic" pitchFamily="34" charset="-122"/>
                <a:cs typeface="Malgun Gothic" pitchFamily="34" charset="-120"/>
              </a:rPr>
              <a:t>책</a:t>
            </a:r>
            <a:endParaRPr lang="en-US" sz="3800" dirty="0"/>
          </a:p>
        </p:txBody>
      </p:sp>
      <p:sp>
        <p:nvSpPr>
          <p:cNvPr id="8" name="Text 6"/>
          <p:cNvSpPr/>
          <p:nvPr/>
        </p:nvSpPr>
        <p:spPr>
          <a:xfrm>
            <a:off x="1638148" y="3214116"/>
            <a:ext cx="1371600" cy="352044"/>
          </a:xfrm>
          <a:prstGeom prst="rect">
            <a:avLst/>
          </a:prstGeom>
          <a:noFill/>
          <a:ln/>
        </p:spPr>
        <p:txBody>
          <a:bodyPr wrap="square" lIns="0" tIns="0" rIns="0" bIns="0" rtlCol="0" anchor="t"/>
          <a:lstStyle/>
          <a:p>
            <a:pPr marL="0" indent="0" algn="ctr">
              <a:buNone/>
            </a:pPr>
            <a:r>
              <a:rPr lang="en-US" sz="1000" b="1" kern="0" spc="200" dirty="0">
                <a:solidFill>
                  <a:srgbClr val="EDE8FF"/>
                </a:solidFill>
                <a:latin typeface="Calibri" pitchFamily="34" charset="0"/>
                <a:ea typeface="Calibri" pitchFamily="34" charset="-122"/>
                <a:cs typeface="Calibri" pitchFamily="34" charset="-120"/>
              </a:rPr>
              <a:t>libro</a:t>
            </a:r>
            <a:endParaRPr lang="en-US" sz="1000" dirty="0"/>
          </a:p>
        </p:txBody>
      </p:sp>
      <p:sp>
        <p:nvSpPr>
          <p:cNvPr id="9" name="Shape 7"/>
          <p:cNvSpPr/>
          <p:nvPr/>
        </p:nvSpPr>
        <p:spPr>
          <a:xfrm>
            <a:off x="3146908" y="2560320"/>
            <a:ext cx="1371600" cy="1005840"/>
          </a:xfrm>
          <a:prstGeom prst="roundRect">
            <a:avLst>
              <a:gd name="adj" fmla="val 10909"/>
            </a:avLst>
          </a:prstGeom>
          <a:solidFill>
            <a:srgbClr val="EDE8FF"/>
          </a:solidFill>
          <a:ln w="15240">
            <a:solidFill>
              <a:srgbClr val="4036ED"/>
            </a:solidFill>
            <a:prstDash val="solid"/>
          </a:ln>
        </p:spPr>
      </p:sp>
      <p:sp>
        <p:nvSpPr>
          <p:cNvPr id="10" name="Text 8"/>
          <p:cNvSpPr/>
          <p:nvPr/>
        </p:nvSpPr>
        <p:spPr>
          <a:xfrm>
            <a:off x="3146908" y="2560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책상</a:t>
            </a:r>
            <a:endParaRPr lang="en-US" sz="3600" dirty="0"/>
          </a:p>
        </p:txBody>
      </p:sp>
      <p:sp>
        <p:nvSpPr>
          <p:cNvPr id="11" name="Text 9"/>
          <p:cNvSpPr/>
          <p:nvPr/>
        </p:nvSpPr>
        <p:spPr>
          <a:xfrm>
            <a:off x="314690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chaek-sang</a:t>
            </a:r>
            <a:endParaRPr lang="en-US" sz="1200" dirty="0"/>
          </a:p>
        </p:txBody>
      </p:sp>
      <p:sp>
        <p:nvSpPr>
          <p:cNvPr id="12" name="Shape 10"/>
          <p:cNvSpPr/>
          <p:nvPr/>
        </p:nvSpPr>
        <p:spPr>
          <a:xfrm>
            <a:off x="4655668" y="2560320"/>
            <a:ext cx="1371600" cy="1005840"/>
          </a:xfrm>
          <a:prstGeom prst="roundRect">
            <a:avLst>
              <a:gd name="adj" fmla="val 10909"/>
            </a:avLst>
          </a:prstGeom>
          <a:solidFill>
            <a:srgbClr val="EDE8FF"/>
          </a:solidFill>
          <a:ln w="15240">
            <a:solidFill>
              <a:srgbClr val="4036ED"/>
            </a:solidFill>
            <a:prstDash val="solid"/>
          </a:ln>
        </p:spPr>
      </p:sp>
      <p:sp>
        <p:nvSpPr>
          <p:cNvPr id="13" name="Text 11"/>
          <p:cNvSpPr/>
          <p:nvPr/>
        </p:nvSpPr>
        <p:spPr>
          <a:xfrm>
            <a:off x="4655668" y="2560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국</a:t>
            </a:r>
            <a:endParaRPr lang="en-US" sz="3600" dirty="0"/>
          </a:p>
        </p:txBody>
      </p:sp>
      <p:sp>
        <p:nvSpPr>
          <p:cNvPr id="14" name="Text 12"/>
          <p:cNvSpPr/>
          <p:nvPr/>
        </p:nvSpPr>
        <p:spPr>
          <a:xfrm>
            <a:off x="465566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guk</a:t>
            </a:r>
            <a:endParaRPr lang="en-US" sz="1200" dirty="0"/>
          </a:p>
        </p:txBody>
      </p:sp>
      <p:sp>
        <p:nvSpPr>
          <p:cNvPr id="15" name="Shape 13"/>
          <p:cNvSpPr/>
          <p:nvPr/>
        </p:nvSpPr>
        <p:spPr>
          <a:xfrm>
            <a:off x="6164428" y="2560320"/>
            <a:ext cx="1371600" cy="1005840"/>
          </a:xfrm>
          <a:prstGeom prst="roundRect">
            <a:avLst>
              <a:gd name="adj" fmla="val 10909"/>
            </a:avLst>
          </a:prstGeom>
          <a:solidFill>
            <a:srgbClr val="EDE8FF"/>
          </a:solidFill>
          <a:ln w="15240">
            <a:solidFill>
              <a:srgbClr val="4036ED"/>
            </a:solidFill>
            <a:prstDash val="solid"/>
          </a:ln>
        </p:spPr>
      </p:sp>
      <p:sp>
        <p:nvSpPr>
          <p:cNvPr id="16" name="Text 14"/>
          <p:cNvSpPr/>
          <p:nvPr/>
        </p:nvSpPr>
        <p:spPr>
          <a:xfrm>
            <a:off x="6164428" y="2560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약</a:t>
            </a:r>
            <a:endParaRPr lang="en-US" sz="3600" dirty="0"/>
          </a:p>
        </p:txBody>
      </p:sp>
      <p:sp>
        <p:nvSpPr>
          <p:cNvPr id="17" name="Text 15"/>
          <p:cNvSpPr/>
          <p:nvPr/>
        </p:nvSpPr>
        <p:spPr>
          <a:xfrm>
            <a:off x="616442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yak</a:t>
            </a:r>
            <a:endParaRPr lang="en-US" sz="1200" dirty="0"/>
          </a:p>
        </p:txBody>
      </p:sp>
      <p:sp>
        <p:nvSpPr>
          <p:cNvPr id="18" name="Shape 16"/>
          <p:cNvSpPr/>
          <p:nvPr/>
        </p:nvSpPr>
        <p:spPr>
          <a:xfrm>
            <a:off x="7673188" y="2560320"/>
            <a:ext cx="1371600" cy="1005840"/>
          </a:xfrm>
          <a:prstGeom prst="roundRect">
            <a:avLst>
              <a:gd name="adj" fmla="val 10909"/>
            </a:avLst>
          </a:prstGeom>
          <a:solidFill>
            <a:srgbClr val="EDE8FF"/>
          </a:solidFill>
          <a:ln w="15240">
            <a:solidFill>
              <a:srgbClr val="4036ED"/>
            </a:solidFill>
            <a:prstDash val="solid"/>
          </a:ln>
        </p:spPr>
      </p:sp>
      <p:sp>
        <p:nvSpPr>
          <p:cNvPr id="19" name="Text 17"/>
          <p:cNvSpPr/>
          <p:nvPr/>
        </p:nvSpPr>
        <p:spPr>
          <a:xfrm>
            <a:off x="7673188" y="2560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학교</a:t>
            </a:r>
            <a:endParaRPr lang="en-US" sz="3600" dirty="0"/>
          </a:p>
        </p:txBody>
      </p:sp>
      <p:sp>
        <p:nvSpPr>
          <p:cNvPr id="20" name="Text 18"/>
          <p:cNvSpPr/>
          <p:nvPr/>
        </p:nvSpPr>
        <p:spPr>
          <a:xfrm>
            <a:off x="767318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hak-gyo</a:t>
            </a:r>
            <a:endParaRPr lang="en-US" sz="1200" dirty="0"/>
          </a:p>
        </p:txBody>
      </p:sp>
      <p:sp>
        <p:nvSpPr>
          <p:cNvPr id="21" name="Shape 19"/>
          <p:cNvSpPr/>
          <p:nvPr/>
        </p:nvSpPr>
        <p:spPr>
          <a:xfrm>
            <a:off x="9181948" y="2560320"/>
            <a:ext cx="1371600" cy="1005840"/>
          </a:xfrm>
          <a:prstGeom prst="roundRect">
            <a:avLst>
              <a:gd name="adj" fmla="val 10909"/>
            </a:avLst>
          </a:prstGeom>
          <a:solidFill>
            <a:srgbClr val="EDE8FF"/>
          </a:solidFill>
          <a:ln w="15240">
            <a:solidFill>
              <a:srgbClr val="4036ED"/>
            </a:solidFill>
            <a:prstDash val="solid"/>
          </a:ln>
        </p:spPr>
      </p:sp>
      <p:sp>
        <p:nvSpPr>
          <p:cNvPr id="22" name="Text 20"/>
          <p:cNvSpPr/>
          <p:nvPr/>
        </p:nvSpPr>
        <p:spPr>
          <a:xfrm>
            <a:off x="9181948" y="2560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한국</a:t>
            </a:r>
            <a:endParaRPr lang="en-US" sz="3600" dirty="0"/>
          </a:p>
        </p:txBody>
      </p:sp>
      <p:sp>
        <p:nvSpPr>
          <p:cNvPr id="23" name="Text 21"/>
          <p:cNvSpPr/>
          <p:nvPr/>
        </p:nvSpPr>
        <p:spPr>
          <a:xfrm>
            <a:off x="918194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han-guk</a:t>
            </a:r>
            <a:endParaRPr lang="en-US" sz="1200" dirty="0"/>
          </a:p>
        </p:txBody>
      </p:sp>
      <p:sp>
        <p:nvSpPr>
          <p:cNvPr id="24" name="Shape 22"/>
          <p:cNvSpPr/>
          <p:nvPr/>
        </p:nvSpPr>
        <p:spPr>
          <a:xfrm>
            <a:off x="1638148" y="3703320"/>
            <a:ext cx="1371600" cy="1005840"/>
          </a:xfrm>
          <a:prstGeom prst="roundRect">
            <a:avLst>
              <a:gd name="adj" fmla="val 10909"/>
            </a:avLst>
          </a:prstGeom>
          <a:solidFill>
            <a:srgbClr val="4036ED"/>
          </a:solidFill>
          <a:ln w="12700">
            <a:solidFill>
              <a:srgbClr val="4036ED"/>
            </a:solidFill>
            <a:prstDash val="solid"/>
          </a:ln>
        </p:spPr>
      </p:sp>
      <p:sp>
        <p:nvSpPr>
          <p:cNvPr id="25" name="Text 23"/>
          <p:cNvSpPr/>
          <p:nvPr/>
        </p:nvSpPr>
        <p:spPr>
          <a:xfrm>
            <a:off x="1638148" y="3703320"/>
            <a:ext cx="1371600" cy="653796"/>
          </a:xfrm>
          <a:prstGeom prst="rect">
            <a:avLst/>
          </a:prstGeom>
          <a:noFill/>
          <a:ln/>
        </p:spPr>
        <p:txBody>
          <a:bodyPr wrap="square" lIns="0" tIns="0" rIns="0" bIns="0" rtlCol="0" anchor="ctr"/>
          <a:lstStyle/>
          <a:p>
            <a:pPr marL="0" indent="0" algn="ctr">
              <a:buNone/>
            </a:pPr>
            <a:r>
              <a:rPr lang="en-US" sz="3800" b="1" dirty="0">
                <a:solidFill>
                  <a:srgbClr val="F6F6F6"/>
                </a:solidFill>
                <a:latin typeface="Malgun Gothic" pitchFamily="34" charset="0"/>
                <a:ea typeface="Malgun Gothic" pitchFamily="34" charset="-122"/>
                <a:cs typeface="Malgun Gothic" pitchFamily="34" charset="-120"/>
              </a:rPr>
              <a:t>부엌</a:t>
            </a:r>
            <a:endParaRPr lang="en-US" sz="3800" dirty="0"/>
          </a:p>
        </p:txBody>
      </p:sp>
      <p:sp>
        <p:nvSpPr>
          <p:cNvPr id="26" name="Text 24"/>
          <p:cNvSpPr/>
          <p:nvPr/>
        </p:nvSpPr>
        <p:spPr>
          <a:xfrm>
            <a:off x="1638148" y="4357116"/>
            <a:ext cx="1371600" cy="352044"/>
          </a:xfrm>
          <a:prstGeom prst="rect">
            <a:avLst/>
          </a:prstGeom>
          <a:noFill/>
          <a:ln/>
        </p:spPr>
        <p:txBody>
          <a:bodyPr wrap="square" lIns="0" tIns="0" rIns="0" bIns="0" rtlCol="0" anchor="t"/>
          <a:lstStyle/>
          <a:p>
            <a:pPr marL="0" indent="0" algn="ctr">
              <a:buNone/>
            </a:pPr>
            <a:r>
              <a:rPr lang="en-US" sz="1000" b="1" kern="0" spc="200" dirty="0">
                <a:solidFill>
                  <a:srgbClr val="EDE8FF"/>
                </a:solidFill>
                <a:latin typeface="Calibri" pitchFamily="34" charset="0"/>
                <a:ea typeface="Calibri" pitchFamily="34" charset="-122"/>
                <a:cs typeface="Calibri" pitchFamily="34" charset="-120"/>
              </a:rPr>
              <a:t>cocina</a:t>
            </a:r>
            <a:endParaRPr lang="en-US" sz="1000" dirty="0"/>
          </a:p>
        </p:txBody>
      </p:sp>
      <p:sp>
        <p:nvSpPr>
          <p:cNvPr id="27" name="Shape 25"/>
          <p:cNvSpPr/>
          <p:nvPr/>
        </p:nvSpPr>
        <p:spPr>
          <a:xfrm>
            <a:off x="3146908" y="3703320"/>
            <a:ext cx="1371600" cy="1005840"/>
          </a:xfrm>
          <a:prstGeom prst="roundRect">
            <a:avLst>
              <a:gd name="adj" fmla="val 10909"/>
            </a:avLst>
          </a:prstGeom>
          <a:solidFill>
            <a:srgbClr val="EDE8FF"/>
          </a:solidFill>
          <a:ln w="15240">
            <a:solidFill>
              <a:srgbClr val="4036ED"/>
            </a:solidFill>
            <a:prstDash val="solid"/>
          </a:ln>
        </p:spPr>
      </p:sp>
      <p:sp>
        <p:nvSpPr>
          <p:cNvPr id="28" name="Text 26"/>
          <p:cNvSpPr/>
          <p:nvPr/>
        </p:nvSpPr>
        <p:spPr>
          <a:xfrm>
            <a:off x="3146908" y="3703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식당</a:t>
            </a:r>
            <a:endParaRPr lang="en-US" sz="3600" dirty="0"/>
          </a:p>
        </p:txBody>
      </p:sp>
      <p:sp>
        <p:nvSpPr>
          <p:cNvPr id="29" name="Text 27"/>
          <p:cNvSpPr/>
          <p:nvPr/>
        </p:nvSpPr>
        <p:spPr>
          <a:xfrm>
            <a:off x="314690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sik-dang</a:t>
            </a:r>
            <a:endParaRPr lang="en-US" sz="1200" dirty="0"/>
          </a:p>
        </p:txBody>
      </p:sp>
      <p:sp>
        <p:nvSpPr>
          <p:cNvPr id="30" name="Shape 28"/>
          <p:cNvSpPr/>
          <p:nvPr/>
        </p:nvSpPr>
        <p:spPr>
          <a:xfrm>
            <a:off x="4655668" y="3703320"/>
            <a:ext cx="1371600" cy="1005840"/>
          </a:xfrm>
          <a:prstGeom prst="roundRect">
            <a:avLst>
              <a:gd name="adj" fmla="val 10909"/>
            </a:avLst>
          </a:prstGeom>
          <a:solidFill>
            <a:srgbClr val="EDE8FF"/>
          </a:solidFill>
          <a:ln w="15240">
            <a:solidFill>
              <a:srgbClr val="4036ED"/>
            </a:solidFill>
            <a:prstDash val="solid"/>
          </a:ln>
        </p:spPr>
      </p:sp>
      <p:sp>
        <p:nvSpPr>
          <p:cNvPr id="31" name="Text 29"/>
          <p:cNvSpPr/>
          <p:nvPr/>
        </p:nvSpPr>
        <p:spPr>
          <a:xfrm>
            <a:off x="4655668" y="3703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음식</a:t>
            </a:r>
            <a:endParaRPr lang="en-US" sz="3600" dirty="0"/>
          </a:p>
        </p:txBody>
      </p:sp>
      <p:sp>
        <p:nvSpPr>
          <p:cNvPr id="32" name="Text 30"/>
          <p:cNvSpPr/>
          <p:nvPr/>
        </p:nvSpPr>
        <p:spPr>
          <a:xfrm>
            <a:off x="465566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eum-sik</a:t>
            </a:r>
            <a:endParaRPr lang="en-US" sz="1200" dirty="0"/>
          </a:p>
        </p:txBody>
      </p:sp>
      <p:sp>
        <p:nvSpPr>
          <p:cNvPr id="33" name="Shape 31"/>
          <p:cNvSpPr/>
          <p:nvPr/>
        </p:nvSpPr>
        <p:spPr>
          <a:xfrm>
            <a:off x="6164428" y="3703320"/>
            <a:ext cx="1371600" cy="1005840"/>
          </a:xfrm>
          <a:prstGeom prst="roundRect">
            <a:avLst>
              <a:gd name="adj" fmla="val 10909"/>
            </a:avLst>
          </a:prstGeom>
          <a:solidFill>
            <a:srgbClr val="EDE8FF"/>
          </a:solidFill>
          <a:ln w="15240">
            <a:solidFill>
              <a:srgbClr val="4036ED"/>
            </a:solidFill>
            <a:prstDash val="solid"/>
          </a:ln>
        </p:spPr>
      </p:sp>
      <p:sp>
        <p:nvSpPr>
          <p:cNvPr id="34" name="Text 32"/>
          <p:cNvSpPr/>
          <p:nvPr/>
        </p:nvSpPr>
        <p:spPr>
          <a:xfrm>
            <a:off x="6164428" y="3703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북</a:t>
            </a:r>
            <a:endParaRPr lang="en-US" sz="3600" dirty="0"/>
          </a:p>
        </p:txBody>
      </p:sp>
      <p:sp>
        <p:nvSpPr>
          <p:cNvPr id="35" name="Text 33"/>
          <p:cNvSpPr/>
          <p:nvPr/>
        </p:nvSpPr>
        <p:spPr>
          <a:xfrm>
            <a:off x="616442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buk</a:t>
            </a:r>
            <a:endParaRPr lang="en-US" sz="1200" dirty="0"/>
          </a:p>
        </p:txBody>
      </p:sp>
      <p:sp>
        <p:nvSpPr>
          <p:cNvPr id="36" name="Shape 34"/>
          <p:cNvSpPr/>
          <p:nvPr/>
        </p:nvSpPr>
        <p:spPr>
          <a:xfrm>
            <a:off x="7673188" y="3703320"/>
            <a:ext cx="1371600" cy="1005840"/>
          </a:xfrm>
          <a:prstGeom prst="roundRect">
            <a:avLst>
              <a:gd name="adj" fmla="val 10909"/>
            </a:avLst>
          </a:prstGeom>
          <a:solidFill>
            <a:srgbClr val="EDE8FF"/>
          </a:solidFill>
          <a:ln w="15240">
            <a:solidFill>
              <a:srgbClr val="4036ED"/>
            </a:solidFill>
            <a:prstDash val="solid"/>
          </a:ln>
        </p:spPr>
      </p:sp>
      <p:sp>
        <p:nvSpPr>
          <p:cNvPr id="37" name="Text 35"/>
          <p:cNvSpPr/>
          <p:nvPr/>
        </p:nvSpPr>
        <p:spPr>
          <a:xfrm>
            <a:off x="7673188" y="3703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죽</a:t>
            </a:r>
            <a:endParaRPr lang="en-US" sz="3600" dirty="0"/>
          </a:p>
        </p:txBody>
      </p:sp>
      <p:sp>
        <p:nvSpPr>
          <p:cNvPr id="38" name="Text 36"/>
          <p:cNvSpPr/>
          <p:nvPr/>
        </p:nvSpPr>
        <p:spPr>
          <a:xfrm>
            <a:off x="767318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juk</a:t>
            </a:r>
            <a:endParaRPr lang="en-US" sz="1200" dirty="0"/>
          </a:p>
        </p:txBody>
      </p:sp>
      <p:sp>
        <p:nvSpPr>
          <p:cNvPr id="39" name="Shape 37"/>
          <p:cNvSpPr/>
          <p:nvPr/>
        </p:nvSpPr>
        <p:spPr>
          <a:xfrm>
            <a:off x="9181948" y="3703320"/>
            <a:ext cx="1371600" cy="1005840"/>
          </a:xfrm>
          <a:prstGeom prst="roundRect">
            <a:avLst>
              <a:gd name="adj" fmla="val 10909"/>
            </a:avLst>
          </a:prstGeom>
          <a:solidFill>
            <a:srgbClr val="EDE8FF"/>
          </a:solidFill>
          <a:ln w="15240">
            <a:solidFill>
              <a:srgbClr val="4036ED"/>
            </a:solidFill>
            <a:prstDash val="solid"/>
          </a:ln>
        </p:spPr>
      </p:sp>
      <p:sp>
        <p:nvSpPr>
          <p:cNvPr id="40" name="Text 38"/>
          <p:cNvSpPr/>
          <p:nvPr/>
        </p:nvSpPr>
        <p:spPr>
          <a:xfrm>
            <a:off x="9181948" y="3703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약속</a:t>
            </a:r>
            <a:endParaRPr lang="en-US" sz="3600" dirty="0"/>
          </a:p>
        </p:txBody>
      </p:sp>
      <p:sp>
        <p:nvSpPr>
          <p:cNvPr id="41" name="Text 39"/>
          <p:cNvSpPr/>
          <p:nvPr/>
        </p:nvSpPr>
        <p:spPr>
          <a:xfrm>
            <a:off x="918194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yak-sok</a:t>
            </a:r>
            <a:endParaRPr lang="en-US" sz="1200" dirty="0"/>
          </a:p>
        </p:txBody>
      </p:sp>
      <p:sp>
        <p:nvSpPr>
          <p:cNvPr id="42" name="Shape 40"/>
          <p:cNvSpPr/>
          <p:nvPr/>
        </p:nvSpPr>
        <p:spPr>
          <a:xfrm>
            <a:off x="1638148" y="4846320"/>
            <a:ext cx="1371600" cy="1005840"/>
          </a:xfrm>
          <a:prstGeom prst="roundRect">
            <a:avLst>
              <a:gd name="adj" fmla="val 10909"/>
            </a:avLst>
          </a:prstGeom>
          <a:solidFill>
            <a:srgbClr val="4036ED"/>
          </a:solidFill>
          <a:ln w="12700">
            <a:solidFill>
              <a:srgbClr val="4036ED"/>
            </a:solidFill>
            <a:prstDash val="solid"/>
          </a:ln>
        </p:spPr>
      </p:sp>
      <p:sp>
        <p:nvSpPr>
          <p:cNvPr id="43" name="Text 41"/>
          <p:cNvSpPr/>
          <p:nvPr/>
        </p:nvSpPr>
        <p:spPr>
          <a:xfrm>
            <a:off x="1638148" y="4846320"/>
            <a:ext cx="1371600" cy="653796"/>
          </a:xfrm>
          <a:prstGeom prst="rect">
            <a:avLst/>
          </a:prstGeom>
          <a:noFill/>
          <a:ln/>
        </p:spPr>
        <p:txBody>
          <a:bodyPr wrap="square" lIns="0" tIns="0" rIns="0" bIns="0" rtlCol="0" anchor="ctr"/>
          <a:lstStyle/>
          <a:p>
            <a:pPr marL="0" indent="0" algn="ctr">
              <a:buNone/>
            </a:pPr>
            <a:r>
              <a:rPr lang="en-US" sz="3800" b="1" dirty="0">
                <a:solidFill>
                  <a:srgbClr val="F6F6F6"/>
                </a:solidFill>
                <a:latin typeface="Malgun Gothic" pitchFamily="34" charset="0"/>
                <a:ea typeface="Malgun Gothic" pitchFamily="34" charset="-122"/>
                <a:cs typeface="Malgun Gothic" pitchFamily="34" charset="-120"/>
              </a:rPr>
              <a:t>밖</a:t>
            </a:r>
            <a:endParaRPr lang="en-US" sz="3800" dirty="0"/>
          </a:p>
        </p:txBody>
      </p:sp>
      <p:sp>
        <p:nvSpPr>
          <p:cNvPr id="44" name="Text 42"/>
          <p:cNvSpPr/>
          <p:nvPr/>
        </p:nvSpPr>
        <p:spPr>
          <a:xfrm>
            <a:off x="1638148" y="5500116"/>
            <a:ext cx="1371600" cy="352044"/>
          </a:xfrm>
          <a:prstGeom prst="rect">
            <a:avLst/>
          </a:prstGeom>
          <a:noFill/>
          <a:ln/>
        </p:spPr>
        <p:txBody>
          <a:bodyPr wrap="square" lIns="0" tIns="0" rIns="0" bIns="0" rtlCol="0" anchor="t"/>
          <a:lstStyle/>
          <a:p>
            <a:pPr marL="0" indent="0" algn="ctr">
              <a:buNone/>
            </a:pPr>
            <a:r>
              <a:rPr lang="en-US" sz="1000" b="1" kern="0" spc="200" dirty="0">
                <a:solidFill>
                  <a:srgbClr val="EDE8FF"/>
                </a:solidFill>
                <a:latin typeface="Calibri" pitchFamily="34" charset="0"/>
                <a:ea typeface="Calibri" pitchFamily="34" charset="-122"/>
                <a:cs typeface="Calibri" pitchFamily="34" charset="-120"/>
              </a:rPr>
              <a:t>afuera</a:t>
            </a:r>
            <a:endParaRPr lang="en-US" sz="1000" dirty="0"/>
          </a:p>
        </p:txBody>
      </p:sp>
      <p:sp>
        <p:nvSpPr>
          <p:cNvPr id="45" name="Shape 43"/>
          <p:cNvSpPr/>
          <p:nvPr/>
        </p:nvSpPr>
        <p:spPr>
          <a:xfrm>
            <a:off x="3146908" y="4846320"/>
            <a:ext cx="1371600" cy="1005840"/>
          </a:xfrm>
          <a:prstGeom prst="roundRect">
            <a:avLst>
              <a:gd name="adj" fmla="val 10909"/>
            </a:avLst>
          </a:prstGeom>
          <a:solidFill>
            <a:srgbClr val="EDE8FF"/>
          </a:solidFill>
          <a:ln w="15240">
            <a:solidFill>
              <a:srgbClr val="4036ED"/>
            </a:solidFill>
            <a:prstDash val="solid"/>
          </a:ln>
        </p:spPr>
      </p:sp>
      <p:sp>
        <p:nvSpPr>
          <p:cNvPr id="46" name="Text 44"/>
          <p:cNvSpPr/>
          <p:nvPr/>
        </p:nvSpPr>
        <p:spPr>
          <a:xfrm>
            <a:off x="3146908" y="4846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낚시</a:t>
            </a:r>
            <a:endParaRPr lang="en-US" sz="3600" dirty="0"/>
          </a:p>
        </p:txBody>
      </p:sp>
      <p:sp>
        <p:nvSpPr>
          <p:cNvPr id="47" name="Text 45"/>
          <p:cNvSpPr/>
          <p:nvPr/>
        </p:nvSpPr>
        <p:spPr>
          <a:xfrm>
            <a:off x="314690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nak-si</a:t>
            </a:r>
            <a:endParaRPr lang="en-US" sz="1200" dirty="0"/>
          </a:p>
        </p:txBody>
      </p:sp>
      <p:sp>
        <p:nvSpPr>
          <p:cNvPr id="48" name="Shape 46"/>
          <p:cNvSpPr/>
          <p:nvPr/>
        </p:nvSpPr>
        <p:spPr>
          <a:xfrm>
            <a:off x="4655668" y="4846320"/>
            <a:ext cx="1371600" cy="1005840"/>
          </a:xfrm>
          <a:prstGeom prst="roundRect">
            <a:avLst>
              <a:gd name="adj" fmla="val 10909"/>
            </a:avLst>
          </a:prstGeom>
          <a:solidFill>
            <a:srgbClr val="EDE8FF"/>
          </a:solidFill>
          <a:ln w="15240">
            <a:solidFill>
              <a:srgbClr val="4036ED"/>
            </a:solidFill>
            <a:prstDash val="solid"/>
          </a:ln>
        </p:spPr>
      </p:sp>
      <p:sp>
        <p:nvSpPr>
          <p:cNvPr id="49" name="Text 47"/>
          <p:cNvSpPr/>
          <p:nvPr/>
        </p:nvSpPr>
        <p:spPr>
          <a:xfrm>
            <a:off x="4655668" y="4846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깎다</a:t>
            </a:r>
            <a:endParaRPr lang="en-US" sz="3600" dirty="0"/>
          </a:p>
        </p:txBody>
      </p:sp>
      <p:sp>
        <p:nvSpPr>
          <p:cNvPr id="50" name="Text 48"/>
          <p:cNvSpPr/>
          <p:nvPr/>
        </p:nvSpPr>
        <p:spPr>
          <a:xfrm>
            <a:off x="465566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kkak-da</a:t>
            </a:r>
            <a:endParaRPr lang="en-US" sz="1200" dirty="0"/>
          </a:p>
        </p:txBody>
      </p:sp>
      <p:sp>
        <p:nvSpPr>
          <p:cNvPr id="51" name="Shape 49"/>
          <p:cNvSpPr/>
          <p:nvPr/>
        </p:nvSpPr>
        <p:spPr>
          <a:xfrm>
            <a:off x="6164428" y="4846320"/>
            <a:ext cx="1371600" cy="1005840"/>
          </a:xfrm>
          <a:prstGeom prst="roundRect">
            <a:avLst>
              <a:gd name="adj" fmla="val 10909"/>
            </a:avLst>
          </a:prstGeom>
          <a:solidFill>
            <a:srgbClr val="EDE8FF"/>
          </a:solidFill>
          <a:ln w="15240">
            <a:solidFill>
              <a:srgbClr val="4036ED"/>
            </a:solidFill>
            <a:prstDash val="solid"/>
          </a:ln>
        </p:spPr>
      </p:sp>
      <p:sp>
        <p:nvSpPr>
          <p:cNvPr id="52" name="Text 50"/>
          <p:cNvSpPr/>
          <p:nvPr/>
        </p:nvSpPr>
        <p:spPr>
          <a:xfrm>
            <a:off x="6164428" y="4846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묶다</a:t>
            </a:r>
            <a:endParaRPr lang="en-US" sz="3600" dirty="0"/>
          </a:p>
        </p:txBody>
      </p:sp>
      <p:sp>
        <p:nvSpPr>
          <p:cNvPr id="53" name="Text 51"/>
          <p:cNvSpPr/>
          <p:nvPr/>
        </p:nvSpPr>
        <p:spPr>
          <a:xfrm>
            <a:off x="616442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muk-da</a:t>
            </a:r>
            <a:endParaRPr lang="en-US" sz="1200" dirty="0"/>
          </a:p>
        </p:txBody>
      </p:sp>
      <p:sp>
        <p:nvSpPr>
          <p:cNvPr id="54" name="Shape 52"/>
          <p:cNvSpPr/>
          <p:nvPr/>
        </p:nvSpPr>
        <p:spPr>
          <a:xfrm>
            <a:off x="7673188" y="4846320"/>
            <a:ext cx="1371600" cy="1005840"/>
          </a:xfrm>
          <a:prstGeom prst="roundRect">
            <a:avLst>
              <a:gd name="adj" fmla="val 10909"/>
            </a:avLst>
          </a:prstGeom>
          <a:solidFill>
            <a:srgbClr val="EDE8FF"/>
          </a:solidFill>
          <a:ln w="15240">
            <a:solidFill>
              <a:srgbClr val="4036ED"/>
            </a:solidFill>
            <a:prstDash val="solid"/>
          </a:ln>
        </p:spPr>
      </p:sp>
      <p:sp>
        <p:nvSpPr>
          <p:cNvPr id="55" name="Text 53"/>
          <p:cNvSpPr/>
          <p:nvPr/>
        </p:nvSpPr>
        <p:spPr>
          <a:xfrm>
            <a:off x="7673188" y="4846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닦다</a:t>
            </a:r>
            <a:endParaRPr lang="en-US" sz="3600" dirty="0"/>
          </a:p>
        </p:txBody>
      </p:sp>
      <p:sp>
        <p:nvSpPr>
          <p:cNvPr id="56" name="Text 54"/>
          <p:cNvSpPr/>
          <p:nvPr/>
        </p:nvSpPr>
        <p:spPr>
          <a:xfrm>
            <a:off x="767318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dak-da</a:t>
            </a:r>
            <a:endParaRPr lang="en-US" sz="1200" dirty="0"/>
          </a:p>
        </p:txBody>
      </p:sp>
      <p:sp>
        <p:nvSpPr>
          <p:cNvPr id="57" name="Shape 55"/>
          <p:cNvSpPr/>
          <p:nvPr/>
        </p:nvSpPr>
        <p:spPr>
          <a:xfrm>
            <a:off x="9181948" y="4846320"/>
            <a:ext cx="1371600" cy="1005840"/>
          </a:xfrm>
          <a:prstGeom prst="roundRect">
            <a:avLst>
              <a:gd name="adj" fmla="val 10909"/>
            </a:avLst>
          </a:prstGeom>
          <a:solidFill>
            <a:srgbClr val="EDE8FF"/>
          </a:solidFill>
          <a:ln w="15240">
            <a:solidFill>
              <a:srgbClr val="4036ED"/>
            </a:solidFill>
            <a:prstDash val="solid"/>
          </a:ln>
        </p:spPr>
      </p:sp>
      <p:sp>
        <p:nvSpPr>
          <p:cNvPr id="58" name="Text 56"/>
          <p:cNvSpPr/>
          <p:nvPr/>
        </p:nvSpPr>
        <p:spPr>
          <a:xfrm>
            <a:off x="9181948" y="4846320"/>
            <a:ext cx="1371600" cy="653796"/>
          </a:xfrm>
          <a:prstGeom prst="rect">
            <a:avLst/>
          </a:prstGeom>
          <a:noFill/>
          <a:ln/>
        </p:spPr>
        <p:txBody>
          <a:bodyPr wrap="square" lIns="0" tIns="0" rIns="0" bIns="0" rtlCol="0" anchor="ctr"/>
          <a:lstStyle/>
          <a:p>
            <a:pPr marL="0" indent="0" algn="ctr">
              <a:buNone/>
            </a:pPr>
            <a:r>
              <a:rPr lang="en-US" sz="3600" b="1" dirty="0">
                <a:solidFill>
                  <a:srgbClr val="4036ED"/>
                </a:solidFill>
                <a:latin typeface="Malgun Gothic" pitchFamily="34" charset="0"/>
                <a:ea typeface="Malgun Gothic" pitchFamily="34" charset="-122"/>
                <a:cs typeface="Malgun Gothic" pitchFamily="34" charset="-120"/>
              </a:rPr>
              <a:t>엮다</a:t>
            </a:r>
            <a:endParaRPr lang="en-US" sz="3600" dirty="0"/>
          </a:p>
        </p:txBody>
      </p:sp>
      <p:sp>
        <p:nvSpPr>
          <p:cNvPr id="59" name="Text 57"/>
          <p:cNvSpPr/>
          <p:nvPr/>
        </p:nvSpPr>
        <p:spPr>
          <a:xfrm>
            <a:off x="918194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yeok-da</a:t>
            </a:r>
            <a:endParaRPr lang="en-US" sz="1200" dirty="0"/>
          </a:p>
        </p:txBody>
      </p:sp>
      <p:pic>
        <p:nvPicPr>
          <p:cNvPr id="60"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61" name="Text 58"/>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62" name="Text 59"/>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104</a:t>
            </a:r>
            <a:endParaRPr lang="en-US" sz="800" dirty="0"/>
          </a:p>
        </p:txBody>
      </p:sp>
    </p:spTree>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name="Slide 105">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§4.13 · LECTURA</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Práctica · sonido [t] al final</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Seis consonantes diferentes que suenan iguales: ㄷ ㅅ ㅈ ㅊ ㅌ ㅎ.</a:t>
            </a:r>
            <a:endParaRPr lang="en-US" sz="1400" dirty="0"/>
          </a:p>
        </p:txBody>
      </p:sp>
      <p:sp>
        <p:nvSpPr>
          <p:cNvPr id="5" name="Text 3"/>
          <p:cNvSpPr/>
          <p:nvPr/>
        </p:nvSpPr>
        <p:spPr>
          <a:xfrm>
            <a:off x="8534095" y="868680"/>
            <a:ext cx="3200400" cy="320040"/>
          </a:xfrm>
          <a:prstGeom prst="rect">
            <a:avLst/>
          </a:prstGeom>
          <a:noFill/>
          <a:ln/>
        </p:spPr>
        <p:txBody>
          <a:bodyPr wrap="square" lIns="0" tIns="0" rIns="0" bIns="0" rtlCol="0" anchor="ctr"/>
          <a:lstStyle/>
          <a:p>
            <a:pPr marL="0" indent="0" algn="r">
              <a:buNone/>
            </a:pPr>
            <a:r>
              <a:rPr lang="en-US" sz="1100" b="1" kern="0" spc="300" dirty="0">
                <a:solidFill>
                  <a:srgbClr val="A79BFF"/>
                </a:solidFill>
                <a:latin typeface="Calibri" pitchFamily="34" charset="0"/>
                <a:ea typeface="Calibri" pitchFamily="34" charset="-122"/>
                <a:cs typeface="Calibri" pitchFamily="34" charset="-120"/>
              </a:rPr>
              <a:t>sonido ㄷ · [t]</a:t>
            </a:r>
            <a:endParaRPr lang="en-US" sz="1100" dirty="0"/>
          </a:p>
        </p:txBody>
      </p:sp>
      <p:sp>
        <p:nvSpPr>
          <p:cNvPr id="6" name="Shape 4"/>
          <p:cNvSpPr/>
          <p:nvPr/>
        </p:nvSpPr>
        <p:spPr>
          <a:xfrm>
            <a:off x="1638148" y="2560320"/>
            <a:ext cx="1371600" cy="1005840"/>
          </a:xfrm>
          <a:prstGeom prst="roundRect">
            <a:avLst>
              <a:gd name="adj" fmla="val 10909"/>
            </a:avLst>
          </a:prstGeom>
          <a:solidFill>
            <a:srgbClr val="A79BFF"/>
          </a:solidFill>
          <a:ln w="12700">
            <a:solidFill>
              <a:srgbClr val="A79BFF"/>
            </a:solidFill>
            <a:prstDash val="solid"/>
          </a:ln>
        </p:spPr>
      </p:sp>
      <p:sp>
        <p:nvSpPr>
          <p:cNvPr id="7" name="Text 5"/>
          <p:cNvSpPr/>
          <p:nvPr/>
        </p:nvSpPr>
        <p:spPr>
          <a:xfrm>
            <a:off x="1638148" y="2560320"/>
            <a:ext cx="1371600" cy="653796"/>
          </a:xfrm>
          <a:prstGeom prst="rect">
            <a:avLst/>
          </a:prstGeom>
          <a:noFill/>
          <a:ln/>
        </p:spPr>
        <p:txBody>
          <a:bodyPr wrap="square" lIns="0" tIns="0" rIns="0" bIns="0" rtlCol="0" anchor="ctr"/>
          <a:lstStyle/>
          <a:p>
            <a:pPr marL="0" indent="0" algn="ctr">
              <a:buNone/>
            </a:pPr>
            <a:r>
              <a:rPr lang="en-US" sz="3800" b="1" dirty="0">
                <a:solidFill>
                  <a:srgbClr val="F6F6F6"/>
                </a:solidFill>
                <a:latin typeface="Malgun Gothic" pitchFamily="34" charset="0"/>
                <a:ea typeface="Malgun Gothic" pitchFamily="34" charset="-122"/>
                <a:cs typeface="Malgun Gothic" pitchFamily="34" charset="-120"/>
              </a:rPr>
              <a:t>ㅅ</a:t>
            </a:r>
            <a:endParaRPr lang="en-US" sz="3800" dirty="0"/>
          </a:p>
        </p:txBody>
      </p:sp>
      <p:sp>
        <p:nvSpPr>
          <p:cNvPr id="8" name="Text 6"/>
          <p:cNvSpPr/>
          <p:nvPr/>
        </p:nvSpPr>
        <p:spPr>
          <a:xfrm>
            <a:off x="1638148" y="3214116"/>
            <a:ext cx="1371600" cy="352044"/>
          </a:xfrm>
          <a:prstGeom prst="rect">
            <a:avLst/>
          </a:prstGeom>
          <a:noFill/>
          <a:ln/>
        </p:spPr>
        <p:txBody>
          <a:bodyPr wrap="square" lIns="0" tIns="0" rIns="0" bIns="0" rtlCol="0" anchor="t"/>
          <a:lstStyle/>
          <a:p>
            <a:pPr marL="0" indent="0" algn="ctr">
              <a:buNone/>
            </a:pPr>
            <a:r>
              <a:rPr lang="en-US" sz="1000" b="1" kern="0" spc="200" dirty="0">
                <a:solidFill>
                  <a:srgbClr val="EDE8FF"/>
                </a:solidFill>
                <a:latin typeface="Calibri" pitchFamily="34" charset="0"/>
                <a:ea typeface="Calibri" pitchFamily="34" charset="-122"/>
                <a:cs typeface="Calibri" pitchFamily="34" charset="-120"/>
              </a:rPr>
              <a:t>[t]</a:t>
            </a:r>
            <a:endParaRPr lang="en-US" sz="1000" dirty="0"/>
          </a:p>
        </p:txBody>
      </p:sp>
      <p:sp>
        <p:nvSpPr>
          <p:cNvPr id="9" name="Shape 7"/>
          <p:cNvSpPr/>
          <p:nvPr/>
        </p:nvSpPr>
        <p:spPr>
          <a:xfrm>
            <a:off x="3146908" y="2560320"/>
            <a:ext cx="1371600" cy="1005840"/>
          </a:xfrm>
          <a:prstGeom prst="roundRect">
            <a:avLst>
              <a:gd name="adj" fmla="val 10909"/>
            </a:avLst>
          </a:prstGeom>
          <a:solidFill>
            <a:srgbClr val="EDE8FF"/>
          </a:solidFill>
          <a:ln w="15240">
            <a:solidFill>
              <a:srgbClr val="A79BFF"/>
            </a:solidFill>
            <a:prstDash val="solid"/>
          </a:ln>
        </p:spPr>
      </p:sp>
      <p:sp>
        <p:nvSpPr>
          <p:cNvPr id="10" name="Text 8"/>
          <p:cNvSpPr/>
          <p:nvPr/>
        </p:nvSpPr>
        <p:spPr>
          <a:xfrm>
            <a:off x="3146908" y="2560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옷</a:t>
            </a:r>
            <a:endParaRPr lang="en-US" sz="3600" dirty="0"/>
          </a:p>
        </p:txBody>
      </p:sp>
      <p:sp>
        <p:nvSpPr>
          <p:cNvPr id="11" name="Text 9"/>
          <p:cNvSpPr/>
          <p:nvPr/>
        </p:nvSpPr>
        <p:spPr>
          <a:xfrm>
            <a:off x="314690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ot</a:t>
            </a:r>
            <a:endParaRPr lang="en-US" sz="1200" dirty="0"/>
          </a:p>
        </p:txBody>
      </p:sp>
      <p:sp>
        <p:nvSpPr>
          <p:cNvPr id="12" name="Shape 10"/>
          <p:cNvSpPr/>
          <p:nvPr/>
        </p:nvSpPr>
        <p:spPr>
          <a:xfrm>
            <a:off x="4655668" y="2560320"/>
            <a:ext cx="1371600" cy="1005840"/>
          </a:xfrm>
          <a:prstGeom prst="roundRect">
            <a:avLst>
              <a:gd name="adj" fmla="val 10909"/>
            </a:avLst>
          </a:prstGeom>
          <a:solidFill>
            <a:srgbClr val="EDE8FF"/>
          </a:solidFill>
          <a:ln w="15240">
            <a:solidFill>
              <a:srgbClr val="A79BFF"/>
            </a:solidFill>
            <a:prstDash val="solid"/>
          </a:ln>
        </p:spPr>
      </p:sp>
      <p:sp>
        <p:nvSpPr>
          <p:cNvPr id="13" name="Text 11"/>
          <p:cNvSpPr/>
          <p:nvPr/>
        </p:nvSpPr>
        <p:spPr>
          <a:xfrm>
            <a:off x="4655668" y="2560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맛</a:t>
            </a:r>
            <a:endParaRPr lang="en-US" sz="3600" dirty="0"/>
          </a:p>
        </p:txBody>
      </p:sp>
      <p:sp>
        <p:nvSpPr>
          <p:cNvPr id="14" name="Text 12"/>
          <p:cNvSpPr/>
          <p:nvPr/>
        </p:nvSpPr>
        <p:spPr>
          <a:xfrm>
            <a:off x="465566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mat</a:t>
            </a:r>
            <a:endParaRPr lang="en-US" sz="1200" dirty="0"/>
          </a:p>
        </p:txBody>
      </p:sp>
      <p:sp>
        <p:nvSpPr>
          <p:cNvPr id="15" name="Shape 13"/>
          <p:cNvSpPr/>
          <p:nvPr/>
        </p:nvSpPr>
        <p:spPr>
          <a:xfrm>
            <a:off x="6164428" y="2560320"/>
            <a:ext cx="1371600" cy="1005840"/>
          </a:xfrm>
          <a:prstGeom prst="roundRect">
            <a:avLst>
              <a:gd name="adj" fmla="val 10909"/>
            </a:avLst>
          </a:prstGeom>
          <a:solidFill>
            <a:srgbClr val="EDE8FF"/>
          </a:solidFill>
          <a:ln w="15240">
            <a:solidFill>
              <a:srgbClr val="A79BFF"/>
            </a:solidFill>
            <a:prstDash val="solid"/>
          </a:ln>
        </p:spPr>
      </p:sp>
      <p:sp>
        <p:nvSpPr>
          <p:cNvPr id="16" name="Text 14"/>
          <p:cNvSpPr/>
          <p:nvPr/>
        </p:nvSpPr>
        <p:spPr>
          <a:xfrm>
            <a:off x="6164428" y="2560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버스</a:t>
            </a:r>
            <a:endParaRPr lang="en-US" sz="3600" dirty="0"/>
          </a:p>
        </p:txBody>
      </p:sp>
      <p:sp>
        <p:nvSpPr>
          <p:cNvPr id="17" name="Text 15"/>
          <p:cNvSpPr/>
          <p:nvPr/>
        </p:nvSpPr>
        <p:spPr>
          <a:xfrm>
            <a:off x="616442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beo-seu</a:t>
            </a:r>
            <a:endParaRPr lang="en-US" sz="1200" dirty="0"/>
          </a:p>
        </p:txBody>
      </p:sp>
      <p:sp>
        <p:nvSpPr>
          <p:cNvPr id="18" name="Shape 16"/>
          <p:cNvSpPr/>
          <p:nvPr/>
        </p:nvSpPr>
        <p:spPr>
          <a:xfrm>
            <a:off x="7673188" y="2560320"/>
            <a:ext cx="1371600" cy="1005840"/>
          </a:xfrm>
          <a:prstGeom prst="roundRect">
            <a:avLst>
              <a:gd name="adj" fmla="val 10909"/>
            </a:avLst>
          </a:prstGeom>
          <a:solidFill>
            <a:srgbClr val="EDE8FF"/>
          </a:solidFill>
          <a:ln w="15240">
            <a:solidFill>
              <a:srgbClr val="A79BFF"/>
            </a:solidFill>
            <a:prstDash val="solid"/>
          </a:ln>
        </p:spPr>
      </p:sp>
      <p:sp>
        <p:nvSpPr>
          <p:cNvPr id="19" name="Text 17"/>
          <p:cNvSpPr/>
          <p:nvPr/>
        </p:nvSpPr>
        <p:spPr>
          <a:xfrm>
            <a:off x="7673188" y="2560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못</a:t>
            </a:r>
            <a:endParaRPr lang="en-US" sz="3600" dirty="0"/>
          </a:p>
        </p:txBody>
      </p:sp>
      <p:sp>
        <p:nvSpPr>
          <p:cNvPr id="20" name="Text 18"/>
          <p:cNvSpPr/>
          <p:nvPr/>
        </p:nvSpPr>
        <p:spPr>
          <a:xfrm>
            <a:off x="767318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mot</a:t>
            </a:r>
            <a:endParaRPr lang="en-US" sz="1200" dirty="0"/>
          </a:p>
        </p:txBody>
      </p:sp>
      <p:sp>
        <p:nvSpPr>
          <p:cNvPr id="21" name="Shape 19"/>
          <p:cNvSpPr/>
          <p:nvPr/>
        </p:nvSpPr>
        <p:spPr>
          <a:xfrm>
            <a:off x="9181948" y="2560320"/>
            <a:ext cx="1371600" cy="1005840"/>
          </a:xfrm>
          <a:prstGeom prst="roundRect">
            <a:avLst>
              <a:gd name="adj" fmla="val 10909"/>
            </a:avLst>
          </a:prstGeom>
          <a:solidFill>
            <a:srgbClr val="EDE8FF"/>
          </a:solidFill>
          <a:ln w="15240">
            <a:solidFill>
              <a:srgbClr val="A79BFF"/>
            </a:solidFill>
            <a:prstDash val="solid"/>
          </a:ln>
        </p:spPr>
      </p:sp>
      <p:sp>
        <p:nvSpPr>
          <p:cNvPr id="22" name="Text 20"/>
          <p:cNvSpPr/>
          <p:nvPr/>
        </p:nvSpPr>
        <p:spPr>
          <a:xfrm>
            <a:off x="9181948" y="2560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낫</a:t>
            </a:r>
            <a:endParaRPr lang="en-US" sz="3600" dirty="0"/>
          </a:p>
        </p:txBody>
      </p:sp>
      <p:sp>
        <p:nvSpPr>
          <p:cNvPr id="23" name="Text 21"/>
          <p:cNvSpPr/>
          <p:nvPr/>
        </p:nvSpPr>
        <p:spPr>
          <a:xfrm>
            <a:off x="918194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nat</a:t>
            </a:r>
            <a:endParaRPr lang="en-US" sz="1200" dirty="0"/>
          </a:p>
        </p:txBody>
      </p:sp>
      <p:sp>
        <p:nvSpPr>
          <p:cNvPr id="24" name="Shape 22"/>
          <p:cNvSpPr/>
          <p:nvPr/>
        </p:nvSpPr>
        <p:spPr>
          <a:xfrm>
            <a:off x="1638148" y="3703320"/>
            <a:ext cx="1371600" cy="1005840"/>
          </a:xfrm>
          <a:prstGeom prst="roundRect">
            <a:avLst>
              <a:gd name="adj" fmla="val 10909"/>
            </a:avLst>
          </a:prstGeom>
          <a:solidFill>
            <a:srgbClr val="A79BFF"/>
          </a:solidFill>
          <a:ln w="12700">
            <a:solidFill>
              <a:srgbClr val="A79BFF"/>
            </a:solidFill>
            <a:prstDash val="solid"/>
          </a:ln>
        </p:spPr>
      </p:sp>
      <p:sp>
        <p:nvSpPr>
          <p:cNvPr id="25" name="Text 23"/>
          <p:cNvSpPr/>
          <p:nvPr/>
        </p:nvSpPr>
        <p:spPr>
          <a:xfrm>
            <a:off x="1638148" y="3703320"/>
            <a:ext cx="1371600" cy="653796"/>
          </a:xfrm>
          <a:prstGeom prst="rect">
            <a:avLst/>
          </a:prstGeom>
          <a:noFill/>
          <a:ln/>
        </p:spPr>
        <p:txBody>
          <a:bodyPr wrap="square" lIns="0" tIns="0" rIns="0" bIns="0" rtlCol="0" anchor="ctr"/>
          <a:lstStyle/>
          <a:p>
            <a:pPr marL="0" indent="0" algn="ctr">
              <a:buNone/>
            </a:pPr>
            <a:r>
              <a:rPr lang="en-US" sz="3800" b="1" dirty="0">
                <a:solidFill>
                  <a:srgbClr val="F6F6F6"/>
                </a:solidFill>
                <a:latin typeface="Malgun Gothic" pitchFamily="34" charset="0"/>
                <a:ea typeface="Malgun Gothic" pitchFamily="34" charset="-122"/>
                <a:cs typeface="Malgun Gothic" pitchFamily="34" charset="-120"/>
              </a:rPr>
              <a:t>ㅈㅊ</a:t>
            </a:r>
            <a:endParaRPr lang="en-US" sz="3800" dirty="0"/>
          </a:p>
        </p:txBody>
      </p:sp>
      <p:sp>
        <p:nvSpPr>
          <p:cNvPr id="26" name="Text 24"/>
          <p:cNvSpPr/>
          <p:nvPr/>
        </p:nvSpPr>
        <p:spPr>
          <a:xfrm>
            <a:off x="1638148" y="4357116"/>
            <a:ext cx="1371600" cy="352044"/>
          </a:xfrm>
          <a:prstGeom prst="rect">
            <a:avLst/>
          </a:prstGeom>
          <a:noFill/>
          <a:ln/>
        </p:spPr>
        <p:txBody>
          <a:bodyPr wrap="square" lIns="0" tIns="0" rIns="0" bIns="0" rtlCol="0" anchor="t"/>
          <a:lstStyle/>
          <a:p>
            <a:pPr marL="0" indent="0" algn="ctr">
              <a:buNone/>
            </a:pPr>
            <a:r>
              <a:rPr lang="en-US" sz="1000" b="1" kern="0" spc="200" dirty="0">
                <a:solidFill>
                  <a:srgbClr val="EDE8FF"/>
                </a:solidFill>
                <a:latin typeface="Calibri" pitchFamily="34" charset="0"/>
                <a:ea typeface="Calibri" pitchFamily="34" charset="-122"/>
                <a:cs typeface="Calibri" pitchFamily="34" charset="-120"/>
              </a:rPr>
              <a:t>[t]</a:t>
            </a:r>
            <a:endParaRPr lang="en-US" sz="1000" dirty="0"/>
          </a:p>
        </p:txBody>
      </p:sp>
      <p:sp>
        <p:nvSpPr>
          <p:cNvPr id="27" name="Shape 25"/>
          <p:cNvSpPr/>
          <p:nvPr/>
        </p:nvSpPr>
        <p:spPr>
          <a:xfrm>
            <a:off x="3146908" y="3703320"/>
            <a:ext cx="1371600" cy="1005840"/>
          </a:xfrm>
          <a:prstGeom prst="roundRect">
            <a:avLst>
              <a:gd name="adj" fmla="val 10909"/>
            </a:avLst>
          </a:prstGeom>
          <a:solidFill>
            <a:srgbClr val="EDE8FF"/>
          </a:solidFill>
          <a:ln w="15240">
            <a:solidFill>
              <a:srgbClr val="A79BFF"/>
            </a:solidFill>
            <a:prstDash val="solid"/>
          </a:ln>
        </p:spPr>
      </p:sp>
      <p:sp>
        <p:nvSpPr>
          <p:cNvPr id="28" name="Text 26"/>
          <p:cNvSpPr/>
          <p:nvPr/>
        </p:nvSpPr>
        <p:spPr>
          <a:xfrm>
            <a:off x="3146908" y="3703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낮</a:t>
            </a:r>
            <a:endParaRPr lang="en-US" sz="3600" dirty="0"/>
          </a:p>
        </p:txBody>
      </p:sp>
      <p:sp>
        <p:nvSpPr>
          <p:cNvPr id="29" name="Text 27"/>
          <p:cNvSpPr/>
          <p:nvPr/>
        </p:nvSpPr>
        <p:spPr>
          <a:xfrm>
            <a:off x="314690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nat</a:t>
            </a:r>
            <a:endParaRPr lang="en-US" sz="1200" dirty="0"/>
          </a:p>
        </p:txBody>
      </p:sp>
      <p:sp>
        <p:nvSpPr>
          <p:cNvPr id="30" name="Shape 28"/>
          <p:cNvSpPr/>
          <p:nvPr/>
        </p:nvSpPr>
        <p:spPr>
          <a:xfrm>
            <a:off x="4655668" y="3703320"/>
            <a:ext cx="1371600" cy="1005840"/>
          </a:xfrm>
          <a:prstGeom prst="roundRect">
            <a:avLst>
              <a:gd name="adj" fmla="val 10909"/>
            </a:avLst>
          </a:prstGeom>
          <a:solidFill>
            <a:srgbClr val="EDE8FF"/>
          </a:solidFill>
          <a:ln w="15240">
            <a:solidFill>
              <a:srgbClr val="A79BFF"/>
            </a:solidFill>
            <a:prstDash val="solid"/>
          </a:ln>
        </p:spPr>
      </p:sp>
      <p:sp>
        <p:nvSpPr>
          <p:cNvPr id="31" name="Text 29"/>
          <p:cNvSpPr/>
          <p:nvPr/>
        </p:nvSpPr>
        <p:spPr>
          <a:xfrm>
            <a:off x="4655668" y="3703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꽃</a:t>
            </a:r>
            <a:endParaRPr lang="en-US" sz="3600" dirty="0"/>
          </a:p>
        </p:txBody>
      </p:sp>
      <p:sp>
        <p:nvSpPr>
          <p:cNvPr id="32" name="Text 30"/>
          <p:cNvSpPr/>
          <p:nvPr/>
        </p:nvSpPr>
        <p:spPr>
          <a:xfrm>
            <a:off x="465566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kkot</a:t>
            </a:r>
            <a:endParaRPr lang="en-US" sz="1200" dirty="0"/>
          </a:p>
        </p:txBody>
      </p:sp>
      <p:sp>
        <p:nvSpPr>
          <p:cNvPr id="33" name="Shape 31"/>
          <p:cNvSpPr/>
          <p:nvPr/>
        </p:nvSpPr>
        <p:spPr>
          <a:xfrm>
            <a:off x="6164428" y="3703320"/>
            <a:ext cx="1371600" cy="1005840"/>
          </a:xfrm>
          <a:prstGeom prst="roundRect">
            <a:avLst>
              <a:gd name="adj" fmla="val 10909"/>
            </a:avLst>
          </a:prstGeom>
          <a:solidFill>
            <a:srgbClr val="EDE8FF"/>
          </a:solidFill>
          <a:ln w="15240">
            <a:solidFill>
              <a:srgbClr val="A79BFF"/>
            </a:solidFill>
            <a:prstDash val="solid"/>
          </a:ln>
        </p:spPr>
      </p:sp>
      <p:sp>
        <p:nvSpPr>
          <p:cNvPr id="34" name="Text 32"/>
          <p:cNvSpPr/>
          <p:nvPr/>
        </p:nvSpPr>
        <p:spPr>
          <a:xfrm>
            <a:off x="6164428" y="3703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낯</a:t>
            </a:r>
            <a:endParaRPr lang="en-US" sz="3600" dirty="0"/>
          </a:p>
        </p:txBody>
      </p:sp>
      <p:sp>
        <p:nvSpPr>
          <p:cNvPr id="35" name="Text 33"/>
          <p:cNvSpPr/>
          <p:nvPr/>
        </p:nvSpPr>
        <p:spPr>
          <a:xfrm>
            <a:off x="616442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nat</a:t>
            </a:r>
            <a:endParaRPr lang="en-US" sz="1200" dirty="0"/>
          </a:p>
        </p:txBody>
      </p:sp>
      <p:sp>
        <p:nvSpPr>
          <p:cNvPr id="36" name="Shape 34"/>
          <p:cNvSpPr/>
          <p:nvPr/>
        </p:nvSpPr>
        <p:spPr>
          <a:xfrm>
            <a:off x="7673188" y="3703320"/>
            <a:ext cx="1371600" cy="1005840"/>
          </a:xfrm>
          <a:prstGeom prst="roundRect">
            <a:avLst>
              <a:gd name="adj" fmla="val 10909"/>
            </a:avLst>
          </a:prstGeom>
          <a:solidFill>
            <a:srgbClr val="EDE8FF"/>
          </a:solidFill>
          <a:ln w="15240">
            <a:solidFill>
              <a:srgbClr val="A79BFF"/>
            </a:solidFill>
            <a:prstDash val="solid"/>
          </a:ln>
        </p:spPr>
      </p:sp>
      <p:sp>
        <p:nvSpPr>
          <p:cNvPr id="37" name="Text 35"/>
          <p:cNvSpPr/>
          <p:nvPr/>
        </p:nvSpPr>
        <p:spPr>
          <a:xfrm>
            <a:off x="7673188" y="3703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빛</a:t>
            </a:r>
            <a:endParaRPr lang="en-US" sz="3600" dirty="0"/>
          </a:p>
        </p:txBody>
      </p:sp>
      <p:sp>
        <p:nvSpPr>
          <p:cNvPr id="38" name="Text 36"/>
          <p:cNvSpPr/>
          <p:nvPr/>
        </p:nvSpPr>
        <p:spPr>
          <a:xfrm>
            <a:off x="767318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bit</a:t>
            </a:r>
            <a:endParaRPr lang="en-US" sz="1200" dirty="0"/>
          </a:p>
        </p:txBody>
      </p:sp>
      <p:sp>
        <p:nvSpPr>
          <p:cNvPr id="39" name="Shape 37"/>
          <p:cNvSpPr/>
          <p:nvPr/>
        </p:nvSpPr>
        <p:spPr>
          <a:xfrm>
            <a:off x="9181948" y="3703320"/>
            <a:ext cx="1371600" cy="1005840"/>
          </a:xfrm>
          <a:prstGeom prst="roundRect">
            <a:avLst>
              <a:gd name="adj" fmla="val 10909"/>
            </a:avLst>
          </a:prstGeom>
          <a:solidFill>
            <a:srgbClr val="EDE8FF"/>
          </a:solidFill>
          <a:ln w="15240">
            <a:solidFill>
              <a:srgbClr val="A79BFF"/>
            </a:solidFill>
            <a:prstDash val="solid"/>
          </a:ln>
        </p:spPr>
      </p:sp>
      <p:sp>
        <p:nvSpPr>
          <p:cNvPr id="40" name="Text 38"/>
          <p:cNvSpPr/>
          <p:nvPr/>
        </p:nvSpPr>
        <p:spPr>
          <a:xfrm>
            <a:off x="9181948" y="3703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늦</a:t>
            </a:r>
            <a:endParaRPr lang="en-US" sz="3600" dirty="0"/>
          </a:p>
        </p:txBody>
      </p:sp>
      <p:sp>
        <p:nvSpPr>
          <p:cNvPr id="41" name="Text 39"/>
          <p:cNvSpPr/>
          <p:nvPr/>
        </p:nvSpPr>
        <p:spPr>
          <a:xfrm>
            <a:off x="918194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neut</a:t>
            </a:r>
            <a:endParaRPr lang="en-US" sz="1200" dirty="0"/>
          </a:p>
        </p:txBody>
      </p:sp>
      <p:sp>
        <p:nvSpPr>
          <p:cNvPr id="42" name="Shape 40"/>
          <p:cNvSpPr/>
          <p:nvPr/>
        </p:nvSpPr>
        <p:spPr>
          <a:xfrm>
            <a:off x="1638148" y="4846320"/>
            <a:ext cx="1371600" cy="1005840"/>
          </a:xfrm>
          <a:prstGeom prst="roundRect">
            <a:avLst>
              <a:gd name="adj" fmla="val 10909"/>
            </a:avLst>
          </a:prstGeom>
          <a:solidFill>
            <a:srgbClr val="A79BFF"/>
          </a:solidFill>
          <a:ln w="12700">
            <a:solidFill>
              <a:srgbClr val="A79BFF"/>
            </a:solidFill>
            <a:prstDash val="solid"/>
          </a:ln>
        </p:spPr>
      </p:sp>
      <p:sp>
        <p:nvSpPr>
          <p:cNvPr id="43" name="Text 41"/>
          <p:cNvSpPr/>
          <p:nvPr/>
        </p:nvSpPr>
        <p:spPr>
          <a:xfrm>
            <a:off x="1638148" y="4846320"/>
            <a:ext cx="1371600" cy="653796"/>
          </a:xfrm>
          <a:prstGeom prst="rect">
            <a:avLst/>
          </a:prstGeom>
          <a:noFill/>
          <a:ln/>
        </p:spPr>
        <p:txBody>
          <a:bodyPr wrap="square" lIns="0" tIns="0" rIns="0" bIns="0" rtlCol="0" anchor="ctr"/>
          <a:lstStyle/>
          <a:p>
            <a:pPr marL="0" indent="0" algn="ctr">
              <a:buNone/>
            </a:pPr>
            <a:r>
              <a:rPr lang="en-US" sz="3800" b="1" dirty="0">
                <a:solidFill>
                  <a:srgbClr val="F6F6F6"/>
                </a:solidFill>
                <a:latin typeface="Malgun Gothic" pitchFamily="34" charset="0"/>
                <a:ea typeface="Malgun Gothic" pitchFamily="34" charset="-122"/>
                <a:cs typeface="Malgun Gothic" pitchFamily="34" charset="-120"/>
              </a:rPr>
              <a:t>ㅌㅎ</a:t>
            </a:r>
            <a:endParaRPr lang="en-US" sz="3800" dirty="0"/>
          </a:p>
        </p:txBody>
      </p:sp>
      <p:sp>
        <p:nvSpPr>
          <p:cNvPr id="44" name="Text 42"/>
          <p:cNvSpPr/>
          <p:nvPr/>
        </p:nvSpPr>
        <p:spPr>
          <a:xfrm>
            <a:off x="1638148" y="5500116"/>
            <a:ext cx="1371600" cy="352044"/>
          </a:xfrm>
          <a:prstGeom prst="rect">
            <a:avLst/>
          </a:prstGeom>
          <a:noFill/>
          <a:ln/>
        </p:spPr>
        <p:txBody>
          <a:bodyPr wrap="square" lIns="0" tIns="0" rIns="0" bIns="0" rtlCol="0" anchor="t"/>
          <a:lstStyle/>
          <a:p>
            <a:pPr marL="0" indent="0" algn="ctr">
              <a:buNone/>
            </a:pPr>
            <a:r>
              <a:rPr lang="en-US" sz="1000" b="1" kern="0" spc="200" dirty="0">
                <a:solidFill>
                  <a:srgbClr val="EDE8FF"/>
                </a:solidFill>
                <a:latin typeface="Calibri" pitchFamily="34" charset="0"/>
                <a:ea typeface="Calibri" pitchFamily="34" charset="-122"/>
                <a:cs typeface="Calibri" pitchFamily="34" charset="-120"/>
              </a:rPr>
              <a:t>[t]</a:t>
            </a:r>
            <a:endParaRPr lang="en-US" sz="1000" dirty="0"/>
          </a:p>
        </p:txBody>
      </p:sp>
      <p:sp>
        <p:nvSpPr>
          <p:cNvPr id="45" name="Shape 43"/>
          <p:cNvSpPr/>
          <p:nvPr/>
        </p:nvSpPr>
        <p:spPr>
          <a:xfrm>
            <a:off x="3146908" y="4846320"/>
            <a:ext cx="1371600" cy="1005840"/>
          </a:xfrm>
          <a:prstGeom prst="roundRect">
            <a:avLst>
              <a:gd name="adj" fmla="val 10909"/>
            </a:avLst>
          </a:prstGeom>
          <a:solidFill>
            <a:srgbClr val="EDE8FF"/>
          </a:solidFill>
          <a:ln w="15240">
            <a:solidFill>
              <a:srgbClr val="A79BFF"/>
            </a:solidFill>
            <a:prstDash val="solid"/>
          </a:ln>
        </p:spPr>
      </p:sp>
      <p:sp>
        <p:nvSpPr>
          <p:cNvPr id="46" name="Text 44"/>
          <p:cNvSpPr/>
          <p:nvPr/>
        </p:nvSpPr>
        <p:spPr>
          <a:xfrm>
            <a:off x="3146908" y="4846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밭</a:t>
            </a:r>
            <a:endParaRPr lang="en-US" sz="3600" dirty="0"/>
          </a:p>
        </p:txBody>
      </p:sp>
      <p:sp>
        <p:nvSpPr>
          <p:cNvPr id="47" name="Text 45"/>
          <p:cNvSpPr/>
          <p:nvPr/>
        </p:nvSpPr>
        <p:spPr>
          <a:xfrm>
            <a:off x="314690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bat</a:t>
            </a:r>
            <a:endParaRPr lang="en-US" sz="1200" dirty="0"/>
          </a:p>
        </p:txBody>
      </p:sp>
      <p:sp>
        <p:nvSpPr>
          <p:cNvPr id="48" name="Shape 46"/>
          <p:cNvSpPr/>
          <p:nvPr/>
        </p:nvSpPr>
        <p:spPr>
          <a:xfrm>
            <a:off x="4655668" y="4846320"/>
            <a:ext cx="1371600" cy="1005840"/>
          </a:xfrm>
          <a:prstGeom prst="roundRect">
            <a:avLst>
              <a:gd name="adj" fmla="val 10909"/>
            </a:avLst>
          </a:prstGeom>
          <a:solidFill>
            <a:srgbClr val="EDE8FF"/>
          </a:solidFill>
          <a:ln w="15240">
            <a:solidFill>
              <a:srgbClr val="A79BFF"/>
            </a:solidFill>
            <a:prstDash val="solid"/>
          </a:ln>
        </p:spPr>
      </p:sp>
      <p:sp>
        <p:nvSpPr>
          <p:cNvPr id="49" name="Text 47"/>
          <p:cNvSpPr/>
          <p:nvPr/>
        </p:nvSpPr>
        <p:spPr>
          <a:xfrm>
            <a:off x="4655668" y="4846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끝</a:t>
            </a:r>
            <a:endParaRPr lang="en-US" sz="3600" dirty="0"/>
          </a:p>
        </p:txBody>
      </p:sp>
      <p:sp>
        <p:nvSpPr>
          <p:cNvPr id="50" name="Text 48"/>
          <p:cNvSpPr/>
          <p:nvPr/>
        </p:nvSpPr>
        <p:spPr>
          <a:xfrm>
            <a:off x="465566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kkeut</a:t>
            </a:r>
            <a:endParaRPr lang="en-US" sz="1200" dirty="0"/>
          </a:p>
        </p:txBody>
      </p:sp>
      <p:sp>
        <p:nvSpPr>
          <p:cNvPr id="51" name="Shape 49"/>
          <p:cNvSpPr/>
          <p:nvPr/>
        </p:nvSpPr>
        <p:spPr>
          <a:xfrm>
            <a:off x="6164428" y="4846320"/>
            <a:ext cx="1371600" cy="1005840"/>
          </a:xfrm>
          <a:prstGeom prst="roundRect">
            <a:avLst>
              <a:gd name="adj" fmla="val 10909"/>
            </a:avLst>
          </a:prstGeom>
          <a:solidFill>
            <a:srgbClr val="EDE8FF"/>
          </a:solidFill>
          <a:ln w="15240">
            <a:solidFill>
              <a:srgbClr val="A79BFF"/>
            </a:solidFill>
            <a:prstDash val="solid"/>
          </a:ln>
        </p:spPr>
      </p:sp>
      <p:sp>
        <p:nvSpPr>
          <p:cNvPr id="52" name="Text 50"/>
          <p:cNvSpPr/>
          <p:nvPr/>
        </p:nvSpPr>
        <p:spPr>
          <a:xfrm>
            <a:off x="6164428" y="4846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솥</a:t>
            </a:r>
            <a:endParaRPr lang="en-US" sz="3600" dirty="0"/>
          </a:p>
        </p:txBody>
      </p:sp>
      <p:sp>
        <p:nvSpPr>
          <p:cNvPr id="53" name="Text 51"/>
          <p:cNvSpPr/>
          <p:nvPr/>
        </p:nvSpPr>
        <p:spPr>
          <a:xfrm>
            <a:off x="616442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sot</a:t>
            </a:r>
            <a:endParaRPr lang="en-US" sz="1200" dirty="0"/>
          </a:p>
        </p:txBody>
      </p:sp>
      <p:sp>
        <p:nvSpPr>
          <p:cNvPr id="54" name="Shape 52"/>
          <p:cNvSpPr/>
          <p:nvPr/>
        </p:nvSpPr>
        <p:spPr>
          <a:xfrm>
            <a:off x="7673188" y="4846320"/>
            <a:ext cx="1371600" cy="1005840"/>
          </a:xfrm>
          <a:prstGeom prst="roundRect">
            <a:avLst>
              <a:gd name="adj" fmla="val 10909"/>
            </a:avLst>
          </a:prstGeom>
          <a:solidFill>
            <a:srgbClr val="EDE8FF"/>
          </a:solidFill>
          <a:ln w="15240">
            <a:solidFill>
              <a:srgbClr val="A79BFF"/>
            </a:solidFill>
            <a:prstDash val="solid"/>
          </a:ln>
        </p:spPr>
      </p:sp>
      <p:sp>
        <p:nvSpPr>
          <p:cNvPr id="55" name="Text 53"/>
          <p:cNvSpPr/>
          <p:nvPr/>
        </p:nvSpPr>
        <p:spPr>
          <a:xfrm>
            <a:off x="7673188" y="4846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밑</a:t>
            </a:r>
            <a:endParaRPr lang="en-US" sz="3600" dirty="0"/>
          </a:p>
        </p:txBody>
      </p:sp>
      <p:sp>
        <p:nvSpPr>
          <p:cNvPr id="56" name="Text 54"/>
          <p:cNvSpPr/>
          <p:nvPr/>
        </p:nvSpPr>
        <p:spPr>
          <a:xfrm>
            <a:off x="767318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mit</a:t>
            </a:r>
            <a:endParaRPr lang="en-US" sz="1200" dirty="0"/>
          </a:p>
        </p:txBody>
      </p:sp>
      <p:sp>
        <p:nvSpPr>
          <p:cNvPr id="57" name="Shape 55"/>
          <p:cNvSpPr/>
          <p:nvPr/>
        </p:nvSpPr>
        <p:spPr>
          <a:xfrm>
            <a:off x="9181948" y="4846320"/>
            <a:ext cx="1371600" cy="1005840"/>
          </a:xfrm>
          <a:prstGeom prst="roundRect">
            <a:avLst>
              <a:gd name="adj" fmla="val 10909"/>
            </a:avLst>
          </a:prstGeom>
          <a:solidFill>
            <a:srgbClr val="EDE8FF"/>
          </a:solidFill>
          <a:ln w="15240">
            <a:solidFill>
              <a:srgbClr val="A79BFF"/>
            </a:solidFill>
            <a:prstDash val="solid"/>
          </a:ln>
        </p:spPr>
      </p:sp>
      <p:sp>
        <p:nvSpPr>
          <p:cNvPr id="58" name="Text 56"/>
          <p:cNvSpPr/>
          <p:nvPr/>
        </p:nvSpPr>
        <p:spPr>
          <a:xfrm>
            <a:off x="9181948" y="4846320"/>
            <a:ext cx="1371600" cy="653796"/>
          </a:xfrm>
          <a:prstGeom prst="rect">
            <a:avLst/>
          </a:prstGeom>
          <a:noFill/>
          <a:ln/>
        </p:spPr>
        <p:txBody>
          <a:bodyPr wrap="square" lIns="0" tIns="0" rIns="0" bIns="0" rtlCol="0" anchor="ctr"/>
          <a:lstStyle/>
          <a:p>
            <a:pPr marL="0" indent="0" algn="ctr">
              <a:buNone/>
            </a:pPr>
            <a:r>
              <a:rPr lang="en-US" sz="3600" b="1" dirty="0">
                <a:solidFill>
                  <a:srgbClr val="A79BFF"/>
                </a:solidFill>
                <a:latin typeface="Malgun Gothic" pitchFamily="34" charset="0"/>
                <a:ea typeface="Malgun Gothic" pitchFamily="34" charset="-122"/>
                <a:cs typeface="Malgun Gothic" pitchFamily="34" charset="-120"/>
              </a:rPr>
              <a:t>히읗</a:t>
            </a:r>
            <a:endParaRPr lang="en-US" sz="3600" dirty="0"/>
          </a:p>
        </p:txBody>
      </p:sp>
      <p:sp>
        <p:nvSpPr>
          <p:cNvPr id="59" name="Text 57"/>
          <p:cNvSpPr/>
          <p:nvPr/>
        </p:nvSpPr>
        <p:spPr>
          <a:xfrm>
            <a:off x="918194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hi-eut</a:t>
            </a:r>
            <a:endParaRPr lang="en-US" sz="1200" dirty="0"/>
          </a:p>
        </p:txBody>
      </p:sp>
      <p:pic>
        <p:nvPicPr>
          <p:cNvPr id="60"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61" name="Text 58"/>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62" name="Text 59"/>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105</a:t>
            </a:r>
            <a:endParaRPr lang="en-US" sz="800" dirty="0"/>
          </a:p>
        </p:txBody>
      </p:sp>
    </p:spTree>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name="Slide 106">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§4.14 · LECTURA</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Práctica · sonidos nasales</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[n], [m], [ng] — los tres sonidos donde el aire sale por la nariz.</a:t>
            </a:r>
            <a:endParaRPr lang="en-US" sz="1400" dirty="0"/>
          </a:p>
        </p:txBody>
      </p:sp>
      <p:sp>
        <p:nvSpPr>
          <p:cNvPr id="5" name="Text 3"/>
          <p:cNvSpPr/>
          <p:nvPr/>
        </p:nvSpPr>
        <p:spPr>
          <a:xfrm>
            <a:off x="8534095" y="868680"/>
            <a:ext cx="3200400" cy="32004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ㄴ ㅁ ㅇ</a:t>
            </a:r>
            <a:endParaRPr lang="en-US" sz="1100" dirty="0"/>
          </a:p>
        </p:txBody>
      </p:sp>
      <p:sp>
        <p:nvSpPr>
          <p:cNvPr id="6" name="Shape 4"/>
          <p:cNvSpPr/>
          <p:nvPr/>
        </p:nvSpPr>
        <p:spPr>
          <a:xfrm>
            <a:off x="1638148" y="2560320"/>
            <a:ext cx="1371600" cy="1005840"/>
          </a:xfrm>
          <a:prstGeom prst="roundRect">
            <a:avLst>
              <a:gd name="adj" fmla="val 10909"/>
            </a:avLst>
          </a:prstGeom>
          <a:solidFill>
            <a:srgbClr val="FE6768"/>
          </a:solidFill>
          <a:ln w="12700">
            <a:solidFill>
              <a:srgbClr val="FE6768"/>
            </a:solidFill>
            <a:prstDash val="solid"/>
          </a:ln>
        </p:spPr>
      </p:sp>
      <p:sp>
        <p:nvSpPr>
          <p:cNvPr id="7" name="Text 5"/>
          <p:cNvSpPr/>
          <p:nvPr/>
        </p:nvSpPr>
        <p:spPr>
          <a:xfrm>
            <a:off x="1638148" y="2560320"/>
            <a:ext cx="1371600" cy="653796"/>
          </a:xfrm>
          <a:prstGeom prst="rect">
            <a:avLst/>
          </a:prstGeom>
          <a:noFill/>
          <a:ln/>
        </p:spPr>
        <p:txBody>
          <a:bodyPr wrap="square" lIns="0" tIns="0" rIns="0" bIns="0" rtlCol="0" anchor="ctr"/>
          <a:lstStyle/>
          <a:p>
            <a:pPr marL="0" indent="0" algn="ctr">
              <a:buNone/>
            </a:pPr>
            <a:r>
              <a:rPr lang="en-US" sz="3800" b="1" dirty="0">
                <a:solidFill>
                  <a:srgbClr val="F6F6F6"/>
                </a:solidFill>
                <a:latin typeface="Malgun Gothic" pitchFamily="34" charset="0"/>
                <a:ea typeface="Malgun Gothic" pitchFamily="34" charset="-122"/>
                <a:cs typeface="Malgun Gothic" pitchFamily="34" charset="-120"/>
              </a:rPr>
              <a:t>ㄴ</a:t>
            </a:r>
            <a:endParaRPr lang="en-US" sz="3800" dirty="0"/>
          </a:p>
        </p:txBody>
      </p:sp>
      <p:sp>
        <p:nvSpPr>
          <p:cNvPr id="8" name="Text 6"/>
          <p:cNvSpPr/>
          <p:nvPr/>
        </p:nvSpPr>
        <p:spPr>
          <a:xfrm>
            <a:off x="1638148" y="3214116"/>
            <a:ext cx="1371600" cy="352044"/>
          </a:xfrm>
          <a:prstGeom prst="rect">
            <a:avLst/>
          </a:prstGeom>
          <a:noFill/>
          <a:ln/>
        </p:spPr>
        <p:txBody>
          <a:bodyPr wrap="square" lIns="0" tIns="0" rIns="0" bIns="0" rtlCol="0" anchor="t"/>
          <a:lstStyle/>
          <a:p>
            <a:pPr marL="0" indent="0" algn="ctr">
              <a:buNone/>
            </a:pPr>
            <a:r>
              <a:rPr lang="en-US" sz="1000" b="1" kern="0" spc="200" dirty="0">
                <a:solidFill>
                  <a:srgbClr val="FFE0E0"/>
                </a:solidFill>
                <a:latin typeface="Calibri" pitchFamily="34" charset="0"/>
                <a:ea typeface="Calibri" pitchFamily="34" charset="-122"/>
                <a:cs typeface="Calibri" pitchFamily="34" charset="-120"/>
              </a:rPr>
              <a:t>[n]</a:t>
            </a:r>
            <a:endParaRPr lang="en-US" sz="1000" dirty="0"/>
          </a:p>
        </p:txBody>
      </p:sp>
      <p:sp>
        <p:nvSpPr>
          <p:cNvPr id="9" name="Shape 7"/>
          <p:cNvSpPr/>
          <p:nvPr/>
        </p:nvSpPr>
        <p:spPr>
          <a:xfrm>
            <a:off x="3146908" y="2560320"/>
            <a:ext cx="1371600" cy="1005840"/>
          </a:xfrm>
          <a:prstGeom prst="roundRect">
            <a:avLst>
              <a:gd name="adj" fmla="val 10909"/>
            </a:avLst>
          </a:prstGeom>
          <a:solidFill>
            <a:srgbClr val="FFE0E0"/>
          </a:solidFill>
          <a:ln w="15240">
            <a:solidFill>
              <a:srgbClr val="FE6768"/>
            </a:solidFill>
            <a:prstDash val="solid"/>
          </a:ln>
        </p:spPr>
      </p:sp>
      <p:sp>
        <p:nvSpPr>
          <p:cNvPr id="10" name="Text 8"/>
          <p:cNvSpPr/>
          <p:nvPr/>
        </p:nvSpPr>
        <p:spPr>
          <a:xfrm>
            <a:off x="3146908" y="2560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눈</a:t>
            </a:r>
            <a:endParaRPr lang="en-US" sz="3600" dirty="0"/>
          </a:p>
        </p:txBody>
      </p:sp>
      <p:sp>
        <p:nvSpPr>
          <p:cNvPr id="11" name="Text 9"/>
          <p:cNvSpPr/>
          <p:nvPr/>
        </p:nvSpPr>
        <p:spPr>
          <a:xfrm>
            <a:off x="314690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nun</a:t>
            </a:r>
            <a:endParaRPr lang="en-US" sz="1200" dirty="0"/>
          </a:p>
        </p:txBody>
      </p:sp>
      <p:sp>
        <p:nvSpPr>
          <p:cNvPr id="12" name="Shape 10"/>
          <p:cNvSpPr/>
          <p:nvPr/>
        </p:nvSpPr>
        <p:spPr>
          <a:xfrm>
            <a:off x="4655668" y="2560320"/>
            <a:ext cx="1371600" cy="1005840"/>
          </a:xfrm>
          <a:prstGeom prst="roundRect">
            <a:avLst>
              <a:gd name="adj" fmla="val 10909"/>
            </a:avLst>
          </a:prstGeom>
          <a:solidFill>
            <a:srgbClr val="FFE0E0"/>
          </a:solidFill>
          <a:ln w="15240">
            <a:solidFill>
              <a:srgbClr val="FE6768"/>
            </a:solidFill>
            <a:prstDash val="solid"/>
          </a:ln>
        </p:spPr>
      </p:sp>
      <p:sp>
        <p:nvSpPr>
          <p:cNvPr id="13" name="Text 11"/>
          <p:cNvSpPr/>
          <p:nvPr/>
        </p:nvSpPr>
        <p:spPr>
          <a:xfrm>
            <a:off x="4655668" y="2560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돈</a:t>
            </a:r>
            <a:endParaRPr lang="en-US" sz="3600" dirty="0"/>
          </a:p>
        </p:txBody>
      </p:sp>
      <p:sp>
        <p:nvSpPr>
          <p:cNvPr id="14" name="Text 12"/>
          <p:cNvSpPr/>
          <p:nvPr/>
        </p:nvSpPr>
        <p:spPr>
          <a:xfrm>
            <a:off x="465566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don</a:t>
            </a:r>
            <a:endParaRPr lang="en-US" sz="1200" dirty="0"/>
          </a:p>
        </p:txBody>
      </p:sp>
      <p:sp>
        <p:nvSpPr>
          <p:cNvPr id="15" name="Shape 13"/>
          <p:cNvSpPr/>
          <p:nvPr/>
        </p:nvSpPr>
        <p:spPr>
          <a:xfrm>
            <a:off x="6164428" y="2560320"/>
            <a:ext cx="1371600" cy="1005840"/>
          </a:xfrm>
          <a:prstGeom prst="roundRect">
            <a:avLst>
              <a:gd name="adj" fmla="val 10909"/>
            </a:avLst>
          </a:prstGeom>
          <a:solidFill>
            <a:srgbClr val="FFE0E0"/>
          </a:solidFill>
          <a:ln w="15240">
            <a:solidFill>
              <a:srgbClr val="FE6768"/>
            </a:solidFill>
            <a:prstDash val="solid"/>
          </a:ln>
        </p:spPr>
      </p:sp>
      <p:sp>
        <p:nvSpPr>
          <p:cNvPr id="16" name="Text 14"/>
          <p:cNvSpPr/>
          <p:nvPr/>
        </p:nvSpPr>
        <p:spPr>
          <a:xfrm>
            <a:off x="6164428" y="2560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문</a:t>
            </a:r>
            <a:endParaRPr lang="en-US" sz="3600" dirty="0"/>
          </a:p>
        </p:txBody>
      </p:sp>
      <p:sp>
        <p:nvSpPr>
          <p:cNvPr id="17" name="Text 15"/>
          <p:cNvSpPr/>
          <p:nvPr/>
        </p:nvSpPr>
        <p:spPr>
          <a:xfrm>
            <a:off x="616442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mun</a:t>
            </a:r>
            <a:endParaRPr lang="en-US" sz="1200" dirty="0"/>
          </a:p>
        </p:txBody>
      </p:sp>
      <p:sp>
        <p:nvSpPr>
          <p:cNvPr id="18" name="Shape 16"/>
          <p:cNvSpPr/>
          <p:nvPr/>
        </p:nvSpPr>
        <p:spPr>
          <a:xfrm>
            <a:off x="7673188" y="2560320"/>
            <a:ext cx="1371600" cy="1005840"/>
          </a:xfrm>
          <a:prstGeom prst="roundRect">
            <a:avLst>
              <a:gd name="adj" fmla="val 10909"/>
            </a:avLst>
          </a:prstGeom>
          <a:solidFill>
            <a:srgbClr val="FFE0E0"/>
          </a:solidFill>
          <a:ln w="15240">
            <a:solidFill>
              <a:srgbClr val="FE6768"/>
            </a:solidFill>
            <a:prstDash val="solid"/>
          </a:ln>
        </p:spPr>
      </p:sp>
      <p:sp>
        <p:nvSpPr>
          <p:cNvPr id="19" name="Text 17"/>
          <p:cNvSpPr/>
          <p:nvPr/>
        </p:nvSpPr>
        <p:spPr>
          <a:xfrm>
            <a:off x="7673188" y="2560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손</a:t>
            </a:r>
            <a:endParaRPr lang="en-US" sz="3600" dirty="0"/>
          </a:p>
        </p:txBody>
      </p:sp>
      <p:sp>
        <p:nvSpPr>
          <p:cNvPr id="20" name="Text 18"/>
          <p:cNvSpPr/>
          <p:nvPr/>
        </p:nvSpPr>
        <p:spPr>
          <a:xfrm>
            <a:off x="767318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son</a:t>
            </a:r>
            <a:endParaRPr lang="en-US" sz="1200" dirty="0"/>
          </a:p>
        </p:txBody>
      </p:sp>
      <p:sp>
        <p:nvSpPr>
          <p:cNvPr id="21" name="Shape 19"/>
          <p:cNvSpPr/>
          <p:nvPr/>
        </p:nvSpPr>
        <p:spPr>
          <a:xfrm>
            <a:off x="9181948" y="2560320"/>
            <a:ext cx="1371600" cy="1005840"/>
          </a:xfrm>
          <a:prstGeom prst="roundRect">
            <a:avLst>
              <a:gd name="adj" fmla="val 10909"/>
            </a:avLst>
          </a:prstGeom>
          <a:solidFill>
            <a:srgbClr val="FFE0E0"/>
          </a:solidFill>
          <a:ln w="15240">
            <a:solidFill>
              <a:srgbClr val="FE6768"/>
            </a:solidFill>
            <a:prstDash val="solid"/>
          </a:ln>
        </p:spPr>
      </p:sp>
      <p:sp>
        <p:nvSpPr>
          <p:cNvPr id="22" name="Text 20"/>
          <p:cNvSpPr/>
          <p:nvPr/>
        </p:nvSpPr>
        <p:spPr>
          <a:xfrm>
            <a:off x="9181948" y="2560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한국</a:t>
            </a:r>
            <a:endParaRPr lang="en-US" sz="3600" dirty="0"/>
          </a:p>
        </p:txBody>
      </p:sp>
      <p:sp>
        <p:nvSpPr>
          <p:cNvPr id="23" name="Text 21"/>
          <p:cNvSpPr/>
          <p:nvPr/>
        </p:nvSpPr>
        <p:spPr>
          <a:xfrm>
            <a:off x="918194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han-guk</a:t>
            </a:r>
            <a:endParaRPr lang="en-US" sz="1200" dirty="0"/>
          </a:p>
        </p:txBody>
      </p:sp>
      <p:sp>
        <p:nvSpPr>
          <p:cNvPr id="24" name="Shape 22"/>
          <p:cNvSpPr/>
          <p:nvPr/>
        </p:nvSpPr>
        <p:spPr>
          <a:xfrm>
            <a:off x="1638148" y="3703320"/>
            <a:ext cx="1371600" cy="1005840"/>
          </a:xfrm>
          <a:prstGeom prst="roundRect">
            <a:avLst>
              <a:gd name="adj" fmla="val 10909"/>
            </a:avLst>
          </a:prstGeom>
          <a:solidFill>
            <a:srgbClr val="FE6768"/>
          </a:solidFill>
          <a:ln w="12700">
            <a:solidFill>
              <a:srgbClr val="FE6768"/>
            </a:solidFill>
            <a:prstDash val="solid"/>
          </a:ln>
        </p:spPr>
      </p:sp>
      <p:sp>
        <p:nvSpPr>
          <p:cNvPr id="25" name="Text 23"/>
          <p:cNvSpPr/>
          <p:nvPr/>
        </p:nvSpPr>
        <p:spPr>
          <a:xfrm>
            <a:off x="1638148" y="3703320"/>
            <a:ext cx="1371600" cy="653796"/>
          </a:xfrm>
          <a:prstGeom prst="rect">
            <a:avLst/>
          </a:prstGeom>
          <a:noFill/>
          <a:ln/>
        </p:spPr>
        <p:txBody>
          <a:bodyPr wrap="square" lIns="0" tIns="0" rIns="0" bIns="0" rtlCol="0" anchor="ctr"/>
          <a:lstStyle/>
          <a:p>
            <a:pPr marL="0" indent="0" algn="ctr">
              <a:buNone/>
            </a:pPr>
            <a:r>
              <a:rPr lang="en-US" sz="3800" b="1" dirty="0">
                <a:solidFill>
                  <a:srgbClr val="F6F6F6"/>
                </a:solidFill>
                <a:latin typeface="Malgun Gothic" pitchFamily="34" charset="0"/>
                <a:ea typeface="Malgun Gothic" pitchFamily="34" charset="-122"/>
                <a:cs typeface="Malgun Gothic" pitchFamily="34" charset="-120"/>
              </a:rPr>
              <a:t>ㅁ</a:t>
            </a:r>
            <a:endParaRPr lang="en-US" sz="3800" dirty="0"/>
          </a:p>
        </p:txBody>
      </p:sp>
      <p:sp>
        <p:nvSpPr>
          <p:cNvPr id="26" name="Text 24"/>
          <p:cNvSpPr/>
          <p:nvPr/>
        </p:nvSpPr>
        <p:spPr>
          <a:xfrm>
            <a:off x="1638148" y="4357116"/>
            <a:ext cx="1371600" cy="352044"/>
          </a:xfrm>
          <a:prstGeom prst="rect">
            <a:avLst/>
          </a:prstGeom>
          <a:noFill/>
          <a:ln/>
        </p:spPr>
        <p:txBody>
          <a:bodyPr wrap="square" lIns="0" tIns="0" rIns="0" bIns="0" rtlCol="0" anchor="t"/>
          <a:lstStyle/>
          <a:p>
            <a:pPr marL="0" indent="0" algn="ctr">
              <a:buNone/>
            </a:pPr>
            <a:r>
              <a:rPr lang="en-US" sz="1000" b="1" kern="0" spc="200" dirty="0">
                <a:solidFill>
                  <a:srgbClr val="FFE0E0"/>
                </a:solidFill>
                <a:latin typeface="Calibri" pitchFamily="34" charset="0"/>
                <a:ea typeface="Calibri" pitchFamily="34" charset="-122"/>
                <a:cs typeface="Calibri" pitchFamily="34" charset="-120"/>
              </a:rPr>
              <a:t>[m]</a:t>
            </a:r>
            <a:endParaRPr lang="en-US" sz="1000" dirty="0"/>
          </a:p>
        </p:txBody>
      </p:sp>
      <p:sp>
        <p:nvSpPr>
          <p:cNvPr id="27" name="Shape 25"/>
          <p:cNvSpPr/>
          <p:nvPr/>
        </p:nvSpPr>
        <p:spPr>
          <a:xfrm>
            <a:off x="3146908" y="3703320"/>
            <a:ext cx="1371600" cy="1005840"/>
          </a:xfrm>
          <a:prstGeom prst="roundRect">
            <a:avLst>
              <a:gd name="adj" fmla="val 10909"/>
            </a:avLst>
          </a:prstGeom>
          <a:solidFill>
            <a:srgbClr val="FFE0E0"/>
          </a:solidFill>
          <a:ln w="15240">
            <a:solidFill>
              <a:srgbClr val="FE6768"/>
            </a:solidFill>
            <a:prstDash val="solid"/>
          </a:ln>
        </p:spPr>
      </p:sp>
      <p:sp>
        <p:nvSpPr>
          <p:cNvPr id="28" name="Text 26"/>
          <p:cNvSpPr/>
          <p:nvPr/>
        </p:nvSpPr>
        <p:spPr>
          <a:xfrm>
            <a:off x="3146908" y="3703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봄</a:t>
            </a:r>
            <a:endParaRPr lang="en-US" sz="3600" dirty="0"/>
          </a:p>
        </p:txBody>
      </p:sp>
      <p:sp>
        <p:nvSpPr>
          <p:cNvPr id="29" name="Text 27"/>
          <p:cNvSpPr/>
          <p:nvPr/>
        </p:nvSpPr>
        <p:spPr>
          <a:xfrm>
            <a:off x="314690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bom</a:t>
            </a:r>
            <a:endParaRPr lang="en-US" sz="1200" dirty="0"/>
          </a:p>
        </p:txBody>
      </p:sp>
      <p:sp>
        <p:nvSpPr>
          <p:cNvPr id="30" name="Shape 28"/>
          <p:cNvSpPr/>
          <p:nvPr/>
        </p:nvSpPr>
        <p:spPr>
          <a:xfrm>
            <a:off x="4655668" y="3703320"/>
            <a:ext cx="1371600" cy="1005840"/>
          </a:xfrm>
          <a:prstGeom prst="roundRect">
            <a:avLst>
              <a:gd name="adj" fmla="val 10909"/>
            </a:avLst>
          </a:prstGeom>
          <a:solidFill>
            <a:srgbClr val="FFE0E0"/>
          </a:solidFill>
          <a:ln w="15240">
            <a:solidFill>
              <a:srgbClr val="FE6768"/>
            </a:solidFill>
            <a:prstDash val="solid"/>
          </a:ln>
        </p:spPr>
      </p:sp>
      <p:sp>
        <p:nvSpPr>
          <p:cNvPr id="31" name="Text 29"/>
          <p:cNvSpPr/>
          <p:nvPr/>
        </p:nvSpPr>
        <p:spPr>
          <a:xfrm>
            <a:off x="4655668" y="3703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엄마</a:t>
            </a:r>
            <a:endParaRPr lang="en-US" sz="3600" dirty="0"/>
          </a:p>
        </p:txBody>
      </p:sp>
      <p:sp>
        <p:nvSpPr>
          <p:cNvPr id="32" name="Text 30"/>
          <p:cNvSpPr/>
          <p:nvPr/>
        </p:nvSpPr>
        <p:spPr>
          <a:xfrm>
            <a:off x="465566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eom-ma</a:t>
            </a:r>
            <a:endParaRPr lang="en-US" sz="1200" dirty="0"/>
          </a:p>
        </p:txBody>
      </p:sp>
      <p:sp>
        <p:nvSpPr>
          <p:cNvPr id="33" name="Shape 31"/>
          <p:cNvSpPr/>
          <p:nvPr/>
        </p:nvSpPr>
        <p:spPr>
          <a:xfrm>
            <a:off x="6164428" y="3703320"/>
            <a:ext cx="1371600" cy="1005840"/>
          </a:xfrm>
          <a:prstGeom prst="roundRect">
            <a:avLst>
              <a:gd name="adj" fmla="val 10909"/>
            </a:avLst>
          </a:prstGeom>
          <a:solidFill>
            <a:srgbClr val="FFE0E0"/>
          </a:solidFill>
          <a:ln w="15240">
            <a:solidFill>
              <a:srgbClr val="FE6768"/>
            </a:solidFill>
            <a:prstDash val="solid"/>
          </a:ln>
        </p:spPr>
      </p:sp>
      <p:sp>
        <p:nvSpPr>
          <p:cNvPr id="34" name="Text 32"/>
          <p:cNvSpPr/>
          <p:nvPr/>
        </p:nvSpPr>
        <p:spPr>
          <a:xfrm>
            <a:off x="6164428" y="3703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사람</a:t>
            </a:r>
            <a:endParaRPr lang="en-US" sz="3600" dirty="0"/>
          </a:p>
        </p:txBody>
      </p:sp>
      <p:sp>
        <p:nvSpPr>
          <p:cNvPr id="35" name="Text 33"/>
          <p:cNvSpPr/>
          <p:nvPr/>
        </p:nvSpPr>
        <p:spPr>
          <a:xfrm>
            <a:off x="616442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sa-ram</a:t>
            </a:r>
            <a:endParaRPr lang="en-US" sz="1200" dirty="0"/>
          </a:p>
        </p:txBody>
      </p:sp>
      <p:sp>
        <p:nvSpPr>
          <p:cNvPr id="36" name="Shape 34"/>
          <p:cNvSpPr/>
          <p:nvPr/>
        </p:nvSpPr>
        <p:spPr>
          <a:xfrm>
            <a:off x="7673188" y="3703320"/>
            <a:ext cx="1371600" cy="1005840"/>
          </a:xfrm>
          <a:prstGeom prst="roundRect">
            <a:avLst>
              <a:gd name="adj" fmla="val 10909"/>
            </a:avLst>
          </a:prstGeom>
          <a:solidFill>
            <a:srgbClr val="FFE0E0"/>
          </a:solidFill>
          <a:ln w="15240">
            <a:solidFill>
              <a:srgbClr val="FE6768"/>
            </a:solidFill>
            <a:prstDash val="solid"/>
          </a:ln>
        </p:spPr>
      </p:sp>
      <p:sp>
        <p:nvSpPr>
          <p:cNvPr id="37" name="Text 35"/>
          <p:cNvSpPr/>
          <p:nvPr/>
        </p:nvSpPr>
        <p:spPr>
          <a:xfrm>
            <a:off x="7673188" y="3703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김치</a:t>
            </a:r>
            <a:endParaRPr lang="en-US" sz="3600" dirty="0"/>
          </a:p>
        </p:txBody>
      </p:sp>
      <p:sp>
        <p:nvSpPr>
          <p:cNvPr id="38" name="Text 36"/>
          <p:cNvSpPr/>
          <p:nvPr/>
        </p:nvSpPr>
        <p:spPr>
          <a:xfrm>
            <a:off x="767318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kim-chi</a:t>
            </a:r>
            <a:endParaRPr lang="en-US" sz="1200" dirty="0"/>
          </a:p>
        </p:txBody>
      </p:sp>
      <p:sp>
        <p:nvSpPr>
          <p:cNvPr id="39" name="Shape 37"/>
          <p:cNvSpPr/>
          <p:nvPr/>
        </p:nvSpPr>
        <p:spPr>
          <a:xfrm>
            <a:off x="9181948" y="3703320"/>
            <a:ext cx="1371600" cy="1005840"/>
          </a:xfrm>
          <a:prstGeom prst="roundRect">
            <a:avLst>
              <a:gd name="adj" fmla="val 10909"/>
            </a:avLst>
          </a:prstGeom>
          <a:solidFill>
            <a:srgbClr val="FFE0E0"/>
          </a:solidFill>
          <a:ln w="15240">
            <a:solidFill>
              <a:srgbClr val="FE6768"/>
            </a:solidFill>
            <a:prstDash val="solid"/>
          </a:ln>
        </p:spPr>
      </p:sp>
      <p:sp>
        <p:nvSpPr>
          <p:cNvPr id="40" name="Text 38"/>
          <p:cNvSpPr/>
          <p:nvPr/>
        </p:nvSpPr>
        <p:spPr>
          <a:xfrm>
            <a:off x="9181948" y="3703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이름</a:t>
            </a:r>
            <a:endParaRPr lang="en-US" sz="3600" dirty="0"/>
          </a:p>
        </p:txBody>
      </p:sp>
      <p:sp>
        <p:nvSpPr>
          <p:cNvPr id="41" name="Text 39"/>
          <p:cNvSpPr/>
          <p:nvPr/>
        </p:nvSpPr>
        <p:spPr>
          <a:xfrm>
            <a:off x="918194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i-reum</a:t>
            </a:r>
            <a:endParaRPr lang="en-US" sz="1200" dirty="0"/>
          </a:p>
        </p:txBody>
      </p:sp>
      <p:sp>
        <p:nvSpPr>
          <p:cNvPr id="42" name="Shape 40"/>
          <p:cNvSpPr/>
          <p:nvPr/>
        </p:nvSpPr>
        <p:spPr>
          <a:xfrm>
            <a:off x="1638148" y="4846320"/>
            <a:ext cx="1371600" cy="1005840"/>
          </a:xfrm>
          <a:prstGeom prst="roundRect">
            <a:avLst>
              <a:gd name="adj" fmla="val 10909"/>
            </a:avLst>
          </a:prstGeom>
          <a:solidFill>
            <a:srgbClr val="FE6768"/>
          </a:solidFill>
          <a:ln w="12700">
            <a:solidFill>
              <a:srgbClr val="FE6768"/>
            </a:solidFill>
            <a:prstDash val="solid"/>
          </a:ln>
        </p:spPr>
      </p:sp>
      <p:sp>
        <p:nvSpPr>
          <p:cNvPr id="43" name="Text 41"/>
          <p:cNvSpPr/>
          <p:nvPr/>
        </p:nvSpPr>
        <p:spPr>
          <a:xfrm>
            <a:off x="1638148" y="4846320"/>
            <a:ext cx="1371600" cy="653796"/>
          </a:xfrm>
          <a:prstGeom prst="rect">
            <a:avLst/>
          </a:prstGeom>
          <a:noFill/>
          <a:ln/>
        </p:spPr>
        <p:txBody>
          <a:bodyPr wrap="square" lIns="0" tIns="0" rIns="0" bIns="0" rtlCol="0" anchor="ctr"/>
          <a:lstStyle/>
          <a:p>
            <a:pPr marL="0" indent="0" algn="ctr">
              <a:buNone/>
            </a:pPr>
            <a:r>
              <a:rPr lang="en-US" sz="3800" b="1" dirty="0">
                <a:solidFill>
                  <a:srgbClr val="F6F6F6"/>
                </a:solidFill>
                <a:latin typeface="Malgun Gothic" pitchFamily="34" charset="0"/>
                <a:ea typeface="Malgun Gothic" pitchFamily="34" charset="-122"/>
                <a:cs typeface="Malgun Gothic" pitchFamily="34" charset="-120"/>
              </a:rPr>
              <a:t>ㅇ</a:t>
            </a:r>
            <a:endParaRPr lang="en-US" sz="3800" dirty="0"/>
          </a:p>
        </p:txBody>
      </p:sp>
      <p:sp>
        <p:nvSpPr>
          <p:cNvPr id="44" name="Text 42"/>
          <p:cNvSpPr/>
          <p:nvPr/>
        </p:nvSpPr>
        <p:spPr>
          <a:xfrm>
            <a:off x="1638148" y="5500116"/>
            <a:ext cx="1371600" cy="352044"/>
          </a:xfrm>
          <a:prstGeom prst="rect">
            <a:avLst/>
          </a:prstGeom>
          <a:noFill/>
          <a:ln/>
        </p:spPr>
        <p:txBody>
          <a:bodyPr wrap="square" lIns="0" tIns="0" rIns="0" bIns="0" rtlCol="0" anchor="t"/>
          <a:lstStyle/>
          <a:p>
            <a:pPr marL="0" indent="0" algn="ctr">
              <a:buNone/>
            </a:pPr>
            <a:r>
              <a:rPr lang="en-US" sz="1000" b="1" kern="0" spc="200" dirty="0">
                <a:solidFill>
                  <a:srgbClr val="FFE0E0"/>
                </a:solidFill>
                <a:latin typeface="Calibri" pitchFamily="34" charset="0"/>
                <a:ea typeface="Calibri" pitchFamily="34" charset="-122"/>
                <a:cs typeface="Calibri" pitchFamily="34" charset="-120"/>
              </a:rPr>
              <a:t>[ng]</a:t>
            </a:r>
            <a:endParaRPr lang="en-US" sz="1000" dirty="0"/>
          </a:p>
        </p:txBody>
      </p:sp>
      <p:sp>
        <p:nvSpPr>
          <p:cNvPr id="45" name="Shape 43"/>
          <p:cNvSpPr/>
          <p:nvPr/>
        </p:nvSpPr>
        <p:spPr>
          <a:xfrm>
            <a:off x="3146908" y="4846320"/>
            <a:ext cx="1371600" cy="1005840"/>
          </a:xfrm>
          <a:prstGeom prst="roundRect">
            <a:avLst>
              <a:gd name="adj" fmla="val 10909"/>
            </a:avLst>
          </a:prstGeom>
          <a:solidFill>
            <a:srgbClr val="FFE0E0"/>
          </a:solidFill>
          <a:ln w="15240">
            <a:solidFill>
              <a:srgbClr val="FE6768"/>
            </a:solidFill>
            <a:prstDash val="solid"/>
          </a:ln>
        </p:spPr>
      </p:sp>
      <p:sp>
        <p:nvSpPr>
          <p:cNvPr id="46" name="Text 44"/>
          <p:cNvSpPr/>
          <p:nvPr/>
        </p:nvSpPr>
        <p:spPr>
          <a:xfrm>
            <a:off x="3146908" y="4846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강</a:t>
            </a:r>
            <a:endParaRPr lang="en-US" sz="3600" dirty="0"/>
          </a:p>
        </p:txBody>
      </p:sp>
      <p:sp>
        <p:nvSpPr>
          <p:cNvPr id="47" name="Text 45"/>
          <p:cNvSpPr/>
          <p:nvPr/>
        </p:nvSpPr>
        <p:spPr>
          <a:xfrm>
            <a:off x="314690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gang</a:t>
            </a:r>
            <a:endParaRPr lang="en-US" sz="1200" dirty="0"/>
          </a:p>
        </p:txBody>
      </p:sp>
      <p:sp>
        <p:nvSpPr>
          <p:cNvPr id="48" name="Shape 46"/>
          <p:cNvSpPr/>
          <p:nvPr/>
        </p:nvSpPr>
        <p:spPr>
          <a:xfrm>
            <a:off x="4655668" y="4846320"/>
            <a:ext cx="1371600" cy="1005840"/>
          </a:xfrm>
          <a:prstGeom prst="roundRect">
            <a:avLst>
              <a:gd name="adj" fmla="val 10909"/>
            </a:avLst>
          </a:prstGeom>
          <a:solidFill>
            <a:srgbClr val="FFE0E0"/>
          </a:solidFill>
          <a:ln w="15240">
            <a:solidFill>
              <a:srgbClr val="FE6768"/>
            </a:solidFill>
            <a:prstDash val="solid"/>
          </a:ln>
        </p:spPr>
      </p:sp>
      <p:sp>
        <p:nvSpPr>
          <p:cNvPr id="49" name="Text 47"/>
          <p:cNvSpPr/>
          <p:nvPr/>
        </p:nvSpPr>
        <p:spPr>
          <a:xfrm>
            <a:off x="4655668" y="4846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공</a:t>
            </a:r>
            <a:endParaRPr lang="en-US" sz="3600" dirty="0"/>
          </a:p>
        </p:txBody>
      </p:sp>
      <p:sp>
        <p:nvSpPr>
          <p:cNvPr id="50" name="Text 48"/>
          <p:cNvSpPr/>
          <p:nvPr/>
        </p:nvSpPr>
        <p:spPr>
          <a:xfrm>
            <a:off x="465566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gong</a:t>
            </a:r>
            <a:endParaRPr lang="en-US" sz="1200" dirty="0"/>
          </a:p>
        </p:txBody>
      </p:sp>
      <p:sp>
        <p:nvSpPr>
          <p:cNvPr id="51" name="Shape 49"/>
          <p:cNvSpPr/>
          <p:nvPr/>
        </p:nvSpPr>
        <p:spPr>
          <a:xfrm>
            <a:off x="6164428" y="4846320"/>
            <a:ext cx="1371600" cy="1005840"/>
          </a:xfrm>
          <a:prstGeom prst="roundRect">
            <a:avLst>
              <a:gd name="adj" fmla="val 10909"/>
            </a:avLst>
          </a:prstGeom>
          <a:solidFill>
            <a:srgbClr val="FFE0E0"/>
          </a:solidFill>
          <a:ln w="15240">
            <a:solidFill>
              <a:srgbClr val="FE6768"/>
            </a:solidFill>
            <a:prstDash val="solid"/>
          </a:ln>
        </p:spPr>
      </p:sp>
      <p:sp>
        <p:nvSpPr>
          <p:cNvPr id="52" name="Text 50"/>
          <p:cNvSpPr/>
          <p:nvPr/>
        </p:nvSpPr>
        <p:spPr>
          <a:xfrm>
            <a:off x="6164428" y="4846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병</a:t>
            </a:r>
            <a:endParaRPr lang="en-US" sz="3600" dirty="0"/>
          </a:p>
        </p:txBody>
      </p:sp>
      <p:sp>
        <p:nvSpPr>
          <p:cNvPr id="53" name="Text 51"/>
          <p:cNvSpPr/>
          <p:nvPr/>
        </p:nvSpPr>
        <p:spPr>
          <a:xfrm>
            <a:off x="616442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byeong</a:t>
            </a:r>
            <a:endParaRPr lang="en-US" sz="1200" dirty="0"/>
          </a:p>
        </p:txBody>
      </p:sp>
      <p:sp>
        <p:nvSpPr>
          <p:cNvPr id="54" name="Shape 52"/>
          <p:cNvSpPr/>
          <p:nvPr/>
        </p:nvSpPr>
        <p:spPr>
          <a:xfrm>
            <a:off x="7673188" y="4846320"/>
            <a:ext cx="1371600" cy="1005840"/>
          </a:xfrm>
          <a:prstGeom prst="roundRect">
            <a:avLst>
              <a:gd name="adj" fmla="val 10909"/>
            </a:avLst>
          </a:prstGeom>
          <a:solidFill>
            <a:srgbClr val="FFE0E0"/>
          </a:solidFill>
          <a:ln w="15240">
            <a:solidFill>
              <a:srgbClr val="FE6768"/>
            </a:solidFill>
            <a:prstDash val="solid"/>
          </a:ln>
        </p:spPr>
      </p:sp>
      <p:sp>
        <p:nvSpPr>
          <p:cNvPr id="55" name="Text 53"/>
          <p:cNvSpPr/>
          <p:nvPr/>
        </p:nvSpPr>
        <p:spPr>
          <a:xfrm>
            <a:off x="7673188" y="4846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학생</a:t>
            </a:r>
            <a:endParaRPr lang="en-US" sz="3600" dirty="0"/>
          </a:p>
        </p:txBody>
      </p:sp>
      <p:sp>
        <p:nvSpPr>
          <p:cNvPr id="56" name="Text 54"/>
          <p:cNvSpPr/>
          <p:nvPr/>
        </p:nvSpPr>
        <p:spPr>
          <a:xfrm>
            <a:off x="767318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hak-saeng</a:t>
            </a:r>
            <a:endParaRPr lang="en-US" sz="1200" dirty="0"/>
          </a:p>
        </p:txBody>
      </p:sp>
      <p:sp>
        <p:nvSpPr>
          <p:cNvPr id="57" name="Shape 55"/>
          <p:cNvSpPr/>
          <p:nvPr/>
        </p:nvSpPr>
        <p:spPr>
          <a:xfrm>
            <a:off x="9181948" y="4846320"/>
            <a:ext cx="1371600" cy="1005840"/>
          </a:xfrm>
          <a:prstGeom prst="roundRect">
            <a:avLst>
              <a:gd name="adj" fmla="val 10909"/>
            </a:avLst>
          </a:prstGeom>
          <a:solidFill>
            <a:srgbClr val="FFE0E0"/>
          </a:solidFill>
          <a:ln w="15240">
            <a:solidFill>
              <a:srgbClr val="FE6768"/>
            </a:solidFill>
            <a:prstDash val="solid"/>
          </a:ln>
        </p:spPr>
      </p:sp>
      <p:sp>
        <p:nvSpPr>
          <p:cNvPr id="58" name="Text 56"/>
          <p:cNvSpPr/>
          <p:nvPr/>
        </p:nvSpPr>
        <p:spPr>
          <a:xfrm>
            <a:off x="9181948" y="4846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동생</a:t>
            </a:r>
            <a:endParaRPr lang="en-US" sz="3600" dirty="0"/>
          </a:p>
        </p:txBody>
      </p:sp>
      <p:sp>
        <p:nvSpPr>
          <p:cNvPr id="59" name="Text 57"/>
          <p:cNvSpPr/>
          <p:nvPr/>
        </p:nvSpPr>
        <p:spPr>
          <a:xfrm>
            <a:off x="918194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dong-saeng</a:t>
            </a:r>
            <a:endParaRPr lang="en-US" sz="1200" dirty="0"/>
          </a:p>
        </p:txBody>
      </p:sp>
      <p:pic>
        <p:nvPicPr>
          <p:cNvPr id="60"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61" name="Text 58"/>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62" name="Text 59"/>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106</a:t>
            </a:r>
            <a:endParaRPr lang="en-US" sz="800" dirty="0"/>
          </a:p>
        </p:txBody>
      </p:sp>
    </p:spTree>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name="Slide 107">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§4.15 · LECTURA</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Práctica · sonidos [l] y [p]</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ㄹ siempre suena [l]. ㅂ ㅍ suenan [p] al final.</a:t>
            </a:r>
            <a:endParaRPr lang="en-US" sz="1400" dirty="0"/>
          </a:p>
        </p:txBody>
      </p:sp>
      <p:sp>
        <p:nvSpPr>
          <p:cNvPr id="5" name="Text 3"/>
          <p:cNvSpPr/>
          <p:nvPr/>
        </p:nvSpPr>
        <p:spPr>
          <a:xfrm>
            <a:off x="8534095" y="868680"/>
            <a:ext cx="3200400" cy="32004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ㄹ ㅂㅍ</a:t>
            </a:r>
            <a:endParaRPr lang="en-US" sz="1100" dirty="0"/>
          </a:p>
        </p:txBody>
      </p:sp>
      <p:sp>
        <p:nvSpPr>
          <p:cNvPr id="6" name="Shape 4"/>
          <p:cNvSpPr/>
          <p:nvPr/>
        </p:nvSpPr>
        <p:spPr>
          <a:xfrm>
            <a:off x="1638148" y="2560320"/>
            <a:ext cx="1371600" cy="1005840"/>
          </a:xfrm>
          <a:prstGeom prst="roundRect">
            <a:avLst>
              <a:gd name="adj" fmla="val 10909"/>
            </a:avLst>
          </a:prstGeom>
          <a:solidFill>
            <a:srgbClr val="FE6768"/>
          </a:solidFill>
          <a:ln w="12700">
            <a:solidFill>
              <a:srgbClr val="FE6768"/>
            </a:solidFill>
            <a:prstDash val="solid"/>
          </a:ln>
        </p:spPr>
      </p:sp>
      <p:sp>
        <p:nvSpPr>
          <p:cNvPr id="7" name="Text 5"/>
          <p:cNvSpPr/>
          <p:nvPr/>
        </p:nvSpPr>
        <p:spPr>
          <a:xfrm>
            <a:off x="1638148" y="2560320"/>
            <a:ext cx="1371600" cy="653796"/>
          </a:xfrm>
          <a:prstGeom prst="rect">
            <a:avLst/>
          </a:prstGeom>
          <a:noFill/>
          <a:ln/>
        </p:spPr>
        <p:txBody>
          <a:bodyPr wrap="square" lIns="0" tIns="0" rIns="0" bIns="0" rtlCol="0" anchor="ctr"/>
          <a:lstStyle/>
          <a:p>
            <a:pPr marL="0" indent="0" algn="ctr">
              <a:buNone/>
            </a:pPr>
            <a:r>
              <a:rPr lang="en-US" sz="3800" b="1" dirty="0">
                <a:solidFill>
                  <a:srgbClr val="F6F6F6"/>
                </a:solidFill>
                <a:latin typeface="Malgun Gothic" pitchFamily="34" charset="0"/>
                <a:ea typeface="Malgun Gothic" pitchFamily="34" charset="-122"/>
                <a:cs typeface="Malgun Gothic" pitchFamily="34" charset="-120"/>
              </a:rPr>
              <a:t>ㄹ</a:t>
            </a:r>
            <a:endParaRPr lang="en-US" sz="3800" dirty="0"/>
          </a:p>
        </p:txBody>
      </p:sp>
      <p:sp>
        <p:nvSpPr>
          <p:cNvPr id="8" name="Text 6"/>
          <p:cNvSpPr/>
          <p:nvPr/>
        </p:nvSpPr>
        <p:spPr>
          <a:xfrm>
            <a:off x="1638148" y="3214116"/>
            <a:ext cx="1371600" cy="352044"/>
          </a:xfrm>
          <a:prstGeom prst="rect">
            <a:avLst/>
          </a:prstGeom>
          <a:noFill/>
          <a:ln/>
        </p:spPr>
        <p:txBody>
          <a:bodyPr wrap="square" lIns="0" tIns="0" rIns="0" bIns="0" rtlCol="0" anchor="t"/>
          <a:lstStyle/>
          <a:p>
            <a:pPr marL="0" indent="0" algn="ctr">
              <a:buNone/>
            </a:pPr>
            <a:r>
              <a:rPr lang="en-US" sz="1000" b="1" kern="0" spc="200" dirty="0">
                <a:solidFill>
                  <a:srgbClr val="FFE0E0"/>
                </a:solidFill>
                <a:latin typeface="Calibri" pitchFamily="34" charset="0"/>
                <a:ea typeface="Calibri" pitchFamily="34" charset="-122"/>
                <a:cs typeface="Calibri" pitchFamily="34" charset="-120"/>
              </a:rPr>
              <a:t>[l]</a:t>
            </a:r>
            <a:endParaRPr lang="en-US" sz="1000" dirty="0"/>
          </a:p>
        </p:txBody>
      </p:sp>
      <p:sp>
        <p:nvSpPr>
          <p:cNvPr id="9" name="Shape 7"/>
          <p:cNvSpPr/>
          <p:nvPr/>
        </p:nvSpPr>
        <p:spPr>
          <a:xfrm>
            <a:off x="3146908" y="2560320"/>
            <a:ext cx="1371600" cy="1005840"/>
          </a:xfrm>
          <a:prstGeom prst="roundRect">
            <a:avLst>
              <a:gd name="adj" fmla="val 10909"/>
            </a:avLst>
          </a:prstGeom>
          <a:solidFill>
            <a:srgbClr val="FFE0E0"/>
          </a:solidFill>
          <a:ln w="15240">
            <a:solidFill>
              <a:srgbClr val="FE6768"/>
            </a:solidFill>
            <a:prstDash val="solid"/>
          </a:ln>
        </p:spPr>
      </p:sp>
      <p:sp>
        <p:nvSpPr>
          <p:cNvPr id="10" name="Text 8"/>
          <p:cNvSpPr/>
          <p:nvPr/>
        </p:nvSpPr>
        <p:spPr>
          <a:xfrm>
            <a:off x="3146908" y="2560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서울</a:t>
            </a:r>
            <a:endParaRPr lang="en-US" sz="3600" dirty="0"/>
          </a:p>
        </p:txBody>
      </p:sp>
      <p:sp>
        <p:nvSpPr>
          <p:cNvPr id="11" name="Text 9"/>
          <p:cNvSpPr/>
          <p:nvPr/>
        </p:nvSpPr>
        <p:spPr>
          <a:xfrm>
            <a:off x="314690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seo-ul</a:t>
            </a:r>
            <a:endParaRPr lang="en-US" sz="1200" dirty="0"/>
          </a:p>
        </p:txBody>
      </p:sp>
      <p:sp>
        <p:nvSpPr>
          <p:cNvPr id="12" name="Shape 10"/>
          <p:cNvSpPr/>
          <p:nvPr/>
        </p:nvSpPr>
        <p:spPr>
          <a:xfrm>
            <a:off x="4655668" y="2560320"/>
            <a:ext cx="1371600" cy="1005840"/>
          </a:xfrm>
          <a:prstGeom prst="roundRect">
            <a:avLst>
              <a:gd name="adj" fmla="val 10909"/>
            </a:avLst>
          </a:prstGeom>
          <a:solidFill>
            <a:srgbClr val="FFE0E0"/>
          </a:solidFill>
          <a:ln w="15240">
            <a:solidFill>
              <a:srgbClr val="FE6768"/>
            </a:solidFill>
            <a:prstDash val="solid"/>
          </a:ln>
        </p:spPr>
      </p:sp>
      <p:sp>
        <p:nvSpPr>
          <p:cNvPr id="13" name="Text 11"/>
          <p:cNvSpPr/>
          <p:nvPr/>
        </p:nvSpPr>
        <p:spPr>
          <a:xfrm>
            <a:off x="4655668" y="2560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말</a:t>
            </a:r>
            <a:endParaRPr lang="en-US" sz="3600" dirty="0"/>
          </a:p>
        </p:txBody>
      </p:sp>
      <p:sp>
        <p:nvSpPr>
          <p:cNvPr id="14" name="Text 12"/>
          <p:cNvSpPr/>
          <p:nvPr/>
        </p:nvSpPr>
        <p:spPr>
          <a:xfrm>
            <a:off x="465566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mal</a:t>
            </a:r>
            <a:endParaRPr lang="en-US" sz="1200" dirty="0"/>
          </a:p>
        </p:txBody>
      </p:sp>
      <p:sp>
        <p:nvSpPr>
          <p:cNvPr id="15" name="Shape 13"/>
          <p:cNvSpPr/>
          <p:nvPr/>
        </p:nvSpPr>
        <p:spPr>
          <a:xfrm>
            <a:off x="6164428" y="2560320"/>
            <a:ext cx="1371600" cy="1005840"/>
          </a:xfrm>
          <a:prstGeom prst="roundRect">
            <a:avLst>
              <a:gd name="adj" fmla="val 10909"/>
            </a:avLst>
          </a:prstGeom>
          <a:solidFill>
            <a:srgbClr val="FFE0E0"/>
          </a:solidFill>
          <a:ln w="15240">
            <a:solidFill>
              <a:srgbClr val="FE6768"/>
            </a:solidFill>
            <a:prstDash val="solid"/>
          </a:ln>
        </p:spPr>
      </p:sp>
      <p:sp>
        <p:nvSpPr>
          <p:cNvPr id="16" name="Text 14"/>
          <p:cNvSpPr/>
          <p:nvPr/>
        </p:nvSpPr>
        <p:spPr>
          <a:xfrm>
            <a:off x="6164428" y="2560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물</a:t>
            </a:r>
            <a:endParaRPr lang="en-US" sz="3600" dirty="0"/>
          </a:p>
        </p:txBody>
      </p:sp>
      <p:sp>
        <p:nvSpPr>
          <p:cNvPr id="17" name="Text 15"/>
          <p:cNvSpPr/>
          <p:nvPr/>
        </p:nvSpPr>
        <p:spPr>
          <a:xfrm>
            <a:off x="616442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mul</a:t>
            </a:r>
            <a:endParaRPr lang="en-US" sz="1200" dirty="0"/>
          </a:p>
        </p:txBody>
      </p:sp>
      <p:sp>
        <p:nvSpPr>
          <p:cNvPr id="18" name="Shape 16"/>
          <p:cNvSpPr/>
          <p:nvPr/>
        </p:nvSpPr>
        <p:spPr>
          <a:xfrm>
            <a:off x="7673188" y="2560320"/>
            <a:ext cx="1371600" cy="1005840"/>
          </a:xfrm>
          <a:prstGeom prst="roundRect">
            <a:avLst>
              <a:gd name="adj" fmla="val 10909"/>
            </a:avLst>
          </a:prstGeom>
          <a:solidFill>
            <a:srgbClr val="FFE0E0"/>
          </a:solidFill>
          <a:ln w="15240">
            <a:solidFill>
              <a:srgbClr val="FE6768"/>
            </a:solidFill>
            <a:prstDash val="solid"/>
          </a:ln>
        </p:spPr>
      </p:sp>
      <p:sp>
        <p:nvSpPr>
          <p:cNvPr id="19" name="Text 17"/>
          <p:cNvSpPr/>
          <p:nvPr/>
        </p:nvSpPr>
        <p:spPr>
          <a:xfrm>
            <a:off x="7673188" y="2560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하늘</a:t>
            </a:r>
            <a:endParaRPr lang="en-US" sz="3600" dirty="0"/>
          </a:p>
        </p:txBody>
      </p:sp>
      <p:sp>
        <p:nvSpPr>
          <p:cNvPr id="20" name="Text 18"/>
          <p:cNvSpPr/>
          <p:nvPr/>
        </p:nvSpPr>
        <p:spPr>
          <a:xfrm>
            <a:off x="767318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ha-neul</a:t>
            </a:r>
            <a:endParaRPr lang="en-US" sz="1200" dirty="0"/>
          </a:p>
        </p:txBody>
      </p:sp>
      <p:sp>
        <p:nvSpPr>
          <p:cNvPr id="21" name="Shape 19"/>
          <p:cNvSpPr/>
          <p:nvPr/>
        </p:nvSpPr>
        <p:spPr>
          <a:xfrm>
            <a:off x="9181948" y="2560320"/>
            <a:ext cx="1371600" cy="1005840"/>
          </a:xfrm>
          <a:prstGeom prst="roundRect">
            <a:avLst>
              <a:gd name="adj" fmla="val 10909"/>
            </a:avLst>
          </a:prstGeom>
          <a:solidFill>
            <a:srgbClr val="FFE0E0"/>
          </a:solidFill>
          <a:ln w="15240">
            <a:solidFill>
              <a:srgbClr val="FE6768"/>
            </a:solidFill>
            <a:prstDash val="solid"/>
          </a:ln>
        </p:spPr>
      </p:sp>
      <p:sp>
        <p:nvSpPr>
          <p:cNvPr id="22" name="Text 20"/>
          <p:cNvSpPr/>
          <p:nvPr/>
        </p:nvSpPr>
        <p:spPr>
          <a:xfrm>
            <a:off x="9181948" y="2560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얼굴</a:t>
            </a:r>
            <a:endParaRPr lang="en-US" sz="3600" dirty="0"/>
          </a:p>
        </p:txBody>
      </p:sp>
      <p:sp>
        <p:nvSpPr>
          <p:cNvPr id="23" name="Text 21"/>
          <p:cNvSpPr/>
          <p:nvPr/>
        </p:nvSpPr>
        <p:spPr>
          <a:xfrm>
            <a:off x="9181948" y="3214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eol-gul</a:t>
            </a:r>
            <a:endParaRPr lang="en-US" sz="1200" dirty="0"/>
          </a:p>
        </p:txBody>
      </p:sp>
      <p:sp>
        <p:nvSpPr>
          <p:cNvPr id="24" name="Shape 22"/>
          <p:cNvSpPr/>
          <p:nvPr/>
        </p:nvSpPr>
        <p:spPr>
          <a:xfrm>
            <a:off x="1638148" y="3703320"/>
            <a:ext cx="1371600" cy="1005840"/>
          </a:xfrm>
          <a:prstGeom prst="roundRect">
            <a:avLst>
              <a:gd name="adj" fmla="val 10909"/>
            </a:avLst>
          </a:prstGeom>
          <a:solidFill>
            <a:srgbClr val="FE6768"/>
          </a:solidFill>
          <a:ln w="12700">
            <a:solidFill>
              <a:srgbClr val="FE6768"/>
            </a:solidFill>
            <a:prstDash val="solid"/>
          </a:ln>
        </p:spPr>
      </p:sp>
      <p:sp>
        <p:nvSpPr>
          <p:cNvPr id="25" name="Text 23"/>
          <p:cNvSpPr/>
          <p:nvPr/>
        </p:nvSpPr>
        <p:spPr>
          <a:xfrm>
            <a:off x="1638148" y="3703320"/>
            <a:ext cx="1371600" cy="653796"/>
          </a:xfrm>
          <a:prstGeom prst="rect">
            <a:avLst/>
          </a:prstGeom>
          <a:noFill/>
          <a:ln/>
        </p:spPr>
        <p:txBody>
          <a:bodyPr wrap="square" lIns="0" tIns="0" rIns="0" bIns="0" rtlCol="0" anchor="ctr"/>
          <a:lstStyle/>
          <a:p>
            <a:pPr marL="0" indent="0" algn="ctr">
              <a:buNone/>
            </a:pPr>
            <a:r>
              <a:rPr lang="en-US" sz="3800" b="1" dirty="0">
                <a:solidFill>
                  <a:srgbClr val="F6F6F6"/>
                </a:solidFill>
                <a:latin typeface="Malgun Gothic" pitchFamily="34" charset="0"/>
                <a:ea typeface="Malgun Gothic" pitchFamily="34" charset="-122"/>
                <a:cs typeface="Malgun Gothic" pitchFamily="34" charset="-120"/>
              </a:rPr>
              <a:t>ㅂ</a:t>
            </a:r>
            <a:endParaRPr lang="en-US" sz="3800" dirty="0"/>
          </a:p>
        </p:txBody>
      </p:sp>
      <p:sp>
        <p:nvSpPr>
          <p:cNvPr id="26" name="Text 24"/>
          <p:cNvSpPr/>
          <p:nvPr/>
        </p:nvSpPr>
        <p:spPr>
          <a:xfrm>
            <a:off x="1638148" y="4357116"/>
            <a:ext cx="1371600" cy="352044"/>
          </a:xfrm>
          <a:prstGeom prst="rect">
            <a:avLst/>
          </a:prstGeom>
          <a:noFill/>
          <a:ln/>
        </p:spPr>
        <p:txBody>
          <a:bodyPr wrap="square" lIns="0" tIns="0" rIns="0" bIns="0" rtlCol="0" anchor="t"/>
          <a:lstStyle/>
          <a:p>
            <a:pPr marL="0" indent="0" algn="ctr">
              <a:buNone/>
            </a:pPr>
            <a:r>
              <a:rPr lang="en-US" sz="1000" b="1" kern="0" spc="200" dirty="0">
                <a:solidFill>
                  <a:srgbClr val="FFE0E0"/>
                </a:solidFill>
                <a:latin typeface="Calibri" pitchFamily="34" charset="0"/>
                <a:ea typeface="Calibri" pitchFamily="34" charset="-122"/>
                <a:cs typeface="Calibri" pitchFamily="34" charset="-120"/>
              </a:rPr>
              <a:t>[p]</a:t>
            </a:r>
            <a:endParaRPr lang="en-US" sz="1000" dirty="0"/>
          </a:p>
        </p:txBody>
      </p:sp>
      <p:sp>
        <p:nvSpPr>
          <p:cNvPr id="27" name="Shape 25"/>
          <p:cNvSpPr/>
          <p:nvPr/>
        </p:nvSpPr>
        <p:spPr>
          <a:xfrm>
            <a:off x="3146908" y="3703320"/>
            <a:ext cx="1371600" cy="1005840"/>
          </a:xfrm>
          <a:prstGeom prst="roundRect">
            <a:avLst>
              <a:gd name="adj" fmla="val 10909"/>
            </a:avLst>
          </a:prstGeom>
          <a:solidFill>
            <a:srgbClr val="FFE0E0"/>
          </a:solidFill>
          <a:ln w="15240">
            <a:solidFill>
              <a:srgbClr val="FE6768"/>
            </a:solidFill>
            <a:prstDash val="solid"/>
          </a:ln>
        </p:spPr>
      </p:sp>
      <p:sp>
        <p:nvSpPr>
          <p:cNvPr id="28" name="Text 26"/>
          <p:cNvSpPr/>
          <p:nvPr/>
        </p:nvSpPr>
        <p:spPr>
          <a:xfrm>
            <a:off x="3146908" y="3703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밥</a:t>
            </a:r>
            <a:endParaRPr lang="en-US" sz="3600" dirty="0"/>
          </a:p>
        </p:txBody>
      </p:sp>
      <p:sp>
        <p:nvSpPr>
          <p:cNvPr id="29" name="Text 27"/>
          <p:cNvSpPr/>
          <p:nvPr/>
        </p:nvSpPr>
        <p:spPr>
          <a:xfrm>
            <a:off x="314690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bap</a:t>
            </a:r>
            <a:endParaRPr lang="en-US" sz="1200" dirty="0"/>
          </a:p>
        </p:txBody>
      </p:sp>
      <p:sp>
        <p:nvSpPr>
          <p:cNvPr id="30" name="Shape 28"/>
          <p:cNvSpPr/>
          <p:nvPr/>
        </p:nvSpPr>
        <p:spPr>
          <a:xfrm>
            <a:off x="4655668" y="3703320"/>
            <a:ext cx="1371600" cy="1005840"/>
          </a:xfrm>
          <a:prstGeom prst="roundRect">
            <a:avLst>
              <a:gd name="adj" fmla="val 10909"/>
            </a:avLst>
          </a:prstGeom>
          <a:solidFill>
            <a:srgbClr val="FFE0E0"/>
          </a:solidFill>
          <a:ln w="15240">
            <a:solidFill>
              <a:srgbClr val="FE6768"/>
            </a:solidFill>
            <a:prstDash val="solid"/>
          </a:ln>
        </p:spPr>
      </p:sp>
      <p:sp>
        <p:nvSpPr>
          <p:cNvPr id="31" name="Text 29"/>
          <p:cNvSpPr/>
          <p:nvPr/>
        </p:nvSpPr>
        <p:spPr>
          <a:xfrm>
            <a:off x="4655668" y="3703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집</a:t>
            </a:r>
            <a:endParaRPr lang="en-US" sz="3600" dirty="0"/>
          </a:p>
        </p:txBody>
      </p:sp>
      <p:sp>
        <p:nvSpPr>
          <p:cNvPr id="32" name="Text 30"/>
          <p:cNvSpPr/>
          <p:nvPr/>
        </p:nvSpPr>
        <p:spPr>
          <a:xfrm>
            <a:off x="465566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jip</a:t>
            </a:r>
            <a:endParaRPr lang="en-US" sz="1200" dirty="0"/>
          </a:p>
        </p:txBody>
      </p:sp>
      <p:sp>
        <p:nvSpPr>
          <p:cNvPr id="33" name="Shape 31"/>
          <p:cNvSpPr/>
          <p:nvPr/>
        </p:nvSpPr>
        <p:spPr>
          <a:xfrm>
            <a:off x="6164428" y="3703320"/>
            <a:ext cx="1371600" cy="1005840"/>
          </a:xfrm>
          <a:prstGeom prst="roundRect">
            <a:avLst>
              <a:gd name="adj" fmla="val 10909"/>
            </a:avLst>
          </a:prstGeom>
          <a:solidFill>
            <a:srgbClr val="FFE0E0"/>
          </a:solidFill>
          <a:ln w="15240">
            <a:solidFill>
              <a:srgbClr val="FE6768"/>
            </a:solidFill>
            <a:prstDash val="solid"/>
          </a:ln>
        </p:spPr>
      </p:sp>
      <p:sp>
        <p:nvSpPr>
          <p:cNvPr id="34" name="Text 32"/>
          <p:cNvSpPr/>
          <p:nvPr/>
        </p:nvSpPr>
        <p:spPr>
          <a:xfrm>
            <a:off x="6164428" y="3703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입</a:t>
            </a:r>
            <a:endParaRPr lang="en-US" sz="3600" dirty="0"/>
          </a:p>
        </p:txBody>
      </p:sp>
      <p:sp>
        <p:nvSpPr>
          <p:cNvPr id="35" name="Text 33"/>
          <p:cNvSpPr/>
          <p:nvPr/>
        </p:nvSpPr>
        <p:spPr>
          <a:xfrm>
            <a:off x="616442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ip</a:t>
            </a:r>
            <a:endParaRPr lang="en-US" sz="1200" dirty="0"/>
          </a:p>
        </p:txBody>
      </p:sp>
      <p:sp>
        <p:nvSpPr>
          <p:cNvPr id="36" name="Shape 34"/>
          <p:cNvSpPr/>
          <p:nvPr/>
        </p:nvSpPr>
        <p:spPr>
          <a:xfrm>
            <a:off x="7673188" y="3703320"/>
            <a:ext cx="1371600" cy="1005840"/>
          </a:xfrm>
          <a:prstGeom prst="roundRect">
            <a:avLst>
              <a:gd name="adj" fmla="val 10909"/>
            </a:avLst>
          </a:prstGeom>
          <a:solidFill>
            <a:srgbClr val="FFE0E0"/>
          </a:solidFill>
          <a:ln w="15240">
            <a:solidFill>
              <a:srgbClr val="FE6768"/>
            </a:solidFill>
            <a:prstDash val="solid"/>
          </a:ln>
        </p:spPr>
      </p:sp>
      <p:sp>
        <p:nvSpPr>
          <p:cNvPr id="37" name="Text 35"/>
          <p:cNvSpPr/>
          <p:nvPr/>
        </p:nvSpPr>
        <p:spPr>
          <a:xfrm>
            <a:off x="7673188" y="3703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컵</a:t>
            </a:r>
            <a:endParaRPr lang="en-US" sz="3600" dirty="0"/>
          </a:p>
        </p:txBody>
      </p:sp>
      <p:sp>
        <p:nvSpPr>
          <p:cNvPr id="38" name="Text 36"/>
          <p:cNvSpPr/>
          <p:nvPr/>
        </p:nvSpPr>
        <p:spPr>
          <a:xfrm>
            <a:off x="767318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keop</a:t>
            </a:r>
            <a:endParaRPr lang="en-US" sz="1200" dirty="0"/>
          </a:p>
        </p:txBody>
      </p:sp>
      <p:sp>
        <p:nvSpPr>
          <p:cNvPr id="39" name="Shape 37"/>
          <p:cNvSpPr/>
          <p:nvPr/>
        </p:nvSpPr>
        <p:spPr>
          <a:xfrm>
            <a:off x="9181948" y="3703320"/>
            <a:ext cx="1371600" cy="1005840"/>
          </a:xfrm>
          <a:prstGeom prst="roundRect">
            <a:avLst>
              <a:gd name="adj" fmla="val 10909"/>
            </a:avLst>
          </a:prstGeom>
          <a:solidFill>
            <a:srgbClr val="FFE0E0"/>
          </a:solidFill>
          <a:ln w="15240">
            <a:solidFill>
              <a:srgbClr val="FE6768"/>
            </a:solidFill>
            <a:prstDash val="solid"/>
          </a:ln>
        </p:spPr>
      </p:sp>
      <p:sp>
        <p:nvSpPr>
          <p:cNvPr id="40" name="Text 38"/>
          <p:cNvSpPr/>
          <p:nvPr/>
        </p:nvSpPr>
        <p:spPr>
          <a:xfrm>
            <a:off x="9181948" y="3703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갑</a:t>
            </a:r>
            <a:endParaRPr lang="en-US" sz="3600" dirty="0"/>
          </a:p>
        </p:txBody>
      </p:sp>
      <p:sp>
        <p:nvSpPr>
          <p:cNvPr id="41" name="Text 39"/>
          <p:cNvSpPr/>
          <p:nvPr/>
        </p:nvSpPr>
        <p:spPr>
          <a:xfrm>
            <a:off x="9181948" y="4357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gap</a:t>
            </a:r>
            <a:endParaRPr lang="en-US" sz="1200" dirty="0"/>
          </a:p>
        </p:txBody>
      </p:sp>
      <p:sp>
        <p:nvSpPr>
          <p:cNvPr id="42" name="Shape 40"/>
          <p:cNvSpPr/>
          <p:nvPr/>
        </p:nvSpPr>
        <p:spPr>
          <a:xfrm>
            <a:off x="1638148" y="4846320"/>
            <a:ext cx="1371600" cy="1005840"/>
          </a:xfrm>
          <a:prstGeom prst="roundRect">
            <a:avLst>
              <a:gd name="adj" fmla="val 10909"/>
            </a:avLst>
          </a:prstGeom>
          <a:solidFill>
            <a:srgbClr val="FE6768"/>
          </a:solidFill>
          <a:ln w="12700">
            <a:solidFill>
              <a:srgbClr val="FE6768"/>
            </a:solidFill>
            <a:prstDash val="solid"/>
          </a:ln>
        </p:spPr>
      </p:sp>
      <p:sp>
        <p:nvSpPr>
          <p:cNvPr id="43" name="Text 41"/>
          <p:cNvSpPr/>
          <p:nvPr/>
        </p:nvSpPr>
        <p:spPr>
          <a:xfrm>
            <a:off x="1638148" y="4846320"/>
            <a:ext cx="1371600" cy="653796"/>
          </a:xfrm>
          <a:prstGeom prst="rect">
            <a:avLst/>
          </a:prstGeom>
          <a:noFill/>
          <a:ln/>
        </p:spPr>
        <p:txBody>
          <a:bodyPr wrap="square" lIns="0" tIns="0" rIns="0" bIns="0" rtlCol="0" anchor="ctr"/>
          <a:lstStyle/>
          <a:p>
            <a:pPr marL="0" indent="0" algn="ctr">
              <a:buNone/>
            </a:pPr>
            <a:r>
              <a:rPr lang="en-US" sz="3800" b="1" dirty="0">
                <a:solidFill>
                  <a:srgbClr val="F6F6F6"/>
                </a:solidFill>
                <a:latin typeface="Malgun Gothic" pitchFamily="34" charset="0"/>
                <a:ea typeface="Malgun Gothic" pitchFamily="34" charset="-122"/>
                <a:cs typeface="Malgun Gothic" pitchFamily="34" charset="-120"/>
              </a:rPr>
              <a:t>ㅍ</a:t>
            </a:r>
            <a:endParaRPr lang="en-US" sz="3800" dirty="0"/>
          </a:p>
        </p:txBody>
      </p:sp>
      <p:sp>
        <p:nvSpPr>
          <p:cNvPr id="44" name="Text 42"/>
          <p:cNvSpPr/>
          <p:nvPr/>
        </p:nvSpPr>
        <p:spPr>
          <a:xfrm>
            <a:off x="1638148" y="5500116"/>
            <a:ext cx="1371600" cy="352044"/>
          </a:xfrm>
          <a:prstGeom prst="rect">
            <a:avLst/>
          </a:prstGeom>
          <a:noFill/>
          <a:ln/>
        </p:spPr>
        <p:txBody>
          <a:bodyPr wrap="square" lIns="0" tIns="0" rIns="0" bIns="0" rtlCol="0" anchor="t"/>
          <a:lstStyle/>
          <a:p>
            <a:pPr marL="0" indent="0" algn="ctr">
              <a:buNone/>
            </a:pPr>
            <a:r>
              <a:rPr lang="en-US" sz="1000" b="1" kern="0" spc="200" dirty="0">
                <a:solidFill>
                  <a:srgbClr val="FFE0E0"/>
                </a:solidFill>
                <a:latin typeface="Calibri" pitchFamily="34" charset="0"/>
                <a:ea typeface="Calibri" pitchFamily="34" charset="-122"/>
                <a:cs typeface="Calibri" pitchFamily="34" charset="-120"/>
              </a:rPr>
              <a:t>[p]</a:t>
            </a:r>
            <a:endParaRPr lang="en-US" sz="1000" dirty="0"/>
          </a:p>
        </p:txBody>
      </p:sp>
      <p:sp>
        <p:nvSpPr>
          <p:cNvPr id="45" name="Shape 43"/>
          <p:cNvSpPr/>
          <p:nvPr/>
        </p:nvSpPr>
        <p:spPr>
          <a:xfrm>
            <a:off x="3146908" y="4846320"/>
            <a:ext cx="1371600" cy="1005840"/>
          </a:xfrm>
          <a:prstGeom prst="roundRect">
            <a:avLst>
              <a:gd name="adj" fmla="val 10909"/>
            </a:avLst>
          </a:prstGeom>
          <a:solidFill>
            <a:srgbClr val="FFE0E0"/>
          </a:solidFill>
          <a:ln w="15240">
            <a:solidFill>
              <a:srgbClr val="FE6768"/>
            </a:solidFill>
            <a:prstDash val="solid"/>
          </a:ln>
        </p:spPr>
      </p:sp>
      <p:sp>
        <p:nvSpPr>
          <p:cNvPr id="46" name="Text 44"/>
          <p:cNvSpPr/>
          <p:nvPr/>
        </p:nvSpPr>
        <p:spPr>
          <a:xfrm>
            <a:off x="3146908" y="4846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잎</a:t>
            </a:r>
            <a:endParaRPr lang="en-US" sz="3600" dirty="0"/>
          </a:p>
        </p:txBody>
      </p:sp>
      <p:sp>
        <p:nvSpPr>
          <p:cNvPr id="47" name="Text 45"/>
          <p:cNvSpPr/>
          <p:nvPr/>
        </p:nvSpPr>
        <p:spPr>
          <a:xfrm>
            <a:off x="314690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ip</a:t>
            </a:r>
            <a:endParaRPr lang="en-US" sz="1200" dirty="0"/>
          </a:p>
        </p:txBody>
      </p:sp>
      <p:sp>
        <p:nvSpPr>
          <p:cNvPr id="48" name="Shape 46"/>
          <p:cNvSpPr/>
          <p:nvPr/>
        </p:nvSpPr>
        <p:spPr>
          <a:xfrm>
            <a:off x="4655668" y="4846320"/>
            <a:ext cx="1371600" cy="1005840"/>
          </a:xfrm>
          <a:prstGeom prst="roundRect">
            <a:avLst>
              <a:gd name="adj" fmla="val 10909"/>
            </a:avLst>
          </a:prstGeom>
          <a:solidFill>
            <a:srgbClr val="FFE0E0"/>
          </a:solidFill>
          <a:ln w="15240">
            <a:solidFill>
              <a:srgbClr val="FE6768"/>
            </a:solidFill>
            <a:prstDash val="solid"/>
          </a:ln>
        </p:spPr>
      </p:sp>
      <p:sp>
        <p:nvSpPr>
          <p:cNvPr id="49" name="Text 47"/>
          <p:cNvSpPr/>
          <p:nvPr/>
        </p:nvSpPr>
        <p:spPr>
          <a:xfrm>
            <a:off x="4655668" y="4846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앞</a:t>
            </a:r>
            <a:endParaRPr lang="en-US" sz="3600" dirty="0"/>
          </a:p>
        </p:txBody>
      </p:sp>
      <p:sp>
        <p:nvSpPr>
          <p:cNvPr id="50" name="Text 48"/>
          <p:cNvSpPr/>
          <p:nvPr/>
        </p:nvSpPr>
        <p:spPr>
          <a:xfrm>
            <a:off x="465566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ap</a:t>
            </a:r>
            <a:endParaRPr lang="en-US" sz="1200" dirty="0"/>
          </a:p>
        </p:txBody>
      </p:sp>
      <p:sp>
        <p:nvSpPr>
          <p:cNvPr id="51" name="Shape 49"/>
          <p:cNvSpPr/>
          <p:nvPr/>
        </p:nvSpPr>
        <p:spPr>
          <a:xfrm>
            <a:off x="6164428" y="4846320"/>
            <a:ext cx="1371600" cy="1005840"/>
          </a:xfrm>
          <a:prstGeom prst="roundRect">
            <a:avLst>
              <a:gd name="adj" fmla="val 10909"/>
            </a:avLst>
          </a:prstGeom>
          <a:solidFill>
            <a:srgbClr val="FFE0E0"/>
          </a:solidFill>
          <a:ln w="15240">
            <a:solidFill>
              <a:srgbClr val="FE6768"/>
            </a:solidFill>
            <a:prstDash val="solid"/>
          </a:ln>
        </p:spPr>
      </p:sp>
      <p:sp>
        <p:nvSpPr>
          <p:cNvPr id="52" name="Text 50"/>
          <p:cNvSpPr/>
          <p:nvPr/>
        </p:nvSpPr>
        <p:spPr>
          <a:xfrm>
            <a:off x="6164428" y="4846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옆</a:t>
            </a:r>
            <a:endParaRPr lang="en-US" sz="3600" dirty="0"/>
          </a:p>
        </p:txBody>
      </p:sp>
      <p:sp>
        <p:nvSpPr>
          <p:cNvPr id="53" name="Text 51"/>
          <p:cNvSpPr/>
          <p:nvPr/>
        </p:nvSpPr>
        <p:spPr>
          <a:xfrm>
            <a:off x="616442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yeop</a:t>
            </a:r>
            <a:endParaRPr lang="en-US" sz="1200" dirty="0"/>
          </a:p>
        </p:txBody>
      </p:sp>
      <p:sp>
        <p:nvSpPr>
          <p:cNvPr id="54" name="Shape 52"/>
          <p:cNvSpPr/>
          <p:nvPr/>
        </p:nvSpPr>
        <p:spPr>
          <a:xfrm>
            <a:off x="7673188" y="4846320"/>
            <a:ext cx="1371600" cy="1005840"/>
          </a:xfrm>
          <a:prstGeom prst="roundRect">
            <a:avLst>
              <a:gd name="adj" fmla="val 10909"/>
            </a:avLst>
          </a:prstGeom>
          <a:solidFill>
            <a:srgbClr val="FFE0E0"/>
          </a:solidFill>
          <a:ln w="15240">
            <a:solidFill>
              <a:srgbClr val="FE6768"/>
            </a:solidFill>
            <a:prstDash val="solid"/>
          </a:ln>
        </p:spPr>
      </p:sp>
      <p:sp>
        <p:nvSpPr>
          <p:cNvPr id="55" name="Text 53"/>
          <p:cNvSpPr/>
          <p:nvPr/>
        </p:nvSpPr>
        <p:spPr>
          <a:xfrm>
            <a:off x="7673188" y="4846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숲</a:t>
            </a:r>
            <a:endParaRPr lang="en-US" sz="3600" dirty="0"/>
          </a:p>
        </p:txBody>
      </p:sp>
      <p:sp>
        <p:nvSpPr>
          <p:cNvPr id="56" name="Text 54"/>
          <p:cNvSpPr/>
          <p:nvPr/>
        </p:nvSpPr>
        <p:spPr>
          <a:xfrm>
            <a:off x="767318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sup</a:t>
            </a:r>
            <a:endParaRPr lang="en-US" sz="1200" dirty="0"/>
          </a:p>
        </p:txBody>
      </p:sp>
      <p:sp>
        <p:nvSpPr>
          <p:cNvPr id="57" name="Shape 55"/>
          <p:cNvSpPr/>
          <p:nvPr/>
        </p:nvSpPr>
        <p:spPr>
          <a:xfrm>
            <a:off x="9181948" y="4846320"/>
            <a:ext cx="1371600" cy="1005840"/>
          </a:xfrm>
          <a:prstGeom prst="roundRect">
            <a:avLst>
              <a:gd name="adj" fmla="val 10909"/>
            </a:avLst>
          </a:prstGeom>
          <a:solidFill>
            <a:srgbClr val="FFE0E0"/>
          </a:solidFill>
          <a:ln w="15240">
            <a:solidFill>
              <a:srgbClr val="FE6768"/>
            </a:solidFill>
            <a:prstDash val="solid"/>
          </a:ln>
        </p:spPr>
      </p:sp>
      <p:sp>
        <p:nvSpPr>
          <p:cNvPr id="58" name="Text 56"/>
          <p:cNvSpPr/>
          <p:nvPr/>
        </p:nvSpPr>
        <p:spPr>
          <a:xfrm>
            <a:off x="9181948" y="4846320"/>
            <a:ext cx="1371600" cy="653796"/>
          </a:xfrm>
          <a:prstGeom prst="rect">
            <a:avLst/>
          </a:prstGeom>
          <a:noFill/>
          <a:ln/>
        </p:spPr>
        <p:txBody>
          <a:bodyPr wrap="square" lIns="0" tIns="0" rIns="0" bIns="0" rtlCol="0" anchor="ctr"/>
          <a:lstStyle/>
          <a:p>
            <a:pPr marL="0" indent="0" algn="ctr">
              <a:buNone/>
            </a:pPr>
            <a:r>
              <a:rPr lang="en-US" sz="3600" b="1" dirty="0">
                <a:solidFill>
                  <a:srgbClr val="FE6768"/>
                </a:solidFill>
                <a:latin typeface="Malgun Gothic" pitchFamily="34" charset="0"/>
                <a:ea typeface="Malgun Gothic" pitchFamily="34" charset="-122"/>
                <a:cs typeface="Malgun Gothic" pitchFamily="34" charset="-120"/>
              </a:rPr>
              <a:t>무릎</a:t>
            </a:r>
            <a:endParaRPr lang="en-US" sz="3600" dirty="0"/>
          </a:p>
        </p:txBody>
      </p:sp>
      <p:sp>
        <p:nvSpPr>
          <p:cNvPr id="59" name="Text 57"/>
          <p:cNvSpPr/>
          <p:nvPr/>
        </p:nvSpPr>
        <p:spPr>
          <a:xfrm>
            <a:off x="9181948" y="5500116"/>
            <a:ext cx="1371600" cy="352044"/>
          </a:xfrm>
          <a:prstGeom prst="rect">
            <a:avLst/>
          </a:prstGeom>
          <a:noFill/>
          <a:ln/>
        </p:spPr>
        <p:txBody>
          <a:bodyPr wrap="square" lIns="0" tIns="0" rIns="0" bIns="0" rtlCol="0" anchor="t"/>
          <a:lstStyle/>
          <a:p>
            <a:pPr marL="0" indent="0" algn="ctr">
              <a:buNone/>
            </a:pPr>
            <a:r>
              <a:rPr lang="en-US" sz="1200" i="1" dirty="0">
                <a:solidFill>
                  <a:srgbClr val="4A4A55"/>
                </a:solidFill>
                <a:latin typeface="Calibri" pitchFamily="34" charset="0"/>
                <a:ea typeface="Calibri" pitchFamily="34" charset="-122"/>
                <a:cs typeface="Calibri" pitchFamily="34" charset="-120"/>
              </a:rPr>
              <a:t>mu-reup</a:t>
            </a:r>
            <a:endParaRPr lang="en-US" sz="1200" dirty="0"/>
          </a:p>
        </p:txBody>
      </p:sp>
      <p:pic>
        <p:nvPicPr>
          <p:cNvPr id="60"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61" name="Text 58"/>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62" name="Text 59"/>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107</a:t>
            </a:r>
            <a:endParaRPr lang="en-US" sz="800" dirty="0"/>
          </a:p>
        </p:txBody>
      </p:sp>
    </p:spTree>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name="Slide 108">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§4.16</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Batchim doble · 겹받침</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A veces el batchim tiene dos consonantes. Solo una se pronuncia.</a:t>
            </a:r>
            <a:endParaRPr lang="en-US" sz="1400" dirty="0"/>
          </a:p>
        </p:txBody>
      </p:sp>
      <p:sp>
        <p:nvSpPr>
          <p:cNvPr id="5" name="Text 3"/>
          <p:cNvSpPr/>
          <p:nvPr/>
        </p:nvSpPr>
        <p:spPr>
          <a:xfrm>
            <a:off x="640080" y="2377440"/>
            <a:ext cx="5486400" cy="3657600"/>
          </a:xfrm>
          <a:prstGeom prst="rect">
            <a:avLst/>
          </a:prstGeom>
          <a:noFill/>
          <a:ln/>
        </p:spPr>
        <p:txBody>
          <a:bodyPr wrap="square" lIns="0" tIns="0" rIns="0" bIns="0" rtlCol="0" anchor="t"/>
          <a:lstStyle/>
          <a:p>
            <a:pPr marL="0" indent="0">
              <a:buNone/>
            </a:pPr>
            <a:r>
              <a:rPr lang="en-US" sz="1400" dirty="0">
                <a:solidFill>
                  <a:srgbClr val="1E1E2A"/>
                </a:solidFill>
              </a:rPr>
              <a:t>En algunas palabras encontrarás </a:t>
            </a:r>
            <a:r>
              <a:rPr lang="en-US" sz="1400" b="1" dirty="0">
                <a:solidFill>
                  <a:srgbClr val="4036ED"/>
                </a:solidFill>
              </a:rPr>
              <a:t>dos consonantes en el batchim</a:t>
            </a:r>
            <a:r>
              <a:rPr lang="en-US" sz="1400" dirty="0">
                <a:solidFill>
                  <a:srgbClr val="1E1E2A"/>
                </a:solidFill>
              </a:rPr>
              <a:t> (겹받침). Por ejemplo: 닭, 값, 흙.</a:t>
            </a:r>
            <a:endParaRPr lang="en-US" sz="1400" dirty="0"/>
          </a:p>
          <a:p>
            <a:pPr marL="0" indent="0">
              <a:spcAft>
                <a:spcPts val="800"/>
              </a:spcAft>
              <a:buNone/>
            </a:pPr>
            <a:r>
              <a:rPr lang="en-US" sz="1400" b="1" dirty="0">
                <a:solidFill>
                  <a:srgbClr val="4036ED"/>
                </a:solidFill>
              </a:rPr>
              <a:t>La regla es simple:</a:t>
            </a:r>
            <a:endParaRPr lang="en-US" sz="1400" dirty="0"/>
          </a:p>
          <a:p>
            <a:pPr marL="0" indent="0">
              <a:buNone/>
            </a:pPr>
            <a:r>
              <a:rPr lang="en-US" sz="1400" b="1" dirty="0">
                <a:solidFill>
                  <a:srgbClr val="FE6768"/>
                </a:solidFill>
              </a:rPr>
              <a:t>· </a:t>
            </a:r>
            <a:r>
              <a:rPr lang="en-US" sz="1300" dirty="0">
                <a:solidFill>
                  <a:srgbClr val="1E1E2A"/>
                </a:solidFill>
              </a:rPr>
              <a:t>En la mayoría, se pronuncia la </a:t>
            </a:r>
            <a:r>
              <a:rPr lang="en-US" sz="1300" b="1" dirty="0">
                <a:solidFill>
                  <a:srgbClr val="FE6768"/>
                </a:solidFill>
              </a:rPr>
              <a:t>primera consonante</a:t>
            </a:r>
            <a:r>
              <a:rPr lang="en-US" sz="1300" dirty="0">
                <a:solidFill>
                  <a:srgbClr val="1E1E2A"/>
                </a:solidFill>
              </a:rPr>
              <a:t>.</a:t>
            </a:r>
            <a:endParaRPr lang="en-US" sz="1400" dirty="0"/>
          </a:p>
          <a:p>
            <a:pPr marL="0" indent="0">
              <a:buNone/>
            </a:pPr>
            <a:r>
              <a:rPr lang="en-US" sz="1400" b="1" dirty="0">
                <a:solidFill>
                  <a:srgbClr val="FE6768"/>
                </a:solidFill>
              </a:rPr>
              <a:t>· </a:t>
            </a:r>
            <a:r>
              <a:rPr lang="en-US" sz="1300" dirty="0">
                <a:solidFill>
                  <a:srgbClr val="1E1E2A"/>
                </a:solidFill>
              </a:rPr>
              <a:t>En unos pocos casos (con ㄹ + algo), se pronuncia la </a:t>
            </a:r>
            <a:r>
              <a:rPr lang="en-US" sz="1300" b="1" dirty="0">
                <a:solidFill>
                  <a:srgbClr val="FE6768"/>
                </a:solidFill>
              </a:rPr>
              <a:t>segunda</a:t>
            </a:r>
            <a:r>
              <a:rPr lang="en-US" sz="1300" dirty="0">
                <a:solidFill>
                  <a:srgbClr val="1E1E2A"/>
                </a:solidFill>
              </a:rPr>
              <a:t>.</a:t>
            </a:r>
            <a:endParaRPr lang="en-US" sz="1400" dirty="0"/>
          </a:p>
          <a:p>
            <a:pPr marL="0" indent="0">
              <a:buNone/>
            </a:pPr>
            <a:r>
              <a:rPr lang="en-US" sz="1200" i="1" dirty="0">
                <a:solidFill>
                  <a:srgbClr val="4A4A55"/>
                </a:solidFill>
              </a:rPr>
              <a:t>No te asustes — son pocas palabras y las irás aprendiendo de a poco.</a:t>
            </a:r>
            <a:endParaRPr lang="en-US" sz="1400" dirty="0"/>
          </a:p>
        </p:txBody>
      </p:sp>
      <p:sp>
        <p:nvSpPr>
          <p:cNvPr id="6" name="Shape 4"/>
          <p:cNvSpPr/>
          <p:nvPr/>
        </p:nvSpPr>
        <p:spPr>
          <a:xfrm>
            <a:off x="6492240" y="2468880"/>
            <a:ext cx="5120640" cy="3840480"/>
          </a:xfrm>
          <a:prstGeom prst="roundRect">
            <a:avLst>
              <a:gd name="adj" fmla="val 4286"/>
            </a:avLst>
          </a:prstGeom>
          <a:solidFill>
            <a:srgbClr val="EDE8FF"/>
          </a:solidFill>
          <a:ln w="19050">
            <a:solidFill>
              <a:srgbClr val="A79BFF"/>
            </a:solidFill>
            <a:prstDash val="solid"/>
          </a:ln>
        </p:spPr>
      </p:sp>
      <p:sp>
        <p:nvSpPr>
          <p:cNvPr id="7" name="Text 5"/>
          <p:cNvSpPr/>
          <p:nvPr/>
        </p:nvSpPr>
        <p:spPr>
          <a:xfrm>
            <a:off x="6492240" y="2606040"/>
            <a:ext cx="5120640" cy="365760"/>
          </a:xfrm>
          <a:prstGeom prst="rect">
            <a:avLst/>
          </a:prstGeom>
          <a:noFill/>
          <a:ln/>
        </p:spPr>
        <p:txBody>
          <a:bodyPr wrap="square" lIns="0" tIns="0" rIns="0" bIns="0" rtlCol="0" anchor="ctr"/>
          <a:lstStyle/>
          <a:p>
            <a:pPr marL="0" indent="0" algn="ctr">
              <a:buNone/>
            </a:pPr>
            <a:r>
              <a:rPr lang="en-US" sz="1300" b="1" i="1" dirty="0">
                <a:solidFill>
                  <a:srgbClr val="4036ED"/>
                </a:solidFill>
                <a:latin typeface="Calibri" pitchFamily="34" charset="0"/>
                <a:ea typeface="Calibri" pitchFamily="34" charset="-122"/>
                <a:cs typeface="Calibri" pitchFamily="34" charset="-120"/>
              </a:rPr>
              <a:t>Ejemplos típicos</a:t>
            </a:r>
            <a:endParaRPr lang="en-US" sz="1300" dirty="0"/>
          </a:p>
        </p:txBody>
      </p:sp>
      <p:sp>
        <p:nvSpPr>
          <p:cNvPr id="8" name="Text 6"/>
          <p:cNvSpPr/>
          <p:nvPr/>
        </p:nvSpPr>
        <p:spPr>
          <a:xfrm>
            <a:off x="6675120" y="3154680"/>
            <a:ext cx="1188720" cy="77724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닭</a:t>
            </a:r>
            <a:endParaRPr lang="en-US" sz="3200" dirty="0"/>
          </a:p>
        </p:txBody>
      </p:sp>
      <p:sp>
        <p:nvSpPr>
          <p:cNvPr id="9" name="Text 7"/>
          <p:cNvSpPr/>
          <p:nvPr/>
        </p:nvSpPr>
        <p:spPr>
          <a:xfrm>
            <a:off x="7863840" y="3154680"/>
            <a:ext cx="1280160" cy="777240"/>
          </a:xfrm>
          <a:prstGeom prst="rect">
            <a:avLst/>
          </a:prstGeom>
          <a:noFill/>
          <a:ln/>
        </p:spPr>
        <p:txBody>
          <a:bodyPr wrap="square" lIns="0" tIns="0" rIns="0" bIns="0" rtlCol="0" anchor="ctr"/>
          <a:lstStyle/>
          <a:p>
            <a:pPr marL="0" indent="0" algn="ctr">
              <a:buNone/>
            </a:pPr>
            <a:r>
              <a:rPr lang="en-US" sz="1800" b="1" i="1" dirty="0">
                <a:solidFill>
                  <a:srgbClr val="FE6768"/>
                </a:solidFill>
                <a:latin typeface="Malgun Gothic" pitchFamily="34" charset="0"/>
                <a:ea typeface="Malgun Gothic" pitchFamily="34" charset="-122"/>
                <a:cs typeface="Malgun Gothic" pitchFamily="34" charset="-120"/>
              </a:rPr>
              <a:t>[닥]</a:t>
            </a:r>
            <a:endParaRPr lang="en-US" sz="1800" dirty="0"/>
          </a:p>
        </p:txBody>
      </p:sp>
      <p:sp>
        <p:nvSpPr>
          <p:cNvPr id="10" name="Text 8"/>
          <p:cNvSpPr/>
          <p:nvPr/>
        </p:nvSpPr>
        <p:spPr>
          <a:xfrm>
            <a:off x="9144000" y="3154680"/>
            <a:ext cx="1371600" cy="388620"/>
          </a:xfrm>
          <a:prstGeom prst="rect">
            <a:avLst/>
          </a:prstGeom>
          <a:noFill/>
          <a:ln/>
        </p:spPr>
        <p:txBody>
          <a:bodyPr wrap="square" lIns="0" tIns="0" rIns="0" bIns="0" rtlCol="0" anchor="ctr"/>
          <a:lstStyle/>
          <a:p>
            <a:pPr marL="0" indent="0">
              <a:buNone/>
            </a:pPr>
            <a:r>
              <a:rPr lang="en-US" sz="1100" i="1" dirty="0">
                <a:solidFill>
                  <a:srgbClr val="4A4A55"/>
                </a:solidFill>
                <a:latin typeface="Calibri" pitchFamily="34" charset="0"/>
                <a:ea typeface="Calibri" pitchFamily="34" charset="-122"/>
                <a:cs typeface="Calibri" pitchFamily="34" charset="-120"/>
              </a:rPr>
              <a:t>gallina</a:t>
            </a:r>
            <a:endParaRPr lang="en-US" sz="1100" dirty="0"/>
          </a:p>
        </p:txBody>
      </p:sp>
      <p:sp>
        <p:nvSpPr>
          <p:cNvPr id="11" name="Text 9"/>
          <p:cNvSpPr/>
          <p:nvPr/>
        </p:nvSpPr>
        <p:spPr>
          <a:xfrm>
            <a:off x="9144000" y="3543300"/>
            <a:ext cx="2286000" cy="388620"/>
          </a:xfrm>
          <a:prstGeom prst="rect">
            <a:avLst/>
          </a:prstGeom>
          <a:noFill/>
          <a:ln/>
        </p:spPr>
        <p:txBody>
          <a:bodyPr wrap="square" lIns="0" tIns="0" rIns="0" bIns="0" rtlCol="0" anchor="ctr"/>
          <a:lstStyle/>
          <a:p>
            <a:pPr marL="0" indent="0">
              <a:buNone/>
            </a:pPr>
            <a:r>
              <a:rPr lang="en-US" sz="1000" b="1" i="1" dirty="0">
                <a:solidFill>
                  <a:srgbClr val="FE6768"/>
                </a:solidFill>
                <a:latin typeface="Calibri" pitchFamily="34" charset="0"/>
                <a:ea typeface="Calibri" pitchFamily="34" charset="-122"/>
                <a:cs typeface="Calibri" pitchFamily="34" charset="-120"/>
              </a:rPr>
              <a:t>→ primera (ㄱ)</a:t>
            </a:r>
            <a:endParaRPr lang="en-US" sz="1000" dirty="0"/>
          </a:p>
        </p:txBody>
      </p:sp>
      <p:sp>
        <p:nvSpPr>
          <p:cNvPr id="12" name="Text 10"/>
          <p:cNvSpPr/>
          <p:nvPr/>
        </p:nvSpPr>
        <p:spPr>
          <a:xfrm>
            <a:off x="6675120" y="3977640"/>
            <a:ext cx="1188720" cy="77724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값</a:t>
            </a:r>
            <a:endParaRPr lang="en-US" sz="3200" dirty="0"/>
          </a:p>
        </p:txBody>
      </p:sp>
      <p:sp>
        <p:nvSpPr>
          <p:cNvPr id="13" name="Text 11"/>
          <p:cNvSpPr/>
          <p:nvPr/>
        </p:nvSpPr>
        <p:spPr>
          <a:xfrm>
            <a:off x="7863840" y="3977640"/>
            <a:ext cx="1280160" cy="777240"/>
          </a:xfrm>
          <a:prstGeom prst="rect">
            <a:avLst/>
          </a:prstGeom>
          <a:noFill/>
          <a:ln/>
        </p:spPr>
        <p:txBody>
          <a:bodyPr wrap="square" lIns="0" tIns="0" rIns="0" bIns="0" rtlCol="0" anchor="ctr"/>
          <a:lstStyle/>
          <a:p>
            <a:pPr marL="0" indent="0" algn="ctr">
              <a:buNone/>
            </a:pPr>
            <a:r>
              <a:rPr lang="en-US" sz="1800" b="1" i="1" dirty="0">
                <a:solidFill>
                  <a:srgbClr val="FE6768"/>
                </a:solidFill>
                <a:latin typeface="Malgun Gothic" pitchFamily="34" charset="0"/>
                <a:ea typeface="Malgun Gothic" pitchFamily="34" charset="-122"/>
                <a:cs typeface="Malgun Gothic" pitchFamily="34" charset="-120"/>
              </a:rPr>
              <a:t>[갑]</a:t>
            </a:r>
            <a:endParaRPr lang="en-US" sz="1800" dirty="0"/>
          </a:p>
        </p:txBody>
      </p:sp>
      <p:sp>
        <p:nvSpPr>
          <p:cNvPr id="14" name="Text 12"/>
          <p:cNvSpPr/>
          <p:nvPr/>
        </p:nvSpPr>
        <p:spPr>
          <a:xfrm>
            <a:off x="9144000" y="3977640"/>
            <a:ext cx="1371600" cy="388620"/>
          </a:xfrm>
          <a:prstGeom prst="rect">
            <a:avLst/>
          </a:prstGeom>
          <a:noFill/>
          <a:ln/>
        </p:spPr>
        <p:txBody>
          <a:bodyPr wrap="square" lIns="0" tIns="0" rIns="0" bIns="0" rtlCol="0" anchor="ctr"/>
          <a:lstStyle/>
          <a:p>
            <a:pPr marL="0" indent="0">
              <a:buNone/>
            </a:pPr>
            <a:r>
              <a:rPr lang="en-US" sz="1100" i="1" dirty="0">
                <a:solidFill>
                  <a:srgbClr val="4A4A55"/>
                </a:solidFill>
                <a:latin typeface="Calibri" pitchFamily="34" charset="0"/>
                <a:ea typeface="Calibri" pitchFamily="34" charset="-122"/>
                <a:cs typeface="Calibri" pitchFamily="34" charset="-120"/>
              </a:rPr>
              <a:t>precio</a:t>
            </a:r>
            <a:endParaRPr lang="en-US" sz="1100" dirty="0"/>
          </a:p>
        </p:txBody>
      </p:sp>
      <p:sp>
        <p:nvSpPr>
          <p:cNvPr id="15" name="Text 13"/>
          <p:cNvSpPr/>
          <p:nvPr/>
        </p:nvSpPr>
        <p:spPr>
          <a:xfrm>
            <a:off x="9144000" y="4366260"/>
            <a:ext cx="2286000" cy="388620"/>
          </a:xfrm>
          <a:prstGeom prst="rect">
            <a:avLst/>
          </a:prstGeom>
          <a:noFill/>
          <a:ln/>
        </p:spPr>
        <p:txBody>
          <a:bodyPr wrap="square" lIns="0" tIns="0" rIns="0" bIns="0" rtlCol="0" anchor="ctr"/>
          <a:lstStyle/>
          <a:p>
            <a:pPr marL="0" indent="0">
              <a:buNone/>
            </a:pPr>
            <a:r>
              <a:rPr lang="en-US" sz="1000" b="1" i="1" dirty="0">
                <a:solidFill>
                  <a:srgbClr val="FE6768"/>
                </a:solidFill>
                <a:latin typeface="Calibri" pitchFamily="34" charset="0"/>
                <a:ea typeface="Calibri" pitchFamily="34" charset="-122"/>
                <a:cs typeface="Calibri" pitchFamily="34" charset="-120"/>
              </a:rPr>
              <a:t>→ primera (ㅂ)</a:t>
            </a:r>
            <a:endParaRPr lang="en-US" sz="1000" dirty="0"/>
          </a:p>
        </p:txBody>
      </p:sp>
      <p:sp>
        <p:nvSpPr>
          <p:cNvPr id="16" name="Text 14"/>
          <p:cNvSpPr/>
          <p:nvPr/>
        </p:nvSpPr>
        <p:spPr>
          <a:xfrm>
            <a:off x="6675120" y="4800600"/>
            <a:ext cx="1188720" cy="77724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여덟</a:t>
            </a:r>
            <a:endParaRPr lang="en-US" sz="3200" dirty="0"/>
          </a:p>
        </p:txBody>
      </p:sp>
      <p:sp>
        <p:nvSpPr>
          <p:cNvPr id="17" name="Text 15"/>
          <p:cNvSpPr/>
          <p:nvPr/>
        </p:nvSpPr>
        <p:spPr>
          <a:xfrm>
            <a:off x="7863840" y="4800600"/>
            <a:ext cx="1280160" cy="777240"/>
          </a:xfrm>
          <a:prstGeom prst="rect">
            <a:avLst/>
          </a:prstGeom>
          <a:noFill/>
          <a:ln/>
        </p:spPr>
        <p:txBody>
          <a:bodyPr wrap="square" lIns="0" tIns="0" rIns="0" bIns="0" rtlCol="0" anchor="ctr"/>
          <a:lstStyle/>
          <a:p>
            <a:pPr marL="0" indent="0" algn="ctr">
              <a:buNone/>
            </a:pPr>
            <a:r>
              <a:rPr lang="en-US" sz="1800" b="1" i="1" dirty="0">
                <a:solidFill>
                  <a:srgbClr val="FE6768"/>
                </a:solidFill>
                <a:latin typeface="Malgun Gothic" pitchFamily="34" charset="0"/>
                <a:ea typeface="Malgun Gothic" pitchFamily="34" charset="-122"/>
                <a:cs typeface="Malgun Gothic" pitchFamily="34" charset="-120"/>
              </a:rPr>
              <a:t>[여덜]</a:t>
            </a:r>
            <a:endParaRPr lang="en-US" sz="1800" dirty="0"/>
          </a:p>
        </p:txBody>
      </p:sp>
      <p:sp>
        <p:nvSpPr>
          <p:cNvPr id="18" name="Text 16"/>
          <p:cNvSpPr/>
          <p:nvPr/>
        </p:nvSpPr>
        <p:spPr>
          <a:xfrm>
            <a:off x="9144000" y="4800600"/>
            <a:ext cx="1371600" cy="388620"/>
          </a:xfrm>
          <a:prstGeom prst="rect">
            <a:avLst/>
          </a:prstGeom>
          <a:noFill/>
          <a:ln/>
        </p:spPr>
        <p:txBody>
          <a:bodyPr wrap="square" lIns="0" tIns="0" rIns="0" bIns="0" rtlCol="0" anchor="ctr"/>
          <a:lstStyle/>
          <a:p>
            <a:pPr marL="0" indent="0">
              <a:buNone/>
            </a:pPr>
            <a:r>
              <a:rPr lang="en-US" sz="1100" i="1" dirty="0">
                <a:solidFill>
                  <a:srgbClr val="4A4A55"/>
                </a:solidFill>
                <a:latin typeface="Calibri" pitchFamily="34" charset="0"/>
                <a:ea typeface="Calibri" pitchFamily="34" charset="-122"/>
                <a:cs typeface="Calibri" pitchFamily="34" charset="-120"/>
              </a:rPr>
              <a:t>ocho</a:t>
            </a:r>
            <a:endParaRPr lang="en-US" sz="1100" dirty="0"/>
          </a:p>
        </p:txBody>
      </p:sp>
      <p:sp>
        <p:nvSpPr>
          <p:cNvPr id="19" name="Text 17"/>
          <p:cNvSpPr/>
          <p:nvPr/>
        </p:nvSpPr>
        <p:spPr>
          <a:xfrm>
            <a:off x="9144000" y="5189220"/>
            <a:ext cx="2286000" cy="388620"/>
          </a:xfrm>
          <a:prstGeom prst="rect">
            <a:avLst/>
          </a:prstGeom>
          <a:noFill/>
          <a:ln/>
        </p:spPr>
        <p:txBody>
          <a:bodyPr wrap="square" lIns="0" tIns="0" rIns="0" bIns="0" rtlCol="0" anchor="ctr"/>
          <a:lstStyle/>
          <a:p>
            <a:pPr marL="0" indent="0">
              <a:buNone/>
            </a:pPr>
            <a:r>
              <a:rPr lang="en-US" sz="1000" b="1" i="1" dirty="0">
                <a:solidFill>
                  <a:srgbClr val="FE6768"/>
                </a:solidFill>
                <a:latin typeface="Calibri" pitchFamily="34" charset="0"/>
                <a:ea typeface="Calibri" pitchFamily="34" charset="-122"/>
                <a:cs typeface="Calibri" pitchFamily="34" charset="-120"/>
              </a:rPr>
              <a:t>→ primera (ㄹ)</a:t>
            </a:r>
            <a:endParaRPr lang="en-US" sz="1000" dirty="0"/>
          </a:p>
        </p:txBody>
      </p:sp>
      <p:sp>
        <p:nvSpPr>
          <p:cNvPr id="20" name="Text 18"/>
          <p:cNvSpPr/>
          <p:nvPr/>
        </p:nvSpPr>
        <p:spPr>
          <a:xfrm>
            <a:off x="6675120" y="5623560"/>
            <a:ext cx="1188720" cy="77724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읽다</a:t>
            </a:r>
            <a:endParaRPr lang="en-US" sz="3200" dirty="0"/>
          </a:p>
        </p:txBody>
      </p:sp>
      <p:sp>
        <p:nvSpPr>
          <p:cNvPr id="21" name="Text 19"/>
          <p:cNvSpPr/>
          <p:nvPr/>
        </p:nvSpPr>
        <p:spPr>
          <a:xfrm>
            <a:off x="7863840" y="5623560"/>
            <a:ext cx="1280160" cy="777240"/>
          </a:xfrm>
          <a:prstGeom prst="rect">
            <a:avLst/>
          </a:prstGeom>
          <a:noFill/>
          <a:ln/>
        </p:spPr>
        <p:txBody>
          <a:bodyPr wrap="square" lIns="0" tIns="0" rIns="0" bIns="0" rtlCol="0" anchor="ctr"/>
          <a:lstStyle/>
          <a:p>
            <a:pPr marL="0" indent="0" algn="ctr">
              <a:buNone/>
            </a:pPr>
            <a:r>
              <a:rPr lang="en-US" sz="1800" b="1" i="1" dirty="0">
                <a:solidFill>
                  <a:srgbClr val="FE6768"/>
                </a:solidFill>
                <a:latin typeface="Malgun Gothic" pitchFamily="34" charset="0"/>
                <a:ea typeface="Malgun Gothic" pitchFamily="34" charset="-122"/>
                <a:cs typeface="Malgun Gothic" pitchFamily="34" charset="-120"/>
              </a:rPr>
              <a:t>[익다]</a:t>
            </a:r>
            <a:endParaRPr lang="en-US" sz="1800" dirty="0"/>
          </a:p>
        </p:txBody>
      </p:sp>
      <p:sp>
        <p:nvSpPr>
          <p:cNvPr id="22" name="Text 20"/>
          <p:cNvSpPr/>
          <p:nvPr/>
        </p:nvSpPr>
        <p:spPr>
          <a:xfrm>
            <a:off x="9144000" y="5623560"/>
            <a:ext cx="1371600" cy="388620"/>
          </a:xfrm>
          <a:prstGeom prst="rect">
            <a:avLst/>
          </a:prstGeom>
          <a:noFill/>
          <a:ln/>
        </p:spPr>
        <p:txBody>
          <a:bodyPr wrap="square" lIns="0" tIns="0" rIns="0" bIns="0" rtlCol="0" anchor="ctr"/>
          <a:lstStyle/>
          <a:p>
            <a:pPr marL="0" indent="0">
              <a:buNone/>
            </a:pPr>
            <a:r>
              <a:rPr lang="en-US" sz="1100" i="1" dirty="0">
                <a:solidFill>
                  <a:srgbClr val="4A4A55"/>
                </a:solidFill>
                <a:latin typeface="Calibri" pitchFamily="34" charset="0"/>
                <a:ea typeface="Calibri" pitchFamily="34" charset="-122"/>
                <a:cs typeface="Calibri" pitchFamily="34" charset="-120"/>
              </a:rPr>
              <a:t>leer</a:t>
            </a:r>
            <a:endParaRPr lang="en-US" sz="1100" dirty="0"/>
          </a:p>
        </p:txBody>
      </p:sp>
      <p:sp>
        <p:nvSpPr>
          <p:cNvPr id="23" name="Text 21"/>
          <p:cNvSpPr/>
          <p:nvPr/>
        </p:nvSpPr>
        <p:spPr>
          <a:xfrm>
            <a:off x="9144000" y="6012180"/>
            <a:ext cx="2286000" cy="388620"/>
          </a:xfrm>
          <a:prstGeom prst="rect">
            <a:avLst/>
          </a:prstGeom>
          <a:noFill/>
          <a:ln/>
        </p:spPr>
        <p:txBody>
          <a:bodyPr wrap="square" lIns="0" tIns="0" rIns="0" bIns="0" rtlCol="0" anchor="ctr"/>
          <a:lstStyle/>
          <a:p>
            <a:pPr marL="0" indent="0">
              <a:buNone/>
            </a:pPr>
            <a:r>
              <a:rPr lang="en-US" sz="1000" b="1" i="1" dirty="0">
                <a:solidFill>
                  <a:srgbClr val="FE6768"/>
                </a:solidFill>
                <a:latin typeface="Calibri" pitchFamily="34" charset="0"/>
                <a:ea typeface="Calibri" pitchFamily="34" charset="-122"/>
                <a:cs typeface="Calibri" pitchFamily="34" charset="-120"/>
              </a:rPr>
              <a:t>→ primera (ㄱ)</a:t>
            </a:r>
            <a:endParaRPr lang="en-US" sz="1000" dirty="0"/>
          </a:p>
        </p:txBody>
      </p:sp>
      <p:pic>
        <p:nvPicPr>
          <p:cNvPr id="24"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25" name="Text 22"/>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6" name="Text 23"/>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108</a:t>
            </a:r>
            <a:endParaRPr lang="en-US" sz="800" dirty="0"/>
          </a:p>
        </p:txBody>
      </p:sp>
    </p:spTree>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name="Slide 109">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§4.17 · UNA REGLA MÁGICA</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La liaison · 연음법칙</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Cuando la siguiente sílaba empieza con ㅇ, el batchim "salta" y se pronuncia ahí.</a:t>
            </a:r>
            <a:endParaRPr lang="en-US" sz="1400" dirty="0"/>
          </a:p>
        </p:txBody>
      </p:sp>
      <p:sp>
        <p:nvSpPr>
          <p:cNvPr id="5" name="Text 3"/>
          <p:cNvSpPr/>
          <p:nvPr/>
        </p:nvSpPr>
        <p:spPr>
          <a:xfrm>
            <a:off x="640080" y="2377440"/>
            <a:ext cx="5029200" cy="1828800"/>
          </a:xfrm>
          <a:prstGeom prst="rect">
            <a:avLst/>
          </a:prstGeom>
          <a:noFill/>
          <a:ln/>
        </p:spPr>
        <p:txBody>
          <a:bodyPr wrap="square" lIns="0" tIns="0" rIns="0" bIns="0" rtlCol="0" anchor="t"/>
          <a:lstStyle/>
          <a:p>
            <a:pPr marL="0" indent="0">
              <a:buNone/>
            </a:pPr>
            <a:r>
              <a:rPr lang="en-US" sz="1400" dirty="0">
                <a:solidFill>
                  <a:srgbClr val="1E1E2A"/>
                </a:solidFill>
              </a:rPr>
              <a:t>Recuerda: </a:t>
            </a:r>
            <a:r>
              <a:rPr lang="en-US" sz="1400" b="1" dirty="0">
                <a:solidFill>
                  <a:srgbClr val="4036ED"/>
                </a:solidFill>
              </a:rPr>
              <a:t>ㅇ al inicio es muda</a:t>
            </a:r>
            <a:r>
              <a:rPr lang="en-US" sz="1400" dirty="0">
                <a:solidFill>
                  <a:srgbClr val="1E1E2A"/>
                </a:solidFill>
              </a:rPr>
              <a:t> (silla vacía). Entonces, cuando una sílaba con batchim va seguida de otra con ㅇ inicial, </a:t>
            </a:r>
            <a:r>
              <a:rPr lang="en-US" sz="1400" b="1" i="1" dirty="0">
                <a:solidFill>
                  <a:srgbClr val="FE6768"/>
                </a:solidFill>
              </a:rPr>
              <a:t>el batchim se "muda" a la silla vacía.</a:t>
            </a:r>
            <a:endParaRPr lang="en-US" sz="1400" dirty="0"/>
          </a:p>
          <a:p>
            <a:pPr marL="0" indent="0">
              <a:buNone/>
            </a:pPr>
            <a:r>
              <a:rPr lang="en-US" sz="1300" i="1" dirty="0">
                <a:solidFill>
                  <a:srgbClr val="4A4A55"/>
                </a:solidFill>
              </a:rPr>
              <a:t>Esto hace que el coreano fluya y suene más natural.</a:t>
            </a:r>
            <a:endParaRPr lang="en-US" sz="1400" dirty="0"/>
          </a:p>
        </p:txBody>
      </p:sp>
      <p:sp>
        <p:nvSpPr>
          <p:cNvPr id="6" name="Shape 4"/>
          <p:cNvSpPr/>
          <p:nvPr/>
        </p:nvSpPr>
        <p:spPr>
          <a:xfrm>
            <a:off x="5943600" y="2468880"/>
            <a:ext cx="5669280" cy="2286000"/>
          </a:xfrm>
          <a:prstGeom prst="roundRect">
            <a:avLst>
              <a:gd name="adj" fmla="val 7200"/>
            </a:avLst>
          </a:prstGeom>
          <a:solidFill>
            <a:srgbClr val="FFE0E0"/>
          </a:solidFill>
          <a:ln w="19050">
            <a:solidFill>
              <a:srgbClr val="FE6768"/>
            </a:solidFill>
            <a:prstDash val="solid"/>
          </a:ln>
        </p:spPr>
      </p:sp>
      <p:sp>
        <p:nvSpPr>
          <p:cNvPr id="7" name="Text 5"/>
          <p:cNvSpPr/>
          <p:nvPr/>
        </p:nvSpPr>
        <p:spPr>
          <a:xfrm>
            <a:off x="5943600" y="2606040"/>
            <a:ext cx="5669280" cy="365760"/>
          </a:xfrm>
          <a:prstGeom prst="rect">
            <a:avLst/>
          </a:prstGeom>
          <a:noFill/>
          <a:ln/>
        </p:spPr>
        <p:txBody>
          <a:bodyPr wrap="square" lIns="0" tIns="0" rIns="0" bIns="0" rtlCol="0" anchor="ctr"/>
          <a:lstStyle/>
          <a:p>
            <a:pPr marL="0" indent="0" algn="ctr">
              <a:buNone/>
            </a:pPr>
            <a:r>
              <a:rPr lang="en-US" sz="1300" b="1" i="1" dirty="0">
                <a:solidFill>
                  <a:srgbClr val="FE6768"/>
                </a:solidFill>
                <a:latin typeface="Calibri" pitchFamily="34" charset="0"/>
                <a:ea typeface="Calibri" pitchFamily="34" charset="-122"/>
                <a:cs typeface="Calibri" pitchFamily="34" charset="-120"/>
              </a:rPr>
              <a:t>Ejemplo: 한국어 (idioma coreano)</a:t>
            </a:r>
            <a:endParaRPr lang="en-US" sz="1300" dirty="0"/>
          </a:p>
        </p:txBody>
      </p:sp>
      <p:sp>
        <p:nvSpPr>
          <p:cNvPr id="8" name="Text 6"/>
          <p:cNvSpPr/>
          <p:nvPr/>
        </p:nvSpPr>
        <p:spPr>
          <a:xfrm>
            <a:off x="5943600" y="3108960"/>
            <a:ext cx="5669280" cy="457200"/>
          </a:xfrm>
          <a:prstGeom prst="rect">
            <a:avLst/>
          </a:prstGeom>
          <a:noFill/>
          <a:ln/>
        </p:spPr>
        <p:txBody>
          <a:bodyPr wrap="square" lIns="0" tIns="0" rIns="0" bIns="0" rtlCol="0" anchor="ctr"/>
          <a:lstStyle/>
          <a:p>
            <a:pPr marL="0" indent="0" algn="ctr">
              <a:buNone/>
            </a:pPr>
            <a:r>
              <a:rPr lang="en-US" sz="2200" b="1" kern="0" spc="400" dirty="0">
                <a:solidFill>
                  <a:srgbClr val="4036ED"/>
                </a:solidFill>
                <a:latin typeface="Malgun Gothic" pitchFamily="34" charset="0"/>
                <a:ea typeface="Malgun Gothic" pitchFamily="34" charset="-122"/>
                <a:cs typeface="Malgun Gothic" pitchFamily="34" charset="-120"/>
              </a:rPr>
              <a:t>ESCRITO:  한 · 국 · 어</a:t>
            </a:r>
            <a:endParaRPr lang="en-US" sz="2200" dirty="0"/>
          </a:p>
        </p:txBody>
      </p:sp>
      <p:sp>
        <p:nvSpPr>
          <p:cNvPr id="9" name="Text 7"/>
          <p:cNvSpPr/>
          <p:nvPr/>
        </p:nvSpPr>
        <p:spPr>
          <a:xfrm>
            <a:off x="5943600" y="3657600"/>
            <a:ext cx="5669280" cy="457200"/>
          </a:xfrm>
          <a:prstGeom prst="rect">
            <a:avLst/>
          </a:prstGeom>
          <a:noFill/>
          <a:ln/>
        </p:spPr>
        <p:txBody>
          <a:bodyPr wrap="square" lIns="0" tIns="0" rIns="0" bIns="0" rtlCol="0" anchor="ctr"/>
          <a:lstStyle/>
          <a:p>
            <a:pPr marL="0" indent="0" algn="ctr">
              <a:buNone/>
            </a:pPr>
            <a:r>
              <a:rPr lang="en-US" sz="2200" b="1" kern="0" spc="400" dirty="0">
                <a:solidFill>
                  <a:srgbClr val="FE6768"/>
                </a:solidFill>
                <a:latin typeface="Malgun Gothic" pitchFamily="34" charset="0"/>
                <a:ea typeface="Malgun Gothic" pitchFamily="34" charset="-122"/>
                <a:cs typeface="Malgun Gothic" pitchFamily="34" charset="-120"/>
              </a:rPr>
              <a:t>SE LEE:  한 · 구 · 거</a:t>
            </a:r>
            <a:endParaRPr lang="en-US" sz="2200" dirty="0"/>
          </a:p>
        </p:txBody>
      </p:sp>
      <p:sp>
        <p:nvSpPr>
          <p:cNvPr id="10" name="Text 8"/>
          <p:cNvSpPr/>
          <p:nvPr/>
        </p:nvSpPr>
        <p:spPr>
          <a:xfrm>
            <a:off x="5943600" y="4160520"/>
            <a:ext cx="5669280" cy="36576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han · gu · geo  (no "han-guk-eo")</a:t>
            </a:r>
            <a:endParaRPr lang="en-US" sz="1200" dirty="0"/>
          </a:p>
        </p:txBody>
      </p:sp>
      <p:sp>
        <p:nvSpPr>
          <p:cNvPr id="11" name="Shape 9"/>
          <p:cNvSpPr/>
          <p:nvPr/>
        </p:nvSpPr>
        <p:spPr>
          <a:xfrm>
            <a:off x="640080" y="4937760"/>
            <a:ext cx="10911535" cy="1554480"/>
          </a:xfrm>
          <a:prstGeom prst="roundRect">
            <a:avLst>
              <a:gd name="adj" fmla="val 8824"/>
            </a:avLst>
          </a:prstGeom>
          <a:solidFill>
            <a:srgbClr val="EDE8FF"/>
          </a:solidFill>
          <a:ln w="19050">
            <a:solidFill>
              <a:srgbClr val="A79BFF"/>
            </a:solidFill>
            <a:prstDash val="solid"/>
          </a:ln>
        </p:spPr>
      </p:sp>
      <p:sp>
        <p:nvSpPr>
          <p:cNvPr id="12" name="Text 10"/>
          <p:cNvSpPr/>
          <p:nvPr/>
        </p:nvSpPr>
        <p:spPr>
          <a:xfrm>
            <a:off x="640080" y="5074920"/>
            <a:ext cx="10911535" cy="320040"/>
          </a:xfrm>
          <a:prstGeom prst="rect">
            <a:avLst/>
          </a:prstGeom>
          <a:noFill/>
          <a:ln/>
        </p:spPr>
        <p:txBody>
          <a:bodyPr wrap="square" lIns="0" tIns="0" rIns="0" bIns="0" rtlCol="0" anchor="ctr"/>
          <a:lstStyle/>
          <a:p>
            <a:pPr marL="0" indent="0" algn="ctr">
              <a:buNone/>
            </a:pPr>
            <a:r>
              <a:rPr lang="en-US" sz="1200" b="1" i="1" dirty="0">
                <a:solidFill>
                  <a:srgbClr val="4036ED"/>
                </a:solidFill>
                <a:latin typeface="Calibri" pitchFamily="34" charset="0"/>
                <a:ea typeface="Calibri" pitchFamily="34" charset="-122"/>
                <a:cs typeface="Calibri" pitchFamily="34" charset="-120"/>
              </a:rPr>
              <a:t>Más ejemplos:</a:t>
            </a:r>
            <a:endParaRPr lang="en-US" sz="1200" dirty="0"/>
          </a:p>
        </p:txBody>
      </p:sp>
      <p:sp>
        <p:nvSpPr>
          <p:cNvPr id="13" name="Text 11"/>
          <p:cNvSpPr/>
          <p:nvPr/>
        </p:nvSpPr>
        <p:spPr>
          <a:xfrm>
            <a:off x="822960" y="5440680"/>
            <a:ext cx="1186400" cy="50292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음악</a:t>
            </a:r>
            <a:endParaRPr lang="en-US" sz="2200" dirty="0"/>
          </a:p>
        </p:txBody>
      </p:sp>
      <p:sp>
        <p:nvSpPr>
          <p:cNvPr id="14" name="Text 12"/>
          <p:cNvSpPr/>
          <p:nvPr/>
        </p:nvSpPr>
        <p:spPr>
          <a:xfrm>
            <a:off x="2009360" y="5440680"/>
            <a:ext cx="263644" cy="502920"/>
          </a:xfrm>
          <a:prstGeom prst="rect">
            <a:avLst/>
          </a:prstGeom>
          <a:noFill/>
          <a:ln/>
        </p:spPr>
        <p:txBody>
          <a:bodyPr wrap="square" lIns="0" tIns="0" rIns="0" bIns="0" rtlCol="0" anchor="ctr"/>
          <a:lstStyle/>
          <a:p>
            <a:pPr marL="0" indent="0" algn="ctr">
              <a:buNone/>
            </a:pPr>
            <a:r>
              <a:rPr lang="en-US" sz="1800" dirty="0">
                <a:solidFill>
                  <a:srgbClr val="4A4A55"/>
                </a:solidFill>
              </a:rPr>
              <a:t>→</a:t>
            </a:r>
            <a:endParaRPr lang="en-US" sz="1800" dirty="0"/>
          </a:p>
        </p:txBody>
      </p:sp>
      <p:sp>
        <p:nvSpPr>
          <p:cNvPr id="15" name="Text 13"/>
          <p:cNvSpPr/>
          <p:nvPr/>
        </p:nvSpPr>
        <p:spPr>
          <a:xfrm>
            <a:off x="2273004" y="5440680"/>
            <a:ext cx="1186400" cy="502920"/>
          </a:xfrm>
          <a:prstGeom prst="rect">
            <a:avLst/>
          </a:prstGeom>
          <a:noFill/>
          <a:ln/>
        </p:spPr>
        <p:txBody>
          <a:bodyPr wrap="square" lIns="0" tIns="0" rIns="0" bIns="0" rtlCol="0" anchor="ctr"/>
          <a:lstStyle/>
          <a:p>
            <a:pPr marL="0" indent="0" algn="ctr">
              <a:buNone/>
            </a:pPr>
            <a:r>
              <a:rPr lang="en-US" sz="1800" b="1" i="1" dirty="0">
                <a:solidFill>
                  <a:srgbClr val="FE6768"/>
                </a:solidFill>
                <a:latin typeface="Malgun Gothic" pitchFamily="34" charset="0"/>
                <a:ea typeface="Malgun Gothic" pitchFamily="34" charset="-122"/>
                <a:cs typeface="Malgun Gothic" pitchFamily="34" charset="-120"/>
              </a:rPr>
              <a:t>[으막]</a:t>
            </a:r>
            <a:endParaRPr lang="en-US" sz="1800" dirty="0"/>
          </a:p>
        </p:txBody>
      </p:sp>
      <p:sp>
        <p:nvSpPr>
          <p:cNvPr id="16" name="Text 14"/>
          <p:cNvSpPr/>
          <p:nvPr/>
        </p:nvSpPr>
        <p:spPr>
          <a:xfrm>
            <a:off x="822960" y="5989320"/>
            <a:ext cx="2636444"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música</a:t>
            </a:r>
            <a:endParaRPr lang="en-US" sz="1000" dirty="0"/>
          </a:p>
        </p:txBody>
      </p:sp>
      <p:sp>
        <p:nvSpPr>
          <p:cNvPr id="17" name="Text 15"/>
          <p:cNvSpPr/>
          <p:nvPr/>
        </p:nvSpPr>
        <p:spPr>
          <a:xfrm>
            <a:off x="3459404" y="5440680"/>
            <a:ext cx="1186400" cy="50292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직업</a:t>
            </a:r>
            <a:endParaRPr lang="en-US" sz="2200" dirty="0"/>
          </a:p>
        </p:txBody>
      </p:sp>
      <p:sp>
        <p:nvSpPr>
          <p:cNvPr id="18" name="Text 16"/>
          <p:cNvSpPr/>
          <p:nvPr/>
        </p:nvSpPr>
        <p:spPr>
          <a:xfrm>
            <a:off x="4645804" y="5440680"/>
            <a:ext cx="263644" cy="502920"/>
          </a:xfrm>
          <a:prstGeom prst="rect">
            <a:avLst/>
          </a:prstGeom>
          <a:noFill/>
          <a:ln/>
        </p:spPr>
        <p:txBody>
          <a:bodyPr wrap="square" lIns="0" tIns="0" rIns="0" bIns="0" rtlCol="0" anchor="ctr"/>
          <a:lstStyle/>
          <a:p>
            <a:pPr marL="0" indent="0" algn="ctr">
              <a:buNone/>
            </a:pPr>
            <a:r>
              <a:rPr lang="en-US" sz="1800" dirty="0">
                <a:solidFill>
                  <a:srgbClr val="4A4A55"/>
                </a:solidFill>
              </a:rPr>
              <a:t>→</a:t>
            </a:r>
            <a:endParaRPr lang="en-US" sz="1800" dirty="0"/>
          </a:p>
        </p:txBody>
      </p:sp>
      <p:sp>
        <p:nvSpPr>
          <p:cNvPr id="19" name="Text 17"/>
          <p:cNvSpPr/>
          <p:nvPr/>
        </p:nvSpPr>
        <p:spPr>
          <a:xfrm>
            <a:off x="4909448" y="5440680"/>
            <a:ext cx="1186400" cy="502920"/>
          </a:xfrm>
          <a:prstGeom prst="rect">
            <a:avLst/>
          </a:prstGeom>
          <a:noFill/>
          <a:ln/>
        </p:spPr>
        <p:txBody>
          <a:bodyPr wrap="square" lIns="0" tIns="0" rIns="0" bIns="0" rtlCol="0" anchor="ctr"/>
          <a:lstStyle/>
          <a:p>
            <a:pPr marL="0" indent="0" algn="ctr">
              <a:buNone/>
            </a:pPr>
            <a:r>
              <a:rPr lang="en-US" sz="1800" b="1" i="1" dirty="0">
                <a:solidFill>
                  <a:srgbClr val="FE6768"/>
                </a:solidFill>
                <a:latin typeface="Malgun Gothic" pitchFamily="34" charset="0"/>
                <a:ea typeface="Malgun Gothic" pitchFamily="34" charset="-122"/>
                <a:cs typeface="Malgun Gothic" pitchFamily="34" charset="-120"/>
              </a:rPr>
              <a:t>[지겁]</a:t>
            </a:r>
            <a:endParaRPr lang="en-US" sz="1800" dirty="0"/>
          </a:p>
        </p:txBody>
      </p:sp>
      <p:sp>
        <p:nvSpPr>
          <p:cNvPr id="20" name="Text 18"/>
          <p:cNvSpPr/>
          <p:nvPr/>
        </p:nvSpPr>
        <p:spPr>
          <a:xfrm>
            <a:off x="3459404" y="5989320"/>
            <a:ext cx="2636444"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trabajo</a:t>
            </a:r>
            <a:endParaRPr lang="en-US" sz="1000" dirty="0"/>
          </a:p>
        </p:txBody>
      </p:sp>
      <p:sp>
        <p:nvSpPr>
          <p:cNvPr id="21" name="Text 19"/>
          <p:cNvSpPr/>
          <p:nvPr/>
        </p:nvSpPr>
        <p:spPr>
          <a:xfrm>
            <a:off x="6095848" y="5440680"/>
            <a:ext cx="1186400" cy="50292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꽃이</a:t>
            </a:r>
            <a:endParaRPr lang="en-US" sz="2200" dirty="0"/>
          </a:p>
        </p:txBody>
      </p:sp>
      <p:sp>
        <p:nvSpPr>
          <p:cNvPr id="22" name="Text 20"/>
          <p:cNvSpPr/>
          <p:nvPr/>
        </p:nvSpPr>
        <p:spPr>
          <a:xfrm>
            <a:off x="7282247" y="5440680"/>
            <a:ext cx="263644" cy="502920"/>
          </a:xfrm>
          <a:prstGeom prst="rect">
            <a:avLst/>
          </a:prstGeom>
          <a:noFill/>
          <a:ln/>
        </p:spPr>
        <p:txBody>
          <a:bodyPr wrap="square" lIns="0" tIns="0" rIns="0" bIns="0" rtlCol="0" anchor="ctr"/>
          <a:lstStyle/>
          <a:p>
            <a:pPr marL="0" indent="0" algn="ctr">
              <a:buNone/>
            </a:pPr>
            <a:r>
              <a:rPr lang="en-US" sz="1800" dirty="0">
                <a:solidFill>
                  <a:srgbClr val="4A4A55"/>
                </a:solidFill>
              </a:rPr>
              <a:t>→</a:t>
            </a:r>
            <a:endParaRPr lang="en-US" sz="1800" dirty="0"/>
          </a:p>
        </p:txBody>
      </p:sp>
      <p:sp>
        <p:nvSpPr>
          <p:cNvPr id="23" name="Text 21"/>
          <p:cNvSpPr/>
          <p:nvPr/>
        </p:nvSpPr>
        <p:spPr>
          <a:xfrm>
            <a:off x="7545892" y="5440680"/>
            <a:ext cx="1186400" cy="502920"/>
          </a:xfrm>
          <a:prstGeom prst="rect">
            <a:avLst/>
          </a:prstGeom>
          <a:noFill/>
          <a:ln/>
        </p:spPr>
        <p:txBody>
          <a:bodyPr wrap="square" lIns="0" tIns="0" rIns="0" bIns="0" rtlCol="0" anchor="ctr"/>
          <a:lstStyle/>
          <a:p>
            <a:pPr marL="0" indent="0" algn="ctr">
              <a:buNone/>
            </a:pPr>
            <a:r>
              <a:rPr lang="en-US" sz="1800" b="1" i="1" dirty="0">
                <a:solidFill>
                  <a:srgbClr val="FE6768"/>
                </a:solidFill>
                <a:latin typeface="Malgun Gothic" pitchFamily="34" charset="0"/>
                <a:ea typeface="Malgun Gothic" pitchFamily="34" charset="-122"/>
                <a:cs typeface="Malgun Gothic" pitchFamily="34" charset="-120"/>
              </a:rPr>
              <a:t>[꼬치]</a:t>
            </a:r>
            <a:endParaRPr lang="en-US" sz="1800" dirty="0"/>
          </a:p>
        </p:txBody>
      </p:sp>
      <p:sp>
        <p:nvSpPr>
          <p:cNvPr id="24" name="Text 22"/>
          <p:cNvSpPr/>
          <p:nvPr/>
        </p:nvSpPr>
        <p:spPr>
          <a:xfrm>
            <a:off x="6095848" y="5989320"/>
            <a:ext cx="2636444"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la flor</a:t>
            </a:r>
            <a:endParaRPr lang="en-US" sz="1000" dirty="0"/>
          </a:p>
        </p:txBody>
      </p:sp>
      <p:sp>
        <p:nvSpPr>
          <p:cNvPr id="25" name="Text 23"/>
          <p:cNvSpPr/>
          <p:nvPr/>
        </p:nvSpPr>
        <p:spPr>
          <a:xfrm>
            <a:off x="8732291" y="5440680"/>
            <a:ext cx="1186400" cy="50292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한국어</a:t>
            </a:r>
            <a:endParaRPr lang="en-US" sz="2200" dirty="0"/>
          </a:p>
        </p:txBody>
      </p:sp>
      <p:sp>
        <p:nvSpPr>
          <p:cNvPr id="26" name="Text 24"/>
          <p:cNvSpPr/>
          <p:nvPr/>
        </p:nvSpPr>
        <p:spPr>
          <a:xfrm>
            <a:off x="9918691" y="5440680"/>
            <a:ext cx="263644" cy="502920"/>
          </a:xfrm>
          <a:prstGeom prst="rect">
            <a:avLst/>
          </a:prstGeom>
          <a:noFill/>
          <a:ln/>
        </p:spPr>
        <p:txBody>
          <a:bodyPr wrap="square" lIns="0" tIns="0" rIns="0" bIns="0" rtlCol="0" anchor="ctr"/>
          <a:lstStyle/>
          <a:p>
            <a:pPr marL="0" indent="0" algn="ctr">
              <a:buNone/>
            </a:pPr>
            <a:r>
              <a:rPr lang="en-US" sz="1800" dirty="0">
                <a:solidFill>
                  <a:srgbClr val="4A4A55"/>
                </a:solidFill>
              </a:rPr>
              <a:t>→</a:t>
            </a:r>
            <a:endParaRPr lang="en-US" sz="1800" dirty="0"/>
          </a:p>
        </p:txBody>
      </p:sp>
      <p:sp>
        <p:nvSpPr>
          <p:cNvPr id="27" name="Text 25"/>
          <p:cNvSpPr/>
          <p:nvPr/>
        </p:nvSpPr>
        <p:spPr>
          <a:xfrm>
            <a:off x="10182335" y="5440680"/>
            <a:ext cx="1186400" cy="502920"/>
          </a:xfrm>
          <a:prstGeom prst="rect">
            <a:avLst/>
          </a:prstGeom>
          <a:noFill/>
          <a:ln/>
        </p:spPr>
        <p:txBody>
          <a:bodyPr wrap="square" lIns="0" tIns="0" rIns="0" bIns="0" rtlCol="0" anchor="ctr"/>
          <a:lstStyle/>
          <a:p>
            <a:pPr marL="0" indent="0" algn="ctr">
              <a:buNone/>
            </a:pPr>
            <a:r>
              <a:rPr lang="en-US" sz="1800" b="1" i="1" dirty="0">
                <a:solidFill>
                  <a:srgbClr val="FE6768"/>
                </a:solidFill>
                <a:latin typeface="Malgun Gothic" pitchFamily="34" charset="0"/>
                <a:ea typeface="Malgun Gothic" pitchFamily="34" charset="-122"/>
                <a:cs typeface="Malgun Gothic" pitchFamily="34" charset="-120"/>
              </a:rPr>
              <a:t>[한구거]</a:t>
            </a:r>
            <a:endParaRPr lang="en-US" sz="1800" dirty="0"/>
          </a:p>
        </p:txBody>
      </p:sp>
      <p:sp>
        <p:nvSpPr>
          <p:cNvPr id="28" name="Text 26"/>
          <p:cNvSpPr/>
          <p:nvPr/>
        </p:nvSpPr>
        <p:spPr>
          <a:xfrm>
            <a:off x="8732291" y="5989320"/>
            <a:ext cx="2636444"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idioma coreano</a:t>
            </a:r>
            <a:endParaRPr lang="en-US" sz="1000" dirty="0"/>
          </a:p>
        </p:txBody>
      </p:sp>
      <p:pic>
        <p:nvPicPr>
          <p:cNvPr id="29"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30" name="Text 27"/>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1" name="Text 28"/>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109</a:t>
            </a:r>
            <a:endParaRPr lang="en-US" sz="800" dirty="0"/>
          </a:p>
        </p:txBody>
      </p:sp>
    </p:spTree>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name="Slide 110">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§4.18 · PRÁCTICA</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Liaison · ejercicios</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Lee primero como se escribe, después como suena. Mira el batchim "saltar".</a:t>
            </a:r>
            <a:endParaRPr lang="en-US" sz="1400" dirty="0"/>
          </a:p>
        </p:txBody>
      </p:sp>
      <p:sp>
        <p:nvSpPr>
          <p:cNvPr id="5" name="Shape 3"/>
          <p:cNvSpPr/>
          <p:nvPr/>
        </p:nvSpPr>
        <p:spPr>
          <a:xfrm>
            <a:off x="636880" y="2514600"/>
            <a:ext cx="2606040" cy="1691640"/>
          </a:xfrm>
          <a:prstGeom prst="roundRect">
            <a:avLst>
              <a:gd name="adj" fmla="val 8108"/>
            </a:avLst>
          </a:prstGeom>
          <a:solidFill>
            <a:srgbClr val="EDE8FF"/>
          </a:solidFill>
          <a:ln w="19050">
            <a:solidFill>
              <a:srgbClr val="4036ED"/>
            </a:solidFill>
            <a:prstDash val="solid"/>
          </a:ln>
        </p:spPr>
      </p:sp>
      <p:sp>
        <p:nvSpPr>
          <p:cNvPr id="6" name="Text 4"/>
          <p:cNvSpPr/>
          <p:nvPr/>
        </p:nvSpPr>
        <p:spPr>
          <a:xfrm>
            <a:off x="636880" y="2606040"/>
            <a:ext cx="2606040" cy="502920"/>
          </a:xfrm>
          <a:prstGeom prst="rect">
            <a:avLst/>
          </a:prstGeom>
          <a:noFill/>
          <a:ln/>
        </p:spPr>
        <p:txBody>
          <a:bodyPr wrap="square" lIns="0" tIns="0" rIns="0" bIns="0" rtlCol="0" anchor="ctr"/>
          <a:lstStyle/>
          <a:p>
            <a:pPr marL="0" indent="0" algn="ctr">
              <a:buNone/>
            </a:pPr>
            <a:r>
              <a:rPr lang="en-US" sz="2800" b="1" dirty="0">
                <a:solidFill>
                  <a:srgbClr val="4036ED"/>
                </a:solidFill>
                <a:latin typeface="Malgun Gothic" pitchFamily="34" charset="0"/>
                <a:ea typeface="Malgun Gothic" pitchFamily="34" charset="-122"/>
                <a:cs typeface="Malgun Gothic" pitchFamily="34" charset="-120"/>
              </a:rPr>
              <a:t>학원</a:t>
            </a:r>
            <a:endParaRPr lang="en-US" sz="2800" dirty="0"/>
          </a:p>
        </p:txBody>
      </p:sp>
      <p:sp>
        <p:nvSpPr>
          <p:cNvPr id="7" name="Text 5"/>
          <p:cNvSpPr/>
          <p:nvPr/>
        </p:nvSpPr>
        <p:spPr>
          <a:xfrm>
            <a:off x="636880" y="3108960"/>
            <a:ext cx="2606040" cy="274320"/>
          </a:xfrm>
          <a:prstGeom prst="rect">
            <a:avLst/>
          </a:prstGeom>
          <a:noFill/>
          <a:ln/>
        </p:spPr>
        <p:txBody>
          <a:bodyPr wrap="square" lIns="0" tIns="0" rIns="0" bIns="0" rtlCol="0" anchor="ctr"/>
          <a:lstStyle/>
          <a:p>
            <a:pPr marL="0" indent="0" algn="ctr">
              <a:buNone/>
            </a:pPr>
            <a:r>
              <a:rPr lang="en-US" sz="1400" dirty="0">
                <a:solidFill>
                  <a:srgbClr val="4A4A55"/>
                </a:solidFill>
              </a:rPr>
              <a:t>↓</a:t>
            </a:r>
            <a:endParaRPr lang="en-US" sz="1400" dirty="0"/>
          </a:p>
        </p:txBody>
      </p:sp>
      <p:sp>
        <p:nvSpPr>
          <p:cNvPr id="8" name="Text 6"/>
          <p:cNvSpPr/>
          <p:nvPr/>
        </p:nvSpPr>
        <p:spPr>
          <a:xfrm>
            <a:off x="636880" y="3383280"/>
            <a:ext cx="2606040" cy="457200"/>
          </a:xfrm>
          <a:prstGeom prst="rect">
            <a:avLst/>
          </a:prstGeom>
          <a:noFill/>
          <a:ln/>
        </p:spPr>
        <p:txBody>
          <a:bodyPr wrap="square" lIns="0" tIns="0" rIns="0" bIns="0" rtlCol="0" anchor="ctr"/>
          <a:lstStyle/>
          <a:p>
            <a:pPr marL="0" indent="0" algn="ctr">
              <a:buNone/>
            </a:pPr>
            <a:r>
              <a:rPr lang="en-US" sz="2400" b="1" i="1" dirty="0">
                <a:solidFill>
                  <a:srgbClr val="FE6768"/>
                </a:solidFill>
                <a:latin typeface="Malgun Gothic" pitchFamily="34" charset="0"/>
                <a:ea typeface="Malgun Gothic" pitchFamily="34" charset="-122"/>
                <a:cs typeface="Malgun Gothic" pitchFamily="34" charset="-120"/>
              </a:rPr>
              <a:t>[하권]</a:t>
            </a:r>
            <a:endParaRPr lang="en-US" sz="2400" dirty="0"/>
          </a:p>
        </p:txBody>
      </p:sp>
      <p:sp>
        <p:nvSpPr>
          <p:cNvPr id="9" name="Text 7"/>
          <p:cNvSpPr/>
          <p:nvPr/>
        </p:nvSpPr>
        <p:spPr>
          <a:xfrm>
            <a:off x="636880" y="3886200"/>
            <a:ext cx="2606040" cy="274320"/>
          </a:xfrm>
          <a:prstGeom prst="rect">
            <a:avLst/>
          </a:prstGeom>
          <a:noFill/>
          <a:ln/>
        </p:spPr>
        <p:txBody>
          <a:bodyPr wrap="square" lIns="0" tIns="0" rIns="0" bIns="0" rtlCol="0" anchor="ctr"/>
          <a:lstStyle/>
          <a:p>
            <a:pPr marL="0" indent="0" algn="ctr">
              <a:buNone/>
            </a:pPr>
            <a:r>
              <a:rPr lang="en-US" sz="1100" i="1" dirty="0">
                <a:solidFill>
                  <a:srgbClr val="4A4A55"/>
                </a:solidFill>
                <a:latin typeface="Calibri" pitchFamily="34" charset="0"/>
                <a:ea typeface="Calibri" pitchFamily="34" charset="-122"/>
                <a:cs typeface="Calibri" pitchFamily="34" charset="-120"/>
              </a:rPr>
              <a:t>academia</a:t>
            </a:r>
            <a:endParaRPr lang="en-US" sz="1100" dirty="0"/>
          </a:p>
        </p:txBody>
      </p:sp>
      <p:sp>
        <p:nvSpPr>
          <p:cNvPr id="10" name="Shape 8"/>
          <p:cNvSpPr/>
          <p:nvPr/>
        </p:nvSpPr>
        <p:spPr>
          <a:xfrm>
            <a:off x="3407512" y="2514600"/>
            <a:ext cx="2606040" cy="1691640"/>
          </a:xfrm>
          <a:prstGeom prst="roundRect">
            <a:avLst>
              <a:gd name="adj" fmla="val 8108"/>
            </a:avLst>
          </a:prstGeom>
          <a:solidFill>
            <a:srgbClr val="EDE8FF"/>
          </a:solidFill>
          <a:ln w="19050">
            <a:solidFill>
              <a:srgbClr val="4036ED"/>
            </a:solidFill>
            <a:prstDash val="solid"/>
          </a:ln>
        </p:spPr>
      </p:sp>
      <p:sp>
        <p:nvSpPr>
          <p:cNvPr id="11" name="Text 9"/>
          <p:cNvSpPr/>
          <p:nvPr/>
        </p:nvSpPr>
        <p:spPr>
          <a:xfrm>
            <a:off x="3407512" y="2606040"/>
            <a:ext cx="2606040" cy="502920"/>
          </a:xfrm>
          <a:prstGeom prst="rect">
            <a:avLst/>
          </a:prstGeom>
          <a:noFill/>
          <a:ln/>
        </p:spPr>
        <p:txBody>
          <a:bodyPr wrap="square" lIns="0" tIns="0" rIns="0" bIns="0" rtlCol="0" anchor="ctr"/>
          <a:lstStyle/>
          <a:p>
            <a:pPr marL="0" indent="0" algn="ctr">
              <a:buNone/>
            </a:pPr>
            <a:r>
              <a:rPr lang="en-US" sz="2800" b="1" dirty="0">
                <a:solidFill>
                  <a:srgbClr val="4036ED"/>
                </a:solidFill>
                <a:latin typeface="Malgun Gothic" pitchFamily="34" charset="0"/>
                <a:ea typeface="Malgun Gothic" pitchFamily="34" charset="-122"/>
                <a:cs typeface="Malgun Gothic" pitchFamily="34" charset="-120"/>
              </a:rPr>
              <a:t>음악</a:t>
            </a:r>
            <a:endParaRPr lang="en-US" sz="2800" dirty="0"/>
          </a:p>
        </p:txBody>
      </p:sp>
      <p:sp>
        <p:nvSpPr>
          <p:cNvPr id="12" name="Text 10"/>
          <p:cNvSpPr/>
          <p:nvPr/>
        </p:nvSpPr>
        <p:spPr>
          <a:xfrm>
            <a:off x="3407512" y="3108960"/>
            <a:ext cx="2606040" cy="274320"/>
          </a:xfrm>
          <a:prstGeom prst="rect">
            <a:avLst/>
          </a:prstGeom>
          <a:noFill/>
          <a:ln/>
        </p:spPr>
        <p:txBody>
          <a:bodyPr wrap="square" lIns="0" tIns="0" rIns="0" bIns="0" rtlCol="0" anchor="ctr"/>
          <a:lstStyle/>
          <a:p>
            <a:pPr marL="0" indent="0" algn="ctr">
              <a:buNone/>
            </a:pPr>
            <a:r>
              <a:rPr lang="en-US" sz="1400" dirty="0">
                <a:solidFill>
                  <a:srgbClr val="4A4A55"/>
                </a:solidFill>
              </a:rPr>
              <a:t>↓</a:t>
            </a:r>
            <a:endParaRPr lang="en-US" sz="1400" dirty="0"/>
          </a:p>
        </p:txBody>
      </p:sp>
      <p:sp>
        <p:nvSpPr>
          <p:cNvPr id="13" name="Text 11"/>
          <p:cNvSpPr/>
          <p:nvPr/>
        </p:nvSpPr>
        <p:spPr>
          <a:xfrm>
            <a:off x="3407512" y="3383280"/>
            <a:ext cx="2606040" cy="457200"/>
          </a:xfrm>
          <a:prstGeom prst="rect">
            <a:avLst/>
          </a:prstGeom>
          <a:noFill/>
          <a:ln/>
        </p:spPr>
        <p:txBody>
          <a:bodyPr wrap="square" lIns="0" tIns="0" rIns="0" bIns="0" rtlCol="0" anchor="ctr"/>
          <a:lstStyle/>
          <a:p>
            <a:pPr marL="0" indent="0" algn="ctr">
              <a:buNone/>
            </a:pPr>
            <a:r>
              <a:rPr lang="en-US" sz="2400" b="1" i="1" dirty="0">
                <a:solidFill>
                  <a:srgbClr val="FE6768"/>
                </a:solidFill>
                <a:latin typeface="Malgun Gothic" pitchFamily="34" charset="0"/>
                <a:ea typeface="Malgun Gothic" pitchFamily="34" charset="-122"/>
                <a:cs typeface="Malgun Gothic" pitchFamily="34" charset="-120"/>
              </a:rPr>
              <a:t>[으막]</a:t>
            </a:r>
            <a:endParaRPr lang="en-US" sz="2400" dirty="0"/>
          </a:p>
        </p:txBody>
      </p:sp>
      <p:sp>
        <p:nvSpPr>
          <p:cNvPr id="14" name="Text 12"/>
          <p:cNvSpPr/>
          <p:nvPr/>
        </p:nvSpPr>
        <p:spPr>
          <a:xfrm>
            <a:off x="3407512" y="3886200"/>
            <a:ext cx="2606040" cy="274320"/>
          </a:xfrm>
          <a:prstGeom prst="rect">
            <a:avLst/>
          </a:prstGeom>
          <a:noFill/>
          <a:ln/>
        </p:spPr>
        <p:txBody>
          <a:bodyPr wrap="square" lIns="0" tIns="0" rIns="0" bIns="0" rtlCol="0" anchor="ctr"/>
          <a:lstStyle/>
          <a:p>
            <a:pPr marL="0" indent="0" algn="ctr">
              <a:buNone/>
            </a:pPr>
            <a:r>
              <a:rPr lang="en-US" sz="1100" i="1" dirty="0">
                <a:solidFill>
                  <a:srgbClr val="4A4A55"/>
                </a:solidFill>
                <a:latin typeface="Calibri" pitchFamily="34" charset="0"/>
                <a:ea typeface="Calibri" pitchFamily="34" charset="-122"/>
                <a:cs typeface="Calibri" pitchFamily="34" charset="-120"/>
              </a:rPr>
              <a:t>música</a:t>
            </a:r>
            <a:endParaRPr lang="en-US" sz="1100" dirty="0"/>
          </a:p>
        </p:txBody>
      </p:sp>
      <p:sp>
        <p:nvSpPr>
          <p:cNvPr id="15" name="Shape 13"/>
          <p:cNvSpPr/>
          <p:nvPr/>
        </p:nvSpPr>
        <p:spPr>
          <a:xfrm>
            <a:off x="6178144" y="2514600"/>
            <a:ext cx="2606040" cy="1691640"/>
          </a:xfrm>
          <a:prstGeom prst="roundRect">
            <a:avLst>
              <a:gd name="adj" fmla="val 8108"/>
            </a:avLst>
          </a:prstGeom>
          <a:solidFill>
            <a:srgbClr val="EDE8FF"/>
          </a:solidFill>
          <a:ln w="19050">
            <a:solidFill>
              <a:srgbClr val="4036ED"/>
            </a:solidFill>
            <a:prstDash val="solid"/>
          </a:ln>
        </p:spPr>
      </p:sp>
      <p:sp>
        <p:nvSpPr>
          <p:cNvPr id="16" name="Text 14"/>
          <p:cNvSpPr/>
          <p:nvPr/>
        </p:nvSpPr>
        <p:spPr>
          <a:xfrm>
            <a:off x="6178144" y="2606040"/>
            <a:ext cx="2606040" cy="502920"/>
          </a:xfrm>
          <a:prstGeom prst="rect">
            <a:avLst/>
          </a:prstGeom>
          <a:noFill/>
          <a:ln/>
        </p:spPr>
        <p:txBody>
          <a:bodyPr wrap="square" lIns="0" tIns="0" rIns="0" bIns="0" rtlCol="0" anchor="ctr"/>
          <a:lstStyle/>
          <a:p>
            <a:pPr marL="0" indent="0" algn="ctr">
              <a:buNone/>
            </a:pPr>
            <a:r>
              <a:rPr lang="en-US" sz="2800" b="1" dirty="0">
                <a:solidFill>
                  <a:srgbClr val="4036ED"/>
                </a:solidFill>
                <a:latin typeface="Malgun Gothic" pitchFamily="34" charset="0"/>
                <a:ea typeface="Malgun Gothic" pitchFamily="34" charset="-122"/>
                <a:cs typeface="Malgun Gothic" pitchFamily="34" charset="-120"/>
              </a:rPr>
              <a:t>국어</a:t>
            </a:r>
            <a:endParaRPr lang="en-US" sz="2800" dirty="0"/>
          </a:p>
        </p:txBody>
      </p:sp>
      <p:sp>
        <p:nvSpPr>
          <p:cNvPr id="17" name="Text 15"/>
          <p:cNvSpPr/>
          <p:nvPr/>
        </p:nvSpPr>
        <p:spPr>
          <a:xfrm>
            <a:off x="6178144" y="3108960"/>
            <a:ext cx="2606040" cy="274320"/>
          </a:xfrm>
          <a:prstGeom prst="rect">
            <a:avLst/>
          </a:prstGeom>
          <a:noFill/>
          <a:ln/>
        </p:spPr>
        <p:txBody>
          <a:bodyPr wrap="square" lIns="0" tIns="0" rIns="0" bIns="0" rtlCol="0" anchor="ctr"/>
          <a:lstStyle/>
          <a:p>
            <a:pPr marL="0" indent="0" algn="ctr">
              <a:buNone/>
            </a:pPr>
            <a:r>
              <a:rPr lang="en-US" sz="1400" dirty="0">
                <a:solidFill>
                  <a:srgbClr val="4A4A55"/>
                </a:solidFill>
              </a:rPr>
              <a:t>↓</a:t>
            </a:r>
            <a:endParaRPr lang="en-US" sz="1400" dirty="0"/>
          </a:p>
        </p:txBody>
      </p:sp>
      <p:sp>
        <p:nvSpPr>
          <p:cNvPr id="18" name="Text 16"/>
          <p:cNvSpPr/>
          <p:nvPr/>
        </p:nvSpPr>
        <p:spPr>
          <a:xfrm>
            <a:off x="6178144" y="3383280"/>
            <a:ext cx="2606040" cy="457200"/>
          </a:xfrm>
          <a:prstGeom prst="rect">
            <a:avLst/>
          </a:prstGeom>
          <a:noFill/>
          <a:ln/>
        </p:spPr>
        <p:txBody>
          <a:bodyPr wrap="square" lIns="0" tIns="0" rIns="0" bIns="0" rtlCol="0" anchor="ctr"/>
          <a:lstStyle/>
          <a:p>
            <a:pPr marL="0" indent="0" algn="ctr">
              <a:buNone/>
            </a:pPr>
            <a:r>
              <a:rPr lang="en-US" sz="2400" b="1" i="1" dirty="0">
                <a:solidFill>
                  <a:srgbClr val="FE6768"/>
                </a:solidFill>
                <a:latin typeface="Malgun Gothic" pitchFamily="34" charset="0"/>
                <a:ea typeface="Malgun Gothic" pitchFamily="34" charset="-122"/>
                <a:cs typeface="Malgun Gothic" pitchFamily="34" charset="-120"/>
              </a:rPr>
              <a:t>[구거]</a:t>
            </a:r>
            <a:endParaRPr lang="en-US" sz="2400" dirty="0"/>
          </a:p>
        </p:txBody>
      </p:sp>
      <p:sp>
        <p:nvSpPr>
          <p:cNvPr id="19" name="Text 17"/>
          <p:cNvSpPr/>
          <p:nvPr/>
        </p:nvSpPr>
        <p:spPr>
          <a:xfrm>
            <a:off x="6178144" y="3886200"/>
            <a:ext cx="2606040" cy="274320"/>
          </a:xfrm>
          <a:prstGeom prst="rect">
            <a:avLst/>
          </a:prstGeom>
          <a:noFill/>
          <a:ln/>
        </p:spPr>
        <p:txBody>
          <a:bodyPr wrap="square" lIns="0" tIns="0" rIns="0" bIns="0" rtlCol="0" anchor="ctr"/>
          <a:lstStyle/>
          <a:p>
            <a:pPr marL="0" indent="0" algn="ctr">
              <a:buNone/>
            </a:pPr>
            <a:r>
              <a:rPr lang="en-US" sz="1100" i="1" dirty="0">
                <a:solidFill>
                  <a:srgbClr val="4A4A55"/>
                </a:solidFill>
                <a:latin typeface="Calibri" pitchFamily="34" charset="0"/>
                <a:ea typeface="Calibri" pitchFamily="34" charset="-122"/>
                <a:cs typeface="Calibri" pitchFamily="34" charset="-120"/>
              </a:rPr>
              <a:t>idioma</a:t>
            </a:r>
            <a:endParaRPr lang="en-US" sz="1100" dirty="0"/>
          </a:p>
        </p:txBody>
      </p:sp>
      <p:sp>
        <p:nvSpPr>
          <p:cNvPr id="20" name="Shape 18"/>
          <p:cNvSpPr/>
          <p:nvPr/>
        </p:nvSpPr>
        <p:spPr>
          <a:xfrm>
            <a:off x="8948776" y="2514600"/>
            <a:ext cx="2606040" cy="1691640"/>
          </a:xfrm>
          <a:prstGeom prst="roundRect">
            <a:avLst>
              <a:gd name="adj" fmla="val 8108"/>
            </a:avLst>
          </a:prstGeom>
          <a:solidFill>
            <a:srgbClr val="EDE8FF"/>
          </a:solidFill>
          <a:ln w="19050">
            <a:solidFill>
              <a:srgbClr val="4036ED"/>
            </a:solidFill>
            <a:prstDash val="solid"/>
          </a:ln>
        </p:spPr>
      </p:sp>
      <p:sp>
        <p:nvSpPr>
          <p:cNvPr id="21" name="Text 19"/>
          <p:cNvSpPr/>
          <p:nvPr/>
        </p:nvSpPr>
        <p:spPr>
          <a:xfrm>
            <a:off x="8948776" y="2606040"/>
            <a:ext cx="2606040" cy="502920"/>
          </a:xfrm>
          <a:prstGeom prst="rect">
            <a:avLst/>
          </a:prstGeom>
          <a:noFill/>
          <a:ln/>
        </p:spPr>
        <p:txBody>
          <a:bodyPr wrap="square" lIns="0" tIns="0" rIns="0" bIns="0" rtlCol="0" anchor="ctr"/>
          <a:lstStyle/>
          <a:p>
            <a:pPr marL="0" indent="0" algn="ctr">
              <a:buNone/>
            </a:pPr>
            <a:r>
              <a:rPr lang="en-US" sz="2800" b="1" dirty="0">
                <a:solidFill>
                  <a:srgbClr val="4036ED"/>
                </a:solidFill>
                <a:latin typeface="Malgun Gothic" pitchFamily="34" charset="0"/>
                <a:ea typeface="Malgun Gothic" pitchFamily="34" charset="-122"/>
                <a:cs typeface="Malgun Gothic" pitchFamily="34" charset="-120"/>
              </a:rPr>
              <a:t>책이</a:t>
            </a:r>
            <a:endParaRPr lang="en-US" sz="2800" dirty="0"/>
          </a:p>
        </p:txBody>
      </p:sp>
      <p:sp>
        <p:nvSpPr>
          <p:cNvPr id="22" name="Text 20"/>
          <p:cNvSpPr/>
          <p:nvPr/>
        </p:nvSpPr>
        <p:spPr>
          <a:xfrm>
            <a:off x="8948776" y="3108960"/>
            <a:ext cx="2606040" cy="274320"/>
          </a:xfrm>
          <a:prstGeom prst="rect">
            <a:avLst/>
          </a:prstGeom>
          <a:noFill/>
          <a:ln/>
        </p:spPr>
        <p:txBody>
          <a:bodyPr wrap="square" lIns="0" tIns="0" rIns="0" bIns="0" rtlCol="0" anchor="ctr"/>
          <a:lstStyle/>
          <a:p>
            <a:pPr marL="0" indent="0" algn="ctr">
              <a:buNone/>
            </a:pPr>
            <a:r>
              <a:rPr lang="en-US" sz="1400" dirty="0">
                <a:solidFill>
                  <a:srgbClr val="4A4A55"/>
                </a:solidFill>
              </a:rPr>
              <a:t>↓</a:t>
            </a:r>
            <a:endParaRPr lang="en-US" sz="1400" dirty="0"/>
          </a:p>
        </p:txBody>
      </p:sp>
      <p:sp>
        <p:nvSpPr>
          <p:cNvPr id="23" name="Text 21"/>
          <p:cNvSpPr/>
          <p:nvPr/>
        </p:nvSpPr>
        <p:spPr>
          <a:xfrm>
            <a:off x="8948776" y="3383280"/>
            <a:ext cx="2606040" cy="457200"/>
          </a:xfrm>
          <a:prstGeom prst="rect">
            <a:avLst/>
          </a:prstGeom>
          <a:noFill/>
          <a:ln/>
        </p:spPr>
        <p:txBody>
          <a:bodyPr wrap="square" lIns="0" tIns="0" rIns="0" bIns="0" rtlCol="0" anchor="ctr"/>
          <a:lstStyle/>
          <a:p>
            <a:pPr marL="0" indent="0" algn="ctr">
              <a:buNone/>
            </a:pPr>
            <a:r>
              <a:rPr lang="en-US" sz="2400" b="1" i="1" dirty="0">
                <a:solidFill>
                  <a:srgbClr val="FE6768"/>
                </a:solidFill>
                <a:latin typeface="Malgun Gothic" pitchFamily="34" charset="0"/>
                <a:ea typeface="Malgun Gothic" pitchFamily="34" charset="-122"/>
                <a:cs typeface="Malgun Gothic" pitchFamily="34" charset="-120"/>
              </a:rPr>
              <a:t>[채기]</a:t>
            </a:r>
            <a:endParaRPr lang="en-US" sz="2400" dirty="0"/>
          </a:p>
        </p:txBody>
      </p:sp>
      <p:sp>
        <p:nvSpPr>
          <p:cNvPr id="24" name="Text 22"/>
          <p:cNvSpPr/>
          <p:nvPr/>
        </p:nvSpPr>
        <p:spPr>
          <a:xfrm>
            <a:off x="8948776" y="3886200"/>
            <a:ext cx="2606040" cy="274320"/>
          </a:xfrm>
          <a:prstGeom prst="rect">
            <a:avLst/>
          </a:prstGeom>
          <a:noFill/>
          <a:ln/>
        </p:spPr>
        <p:txBody>
          <a:bodyPr wrap="square" lIns="0" tIns="0" rIns="0" bIns="0" rtlCol="0" anchor="ctr"/>
          <a:lstStyle/>
          <a:p>
            <a:pPr marL="0" indent="0" algn="ctr">
              <a:buNone/>
            </a:pPr>
            <a:r>
              <a:rPr lang="en-US" sz="1100" i="1" dirty="0">
                <a:solidFill>
                  <a:srgbClr val="4A4A55"/>
                </a:solidFill>
                <a:latin typeface="Calibri" pitchFamily="34" charset="0"/>
                <a:ea typeface="Calibri" pitchFamily="34" charset="-122"/>
                <a:cs typeface="Calibri" pitchFamily="34" charset="-120"/>
              </a:rPr>
              <a:t>el libro</a:t>
            </a:r>
            <a:endParaRPr lang="en-US" sz="1100" dirty="0"/>
          </a:p>
        </p:txBody>
      </p:sp>
      <p:sp>
        <p:nvSpPr>
          <p:cNvPr id="25" name="Shape 23"/>
          <p:cNvSpPr/>
          <p:nvPr/>
        </p:nvSpPr>
        <p:spPr>
          <a:xfrm>
            <a:off x="636880" y="4434840"/>
            <a:ext cx="2606040" cy="1691640"/>
          </a:xfrm>
          <a:prstGeom prst="roundRect">
            <a:avLst>
              <a:gd name="adj" fmla="val 8108"/>
            </a:avLst>
          </a:prstGeom>
          <a:solidFill>
            <a:srgbClr val="EDE8FF"/>
          </a:solidFill>
          <a:ln w="19050">
            <a:solidFill>
              <a:srgbClr val="4036ED"/>
            </a:solidFill>
            <a:prstDash val="solid"/>
          </a:ln>
        </p:spPr>
      </p:sp>
      <p:sp>
        <p:nvSpPr>
          <p:cNvPr id="26" name="Text 24"/>
          <p:cNvSpPr/>
          <p:nvPr/>
        </p:nvSpPr>
        <p:spPr>
          <a:xfrm>
            <a:off x="636880" y="4526280"/>
            <a:ext cx="2606040" cy="502920"/>
          </a:xfrm>
          <a:prstGeom prst="rect">
            <a:avLst/>
          </a:prstGeom>
          <a:noFill/>
          <a:ln/>
        </p:spPr>
        <p:txBody>
          <a:bodyPr wrap="square" lIns="0" tIns="0" rIns="0" bIns="0" rtlCol="0" anchor="ctr"/>
          <a:lstStyle/>
          <a:p>
            <a:pPr marL="0" indent="0" algn="ctr">
              <a:buNone/>
            </a:pPr>
            <a:r>
              <a:rPr lang="en-US" sz="2800" b="1" dirty="0">
                <a:solidFill>
                  <a:srgbClr val="4036ED"/>
                </a:solidFill>
                <a:latin typeface="Malgun Gothic" pitchFamily="34" charset="0"/>
                <a:ea typeface="Malgun Gothic" pitchFamily="34" charset="-122"/>
                <a:cs typeface="Malgun Gothic" pitchFamily="34" charset="-120"/>
              </a:rPr>
              <a:t>집에</a:t>
            </a:r>
            <a:endParaRPr lang="en-US" sz="2800" dirty="0"/>
          </a:p>
        </p:txBody>
      </p:sp>
      <p:sp>
        <p:nvSpPr>
          <p:cNvPr id="27" name="Text 25"/>
          <p:cNvSpPr/>
          <p:nvPr/>
        </p:nvSpPr>
        <p:spPr>
          <a:xfrm>
            <a:off x="636880" y="5029200"/>
            <a:ext cx="2606040" cy="274320"/>
          </a:xfrm>
          <a:prstGeom prst="rect">
            <a:avLst/>
          </a:prstGeom>
          <a:noFill/>
          <a:ln/>
        </p:spPr>
        <p:txBody>
          <a:bodyPr wrap="square" lIns="0" tIns="0" rIns="0" bIns="0" rtlCol="0" anchor="ctr"/>
          <a:lstStyle/>
          <a:p>
            <a:pPr marL="0" indent="0" algn="ctr">
              <a:buNone/>
            </a:pPr>
            <a:r>
              <a:rPr lang="en-US" sz="1400" dirty="0">
                <a:solidFill>
                  <a:srgbClr val="4A4A55"/>
                </a:solidFill>
              </a:rPr>
              <a:t>↓</a:t>
            </a:r>
            <a:endParaRPr lang="en-US" sz="1400" dirty="0"/>
          </a:p>
        </p:txBody>
      </p:sp>
      <p:sp>
        <p:nvSpPr>
          <p:cNvPr id="28" name="Text 26"/>
          <p:cNvSpPr/>
          <p:nvPr/>
        </p:nvSpPr>
        <p:spPr>
          <a:xfrm>
            <a:off x="636880" y="5303520"/>
            <a:ext cx="2606040" cy="457200"/>
          </a:xfrm>
          <a:prstGeom prst="rect">
            <a:avLst/>
          </a:prstGeom>
          <a:noFill/>
          <a:ln/>
        </p:spPr>
        <p:txBody>
          <a:bodyPr wrap="square" lIns="0" tIns="0" rIns="0" bIns="0" rtlCol="0" anchor="ctr"/>
          <a:lstStyle/>
          <a:p>
            <a:pPr marL="0" indent="0" algn="ctr">
              <a:buNone/>
            </a:pPr>
            <a:r>
              <a:rPr lang="en-US" sz="2400" b="1" i="1" dirty="0">
                <a:solidFill>
                  <a:srgbClr val="FE6768"/>
                </a:solidFill>
                <a:latin typeface="Malgun Gothic" pitchFamily="34" charset="0"/>
                <a:ea typeface="Malgun Gothic" pitchFamily="34" charset="-122"/>
                <a:cs typeface="Malgun Gothic" pitchFamily="34" charset="-120"/>
              </a:rPr>
              <a:t>[지베]</a:t>
            </a:r>
            <a:endParaRPr lang="en-US" sz="2400" dirty="0"/>
          </a:p>
        </p:txBody>
      </p:sp>
      <p:sp>
        <p:nvSpPr>
          <p:cNvPr id="29" name="Text 27"/>
          <p:cNvSpPr/>
          <p:nvPr/>
        </p:nvSpPr>
        <p:spPr>
          <a:xfrm>
            <a:off x="636880" y="5806440"/>
            <a:ext cx="2606040" cy="274320"/>
          </a:xfrm>
          <a:prstGeom prst="rect">
            <a:avLst/>
          </a:prstGeom>
          <a:noFill/>
          <a:ln/>
        </p:spPr>
        <p:txBody>
          <a:bodyPr wrap="square" lIns="0" tIns="0" rIns="0" bIns="0" rtlCol="0" anchor="ctr"/>
          <a:lstStyle/>
          <a:p>
            <a:pPr marL="0" indent="0" algn="ctr">
              <a:buNone/>
            </a:pPr>
            <a:r>
              <a:rPr lang="en-US" sz="1100" i="1" dirty="0">
                <a:solidFill>
                  <a:srgbClr val="4A4A55"/>
                </a:solidFill>
                <a:latin typeface="Calibri" pitchFamily="34" charset="0"/>
                <a:ea typeface="Calibri" pitchFamily="34" charset="-122"/>
                <a:cs typeface="Calibri" pitchFamily="34" charset="-120"/>
              </a:rPr>
              <a:t>a casa</a:t>
            </a:r>
            <a:endParaRPr lang="en-US" sz="1100" dirty="0"/>
          </a:p>
        </p:txBody>
      </p:sp>
      <p:sp>
        <p:nvSpPr>
          <p:cNvPr id="30" name="Shape 28"/>
          <p:cNvSpPr/>
          <p:nvPr/>
        </p:nvSpPr>
        <p:spPr>
          <a:xfrm>
            <a:off x="3407512" y="4434840"/>
            <a:ext cx="2606040" cy="1691640"/>
          </a:xfrm>
          <a:prstGeom prst="roundRect">
            <a:avLst>
              <a:gd name="adj" fmla="val 8108"/>
            </a:avLst>
          </a:prstGeom>
          <a:solidFill>
            <a:srgbClr val="EDE8FF"/>
          </a:solidFill>
          <a:ln w="19050">
            <a:solidFill>
              <a:srgbClr val="4036ED"/>
            </a:solidFill>
            <a:prstDash val="solid"/>
          </a:ln>
        </p:spPr>
      </p:sp>
      <p:sp>
        <p:nvSpPr>
          <p:cNvPr id="31" name="Text 29"/>
          <p:cNvSpPr/>
          <p:nvPr/>
        </p:nvSpPr>
        <p:spPr>
          <a:xfrm>
            <a:off x="3407512" y="4526280"/>
            <a:ext cx="2606040" cy="502920"/>
          </a:xfrm>
          <a:prstGeom prst="rect">
            <a:avLst/>
          </a:prstGeom>
          <a:noFill/>
          <a:ln/>
        </p:spPr>
        <p:txBody>
          <a:bodyPr wrap="square" lIns="0" tIns="0" rIns="0" bIns="0" rtlCol="0" anchor="ctr"/>
          <a:lstStyle/>
          <a:p>
            <a:pPr marL="0" indent="0" algn="ctr">
              <a:buNone/>
            </a:pPr>
            <a:r>
              <a:rPr lang="en-US" sz="2800" b="1" dirty="0">
                <a:solidFill>
                  <a:srgbClr val="4036ED"/>
                </a:solidFill>
                <a:latin typeface="Malgun Gothic" pitchFamily="34" charset="0"/>
                <a:ea typeface="Malgun Gothic" pitchFamily="34" charset="-122"/>
                <a:cs typeface="Malgun Gothic" pitchFamily="34" charset="-120"/>
              </a:rPr>
              <a:t>밥을</a:t>
            </a:r>
            <a:endParaRPr lang="en-US" sz="2800" dirty="0"/>
          </a:p>
        </p:txBody>
      </p:sp>
      <p:sp>
        <p:nvSpPr>
          <p:cNvPr id="32" name="Text 30"/>
          <p:cNvSpPr/>
          <p:nvPr/>
        </p:nvSpPr>
        <p:spPr>
          <a:xfrm>
            <a:off x="3407512" y="5029200"/>
            <a:ext cx="2606040" cy="274320"/>
          </a:xfrm>
          <a:prstGeom prst="rect">
            <a:avLst/>
          </a:prstGeom>
          <a:noFill/>
          <a:ln/>
        </p:spPr>
        <p:txBody>
          <a:bodyPr wrap="square" lIns="0" tIns="0" rIns="0" bIns="0" rtlCol="0" anchor="ctr"/>
          <a:lstStyle/>
          <a:p>
            <a:pPr marL="0" indent="0" algn="ctr">
              <a:buNone/>
            </a:pPr>
            <a:r>
              <a:rPr lang="en-US" sz="1400" dirty="0">
                <a:solidFill>
                  <a:srgbClr val="4A4A55"/>
                </a:solidFill>
              </a:rPr>
              <a:t>↓</a:t>
            </a:r>
            <a:endParaRPr lang="en-US" sz="1400" dirty="0"/>
          </a:p>
        </p:txBody>
      </p:sp>
      <p:sp>
        <p:nvSpPr>
          <p:cNvPr id="33" name="Text 31"/>
          <p:cNvSpPr/>
          <p:nvPr/>
        </p:nvSpPr>
        <p:spPr>
          <a:xfrm>
            <a:off x="3407512" y="5303520"/>
            <a:ext cx="2606040" cy="457200"/>
          </a:xfrm>
          <a:prstGeom prst="rect">
            <a:avLst/>
          </a:prstGeom>
          <a:noFill/>
          <a:ln/>
        </p:spPr>
        <p:txBody>
          <a:bodyPr wrap="square" lIns="0" tIns="0" rIns="0" bIns="0" rtlCol="0" anchor="ctr"/>
          <a:lstStyle/>
          <a:p>
            <a:pPr marL="0" indent="0" algn="ctr">
              <a:buNone/>
            </a:pPr>
            <a:r>
              <a:rPr lang="en-US" sz="2400" b="1" i="1" dirty="0">
                <a:solidFill>
                  <a:srgbClr val="FE6768"/>
                </a:solidFill>
                <a:latin typeface="Malgun Gothic" pitchFamily="34" charset="0"/>
                <a:ea typeface="Malgun Gothic" pitchFamily="34" charset="-122"/>
                <a:cs typeface="Malgun Gothic" pitchFamily="34" charset="-120"/>
              </a:rPr>
              <a:t>[바블]</a:t>
            </a:r>
            <a:endParaRPr lang="en-US" sz="2400" dirty="0"/>
          </a:p>
        </p:txBody>
      </p:sp>
      <p:sp>
        <p:nvSpPr>
          <p:cNvPr id="34" name="Text 32"/>
          <p:cNvSpPr/>
          <p:nvPr/>
        </p:nvSpPr>
        <p:spPr>
          <a:xfrm>
            <a:off x="3407512" y="5806440"/>
            <a:ext cx="2606040" cy="274320"/>
          </a:xfrm>
          <a:prstGeom prst="rect">
            <a:avLst/>
          </a:prstGeom>
          <a:noFill/>
          <a:ln/>
        </p:spPr>
        <p:txBody>
          <a:bodyPr wrap="square" lIns="0" tIns="0" rIns="0" bIns="0" rtlCol="0" anchor="ctr"/>
          <a:lstStyle/>
          <a:p>
            <a:pPr marL="0" indent="0" algn="ctr">
              <a:buNone/>
            </a:pPr>
            <a:r>
              <a:rPr lang="en-US" sz="1100" i="1" dirty="0">
                <a:solidFill>
                  <a:srgbClr val="4A4A55"/>
                </a:solidFill>
                <a:latin typeface="Calibri" pitchFamily="34" charset="0"/>
                <a:ea typeface="Calibri" pitchFamily="34" charset="-122"/>
                <a:cs typeface="Calibri" pitchFamily="34" charset="-120"/>
              </a:rPr>
              <a:t>la comida (obj.)</a:t>
            </a:r>
            <a:endParaRPr lang="en-US" sz="1100" dirty="0"/>
          </a:p>
        </p:txBody>
      </p:sp>
      <p:sp>
        <p:nvSpPr>
          <p:cNvPr id="35" name="Shape 33"/>
          <p:cNvSpPr/>
          <p:nvPr/>
        </p:nvSpPr>
        <p:spPr>
          <a:xfrm>
            <a:off x="6178144" y="4434840"/>
            <a:ext cx="2606040" cy="1691640"/>
          </a:xfrm>
          <a:prstGeom prst="roundRect">
            <a:avLst>
              <a:gd name="adj" fmla="val 8108"/>
            </a:avLst>
          </a:prstGeom>
          <a:solidFill>
            <a:srgbClr val="EDE8FF"/>
          </a:solidFill>
          <a:ln w="19050">
            <a:solidFill>
              <a:srgbClr val="4036ED"/>
            </a:solidFill>
            <a:prstDash val="solid"/>
          </a:ln>
        </p:spPr>
      </p:sp>
      <p:sp>
        <p:nvSpPr>
          <p:cNvPr id="36" name="Text 34"/>
          <p:cNvSpPr/>
          <p:nvPr/>
        </p:nvSpPr>
        <p:spPr>
          <a:xfrm>
            <a:off x="6178144" y="4526280"/>
            <a:ext cx="2606040" cy="502920"/>
          </a:xfrm>
          <a:prstGeom prst="rect">
            <a:avLst/>
          </a:prstGeom>
          <a:noFill/>
          <a:ln/>
        </p:spPr>
        <p:txBody>
          <a:bodyPr wrap="square" lIns="0" tIns="0" rIns="0" bIns="0" rtlCol="0" anchor="ctr"/>
          <a:lstStyle/>
          <a:p>
            <a:pPr marL="0" indent="0" algn="ctr">
              <a:buNone/>
            </a:pPr>
            <a:r>
              <a:rPr lang="en-US" sz="2800" b="1" dirty="0">
                <a:solidFill>
                  <a:srgbClr val="4036ED"/>
                </a:solidFill>
                <a:latin typeface="Malgun Gothic" pitchFamily="34" charset="0"/>
                <a:ea typeface="Malgun Gothic" pitchFamily="34" charset="-122"/>
                <a:cs typeface="Malgun Gothic" pitchFamily="34" charset="-120"/>
              </a:rPr>
              <a:t>꽃을</a:t>
            </a:r>
            <a:endParaRPr lang="en-US" sz="2800" dirty="0"/>
          </a:p>
        </p:txBody>
      </p:sp>
      <p:sp>
        <p:nvSpPr>
          <p:cNvPr id="37" name="Text 35"/>
          <p:cNvSpPr/>
          <p:nvPr/>
        </p:nvSpPr>
        <p:spPr>
          <a:xfrm>
            <a:off x="6178144" y="5029200"/>
            <a:ext cx="2606040" cy="274320"/>
          </a:xfrm>
          <a:prstGeom prst="rect">
            <a:avLst/>
          </a:prstGeom>
          <a:noFill/>
          <a:ln/>
        </p:spPr>
        <p:txBody>
          <a:bodyPr wrap="square" lIns="0" tIns="0" rIns="0" bIns="0" rtlCol="0" anchor="ctr"/>
          <a:lstStyle/>
          <a:p>
            <a:pPr marL="0" indent="0" algn="ctr">
              <a:buNone/>
            </a:pPr>
            <a:r>
              <a:rPr lang="en-US" sz="1400" dirty="0">
                <a:solidFill>
                  <a:srgbClr val="4A4A55"/>
                </a:solidFill>
              </a:rPr>
              <a:t>↓</a:t>
            </a:r>
            <a:endParaRPr lang="en-US" sz="1400" dirty="0"/>
          </a:p>
        </p:txBody>
      </p:sp>
      <p:sp>
        <p:nvSpPr>
          <p:cNvPr id="38" name="Text 36"/>
          <p:cNvSpPr/>
          <p:nvPr/>
        </p:nvSpPr>
        <p:spPr>
          <a:xfrm>
            <a:off x="6178144" y="5303520"/>
            <a:ext cx="2606040" cy="457200"/>
          </a:xfrm>
          <a:prstGeom prst="rect">
            <a:avLst/>
          </a:prstGeom>
          <a:noFill/>
          <a:ln/>
        </p:spPr>
        <p:txBody>
          <a:bodyPr wrap="square" lIns="0" tIns="0" rIns="0" bIns="0" rtlCol="0" anchor="ctr"/>
          <a:lstStyle/>
          <a:p>
            <a:pPr marL="0" indent="0" algn="ctr">
              <a:buNone/>
            </a:pPr>
            <a:r>
              <a:rPr lang="en-US" sz="2400" b="1" i="1" dirty="0">
                <a:solidFill>
                  <a:srgbClr val="FE6768"/>
                </a:solidFill>
                <a:latin typeface="Malgun Gothic" pitchFamily="34" charset="0"/>
                <a:ea typeface="Malgun Gothic" pitchFamily="34" charset="-122"/>
                <a:cs typeface="Malgun Gothic" pitchFamily="34" charset="-120"/>
              </a:rPr>
              <a:t>[꼬츨]</a:t>
            </a:r>
            <a:endParaRPr lang="en-US" sz="2400" dirty="0"/>
          </a:p>
        </p:txBody>
      </p:sp>
      <p:sp>
        <p:nvSpPr>
          <p:cNvPr id="39" name="Text 37"/>
          <p:cNvSpPr/>
          <p:nvPr/>
        </p:nvSpPr>
        <p:spPr>
          <a:xfrm>
            <a:off x="6178144" y="5806440"/>
            <a:ext cx="2606040" cy="274320"/>
          </a:xfrm>
          <a:prstGeom prst="rect">
            <a:avLst/>
          </a:prstGeom>
          <a:noFill/>
          <a:ln/>
        </p:spPr>
        <p:txBody>
          <a:bodyPr wrap="square" lIns="0" tIns="0" rIns="0" bIns="0" rtlCol="0" anchor="ctr"/>
          <a:lstStyle/>
          <a:p>
            <a:pPr marL="0" indent="0" algn="ctr">
              <a:buNone/>
            </a:pPr>
            <a:r>
              <a:rPr lang="en-US" sz="1100" i="1" dirty="0">
                <a:solidFill>
                  <a:srgbClr val="4A4A55"/>
                </a:solidFill>
                <a:latin typeface="Calibri" pitchFamily="34" charset="0"/>
                <a:ea typeface="Calibri" pitchFamily="34" charset="-122"/>
                <a:cs typeface="Calibri" pitchFamily="34" charset="-120"/>
              </a:rPr>
              <a:t>la flor (obj.)</a:t>
            </a:r>
            <a:endParaRPr lang="en-US" sz="1100" dirty="0"/>
          </a:p>
        </p:txBody>
      </p:sp>
      <p:sp>
        <p:nvSpPr>
          <p:cNvPr id="40" name="Shape 38"/>
          <p:cNvSpPr/>
          <p:nvPr/>
        </p:nvSpPr>
        <p:spPr>
          <a:xfrm>
            <a:off x="8948776" y="4434840"/>
            <a:ext cx="2606040" cy="1691640"/>
          </a:xfrm>
          <a:prstGeom prst="roundRect">
            <a:avLst>
              <a:gd name="adj" fmla="val 8108"/>
            </a:avLst>
          </a:prstGeom>
          <a:solidFill>
            <a:srgbClr val="EDE8FF"/>
          </a:solidFill>
          <a:ln w="19050">
            <a:solidFill>
              <a:srgbClr val="4036ED"/>
            </a:solidFill>
            <a:prstDash val="solid"/>
          </a:ln>
        </p:spPr>
      </p:sp>
      <p:sp>
        <p:nvSpPr>
          <p:cNvPr id="41" name="Text 39"/>
          <p:cNvSpPr/>
          <p:nvPr/>
        </p:nvSpPr>
        <p:spPr>
          <a:xfrm>
            <a:off x="8948776" y="4526280"/>
            <a:ext cx="2606040" cy="502920"/>
          </a:xfrm>
          <a:prstGeom prst="rect">
            <a:avLst/>
          </a:prstGeom>
          <a:noFill/>
          <a:ln/>
        </p:spPr>
        <p:txBody>
          <a:bodyPr wrap="square" lIns="0" tIns="0" rIns="0" bIns="0" rtlCol="0" anchor="ctr"/>
          <a:lstStyle/>
          <a:p>
            <a:pPr marL="0" indent="0" algn="ctr">
              <a:buNone/>
            </a:pPr>
            <a:r>
              <a:rPr lang="en-US" sz="2800" b="1" dirty="0">
                <a:solidFill>
                  <a:srgbClr val="4036ED"/>
                </a:solidFill>
                <a:latin typeface="Malgun Gothic" pitchFamily="34" charset="0"/>
                <a:ea typeface="Malgun Gothic" pitchFamily="34" charset="-122"/>
                <a:cs typeface="Malgun Gothic" pitchFamily="34" charset="-120"/>
              </a:rPr>
              <a:t>옷이</a:t>
            </a:r>
            <a:endParaRPr lang="en-US" sz="2800" dirty="0"/>
          </a:p>
        </p:txBody>
      </p:sp>
      <p:sp>
        <p:nvSpPr>
          <p:cNvPr id="42" name="Text 40"/>
          <p:cNvSpPr/>
          <p:nvPr/>
        </p:nvSpPr>
        <p:spPr>
          <a:xfrm>
            <a:off x="8948776" y="5029200"/>
            <a:ext cx="2606040" cy="274320"/>
          </a:xfrm>
          <a:prstGeom prst="rect">
            <a:avLst/>
          </a:prstGeom>
          <a:noFill/>
          <a:ln/>
        </p:spPr>
        <p:txBody>
          <a:bodyPr wrap="square" lIns="0" tIns="0" rIns="0" bIns="0" rtlCol="0" anchor="ctr"/>
          <a:lstStyle/>
          <a:p>
            <a:pPr marL="0" indent="0" algn="ctr">
              <a:buNone/>
            </a:pPr>
            <a:r>
              <a:rPr lang="en-US" sz="1400" dirty="0">
                <a:solidFill>
                  <a:srgbClr val="4A4A55"/>
                </a:solidFill>
              </a:rPr>
              <a:t>↓</a:t>
            </a:r>
            <a:endParaRPr lang="en-US" sz="1400" dirty="0"/>
          </a:p>
        </p:txBody>
      </p:sp>
      <p:sp>
        <p:nvSpPr>
          <p:cNvPr id="43" name="Text 41"/>
          <p:cNvSpPr/>
          <p:nvPr/>
        </p:nvSpPr>
        <p:spPr>
          <a:xfrm>
            <a:off x="8948776" y="5303520"/>
            <a:ext cx="2606040" cy="457200"/>
          </a:xfrm>
          <a:prstGeom prst="rect">
            <a:avLst/>
          </a:prstGeom>
          <a:noFill/>
          <a:ln/>
        </p:spPr>
        <p:txBody>
          <a:bodyPr wrap="square" lIns="0" tIns="0" rIns="0" bIns="0" rtlCol="0" anchor="ctr"/>
          <a:lstStyle/>
          <a:p>
            <a:pPr marL="0" indent="0" algn="ctr">
              <a:buNone/>
            </a:pPr>
            <a:r>
              <a:rPr lang="en-US" sz="2400" b="1" i="1" dirty="0">
                <a:solidFill>
                  <a:srgbClr val="FE6768"/>
                </a:solidFill>
                <a:latin typeface="Malgun Gothic" pitchFamily="34" charset="0"/>
                <a:ea typeface="Malgun Gothic" pitchFamily="34" charset="-122"/>
                <a:cs typeface="Malgun Gothic" pitchFamily="34" charset="-120"/>
              </a:rPr>
              <a:t>[오시]</a:t>
            </a:r>
            <a:endParaRPr lang="en-US" sz="2400" dirty="0"/>
          </a:p>
        </p:txBody>
      </p:sp>
      <p:sp>
        <p:nvSpPr>
          <p:cNvPr id="44" name="Text 42"/>
          <p:cNvSpPr/>
          <p:nvPr/>
        </p:nvSpPr>
        <p:spPr>
          <a:xfrm>
            <a:off x="8948776" y="5806440"/>
            <a:ext cx="2606040" cy="274320"/>
          </a:xfrm>
          <a:prstGeom prst="rect">
            <a:avLst/>
          </a:prstGeom>
          <a:noFill/>
          <a:ln/>
        </p:spPr>
        <p:txBody>
          <a:bodyPr wrap="square" lIns="0" tIns="0" rIns="0" bIns="0" rtlCol="0" anchor="ctr"/>
          <a:lstStyle/>
          <a:p>
            <a:pPr marL="0" indent="0" algn="ctr">
              <a:buNone/>
            </a:pPr>
            <a:r>
              <a:rPr lang="en-US" sz="1100" i="1" dirty="0">
                <a:solidFill>
                  <a:srgbClr val="4A4A55"/>
                </a:solidFill>
                <a:latin typeface="Calibri" pitchFamily="34" charset="0"/>
                <a:ea typeface="Calibri" pitchFamily="34" charset="-122"/>
                <a:cs typeface="Calibri" pitchFamily="34" charset="-120"/>
              </a:rPr>
              <a:t>la ropa (suj.)</a:t>
            </a:r>
            <a:endParaRPr lang="en-US" sz="1100" dirty="0"/>
          </a:p>
        </p:txBody>
      </p:sp>
      <p:pic>
        <p:nvPicPr>
          <p:cNvPr id="45"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46" name="Text 43"/>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47" name="Text 44"/>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110</a:t>
            </a:r>
            <a:endParaRPr lang="en-US" sz="800" dirty="0"/>
          </a:p>
        </p:txBody>
      </p:sp>
    </p:spTree>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name="Slide 111">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§4.19</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Cuando los sonidos se contagian</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A veces el batchim cambia para suavizar la unión con la siguiente sílaba.</a:t>
            </a:r>
            <a:endParaRPr lang="en-US" sz="1400" dirty="0"/>
          </a:p>
        </p:txBody>
      </p:sp>
      <p:sp>
        <p:nvSpPr>
          <p:cNvPr id="5" name="Text 3"/>
          <p:cNvSpPr/>
          <p:nvPr/>
        </p:nvSpPr>
        <p:spPr>
          <a:xfrm>
            <a:off x="640080" y="2377440"/>
            <a:ext cx="5486400" cy="3657600"/>
          </a:xfrm>
          <a:prstGeom prst="rect">
            <a:avLst/>
          </a:prstGeom>
          <a:noFill/>
          <a:ln/>
        </p:spPr>
        <p:txBody>
          <a:bodyPr wrap="square" lIns="0" tIns="0" rIns="0" bIns="0" rtlCol="0" anchor="t"/>
          <a:lstStyle/>
          <a:p>
            <a:pPr marL="0" indent="0">
              <a:buNone/>
            </a:pPr>
            <a:r>
              <a:rPr lang="en-US" sz="1400" dirty="0">
                <a:solidFill>
                  <a:srgbClr val="1E1E2A"/>
                </a:solidFill>
              </a:rPr>
              <a:t>Cuando dos sílabas se encuentran, </a:t>
            </a:r>
            <a:r>
              <a:rPr lang="en-US" sz="1400" b="1" dirty="0">
                <a:solidFill>
                  <a:srgbClr val="4036ED"/>
                </a:solidFill>
              </a:rPr>
              <a:t>el sonido del batchim a veces se "ablanda"</a:t>
            </a:r>
            <a:r>
              <a:rPr lang="en-US" sz="1400" dirty="0">
                <a:solidFill>
                  <a:srgbClr val="1E1E2A"/>
                </a:solidFill>
              </a:rPr>
              <a:t> para hacer que la pronunciación sea más fluida.</a:t>
            </a:r>
            <a:endParaRPr lang="en-US" sz="1400" dirty="0"/>
          </a:p>
          <a:p>
            <a:pPr marL="0" indent="0">
              <a:spcAft>
                <a:spcPts val="1000"/>
              </a:spcAft>
              <a:buNone/>
            </a:pPr>
            <a:r>
              <a:rPr lang="en-US" sz="1300" b="1" dirty="0">
                <a:solidFill>
                  <a:srgbClr val="4036ED"/>
                </a:solidFill>
              </a:rPr>
              <a:t>Las dos reglas más comunes son:</a:t>
            </a:r>
            <a:endParaRPr lang="en-US" sz="1400" dirty="0"/>
          </a:p>
          <a:p>
            <a:pPr marL="0" indent="0">
              <a:buNone/>
            </a:pPr>
            <a:r>
              <a:rPr lang="en-US" sz="1300" b="1" dirty="0">
                <a:solidFill>
                  <a:srgbClr val="FE6768"/>
                </a:solidFill>
              </a:rPr>
              <a:t>1.  Nasalización</a:t>
            </a:r>
            <a:r>
              <a:rPr lang="en-US" sz="1300" dirty="0">
                <a:solidFill>
                  <a:srgbClr val="1E1E2A"/>
                </a:solidFill>
              </a:rPr>
              <a:t>: cuando ㄱ ㄷ ㅂ se topan con ㄴ ㅁ → se vuelven ㅇ ㄴ ㅁ.</a:t>
            </a:r>
            <a:endParaRPr lang="en-US" sz="1400" dirty="0"/>
          </a:p>
          <a:p>
            <a:pPr marL="0" indent="0">
              <a:buNone/>
            </a:pPr>
            <a:r>
              <a:rPr lang="en-US" sz="1300" b="1" dirty="0">
                <a:solidFill>
                  <a:srgbClr val="FE6768"/>
                </a:solidFill>
              </a:rPr>
              <a:t>2.  Aspiración con ㅎ</a:t>
            </a:r>
            <a:r>
              <a:rPr lang="en-US" sz="1300" dirty="0">
                <a:solidFill>
                  <a:srgbClr val="1E1E2A"/>
                </a:solidFill>
              </a:rPr>
              <a:t>: cuando ㄱ ㄷ ㅂ ㅈ se encuentran con ㅎ → se vuelven ㅋ ㅌ ㅍ ㅊ.</a:t>
            </a:r>
            <a:endParaRPr lang="en-US" sz="1400" dirty="0"/>
          </a:p>
          <a:p>
            <a:pPr marL="0" indent="0">
              <a:buNone/>
            </a:pPr>
            <a:r>
              <a:rPr lang="en-US" sz="1200" i="1" dirty="0">
                <a:solidFill>
                  <a:srgbClr val="4A4A55"/>
                </a:solidFill>
              </a:rPr>
              <a:t>No es magia — es física: la boca toma el camino más fácil.</a:t>
            </a:r>
            <a:endParaRPr lang="en-US" sz="1400" dirty="0"/>
          </a:p>
        </p:txBody>
      </p:sp>
      <p:sp>
        <p:nvSpPr>
          <p:cNvPr id="6" name="Shape 4"/>
          <p:cNvSpPr/>
          <p:nvPr/>
        </p:nvSpPr>
        <p:spPr>
          <a:xfrm>
            <a:off x="6492240" y="2468880"/>
            <a:ext cx="5120640" cy="1828800"/>
          </a:xfrm>
          <a:prstGeom prst="roundRect">
            <a:avLst>
              <a:gd name="adj" fmla="val 9000"/>
            </a:avLst>
          </a:prstGeom>
          <a:solidFill>
            <a:srgbClr val="EDE8FF"/>
          </a:solidFill>
          <a:ln w="19050">
            <a:solidFill>
              <a:srgbClr val="A79BFF"/>
            </a:solidFill>
            <a:prstDash val="solid"/>
          </a:ln>
        </p:spPr>
      </p:sp>
      <p:sp>
        <p:nvSpPr>
          <p:cNvPr id="7" name="Text 5"/>
          <p:cNvSpPr/>
          <p:nvPr/>
        </p:nvSpPr>
        <p:spPr>
          <a:xfrm>
            <a:off x="6492240" y="2606040"/>
            <a:ext cx="5120640" cy="320040"/>
          </a:xfrm>
          <a:prstGeom prst="rect">
            <a:avLst/>
          </a:prstGeom>
          <a:noFill/>
          <a:ln/>
        </p:spPr>
        <p:txBody>
          <a:bodyPr wrap="square" lIns="0" tIns="0" rIns="0" bIns="0" rtlCol="0" anchor="ctr"/>
          <a:lstStyle/>
          <a:p>
            <a:pPr marL="0" indent="0" algn="ctr">
              <a:buNone/>
            </a:pPr>
            <a:r>
              <a:rPr lang="en-US" sz="1200" b="1" i="1" kern="0" spc="300" dirty="0">
                <a:solidFill>
                  <a:srgbClr val="4036ED"/>
                </a:solidFill>
                <a:latin typeface="Calibri" pitchFamily="34" charset="0"/>
                <a:ea typeface="Calibri" pitchFamily="34" charset="-122"/>
                <a:cs typeface="Calibri" pitchFamily="34" charset="-120"/>
              </a:rPr>
              <a:t>Nasalización</a:t>
            </a:r>
            <a:endParaRPr lang="en-US" sz="1200" dirty="0"/>
          </a:p>
        </p:txBody>
      </p:sp>
      <p:sp>
        <p:nvSpPr>
          <p:cNvPr id="8" name="Text 6"/>
          <p:cNvSpPr/>
          <p:nvPr/>
        </p:nvSpPr>
        <p:spPr>
          <a:xfrm>
            <a:off x="6492240" y="3017520"/>
            <a:ext cx="5120640" cy="45720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한국말  →  [한궁말]</a:t>
            </a:r>
            <a:endParaRPr lang="en-US" sz="2200" dirty="0"/>
          </a:p>
        </p:txBody>
      </p:sp>
      <p:sp>
        <p:nvSpPr>
          <p:cNvPr id="9" name="Text 7"/>
          <p:cNvSpPr/>
          <p:nvPr/>
        </p:nvSpPr>
        <p:spPr>
          <a:xfrm>
            <a:off x="6492240" y="3520440"/>
            <a:ext cx="5120640" cy="365760"/>
          </a:xfrm>
          <a:prstGeom prst="rect">
            <a:avLst/>
          </a:prstGeom>
          <a:noFill/>
          <a:ln/>
        </p:spPr>
        <p:txBody>
          <a:bodyPr wrap="square" lIns="0" tIns="0" rIns="0" bIns="0" rtlCol="0" anchor="ctr"/>
          <a:lstStyle/>
          <a:p>
            <a:pPr marL="0" indent="0" algn="ctr">
              <a:buNone/>
            </a:pPr>
            <a:r>
              <a:rPr lang="en-US" sz="1100" i="1" dirty="0">
                <a:solidFill>
                  <a:srgbClr val="4A4A55"/>
                </a:solidFill>
                <a:latin typeface="Calibri" pitchFamily="34" charset="0"/>
                <a:ea typeface="Calibri" pitchFamily="34" charset="-122"/>
                <a:cs typeface="Calibri" pitchFamily="34" charset="-120"/>
              </a:rPr>
              <a:t>"han-guk-mal"  →  "han-gung-mal"</a:t>
            </a:r>
            <a:endParaRPr lang="en-US" sz="1100" dirty="0"/>
          </a:p>
        </p:txBody>
      </p:sp>
      <p:sp>
        <p:nvSpPr>
          <p:cNvPr id="10" name="Text 8"/>
          <p:cNvSpPr/>
          <p:nvPr/>
        </p:nvSpPr>
        <p:spPr>
          <a:xfrm>
            <a:off x="6492240" y="3886200"/>
            <a:ext cx="5120640" cy="274320"/>
          </a:xfrm>
          <a:prstGeom prst="rect">
            <a:avLst/>
          </a:prstGeom>
          <a:noFill/>
          <a:ln/>
        </p:spPr>
        <p:txBody>
          <a:bodyPr wrap="square" lIns="0" tIns="0" rIns="0" bIns="0" rtlCol="0" anchor="ctr"/>
          <a:lstStyle/>
          <a:p>
            <a:pPr marL="0" indent="0" algn="ctr">
              <a:buNone/>
            </a:pPr>
            <a:r>
              <a:rPr lang="en-US" sz="1100" i="1" dirty="0">
                <a:solidFill>
                  <a:srgbClr val="4A4A55"/>
                </a:solidFill>
                <a:latin typeface="Calibri" pitchFamily="34" charset="0"/>
                <a:ea typeface="Calibri" pitchFamily="34" charset="-122"/>
                <a:cs typeface="Calibri" pitchFamily="34" charset="-120"/>
              </a:rPr>
              <a:t>lengua coreana</a:t>
            </a:r>
            <a:endParaRPr lang="en-US" sz="1100" dirty="0"/>
          </a:p>
        </p:txBody>
      </p:sp>
      <p:sp>
        <p:nvSpPr>
          <p:cNvPr id="11" name="Shape 9"/>
          <p:cNvSpPr/>
          <p:nvPr/>
        </p:nvSpPr>
        <p:spPr>
          <a:xfrm>
            <a:off x="6492240" y="4434840"/>
            <a:ext cx="5120640" cy="1828800"/>
          </a:xfrm>
          <a:prstGeom prst="roundRect">
            <a:avLst>
              <a:gd name="adj" fmla="val 9000"/>
            </a:avLst>
          </a:prstGeom>
          <a:solidFill>
            <a:srgbClr val="FFE0E0"/>
          </a:solidFill>
          <a:ln w="19050">
            <a:solidFill>
              <a:srgbClr val="FE6768"/>
            </a:solidFill>
            <a:prstDash val="solid"/>
          </a:ln>
        </p:spPr>
      </p:sp>
      <p:sp>
        <p:nvSpPr>
          <p:cNvPr id="12" name="Text 10"/>
          <p:cNvSpPr/>
          <p:nvPr/>
        </p:nvSpPr>
        <p:spPr>
          <a:xfrm>
            <a:off x="6492240" y="4572000"/>
            <a:ext cx="5120640" cy="320040"/>
          </a:xfrm>
          <a:prstGeom prst="rect">
            <a:avLst/>
          </a:prstGeom>
          <a:noFill/>
          <a:ln/>
        </p:spPr>
        <p:txBody>
          <a:bodyPr wrap="square" lIns="0" tIns="0" rIns="0" bIns="0" rtlCol="0" anchor="ctr"/>
          <a:lstStyle/>
          <a:p>
            <a:pPr marL="0" indent="0" algn="ctr">
              <a:buNone/>
            </a:pPr>
            <a:r>
              <a:rPr lang="en-US" sz="1200" b="1" i="1" kern="0" spc="300" dirty="0">
                <a:solidFill>
                  <a:srgbClr val="FE6768"/>
                </a:solidFill>
                <a:latin typeface="Calibri" pitchFamily="34" charset="0"/>
                <a:ea typeface="Calibri" pitchFamily="34" charset="-122"/>
                <a:cs typeface="Calibri" pitchFamily="34" charset="-120"/>
              </a:rPr>
              <a:t>Aspiración con ㅎ</a:t>
            </a:r>
            <a:endParaRPr lang="en-US" sz="1200" dirty="0"/>
          </a:p>
        </p:txBody>
      </p:sp>
      <p:sp>
        <p:nvSpPr>
          <p:cNvPr id="13" name="Text 11"/>
          <p:cNvSpPr/>
          <p:nvPr/>
        </p:nvSpPr>
        <p:spPr>
          <a:xfrm>
            <a:off x="6492240" y="4983480"/>
            <a:ext cx="5120640" cy="457200"/>
          </a:xfrm>
          <a:prstGeom prst="rect">
            <a:avLst/>
          </a:prstGeom>
          <a:noFill/>
          <a:ln/>
        </p:spPr>
        <p:txBody>
          <a:bodyPr wrap="square" lIns="0" tIns="0" rIns="0" bIns="0" rtlCol="0" anchor="ctr"/>
          <a:lstStyle/>
          <a:p>
            <a:pPr marL="0" indent="0" algn="ctr">
              <a:buNone/>
            </a:pPr>
            <a:r>
              <a:rPr lang="en-US" sz="2200" b="1" dirty="0">
                <a:solidFill>
                  <a:srgbClr val="FE6768"/>
                </a:solidFill>
                <a:latin typeface="Malgun Gothic" pitchFamily="34" charset="0"/>
                <a:ea typeface="Malgun Gothic" pitchFamily="34" charset="-122"/>
                <a:cs typeface="Malgun Gothic" pitchFamily="34" charset="-120"/>
              </a:rPr>
              <a:t>축하  →  [추카]</a:t>
            </a:r>
            <a:endParaRPr lang="en-US" sz="2200" dirty="0"/>
          </a:p>
        </p:txBody>
      </p:sp>
      <p:sp>
        <p:nvSpPr>
          <p:cNvPr id="14" name="Text 12"/>
          <p:cNvSpPr/>
          <p:nvPr/>
        </p:nvSpPr>
        <p:spPr>
          <a:xfrm>
            <a:off x="6492240" y="5486400"/>
            <a:ext cx="5120640" cy="365760"/>
          </a:xfrm>
          <a:prstGeom prst="rect">
            <a:avLst/>
          </a:prstGeom>
          <a:noFill/>
          <a:ln/>
        </p:spPr>
        <p:txBody>
          <a:bodyPr wrap="square" lIns="0" tIns="0" rIns="0" bIns="0" rtlCol="0" anchor="ctr"/>
          <a:lstStyle/>
          <a:p>
            <a:pPr marL="0" indent="0" algn="ctr">
              <a:buNone/>
            </a:pPr>
            <a:r>
              <a:rPr lang="en-US" sz="1100" i="1" dirty="0">
                <a:solidFill>
                  <a:srgbClr val="4A4A55"/>
                </a:solidFill>
                <a:latin typeface="Calibri" pitchFamily="34" charset="0"/>
                <a:ea typeface="Calibri" pitchFamily="34" charset="-122"/>
                <a:cs typeface="Calibri" pitchFamily="34" charset="-120"/>
              </a:rPr>
              <a:t>"chuk-ha"  →  "chu-ka"</a:t>
            </a:r>
            <a:endParaRPr lang="en-US" sz="1100" dirty="0"/>
          </a:p>
        </p:txBody>
      </p:sp>
      <p:sp>
        <p:nvSpPr>
          <p:cNvPr id="15" name="Text 13"/>
          <p:cNvSpPr/>
          <p:nvPr/>
        </p:nvSpPr>
        <p:spPr>
          <a:xfrm>
            <a:off x="6492240" y="5852160"/>
            <a:ext cx="5120640" cy="274320"/>
          </a:xfrm>
          <a:prstGeom prst="rect">
            <a:avLst/>
          </a:prstGeom>
          <a:noFill/>
          <a:ln/>
        </p:spPr>
        <p:txBody>
          <a:bodyPr wrap="square" lIns="0" tIns="0" rIns="0" bIns="0" rtlCol="0" anchor="ctr"/>
          <a:lstStyle/>
          <a:p>
            <a:pPr marL="0" indent="0" algn="ctr">
              <a:buNone/>
            </a:pPr>
            <a:r>
              <a:rPr lang="en-US" sz="1100" i="1" dirty="0">
                <a:solidFill>
                  <a:srgbClr val="4A4A55"/>
                </a:solidFill>
                <a:latin typeface="Calibri" pitchFamily="34" charset="0"/>
                <a:ea typeface="Calibri" pitchFamily="34" charset="-122"/>
                <a:cs typeface="Calibri" pitchFamily="34" charset="-120"/>
              </a:rPr>
              <a:t>felicitaciones</a:t>
            </a:r>
            <a:endParaRPr lang="en-US" sz="1100" dirty="0"/>
          </a:p>
        </p:txBody>
      </p:sp>
      <p:pic>
        <p:nvPicPr>
          <p:cNvPr id="16"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17" name="Text 14"/>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18" name="Text 15"/>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111</a:t>
            </a:r>
            <a:endParaRPr lang="en-US" sz="800" dirty="0"/>
          </a:p>
        </p:txBody>
      </p:sp>
    </p:spTree>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name="Slide 112">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§4.20</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Nasalización · 비음화</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Tres consonantes "duras" se vuelven nasales cuando van antes de ㄴ o ㅁ.</a:t>
            </a:r>
            <a:endParaRPr lang="en-US" sz="1400" dirty="0"/>
          </a:p>
        </p:txBody>
      </p:sp>
      <p:sp>
        <p:nvSpPr>
          <p:cNvPr id="5" name="Shape 3"/>
          <p:cNvSpPr/>
          <p:nvPr/>
        </p:nvSpPr>
        <p:spPr>
          <a:xfrm>
            <a:off x="914400" y="2606040"/>
            <a:ext cx="1828800" cy="914400"/>
          </a:xfrm>
          <a:prstGeom prst="roundRect">
            <a:avLst>
              <a:gd name="adj" fmla="val 12000"/>
            </a:avLst>
          </a:prstGeom>
          <a:solidFill>
            <a:srgbClr val="FFE0E0"/>
          </a:solidFill>
          <a:ln w="19050">
            <a:solidFill>
              <a:srgbClr val="FE6768"/>
            </a:solidFill>
            <a:prstDash val="solid"/>
          </a:ln>
        </p:spPr>
      </p:sp>
      <p:sp>
        <p:nvSpPr>
          <p:cNvPr id="6" name="Text 4"/>
          <p:cNvSpPr/>
          <p:nvPr/>
        </p:nvSpPr>
        <p:spPr>
          <a:xfrm>
            <a:off x="914400" y="2606040"/>
            <a:ext cx="1828800" cy="914400"/>
          </a:xfrm>
          <a:prstGeom prst="rect">
            <a:avLst/>
          </a:prstGeom>
          <a:noFill/>
          <a:ln/>
        </p:spPr>
        <p:txBody>
          <a:bodyPr wrap="square" lIns="0" tIns="0" rIns="0" bIns="0" rtlCol="0" anchor="ctr"/>
          <a:lstStyle/>
          <a:p>
            <a:pPr marL="0" indent="0" algn="ctr">
              <a:buNone/>
            </a:pPr>
            <a:r>
              <a:rPr lang="en-US" sz="2400" b="1" dirty="0">
                <a:solidFill>
                  <a:srgbClr val="FE6768"/>
                </a:solidFill>
                <a:latin typeface="Malgun Gothic" pitchFamily="34" charset="0"/>
                <a:ea typeface="Malgun Gothic" pitchFamily="34" charset="-122"/>
                <a:cs typeface="Malgun Gothic" pitchFamily="34" charset="-120"/>
              </a:rPr>
              <a:t>ㄱ [k]</a:t>
            </a:r>
            <a:endParaRPr lang="en-US" sz="2400" dirty="0"/>
          </a:p>
        </p:txBody>
      </p:sp>
      <p:sp>
        <p:nvSpPr>
          <p:cNvPr id="7" name="Text 5"/>
          <p:cNvSpPr/>
          <p:nvPr/>
        </p:nvSpPr>
        <p:spPr>
          <a:xfrm>
            <a:off x="2743200" y="2606040"/>
            <a:ext cx="914400" cy="914400"/>
          </a:xfrm>
          <a:prstGeom prst="rect">
            <a:avLst/>
          </a:prstGeom>
          <a:noFill/>
          <a:ln/>
        </p:spPr>
        <p:txBody>
          <a:bodyPr wrap="square" lIns="0" tIns="0" rIns="0" bIns="0" rtlCol="0" anchor="ctr"/>
          <a:lstStyle/>
          <a:p>
            <a:pPr marL="0" indent="0" algn="ctr">
              <a:buNone/>
            </a:pPr>
            <a:r>
              <a:rPr lang="en-US" sz="2800" dirty="0">
                <a:solidFill>
                  <a:srgbClr val="1E1E2A"/>
                </a:solidFill>
              </a:rPr>
              <a:t>→</a:t>
            </a:r>
            <a:endParaRPr lang="en-US" sz="2800" dirty="0"/>
          </a:p>
        </p:txBody>
      </p:sp>
      <p:sp>
        <p:nvSpPr>
          <p:cNvPr id="8" name="Shape 6"/>
          <p:cNvSpPr/>
          <p:nvPr/>
        </p:nvSpPr>
        <p:spPr>
          <a:xfrm>
            <a:off x="3657600" y="2606040"/>
            <a:ext cx="1828800" cy="914400"/>
          </a:xfrm>
          <a:prstGeom prst="roundRect">
            <a:avLst>
              <a:gd name="adj" fmla="val 12000"/>
            </a:avLst>
          </a:prstGeom>
          <a:solidFill>
            <a:srgbClr val="EDE8FF"/>
          </a:solidFill>
          <a:ln w="19050">
            <a:solidFill>
              <a:srgbClr val="4036ED"/>
            </a:solidFill>
            <a:prstDash val="solid"/>
          </a:ln>
        </p:spPr>
      </p:sp>
      <p:sp>
        <p:nvSpPr>
          <p:cNvPr id="9" name="Text 7"/>
          <p:cNvSpPr/>
          <p:nvPr/>
        </p:nvSpPr>
        <p:spPr>
          <a:xfrm>
            <a:off x="3657600" y="2606040"/>
            <a:ext cx="1828800" cy="914400"/>
          </a:xfrm>
          <a:prstGeom prst="rect">
            <a:avLst/>
          </a:prstGeom>
          <a:noFill/>
          <a:ln/>
        </p:spPr>
        <p:txBody>
          <a:bodyPr wrap="square" lIns="0" tIns="0" rIns="0" bIns="0" rtlCol="0" anchor="ctr"/>
          <a:lstStyle/>
          <a:p>
            <a:pPr marL="0" indent="0" algn="ctr">
              <a:buNone/>
            </a:pPr>
            <a:r>
              <a:rPr lang="en-US" sz="2400" b="1" dirty="0">
                <a:solidFill>
                  <a:srgbClr val="4036ED"/>
                </a:solidFill>
                <a:latin typeface="Malgun Gothic" pitchFamily="34" charset="0"/>
                <a:ea typeface="Malgun Gothic" pitchFamily="34" charset="-122"/>
                <a:cs typeface="Malgun Gothic" pitchFamily="34" charset="-120"/>
              </a:rPr>
              <a:t>ㅇ [ng]</a:t>
            </a:r>
            <a:endParaRPr lang="en-US" sz="2400" dirty="0"/>
          </a:p>
        </p:txBody>
      </p:sp>
      <p:sp>
        <p:nvSpPr>
          <p:cNvPr id="10" name="Text 8"/>
          <p:cNvSpPr/>
          <p:nvPr/>
        </p:nvSpPr>
        <p:spPr>
          <a:xfrm>
            <a:off x="5486400" y="2606040"/>
            <a:ext cx="1828800" cy="914400"/>
          </a:xfrm>
          <a:prstGeom prst="rect">
            <a:avLst/>
          </a:prstGeom>
          <a:noFill/>
          <a:ln/>
        </p:spPr>
        <p:txBody>
          <a:bodyPr wrap="square" lIns="0" tIns="0" rIns="0" bIns="0" rtlCol="0" anchor="ctr"/>
          <a:lstStyle/>
          <a:p>
            <a:pPr marL="0" indent="0" algn="ctr">
              <a:buNone/>
            </a:pPr>
            <a:r>
              <a:rPr lang="en-US" sz="1300" b="1" i="1" dirty="0">
                <a:solidFill>
                  <a:srgbClr val="4A4A55"/>
                </a:solidFill>
                <a:latin typeface="Calibri" pitchFamily="34" charset="0"/>
                <a:ea typeface="Calibri" pitchFamily="34" charset="-122"/>
                <a:cs typeface="Calibri" pitchFamily="34" charset="-120"/>
              </a:rPr>
              <a:t>→ + ㄴ/ㅁ</a:t>
            </a:r>
            <a:endParaRPr lang="en-US" sz="1300" dirty="0"/>
          </a:p>
        </p:txBody>
      </p:sp>
      <p:sp>
        <p:nvSpPr>
          <p:cNvPr id="11" name="Text 9"/>
          <p:cNvSpPr/>
          <p:nvPr/>
        </p:nvSpPr>
        <p:spPr>
          <a:xfrm>
            <a:off x="7315200" y="2606040"/>
            <a:ext cx="1371600" cy="91440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국물</a:t>
            </a:r>
            <a:endParaRPr lang="en-US" sz="2200" dirty="0"/>
          </a:p>
        </p:txBody>
      </p:sp>
      <p:sp>
        <p:nvSpPr>
          <p:cNvPr id="12" name="Text 10"/>
          <p:cNvSpPr/>
          <p:nvPr/>
        </p:nvSpPr>
        <p:spPr>
          <a:xfrm>
            <a:off x="8686800" y="2606040"/>
            <a:ext cx="1828800" cy="457200"/>
          </a:xfrm>
          <a:prstGeom prst="rect">
            <a:avLst/>
          </a:prstGeom>
          <a:noFill/>
          <a:ln/>
        </p:spPr>
        <p:txBody>
          <a:bodyPr wrap="square" lIns="0" tIns="0" rIns="0" bIns="0" rtlCol="0" anchor="b"/>
          <a:lstStyle/>
          <a:p>
            <a:pPr marL="0" indent="0" algn="ctr">
              <a:buNone/>
            </a:pPr>
            <a:r>
              <a:rPr lang="en-US" sz="1600" b="1" i="1" dirty="0">
                <a:solidFill>
                  <a:srgbClr val="FE6768"/>
                </a:solidFill>
                <a:latin typeface="Malgun Gothic" pitchFamily="34" charset="0"/>
                <a:ea typeface="Malgun Gothic" pitchFamily="34" charset="-122"/>
                <a:cs typeface="Malgun Gothic" pitchFamily="34" charset="-120"/>
              </a:rPr>
              <a:t>[궁물]</a:t>
            </a:r>
            <a:endParaRPr lang="en-US" sz="1600" dirty="0"/>
          </a:p>
        </p:txBody>
      </p:sp>
      <p:sp>
        <p:nvSpPr>
          <p:cNvPr id="13" name="Text 11"/>
          <p:cNvSpPr/>
          <p:nvPr/>
        </p:nvSpPr>
        <p:spPr>
          <a:xfrm>
            <a:off x="8686800" y="3063240"/>
            <a:ext cx="1828800" cy="457200"/>
          </a:xfrm>
          <a:prstGeom prst="rect">
            <a:avLst/>
          </a:prstGeom>
          <a:noFill/>
          <a:ln/>
        </p:spPr>
        <p:txBody>
          <a:bodyPr wrap="square" lIns="0" tIns="0" rIns="0" bIns="0" rtlCol="0" anchor="t"/>
          <a:lstStyle/>
          <a:p>
            <a:pPr marL="0" indent="0" algn="ctr">
              <a:buNone/>
            </a:pPr>
            <a:r>
              <a:rPr lang="en-US" sz="1100" i="1" dirty="0">
                <a:solidFill>
                  <a:srgbClr val="4A4A55"/>
                </a:solidFill>
                <a:latin typeface="Calibri" pitchFamily="34" charset="0"/>
                <a:ea typeface="Calibri" pitchFamily="34" charset="-122"/>
                <a:cs typeface="Calibri" pitchFamily="34" charset="-120"/>
              </a:rPr>
              <a:t>sopa</a:t>
            </a:r>
            <a:endParaRPr lang="en-US" sz="1100" dirty="0"/>
          </a:p>
        </p:txBody>
      </p:sp>
      <p:sp>
        <p:nvSpPr>
          <p:cNvPr id="14" name="Shape 12"/>
          <p:cNvSpPr/>
          <p:nvPr/>
        </p:nvSpPr>
        <p:spPr>
          <a:xfrm>
            <a:off x="914400" y="3794760"/>
            <a:ext cx="1828800" cy="914400"/>
          </a:xfrm>
          <a:prstGeom prst="roundRect">
            <a:avLst>
              <a:gd name="adj" fmla="val 12000"/>
            </a:avLst>
          </a:prstGeom>
          <a:solidFill>
            <a:srgbClr val="FFE0E0"/>
          </a:solidFill>
          <a:ln w="19050">
            <a:solidFill>
              <a:srgbClr val="FE6768"/>
            </a:solidFill>
            <a:prstDash val="solid"/>
          </a:ln>
        </p:spPr>
      </p:sp>
      <p:sp>
        <p:nvSpPr>
          <p:cNvPr id="15" name="Text 13"/>
          <p:cNvSpPr/>
          <p:nvPr/>
        </p:nvSpPr>
        <p:spPr>
          <a:xfrm>
            <a:off x="914400" y="3794760"/>
            <a:ext cx="1828800" cy="914400"/>
          </a:xfrm>
          <a:prstGeom prst="rect">
            <a:avLst/>
          </a:prstGeom>
          <a:noFill/>
          <a:ln/>
        </p:spPr>
        <p:txBody>
          <a:bodyPr wrap="square" lIns="0" tIns="0" rIns="0" bIns="0" rtlCol="0" anchor="ctr"/>
          <a:lstStyle/>
          <a:p>
            <a:pPr marL="0" indent="0" algn="ctr">
              <a:buNone/>
            </a:pPr>
            <a:r>
              <a:rPr lang="en-US" sz="2400" b="1" dirty="0">
                <a:solidFill>
                  <a:srgbClr val="FE6768"/>
                </a:solidFill>
                <a:latin typeface="Malgun Gothic" pitchFamily="34" charset="0"/>
                <a:ea typeface="Malgun Gothic" pitchFamily="34" charset="-122"/>
                <a:cs typeface="Malgun Gothic" pitchFamily="34" charset="-120"/>
              </a:rPr>
              <a:t>ㄷ [t]</a:t>
            </a:r>
            <a:endParaRPr lang="en-US" sz="2400" dirty="0"/>
          </a:p>
        </p:txBody>
      </p:sp>
      <p:sp>
        <p:nvSpPr>
          <p:cNvPr id="16" name="Text 14"/>
          <p:cNvSpPr/>
          <p:nvPr/>
        </p:nvSpPr>
        <p:spPr>
          <a:xfrm>
            <a:off x="2743200" y="3794760"/>
            <a:ext cx="914400" cy="914400"/>
          </a:xfrm>
          <a:prstGeom prst="rect">
            <a:avLst/>
          </a:prstGeom>
          <a:noFill/>
          <a:ln/>
        </p:spPr>
        <p:txBody>
          <a:bodyPr wrap="square" lIns="0" tIns="0" rIns="0" bIns="0" rtlCol="0" anchor="ctr"/>
          <a:lstStyle/>
          <a:p>
            <a:pPr marL="0" indent="0" algn="ctr">
              <a:buNone/>
            </a:pPr>
            <a:r>
              <a:rPr lang="en-US" sz="2800" dirty="0">
                <a:solidFill>
                  <a:srgbClr val="1E1E2A"/>
                </a:solidFill>
              </a:rPr>
              <a:t>→</a:t>
            </a:r>
            <a:endParaRPr lang="en-US" sz="2800" dirty="0"/>
          </a:p>
        </p:txBody>
      </p:sp>
      <p:sp>
        <p:nvSpPr>
          <p:cNvPr id="17" name="Shape 15"/>
          <p:cNvSpPr/>
          <p:nvPr/>
        </p:nvSpPr>
        <p:spPr>
          <a:xfrm>
            <a:off x="3657600" y="3794760"/>
            <a:ext cx="1828800" cy="914400"/>
          </a:xfrm>
          <a:prstGeom prst="roundRect">
            <a:avLst>
              <a:gd name="adj" fmla="val 12000"/>
            </a:avLst>
          </a:prstGeom>
          <a:solidFill>
            <a:srgbClr val="EDE8FF"/>
          </a:solidFill>
          <a:ln w="19050">
            <a:solidFill>
              <a:srgbClr val="4036ED"/>
            </a:solidFill>
            <a:prstDash val="solid"/>
          </a:ln>
        </p:spPr>
      </p:sp>
      <p:sp>
        <p:nvSpPr>
          <p:cNvPr id="18" name="Text 16"/>
          <p:cNvSpPr/>
          <p:nvPr/>
        </p:nvSpPr>
        <p:spPr>
          <a:xfrm>
            <a:off x="3657600" y="3794760"/>
            <a:ext cx="1828800" cy="914400"/>
          </a:xfrm>
          <a:prstGeom prst="rect">
            <a:avLst/>
          </a:prstGeom>
          <a:noFill/>
          <a:ln/>
        </p:spPr>
        <p:txBody>
          <a:bodyPr wrap="square" lIns="0" tIns="0" rIns="0" bIns="0" rtlCol="0" anchor="ctr"/>
          <a:lstStyle/>
          <a:p>
            <a:pPr marL="0" indent="0" algn="ctr">
              <a:buNone/>
            </a:pPr>
            <a:r>
              <a:rPr lang="en-US" sz="2400" b="1" dirty="0">
                <a:solidFill>
                  <a:srgbClr val="4036ED"/>
                </a:solidFill>
                <a:latin typeface="Malgun Gothic" pitchFamily="34" charset="0"/>
                <a:ea typeface="Malgun Gothic" pitchFamily="34" charset="-122"/>
                <a:cs typeface="Malgun Gothic" pitchFamily="34" charset="-120"/>
              </a:rPr>
              <a:t>ㄴ [n]</a:t>
            </a:r>
            <a:endParaRPr lang="en-US" sz="2400" dirty="0"/>
          </a:p>
        </p:txBody>
      </p:sp>
      <p:sp>
        <p:nvSpPr>
          <p:cNvPr id="19" name="Text 17"/>
          <p:cNvSpPr/>
          <p:nvPr/>
        </p:nvSpPr>
        <p:spPr>
          <a:xfrm>
            <a:off x="5486400" y="3794760"/>
            <a:ext cx="1828800" cy="914400"/>
          </a:xfrm>
          <a:prstGeom prst="rect">
            <a:avLst/>
          </a:prstGeom>
          <a:noFill/>
          <a:ln/>
        </p:spPr>
        <p:txBody>
          <a:bodyPr wrap="square" lIns="0" tIns="0" rIns="0" bIns="0" rtlCol="0" anchor="ctr"/>
          <a:lstStyle/>
          <a:p>
            <a:pPr marL="0" indent="0" algn="ctr">
              <a:buNone/>
            </a:pPr>
            <a:r>
              <a:rPr lang="en-US" sz="1300" b="1" i="1" dirty="0">
                <a:solidFill>
                  <a:srgbClr val="4A4A55"/>
                </a:solidFill>
                <a:latin typeface="Calibri" pitchFamily="34" charset="0"/>
                <a:ea typeface="Calibri" pitchFamily="34" charset="-122"/>
                <a:cs typeface="Calibri" pitchFamily="34" charset="-120"/>
              </a:rPr>
              <a:t>→ + ㄴ/ㅁ</a:t>
            </a:r>
            <a:endParaRPr lang="en-US" sz="1300" dirty="0"/>
          </a:p>
        </p:txBody>
      </p:sp>
      <p:sp>
        <p:nvSpPr>
          <p:cNvPr id="20" name="Text 18"/>
          <p:cNvSpPr/>
          <p:nvPr/>
        </p:nvSpPr>
        <p:spPr>
          <a:xfrm>
            <a:off x="7315200" y="3794760"/>
            <a:ext cx="1371600" cy="91440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믿는다</a:t>
            </a:r>
            <a:endParaRPr lang="en-US" sz="2200" dirty="0"/>
          </a:p>
        </p:txBody>
      </p:sp>
      <p:sp>
        <p:nvSpPr>
          <p:cNvPr id="21" name="Text 19"/>
          <p:cNvSpPr/>
          <p:nvPr/>
        </p:nvSpPr>
        <p:spPr>
          <a:xfrm>
            <a:off x="8686800" y="3794760"/>
            <a:ext cx="1828800" cy="457200"/>
          </a:xfrm>
          <a:prstGeom prst="rect">
            <a:avLst/>
          </a:prstGeom>
          <a:noFill/>
          <a:ln/>
        </p:spPr>
        <p:txBody>
          <a:bodyPr wrap="square" lIns="0" tIns="0" rIns="0" bIns="0" rtlCol="0" anchor="b"/>
          <a:lstStyle/>
          <a:p>
            <a:pPr marL="0" indent="0" algn="ctr">
              <a:buNone/>
            </a:pPr>
            <a:r>
              <a:rPr lang="en-US" sz="1600" b="1" i="1" dirty="0">
                <a:solidFill>
                  <a:srgbClr val="FE6768"/>
                </a:solidFill>
                <a:latin typeface="Malgun Gothic" pitchFamily="34" charset="0"/>
                <a:ea typeface="Malgun Gothic" pitchFamily="34" charset="-122"/>
                <a:cs typeface="Malgun Gothic" pitchFamily="34" charset="-120"/>
              </a:rPr>
              <a:t>[민는다]</a:t>
            </a:r>
            <a:endParaRPr lang="en-US" sz="1600" dirty="0"/>
          </a:p>
        </p:txBody>
      </p:sp>
      <p:sp>
        <p:nvSpPr>
          <p:cNvPr id="22" name="Text 20"/>
          <p:cNvSpPr/>
          <p:nvPr/>
        </p:nvSpPr>
        <p:spPr>
          <a:xfrm>
            <a:off x="8686800" y="4251960"/>
            <a:ext cx="1828800" cy="457200"/>
          </a:xfrm>
          <a:prstGeom prst="rect">
            <a:avLst/>
          </a:prstGeom>
          <a:noFill/>
          <a:ln/>
        </p:spPr>
        <p:txBody>
          <a:bodyPr wrap="square" lIns="0" tIns="0" rIns="0" bIns="0" rtlCol="0" anchor="t"/>
          <a:lstStyle/>
          <a:p>
            <a:pPr marL="0" indent="0" algn="ctr">
              <a:buNone/>
            </a:pPr>
            <a:r>
              <a:rPr lang="en-US" sz="1100" i="1" dirty="0">
                <a:solidFill>
                  <a:srgbClr val="4A4A55"/>
                </a:solidFill>
                <a:latin typeface="Calibri" pitchFamily="34" charset="0"/>
                <a:ea typeface="Calibri" pitchFamily="34" charset="-122"/>
                <a:cs typeface="Calibri" pitchFamily="34" charset="-120"/>
              </a:rPr>
              <a:t>creer</a:t>
            </a:r>
            <a:endParaRPr lang="en-US" sz="1100" dirty="0"/>
          </a:p>
        </p:txBody>
      </p:sp>
      <p:sp>
        <p:nvSpPr>
          <p:cNvPr id="23" name="Shape 21"/>
          <p:cNvSpPr/>
          <p:nvPr/>
        </p:nvSpPr>
        <p:spPr>
          <a:xfrm>
            <a:off x="914400" y="4983480"/>
            <a:ext cx="1828800" cy="914400"/>
          </a:xfrm>
          <a:prstGeom prst="roundRect">
            <a:avLst>
              <a:gd name="adj" fmla="val 12000"/>
            </a:avLst>
          </a:prstGeom>
          <a:solidFill>
            <a:srgbClr val="FFE0E0"/>
          </a:solidFill>
          <a:ln w="19050">
            <a:solidFill>
              <a:srgbClr val="FE6768"/>
            </a:solidFill>
            <a:prstDash val="solid"/>
          </a:ln>
        </p:spPr>
      </p:sp>
      <p:sp>
        <p:nvSpPr>
          <p:cNvPr id="24" name="Text 22"/>
          <p:cNvSpPr/>
          <p:nvPr/>
        </p:nvSpPr>
        <p:spPr>
          <a:xfrm>
            <a:off x="914400" y="4983480"/>
            <a:ext cx="1828800" cy="914400"/>
          </a:xfrm>
          <a:prstGeom prst="rect">
            <a:avLst/>
          </a:prstGeom>
          <a:noFill/>
          <a:ln/>
        </p:spPr>
        <p:txBody>
          <a:bodyPr wrap="square" lIns="0" tIns="0" rIns="0" bIns="0" rtlCol="0" anchor="ctr"/>
          <a:lstStyle/>
          <a:p>
            <a:pPr marL="0" indent="0" algn="ctr">
              <a:buNone/>
            </a:pPr>
            <a:r>
              <a:rPr lang="en-US" sz="2400" b="1" dirty="0">
                <a:solidFill>
                  <a:srgbClr val="FE6768"/>
                </a:solidFill>
                <a:latin typeface="Malgun Gothic" pitchFamily="34" charset="0"/>
                <a:ea typeface="Malgun Gothic" pitchFamily="34" charset="-122"/>
                <a:cs typeface="Malgun Gothic" pitchFamily="34" charset="-120"/>
              </a:rPr>
              <a:t>ㅂ [p]</a:t>
            </a:r>
            <a:endParaRPr lang="en-US" sz="2400" dirty="0"/>
          </a:p>
        </p:txBody>
      </p:sp>
      <p:sp>
        <p:nvSpPr>
          <p:cNvPr id="25" name="Text 23"/>
          <p:cNvSpPr/>
          <p:nvPr/>
        </p:nvSpPr>
        <p:spPr>
          <a:xfrm>
            <a:off x="2743200" y="4983480"/>
            <a:ext cx="914400" cy="914400"/>
          </a:xfrm>
          <a:prstGeom prst="rect">
            <a:avLst/>
          </a:prstGeom>
          <a:noFill/>
          <a:ln/>
        </p:spPr>
        <p:txBody>
          <a:bodyPr wrap="square" lIns="0" tIns="0" rIns="0" bIns="0" rtlCol="0" anchor="ctr"/>
          <a:lstStyle/>
          <a:p>
            <a:pPr marL="0" indent="0" algn="ctr">
              <a:buNone/>
            </a:pPr>
            <a:r>
              <a:rPr lang="en-US" sz="2800" dirty="0">
                <a:solidFill>
                  <a:srgbClr val="1E1E2A"/>
                </a:solidFill>
              </a:rPr>
              <a:t>→</a:t>
            </a:r>
            <a:endParaRPr lang="en-US" sz="2800" dirty="0"/>
          </a:p>
        </p:txBody>
      </p:sp>
      <p:sp>
        <p:nvSpPr>
          <p:cNvPr id="26" name="Shape 24"/>
          <p:cNvSpPr/>
          <p:nvPr/>
        </p:nvSpPr>
        <p:spPr>
          <a:xfrm>
            <a:off x="3657600" y="4983480"/>
            <a:ext cx="1828800" cy="914400"/>
          </a:xfrm>
          <a:prstGeom prst="roundRect">
            <a:avLst>
              <a:gd name="adj" fmla="val 12000"/>
            </a:avLst>
          </a:prstGeom>
          <a:solidFill>
            <a:srgbClr val="EDE8FF"/>
          </a:solidFill>
          <a:ln w="19050">
            <a:solidFill>
              <a:srgbClr val="4036ED"/>
            </a:solidFill>
            <a:prstDash val="solid"/>
          </a:ln>
        </p:spPr>
      </p:sp>
      <p:sp>
        <p:nvSpPr>
          <p:cNvPr id="27" name="Text 25"/>
          <p:cNvSpPr/>
          <p:nvPr/>
        </p:nvSpPr>
        <p:spPr>
          <a:xfrm>
            <a:off x="3657600" y="4983480"/>
            <a:ext cx="1828800" cy="914400"/>
          </a:xfrm>
          <a:prstGeom prst="rect">
            <a:avLst/>
          </a:prstGeom>
          <a:noFill/>
          <a:ln/>
        </p:spPr>
        <p:txBody>
          <a:bodyPr wrap="square" lIns="0" tIns="0" rIns="0" bIns="0" rtlCol="0" anchor="ctr"/>
          <a:lstStyle/>
          <a:p>
            <a:pPr marL="0" indent="0" algn="ctr">
              <a:buNone/>
            </a:pPr>
            <a:r>
              <a:rPr lang="en-US" sz="2400" b="1" dirty="0">
                <a:solidFill>
                  <a:srgbClr val="4036ED"/>
                </a:solidFill>
                <a:latin typeface="Malgun Gothic" pitchFamily="34" charset="0"/>
                <a:ea typeface="Malgun Gothic" pitchFamily="34" charset="-122"/>
                <a:cs typeface="Malgun Gothic" pitchFamily="34" charset="-120"/>
              </a:rPr>
              <a:t>ㅁ [m]</a:t>
            </a:r>
            <a:endParaRPr lang="en-US" sz="2400" dirty="0"/>
          </a:p>
        </p:txBody>
      </p:sp>
      <p:sp>
        <p:nvSpPr>
          <p:cNvPr id="28" name="Text 26"/>
          <p:cNvSpPr/>
          <p:nvPr/>
        </p:nvSpPr>
        <p:spPr>
          <a:xfrm>
            <a:off x="5486400" y="4983480"/>
            <a:ext cx="1828800" cy="914400"/>
          </a:xfrm>
          <a:prstGeom prst="rect">
            <a:avLst/>
          </a:prstGeom>
          <a:noFill/>
          <a:ln/>
        </p:spPr>
        <p:txBody>
          <a:bodyPr wrap="square" lIns="0" tIns="0" rIns="0" bIns="0" rtlCol="0" anchor="ctr"/>
          <a:lstStyle/>
          <a:p>
            <a:pPr marL="0" indent="0" algn="ctr">
              <a:buNone/>
            </a:pPr>
            <a:r>
              <a:rPr lang="en-US" sz="1300" b="1" i="1" dirty="0">
                <a:solidFill>
                  <a:srgbClr val="4A4A55"/>
                </a:solidFill>
                <a:latin typeface="Calibri" pitchFamily="34" charset="0"/>
                <a:ea typeface="Calibri" pitchFamily="34" charset="-122"/>
                <a:cs typeface="Calibri" pitchFamily="34" charset="-120"/>
              </a:rPr>
              <a:t>→ + ㄴ/ㅁ</a:t>
            </a:r>
            <a:endParaRPr lang="en-US" sz="1300" dirty="0"/>
          </a:p>
        </p:txBody>
      </p:sp>
      <p:sp>
        <p:nvSpPr>
          <p:cNvPr id="29" name="Text 27"/>
          <p:cNvSpPr/>
          <p:nvPr/>
        </p:nvSpPr>
        <p:spPr>
          <a:xfrm>
            <a:off x="7315200" y="4983480"/>
            <a:ext cx="1371600" cy="91440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입니다</a:t>
            </a:r>
            <a:endParaRPr lang="en-US" sz="2200" dirty="0"/>
          </a:p>
        </p:txBody>
      </p:sp>
      <p:sp>
        <p:nvSpPr>
          <p:cNvPr id="30" name="Text 28"/>
          <p:cNvSpPr/>
          <p:nvPr/>
        </p:nvSpPr>
        <p:spPr>
          <a:xfrm>
            <a:off x="8686800" y="4983480"/>
            <a:ext cx="1828800" cy="457200"/>
          </a:xfrm>
          <a:prstGeom prst="rect">
            <a:avLst/>
          </a:prstGeom>
          <a:noFill/>
          <a:ln/>
        </p:spPr>
        <p:txBody>
          <a:bodyPr wrap="square" lIns="0" tIns="0" rIns="0" bIns="0" rtlCol="0" anchor="b"/>
          <a:lstStyle/>
          <a:p>
            <a:pPr marL="0" indent="0" algn="ctr">
              <a:buNone/>
            </a:pPr>
            <a:r>
              <a:rPr lang="en-US" sz="1600" b="1" i="1" dirty="0">
                <a:solidFill>
                  <a:srgbClr val="FE6768"/>
                </a:solidFill>
                <a:latin typeface="Malgun Gothic" pitchFamily="34" charset="0"/>
                <a:ea typeface="Malgun Gothic" pitchFamily="34" charset="-122"/>
                <a:cs typeface="Malgun Gothic" pitchFamily="34" charset="-120"/>
              </a:rPr>
              <a:t>[임니다]</a:t>
            </a:r>
            <a:endParaRPr lang="en-US" sz="1600" dirty="0"/>
          </a:p>
        </p:txBody>
      </p:sp>
      <p:sp>
        <p:nvSpPr>
          <p:cNvPr id="31" name="Text 29"/>
          <p:cNvSpPr/>
          <p:nvPr/>
        </p:nvSpPr>
        <p:spPr>
          <a:xfrm>
            <a:off x="8686800" y="5440680"/>
            <a:ext cx="1828800" cy="457200"/>
          </a:xfrm>
          <a:prstGeom prst="rect">
            <a:avLst/>
          </a:prstGeom>
          <a:noFill/>
          <a:ln/>
        </p:spPr>
        <p:txBody>
          <a:bodyPr wrap="square" lIns="0" tIns="0" rIns="0" bIns="0" rtlCol="0" anchor="t"/>
          <a:lstStyle/>
          <a:p>
            <a:pPr marL="0" indent="0" algn="ctr">
              <a:buNone/>
            </a:pPr>
            <a:r>
              <a:rPr lang="en-US" sz="1100" i="1" dirty="0">
                <a:solidFill>
                  <a:srgbClr val="4A4A55"/>
                </a:solidFill>
                <a:latin typeface="Calibri" pitchFamily="34" charset="0"/>
                <a:ea typeface="Calibri" pitchFamily="34" charset="-122"/>
                <a:cs typeface="Calibri" pitchFamily="34" charset="-120"/>
              </a:rPr>
              <a:t>soy/es</a:t>
            </a:r>
            <a:endParaRPr lang="en-US" sz="1100" dirty="0"/>
          </a:p>
        </p:txBody>
      </p:sp>
      <p:sp>
        <p:nvSpPr>
          <p:cNvPr id="32" name="Text 30"/>
          <p:cNvSpPr/>
          <p:nvPr/>
        </p:nvSpPr>
        <p:spPr>
          <a:xfrm>
            <a:off x="640080" y="5943600"/>
            <a:ext cx="10911535" cy="365760"/>
          </a:xfrm>
          <a:prstGeom prst="rect">
            <a:avLst/>
          </a:prstGeom>
          <a:noFill/>
          <a:ln/>
        </p:spPr>
        <p:txBody>
          <a:bodyPr wrap="square" lIns="0" tIns="0" rIns="0" bIns="0" rtlCol="0" anchor="ctr"/>
          <a:lstStyle/>
          <a:p>
            <a:pPr marL="0" indent="0" algn="ctr">
              <a:buNone/>
            </a:pPr>
            <a:r>
              <a:rPr lang="en-US" sz="1200" b="1" i="1" dirty="0">
                <a:solidFill>
                  <a:srgbClr val="4036ED"/>
                </a:solidFill>
                <a:latin typeface="Calibri" pitchFamily="34" charset="0"/>
                <a:ea typeface="Calibri" pitchFamily="34" charset="-122"/>
                <a:cs typeface="Calibri" pitchFamily="34" charset="-120"/>
              </a:rPr>
              <a:t>Es la regla más frecuente en coreano hablado. La oirás todo el tiempo.</a:t>
            </a:r>
            <a:endParaRPr lang="en-US" sz="1200" dirty="0"/>
          </a:p>
        </p:txBody>
      </p:sp>
      <p:pic>
        <p:nvPicPr>
          <p:cNvPr id="33"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34" name="Text 31"/>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5" name="Text 32"/>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112</a:t>
            </a:r>
            <a:endParaRPr lang="en-US" sz="800" dirty="0"/>
          </a:p>
        </p:txBody>
      </p:sp>
    </p:spTree>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name="Slide 113">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§4.21</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Aspiración con ㅎ · 격음화</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Cuando ㅎ se encuentra con una consonante simple, la "infla" en aspirada.</a:t>
            </a:r>
            <a:endParaRPr lang="en-US" sz="1400" dirty="0"/>
          </a:p>
        </p:txBody>
      </p:sp>
      <p:sp>
        <p:nvSpPr>
          <p:cNvPr id="5" name="Shape 3"/>
          <p:cNvSpPr/>
          <p:nvPr/>
        </p:nvSpPr>
        <p:spPr>
          <a:xfrm>
            <a:off x="914400" y="2514600"/>
            <a:ext cx="2011680" cy="777240"/>
          </a:xfrm>
          <a:prstGeom prst="roundRect">
            <a:avLst>
              <a:gd name="adj" fmla="val 14118"/>
            </a:avLst>
          </a:prstGeom>
          <a:solidFill>
            <a:srgbClr val="FFE0E0"/>
          </a:solidFill>
          <a:ln w="19050">
            <a:solidFill>
              <a:srgbClr val="FE6768"/>
            </a:solidFill>
            <a:prstDash val="solid"/>
          </a:ln>
        </p:spPr>
      </p:sp>
      <p:sp>
        <p:nvSpPr>
          <p:cNvPr id="6" name="Text 4"/>
          <p:cNvSpPr/>
          <p:nvPr/>
        </p:nvSpPr>
        <p:spPr>
          <a:xfrm>
            <a:off x="914400" y="2514600"/>
            <a:ext cx="2011680" cy="777240"/>
          </a:xfrm>
          <a:prstGeom prst="rect">
            <a:avLst/>
          </a:prstGeom>
          <a:noFill/>
          <a:ln/>
        </p:spPr>
        <p:txBody>
          <a:bodyPr wrap="square" lIns="0" tIns="0" rIns="0" bIns="0" rtlCol="0" anchor="ctr"/>
          <a:lstStyle/>
          <a:p>
            <a:pPr marL="0" indent="0" algn="ctr">
              <a:buNone/>
            </a:pPr>
            <a:r>
              <a:rPr lang="en-US" sz="2200" b="1" dirty="0">
                <a:solidFill>
                  <a:srgbClr val="FE6768"/>
                </a:solidFill>
                <a:latin typeface="Malgun Gothic" pitchFamily="34" charset="0"/>
                <a:ea typeface="Malgun Gothic" pitchFamily="34" charset="-122"/>
                <a:cs typeface="Malgun Gothic" pitchFamily="34" charset="-120"/>
              </a:rPr>
              <a:t>ㄱ + ㅎ</a:t>
            </a:r>
            <a:endParaRPr lang="en-US" sz="2200" dirty="0"/>
          </a:p>
        </p:txBody>
      </p:sp>
      <p:sp>
        <p:nvSpPr>
          <p:cNvPr id="7" name="Text 5"/>
          <p:cNvSpPr/>
          <p:nvPr/>
        </p:nvSpPr>
        <p:spPr>
          <a:xfrm>
            <a:off x="2926080" y="2514600"/>
            <a:ext cx="914400" cy="777240"/>
          </a:xfrm>
          <a:prstGeom prst="rect">
            <a:avLst/>
          </a:prstGeom>
          <a:noFill/>
          <a:ln/>
        </p:spPr>
        <p:txBody>
          <a:bodyPr wrap="square" lIns="0" tIns="0" rIns="0" bIns="0" rtlCol="0" anchor="ctr"/>
          <a:lstStyle/>
          <a:p>
            <a:pPr marL="0" indent="0" algn="ctr">
              <a:buNone/>
            </a:pPr>
            <a:r>
              <a:rPr lang="en-US" sz="2400" dirty="0">
                <a:solidFill>
                  <a:srgbClr val="1E1E2A"/>
                </a:solidFill>
              </a:rPr>
              <a:t>→</a:t>
            </a:r>
            <a:endParaRPr lang="en-US" sz="2400" dirty="0"/>
          </a:p>
        </p:txBody>
      </p:sp>
      <p:sp>
        <p:nvSpPr>
          <p:cNvPr id="8" name="Shape 6"/>
          <p:cNvSpPr/>
          <p:nvPr/>
        </p:nvSpPr>
        <p:spPr>
          <a:xfrm>
            <a:off x="3840480" y="2514600"/>
            <a:ext cx="1371600" cy="777240"/>
          </a:xfrm>
          <a:prstGeom prst="roundRect">
            <a:avLst>
              <a:gd name="adj" fmla="val 14118"/>
            </a:avLst>
          </a:prstGeom>
          <a:solidFill>
            <a:srgbClr val="FFE0E0"/>
          </a:solidFill>
          <a:ln w="19050">
            <a:solidFill>
              <a:srgbClr val="FE6768"/>
            </a:solidFill>
            <a:prstDash val="solid"/>
          </a:ln>
        </p:spPr>
      </p:sp>
      <p:sp>
        <p:nvSpPr>
          <p:cNvPr id="9" name="Text 7"/>
          <p:cNvSpPr/>
          <p:nvPr/>
        </p:nvSpPr>
        <p:spPr>
          <a:xfrm>
            <a:off x="3840480" y="2514600"/>
            <a:ext cx="1371600" cy="77724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ㅋ</a:t>
            </a:r>
            <a:endParaRPr lang="en-US" sz="2800" dirty="0"/>
          </a:p>
        </p:txBody>
      </p:sp>
      <p:sp>
        <p:nvSpPr>
          <p:cNvPr id="10" name="Text 8"/>
          <p:cNvSpPr/>
          <p:nvPr/>
        </p:nvSpPr>
        <p:spPr>
          <a:xfrm>
            <a:off x="5486400" y="2514600"/>
            <a:ext cx="1828800" cy="77724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축하</a:t>
            </a:r>
            <a:endParaRPr lang="en-US" sz="2200" dirty="0"/>
          </a:p>
        </p:txBody>
      </p:sp>
      <p:sp>
        <p:nvSpPr>
          <p:cNvPr id="11" name="Text 9"/>
          <p:cNvSpPr/>
          <p:nvPr/>
        </p:nvSpPr>
        <p:spPr>
          <a:xfrm>
            <a:off x="7315200" y="2514600"/>
            <a:ext cx="365760" cy="777240"/>
          </a:xfrm>
          <a:prstGeom prst="rect">
            <a:avLst/>
          </a:prstGeom>
          <a:noFill/>
          <a:ln/>
        </p:spPr>
        <p:txBody>
          <a:bodyPr wrap="square" lIns="0" tIns="0" rIns="0" bIns="0" rtlCol="0" anchor="ctr"/>
          <a:lstStyle/>
          <a:p>
            <a:pPr marL="0" indent="0" algn="ctr">
              <a:buNone/>
            </a:pPr>
            <a:r>
              <a:rPr lang="en-US" sz="1800" dirty="0">
                <a:solidFill>
                  <a:srgbClr val="4A4A55"/>
                </a:solidFill>
              </a:rPr>
              <a:t>→</a:t>
            </a:r>
            <a:endParaRPr lang="en-US" sz="1800" dirty="0"/>
          </a:p>
        </p:txBody>
      </p:sp>
      <p:sp>
        <p:nvSpPr>
          <p:cNvPr id="12" name="Text 10"/>
          <p:cNvSpPr/>
          <p:nvPr/>
        </p:nvSpPr>
        <p:spPr>
          <a:xfrm>
            <a:off x="7680960" y="2514600"/>
            <a:ext cx="1645920" cy="411480"/>
          </a:xfrm>
          <a:prstGeom prst="rect">
            <a:avLst/>
          </a:prstGeom>
          <a:noFill/>
          <a:ln/>
        </p:spPr>
        <p:txBody>
          <a:bodyPr wrap="square" lIns="0" tIns="0" rIns="0" bIns="0" rtlCol="0" anchor="b"/>
          <a:lstStyle/>
          <a:p>
            <a:pPr marL="0" indent="0" algn="ctr">
              <a:buNone/>
            </a:pPr>
            <a:r>
              <a:rPr lang="en-US" sz="1600" b="1" i="1" dirty="0">
                <a:solidFill>
                  <a:srgbClr val="FE6768"/>
                </a:solidFill>
                <a:latin typeface="Malgun Gothic" pitchFamily="34" charset="0"/>
                <a:ea typeface="Malgun Gothic" pitchFamily="34" charset="-122"/>
                <a:cs typeface="Malgun Gothic" pitchFamily="34" charset="-120"/>
              </a:rPr>
              <a:t>[추카]</a:t>
            </a:r>
            <a:endParaRPr lang="en-US" sz="1600" dirty="0"/>
          </a:p>
        </p:txBody>
      </p:sp>
      <p:sp>
        <p:nvSpPr>
          <p:cNvPr id="13" name="Text 11"/>
          <p:cNvSpPr/>
          <p:nvPr/>
        </p:nvSpPr>
        <p:spPr>
          <a:xfrm>
            <a:off x="7680960" y="2926080"/>
            <a:ext cx="1645920" cy="365760"/>
          </a:xfrm>
          <a:prstGeom prst="rect">
            <a:avLst/>
          </a:prstGeom>
          <a:noFill/>
          <a:ln/>
        </p:spPr>
        <p:txBody>
          <a:bodyPr wrap="square" lIns="0" tIns="0" rIns="0" bIns="0" rtlCol="0" anchor="t"/>
          <a:lstStyle/>
          <a:p>
            <a:pPr marL="0" indent="0" algn="ctr">
              <a:buNone/>
            </a:pPr>
            <a:r>
              <a:rPr lang="en-US" sz="1100" i="1" dirty="0">
                <a:solidFill>
                  <a:srgbClr val="4A4A55"/>
                </a:solidFill>
                <a:latin typeface="Calibri" pitchFamily="34" charset="0"/>
                <a:ea typeface="Calibri" pitchFamily="34" charset="-122"/>
                <a:cs typeface="Calibri" pitchFamily="34" charset="-120"/>
              </a:rPr>
              <a:t>felicitaciones</a:t>
            </a:r>
            <a:endParaRPr lang="en-US" sz="1100" dirty="0"/>
          </a:p>
        </p:txBody>
      </p:sp>
      <p:sp>
        <p:nvSpPr>
          <p:cNvPr id="14" name="Shape 12"/>
          <p:cNvSpPr/>
          <p:nvPr/>
        </p:nvSpPr>
        <p:spPr>
          <a:xfrm>
            <a:off x="914400" y="3429000"/>
            <a:ext cx="2011680" cy="777240"/>
          </a:xfrm>
          <a:prstGeom prst="roundRect">
            <a:avLst>
              <a:gd name="adj" fmla="val 14118"/>
            </a:avLst>
          </a:prstGeom>
          <a:solidFill>
            <a:srgbClr val="FFE0E0"/>
          </a:solidFill>
          <a:ln w="19050">
            <a:solidFill>
              <a:srgbClr val="FE6768"/>
            </a:solidFill>
            <a:prstDash val="solid"/>
          </a:ln>
        </p:spPr>
      </p:sp>
      <p:sp>
        <p:nvSpPr>
          <p:cNvPr id="15" name="Text 13"/>
          <p:cNvSpPr/>
          <p:nvPr/>
        </p:nvSpPr>
        <p:spPr>
          <a:xfrm>
            <a:off x="914400" y="3429000"/>
            <a:ext cx="2011680" cy="777240"/>
          </a:xfrm>
          <a:prstGeom prst="rect">
            <a:avLst/>
          </a:prstGeom>
          <a:noFill/>
          <a:ln/>
        </p:spPr>
        <p:txBody>
          <a:bodyPr wrap="square" lIns="0" tIns="0" rIns="0" bIns="0" rtlCol="0" anchor="ctr"/>
          <a:lstStyle/>
          <a:p>
            <a:pPr marL="0" indent="0" algn="ctr">
              <a:buNone/>
            </a:pPr>
            <a:r>
              <a:rPr lang="en-US" sz="2200" b="1" dirty="0">
                <a:solidFill>
                  <a:srgbClr val="FE6768"/>
                </a:solidFill>
                <a:latin typeface="Malgun Gothic" pitchFamily="34" charset="0"/>
                <a:ea typeface="Malgun Gothic" pitchFamily="34" charset="-122"/>
                <a:cs typeface="Malgun Gothic" pitchFamily="34" charset="-120"/>
              </a:rPr>
              <a:t>ㄷ + ㅎ</a:t>
            </a:r>
            <a:endParaRPr lang="en-US" sz="2200" dirty="0"/>
          </a:p>
        </p:txBody>
      </p:sp>
      <p:sp>
        <p:nvSpPr>
          <p:cNvPr id="16" name="Text 14"/>
          <p:cNvSpPr/>
          <p:nvPr/>
        </p:nvSpPr>
        <p:spPr>
          <a:xfrm>
            <a:off x="2926080" y="3429000"/>
            <a:ext cx="914400" cy="777240"/>
          </a:xfrm>
          <a:prstGeom prst="rect">
            <a:avLst/>
          </a:prstGeom>
          <a:noFill/>
          <a:ln/>
        </p:spPr>
        <p:txBody>
          <a:bodyPr wrap="square" lIns="0" tIns="0" rIns="0" bIns="0" rtlCol="0" anchor="ctr"/>
          <a:lstStyle/>
          <a:p>
            <a:pPr marL="0" indent="0" algn="ctr">
              <a:buNone/>
            </a:pPr>
            <a:r>
              <a:rPr lang="en-US" sz="2400" dirty="0">
                <a:solidFill>
                  <a:srgbClr val="1E1E2A"/>
                </a:solidFill>
              </a:rPr>
              <a:t>→</a:t>
            </a:r>
            <a:endParaRPr lang="en-US" sz="2400" dirty="0"/>
          </a:p>
        </p:txBody>
      </p:sp>
      <p:sp>
        <p:nvSpPr>
          <p:cNvPr id="17" name="Shape 15"/>
          <p:cNvSpPr/>
          <p:nvPr/>
        </p:nvSpPr>
        <p:spPr>
          <a:xfrm>
            <a:off x="3840480" y="3429000"/>
            <a:ext cx="1371600" cy="777240"/>
          </a:xfrm>
          <a:prstGeom prst="roundRect">
            <a:avLst>
              <a:gd name="adj" fmla="val 14118"/>
            </a:avLst>
          </a:prstGeom>
          <a:solidFill>
            <a:srgbClr val="FFE0E0"/>
          </a:solidFill>
          <a:ln w="19050">
            <a:solidFill>
              <a:srgbClr val="FE6768"/>
            </a:solidFill>
            <a:prstDash val="solid"/>
          </a:ln>
        </p:spPr>
      </p:sp>
      <p:sp>
        <p:nvSpPr>
          <p:cNvPr id="18" name="Text 16"/>
          <p:cNvSpPr/>
          <p:nvPr/>
        </p:nvSpPr>
        <p:spPr>
          <a:xfrm>
            <a:off x="3840480" y="3429000"/>
            <a:ext cx="1371600" cy="77724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ㅌ</a:t>
            </a:r>
            <a:endParaRPr lang="en-US" sz="2800" dirty="0"/>
          </a:p>
        </p:txBody>
      </p:sp>
      <p:sp>
        <p:nvSpPr>
          <p:cNvPr id="19" name="Text 17"/>
          <p:cNvSpPr/>
          <p:nvPr/>
        </p:nvSpPr>
        <p:spPr>
          <a:xfrm>
            <a:off x="5486400" y="3429000"/>
            <a:ext cx="1828800" cy="77724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맏형</a:t>
            </a:r>
            <a:endParaRPr lang="en-US" sz="2200" dirty="0"/>
          </a:p>
        </p:txBody>
      </p:sp>
      <p:sp>
        <p:nvSpPr>
          <p:cNvPr id="20" name="Text 18"/>
          <p:cNvSpPr/>
          <p:nvPr/>
        </p:nvSpPr>
        <p:spPr>
          <a:xfrm>
            <a:off x="7315200" y="3429000"/>
            <a:ext cx="365760" cy="777240"/>
          </a:xfrm>
          <a:prstGeom prst="rect">
            <a:avLst/>
          </a:prstGeom>
          <a:noFill/>
          <a:ln/>
        </p:spPr>
        <p:txBody>
          <a:bodyPr wrap="square" lIns="0" tIns="0" rIns="0" bIns="0" rtlCol="0" anchor="ctr"/>
          <a:lstStyle/>
          <a:p>
            <a:pPr marL="0" indent="0" algn="ctr">
              <a:buNone/>
            </a:pPr>
            <a:r>
              <a:rPr lang="en-US" sz="1800" dirty="0">
                <a:solidFill>
                  <a:srgbClr val="4A4A55"/>
                </a:solidFill>
              </a:rPr>
              <a:t>→</a:t>
            </a:r>
            <a:endParaRPr lang="en-US" sz="1800" dirty="0"/>
          </a:p>
        </p:txBody>
      </p:sp>
      <p:sp>
        <p:nvSpPr>
          <p:cNvPr id="21" name="Text 19"/>
          <p:cNvSpPr/>
          <p:nvPr/>
        </p:nvSpPr>
        <p:spPr>
          <a:xfrm>
            <a:off x="7680960" y="3429000"/>
            <a:ext cx="1645920" cy="411480"/>
          </a:xfrm>
          <a:prstGeom prst="rect">
            <a:avLst/>
          </a:prstGeom>
          <a:noFill/>
          <a:ln/>
        </p:spPr>
        <p:txBody>
          <a:bodyPr wrap="square" lIns="0" tIns="0" rIns="0" bIns="0" rtlCol="0" anchor="b"/>
          <a:lstStyle/>
          <a:p>
            <a:pPr marL="0" indent="0" algn="ctr">
              <a:buNone/>
            </a:pPr>
            <a:r>
              <a:rPr lang="en-US" sz="1600" b="1" i="1" dirty="0">
                <a:solidFill>
                  <a:srgbClr val="FE6768"/>
                </a:solidFill>
                <a:latin typeface="Malgun Gothic" pitchFamily="34" charset="0"/>
                <a:ea typeface="Malgun Gothic" pitchFamily="34" charset="-122"/>
                <a:cs typeface="Malgun Gothic" pitchFamily="34" charset="-120"/>
              </a:rPr>
              <a:t>[마텽]</a:t>
            </a:r>
            <a:endParaRPr lang="en-US" sz="1600" dirty="0"/>
          </a:p>
        </p:txBody>
      </p:sp>
      <p:sp>
        <p:nvSpPr>
          <p:cNvPr id="22" name="Text 20"/>
          <p:cNvSpPr/>
          <p:nvPr/>
        </p:nvSpPr>
        <p:spPr>
          <a:xfrm>
            <a:off x="7680960" y="3840480"/>
            <a:ext cx="1645920" cy="365760"/>
          </a:xfrm>
          <a:prstGeom prst="rect">
            <a:avLst/>
          </a:prstGeom>
          <a:noFill/>
          <a:ln/>
        </p:spPr>
        <p:txBody>
          <a:bodyPr wrap="square" lIns="0" tIns="0" rIns="0" bIns="0" rtlCol="0" anchor="t"/>
          <a:lstStyle/>
          <a:p>
            <a:pPr marL="0" indent="0" algn="ctr">
              <a:buNone/>
            </a:pPr>
            <a:r>
              <a:rPr lang="en-US" sz="1100" i="1" dirty="0">
                <a:solidFill>
                  <a:srgbClr val="4A4A55"/>
                </a:solidFill>
                <a:latin typeface="Calibri" pitchFamily="34" charset="0"/>
                <a:ea typeface="Calibri" pitchFamily="34" charset="-122"/>
                <a:cs typeface="Calibri" pitchFamily="34" charset="-120"/>
              </a:rPr>
              <a:t>hermano mayor</a:t>
            </a:r>
            <a:endParaRPr lang="en-US" sz="1100" dirty="0"/>
          </a:p>
        </p:txBody>
      </p:sp>
      <p:sp>
        <p:nvSpPr>
          <p:cNvPr id="23" name="Shape 21"/>
          <p:cNvSpPr/>
          <p:nvPr/>
        </p:nvSpPr>
        <p:spPr>
          <a:xfrm>
            <a:off x="914400" y="4343400"/>
            <a:ext cx="2011680" cy="777240"/>
          </a:xfrm>
          <a:prstGeom prst="roundRect">
            <a:avLst>
              <a:gd name="adj" fmla="val 14118"/>
            </a:avLst>
          </a:prstGeom>
          <a:solidFill>
            <a:srgbClr val="FFE0E0"/>
          </a:solidFill>
          <a:ln w="19050">
            <a:solidFill>
              <a:srgbClr val="FE6768"/>
            </a:solidFill>
            <a:prstDash val="solid"/>
          </a:ln>
        </p:spPr>
      </p:sp>
      <p:sp>
        <p:nvSpPr>
          <p:cNvPr id="24" name="Text 22"/>
          <p:cNvSpPr/>
          <p:nvPr/>
        </p:nvSpPr>
        <p:spPr>
          <a:xfrm>
            <a:off x="914400" y="4343400"/>
            <a:ext cx="2011680" cy="777240"/>
          </a:xfrm>
          <a:prstGeom prst="rect">
            <a:avLst/>
          </a:prstGeom>
          <a:noFill/>
          <a:ln/>
        </p:spPr>
        <p:txBody>
          <a:bodyPr wrap="square" lIns="0" tIns="0" rIns="0" bIns="0" rtlCol="0" anchor="ctr"/>
          <a:lstStyle/>
          <a:p>
            <a:pPr marL="0" indent="0" algn="ctr">
              <a:buNone/>
            </a:pPr>
            <a:r>
              <a:rPr lang="en-US" sz="2200" b="1" dirty="0">
                <a:solidFill>
                  <a:srgbClr val="FE6768"/>
                </a:solidFill>
                <a:latin typeface="Malgun Gothic" pitchFamily="34" charset="0"/>
                <a:ea typeface="Malgun Gothic" pitchFamily="34" charset="-122"/>
                <a:cs typeface="Malgun Gothic" pitchFamily="34" charset="-120"/>
              </a:rPr>
              <a:t>ㅂ + ㅎ</a:t>
            </a:r>
            <a:endParaRPr lang="en-US" sz="2200" dirty="0"/>
          </a:p>
        </p:txBody>
      </p:sp>
      <p:sp>
        <p:nvSpPr>
          <p:cNvPr id="25" name="Text 23"/>
          <p:cNvSpPr/>
          <p:nvPr/>
        </p:nvSpPr>
        <p:spPr>
          <a:xfrm>
            <a:off x="2926080" y="4343400"/>
            <a:ext cx="914400" cy="777240"/>
          </a:xfrm>
          <a:prstGeom prst="rect">
            <a:avLst/>
          </a:prstGeom>
          <a:noFill/>
          <a:ln/>
        </p:spPr>
        <p:txBody>
          <a:bodyPr wrap="square" lIns="0" tIns="0" rIns="0" bIns="0" rtlCol="0" anchor="ctr"/>
          <a:lstStyle/>
          <a:p>
            <a:pPr marL="0" indent="0" algn="ctr">
              <a:buNone/>
            </a:pPr>
            <a:r>
              <a:rPr lang="en-US" sz="2400" dirty="0">
                <a:solidFill>
                  <a:srgbClr val="1E1E2A"/>
                </a:solidFill>
              </a:rPr>
              <a:t>→</a:t>
            </a:r>
            <a:endParaRPr lang="en-US" sz="2400" dirty="0"/>
          </a:p>
        </p:txBody>
      </p:sp>
      <p:sp>
        <p:nvSpPr>
          <p:cNvPr id="26" name="Shape 24"/>
          <p:cNvSpPr/>
          <p:nvPr/>
        </p:nvSpPr>
        <p:spPr>
          <a:xfrm>
            <a:off x="3840480" y="4343400"/>
            <a:ext cx="1371600" cy="777240"/>
          </a:xfrm>
          <a:prstGeom prst="roundRect">
            <a:avLst>
              <a:gd name="adj" fmla="val 14118"/>
            </a:avLst>
          </a:prstGeom>
          <a:solidFill>
            <a:srgbClr val="FFE0E0"/>
          </a:solidFill>
          <a:ln w="19050">
            <a:solidFill>
              <a:srgbClr val="FE6768"/>
            </a:solidFill>
            <a:prstDash val="solid"/>
          </a:ln>
        </p:spPr>
      </p:sp>
      <p:sp>
        <p:nvSpPr>
          <p:cNvPr id="27" name="Text 25"/>
          <p:cNvSpPr/>
          <p:nvPr/>
        </p:nvSpPr>
        <p:spPr>
          <a:xfrm>
            <a:off x="3840480" y="4343400"/>
            <a:ext cx="1371600" cy="77724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ㅍ</a:t>
            </a:r>
            <a:endParaRPr lang="en-US" sz="2800" dirty="0"/>
          </a:p>
        </p:txBody>
      </p:sp>
      <p:sp>
        <p:nvSpPr>
          <p:cNvPr id="28" name="Text 26"/>
          <p:cNvSpPr/>
          <p:nvPr/>
        </p:nvSpPr>
        <p:spPr>
          <a:xfrm>
            <a:off x="5486400" y="4343400"/>
            <a:ext cx="1828800" cy="77724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입학</a:t>
            </a:r>
            <a:endParaRPr lang="en-US" sz="2200" dirty="0"/>
          </a:p>
        </p:txBody>
      </p:sp>
      <p:sp>
        <p:nvSpPr>
          <p:cNvPr id="29" name="Text 27"/>
          <p:cNvSpPr/>
          <p:nvPr/>
        </p:nvSpPr>
        <p:spPr>
          <a:xfrm>
            <a:off x="7315200" y="4343400"/>
            <a:ext cx="365760" cy="777240"/>
          </a:xfrm>
          <a:prstGeom prst="rect">
            <a:avLst/>
          </a:prstGeom>
          <a:noFill/>
          <a:ln/>
        </p:spPr>
        <p:txBody>
          <a:bodyPr wrap="square" lIns="0" tIns="0" rIns="0" bIns="0" rtlCol="0" anchor="ctr"/>
          <a:lstStyle/>
          <a:p>
            <a:pPr marL="0" indent="0" algn="ctr">
              <a:buNone/>
            </a:pPr>
            <a:r>
              <a:rPr lang="en-US" sz="1800" dirty="0">
                <a:solidFill>
                  <a:srgbClr val="4A4A55"/>
                </a:solidFill>
              </a:rPr>
              <a:t>→</a:t>
            </a:r>
            <a:endParaRPr lang="en-US" sz="1800" dirty="0"/>
          </a:p>
        </p:txBody>
      </p:sp>
      <p:sp>
        <p:nvSpPr>
          <p:cNvPr id="30" name="Text 28"/>
          <p:cNvSpPr/>
          <p:nvPr/>
        </p:nvSpPr>
        <p:spPr>
          <a:xfrm>
            <a:off x="7680960" y="4343400"/>
            <a:ext cx="1645920" cy="411480"/>
          </a:xfrm>
          <a:prstGeom prst="rect">
            <a:avLst/>
          </a:prstGeom>
          <a:noFill/>
          <a:ln/>
        </p:spPr>
        <p:txBody>
          <a:bodyPr wrap="square" lIns="0" tIns="0" rIns="0" bIns="0" rtlCol="0" anchor="b"/>
          <a:lstStyle/>
          <a:p>
            <a:pPr marL="0" indent="0" algn="ctr">
              <a:buNone/>
            </a:pPr>
            <a:r>
              <a:rPr lang="en-US" sz="1600" b="1" i="1" dirty="0">
                <a:solidFill>
                  <a:srgbClr val="FE6768"/>
                </a:solidFill>
                <a:latin typeface="Malgun Gothic" pitchFamily="34" charset="0"/>
                <a:ea typeface="Malgun Gothic" pitchFamily="34" charset="-122"/>
                <a:cs typeface="Malgun Gothic" pitchFamily="34" charset="-120"/>
              </a:rPr>
              <a:t>[이팍]</a:t>
            </a:r>
            <a:endParaRPr lang="en-US" sz="1600" dirty="0"/>
          </a:p>
        </p:txBody>
      </p:sp>
      <p:sp>
        <p:nvSpPr>
          <p:cNvPr id="31" name="Text 29"/>
          <p:cNvSpPr/>
          <p:nvPr/>
        </p:nvSpPr>
        <p:spPr>
          <a:xfrm>
            <a:off x="7680960" y="4754880"/>
            <a:ext cx="1645920" cy="365760"/>
          </a:xfrm>
          <a:prstGeom prst="rect">
            <a:avLst/>
          </a:prstGeom>
          <a:noFill/>
          <a:ln/>
        </p:spPr>
        <p:txBody>
          <a:bodyPr wrap="square" lIns="0" tIns="0" rIns="0" bIns="0" rtlCol="0" anchor="t"/>
          <a:lstStyle/>
          <a:p>
            <a:pPr marL="0" indent="0" algn="ctr">
              <a:buNone/>
            </a:pPr>
            <a:r>
              <a:rPr lang="en-US" sz="1100" i="1" dirty="0">
                <a:solidFill>
                  <a:srgbClr val="4A4A55"/>
                </a:solidFill>
                <a:latin typeface="Calibri" pitchFamily="34" charset="0"/>
                <a:ea typeface="Calibri" pitchFamily="34" charset="-122"/>
                <a:cs typeface="Calibri" pitchFamily="34" charset="-120"/>
              </a:rPr>
              <a:t>admisión</a:t>
            </a:r>
            <a:endParaRPr lang="en-US" sz="1100" dirty="0"/>
          </a:p>
        </p:txBody>
      </p:sp>
      <p:sp>
        <p:nvSpPr>
          <p:cNvPr id="32" name="Shape 30"/>
          <p:cNvSpPr/>
          <p:nvPr/>
        </p:nvSpPr>
        <p:spPr>
          <a:xfrm>
            <a:off x="914400" y="5257800"/>
            <a:ext cx="2011680" cy="777240"/>
          </a:xfrm>
          <a:prstGeom prst="roundRect">
            <a:avLst>
              <a:gd name="adj" fmla="val 14118"/>
            </a:avLst>
          </a:prstGeom>
          <a:solidFill>
            <a:srgbClr val="FFE0E0"/>
          </a:solidFill>
          <a:ln w="19050">
            <a:solidFill>
              <a:srgbClr val="FE6768"/>
            </a:solidFill>
            <a:prstDash val="solid"/>
          </a:ln>
        </p:spPr>
      </p:sp>
      <p:sp>
        <p:nvSpPr>
          <p:cNvPr id="33" name="Text 31"/>
          <p:cNvSpPr/>
          <p:nvPr/>
        </p:nvSpPr>
        <p:spPr>
          <a:xfrm>
            <a:off x="914400" y="5257800"/>
            <a:ext cx="2011680" cy="777240"/>
          </a:xfrm>
          <a:prstGeom prst="rect">
            <a:avLst/>
          </a:prstGeom>
          <a:noFill/>
          <a:ln/>
        </p:spPr>
        <p:txBody>
          <a:bodyPr wrap="square" lIns="0" tIns="0" rIns="0" bIns="0" rtlCol="0" anchor="ctr"/>
          <a:lstStyle/>
          <a:p>
            <a:pPr marL="0" indent="0" algn="ctr">
              <a:buNone/>
            </a:pPr>
            <a:r>
              <a:rPr lang="en-US" sz="2200" b="1" dirty="0">
                <a:solidFill>
                  <a:srgbClr val="FE6768"/>
                </a:solidFill>
                <a:latin typeface="Malgun Gothic" pitchFamily="34" charset="0"/>
                <a:ea typeface="Malgun Gothic" pitchFamily="34" charset="-122"/>
                <a:cs typeface="Malgun Gothic" pitchFamily="34" charset="-120"/>
              </a:rPr>
              <a:t>ㅈ + ㅎ</a:t>
            </a:r>
            <a:endParaRPr lang="en-US" sz="2200" dirty="0"/>
          </a:p>
        </p:txBody>
      </p:sp>
      <p:sp>
        <p:nvSpPr>
          <p:cNvPr id="34" name="Text 32"/>
          <p:cNvSpPr/>
          <p:nvPr/>
        </p:nvSpPr>
        <p:spPr>
          <a:xfrm>
            <a:off x="2926080" y="5257800"/>
            <a:ext cx="914400" cy="777240"/>
          </a:xfrm>
          <a:prstGeom prst="rect">
            <a:avLst/>
          </a:prstGeom>
          <a:noFill/>
          <a:ln/>
        </p:spPr>
        <p:txBody>
          <a:bodyPr wrap="square" lIns="0" tIns="0" rIns="0" bIns="0" rtlCol="0" anchor="ctr"/>
          <a:lstStyle/>
          <a:p>
            <a:pPr marL="0" indent="0" algn="ctr">
              <a:buNone/>
            </a:pPr>
            <a:r>
              <a:rPr lang="en-US" sz="2400" dirty="0">
                <a:solidFill>
                  <a:srgbClr val="1E1E2A"/>
                </a:solidFill>
              </a:rPr>
              <a:t>→</a:t>
            </a:r>
            <a:endParaRPr lang="en-US" sz="2400" dirty="0"/>
          </a:p>
        </p:txBody>
      </p:sp>
      <p:sp>
        <p:nvSpPr>
          <p:cNvPr id="35" name="Shape 33"/>
          <p:cNvSpPr/>
          <p:nvPr/>
        </p:nvSpPr>
        <p:spPr>
          <a:xfrm>
            <a:off x="3840480" y="5257800"/>
            <a:ext cx="1371600" cy="777240"/>
          </a:xfrm>
          <a:prstGeom prst="roundRect">
            <a:avLst>
              <a:gd name="adj" fmla="val 14118"/>
            </a:avLst>
          </a:prstGeom>
          <a:solidFill>
            <a:srgbClr val="FFE0E0"/>
          </a:solidFill>
          <a:ln w="19050">
            <a:solidFill>
              <a:srgbClr val="FE6768"/>
            </a:solidFill>
            <a:prstDash val="solid"/>
          </a:ln>
        </p:spPr>
      </p:sp>
      <p:sp>
        <p:nvSpPr>
          <p:cNvPr id="36" name="Text 34"/>
          <p:cNvSpPr/>
          <p:nvPr/>
        </p:nvSpPr>
        <p:spPr>
          <a:xfrm>
            <a:off x="3840480" y="5257800"/>
            <a:ext cx="1371600" cy="77724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ㅊ</a:t>
            </a:r>
            <a:endParaRPr lang="en-US" sz="2800" dirty="0"/>
          </a:p>
        </p:txBody>
      </p:sp>
      <p:sp>
        <p:nvSpPr>
          <p:cNvPr id="37" name="Text 35"/>
          <p:cNvSpPr/>
          <p:nvPr/>
        </p:nvSpPr>
        <p:spPr>
          <a:xfrm>
            <a:off x="5486400" y="5257800"/>
            <a:ext cx="1828800" cy="77724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맞히다</a:t>
            </a:r>
            <a:endParaRPr lang="en-US" sz="2200" dirty="0"/>
          </a:p>
        </p:txBody>
      </p:sp>
      <p:sp>
        <p:nvSpPr>
          <p:cNvPr id="38" name="Text 36"/>
          <p:cNvSpPr/>
          <p:nvPr/>
        </p:nvSpPr>
        <p:spPr>
          <a:xfrm>
            <a:off x="7315200" y="5257800"/>
            <a:ext cx="365760" cy="777240"/>
          </a:xfrm>
          <a:prstGeom prst="rect">
            <a:avLst/>
          </a:prstGeom>
          <a:noFill/>
          <a:ln/>
        </p:spPr>
        <p:txBody>
          <a:bodyPr wrap="square" lIns="0" tIns="0" rIns="0" bIns="0" rtlCol="0" anchor="ctr"/>
          <a:lstStyle/>
          <a:p>
            <a:pPr marL="0" indent="0" algn="ctr">
              <a:buNone/>
            </a:pPr>
            <a:r>
              <a:rPr lang="en-US" sz="1800" dirty="0">
                <a:solidFill>
                  <a:srgbClr val="4A4A55"/>
                </a:solidFill>
              </a:rPr>
              <a:t>→</a:t>
            </a:r>
            <a:endParaRPr lang="en-US" sz="1800" dirty="0"/>
          </a:p>
        </p:txBody>
      </p:sp>
      <p:sp>
        <p:nvSpPr>
          <p:cNvPr id="39" name="Text 37"/>
          <p:cNvSpPr/>
          <p:nvPr/>
        </p:nvSpPr>
        <p:spPr>
          <a:xfrm>
            <a:off x="7680960" y="5257800"/>
            <a:ext cx="1645920" cy="411480"/>
          </a:xfrm>
          <a:prstGeom prst="rect">
            <a:avLst/>
          </a:prstGeom>
          <a:noFill/>
          <a:ln/>
        </p:spPr>
        <p:txBody>
          <a:bodyPr wrap="square" lIns="0" tIns="0" rIns="0" bIns="0" rtlCol="0" anchor="b"/>
          <a:lstStyle/>
          <a:p>
            <a:pPr marL="0" indent="0" algn="ctr">
              <a:buNone/>
            </a:pPr>
            <a:r>
              <a:rPr lang="en-US" sz="1600" b="1" i="1" dirty="0">
                <a:solidFill>
                  <a:srgbClr val="FE6768"/>
                </a:solidFill>
                <a:latin typeface="Malgun Gothic" pitchFamily="34" charset="0"/>
                <a:ea typeface="Malgun Gothic" pitchFamily="34" charset="-122"/>
                <a:cs typeface="Malgun Gothic" pitchFamily="34" charset="-120"/>
              </a:rPr>
              <a:t>[마치다]</a:t>
            </a:r>
            <a:endParaRPr lang="en-US" sz="1600" dirty="0"/>
          </a:p>
        </p:txBody>
      </p:sp>
      <p:sp>
        <p:nvSpPr>
          <p:cNvPr id="40" name="Text 38"/>
          <p:cNvSpPr/>
          <p:nvPr/>
        </p:nvSpPr>
        <p:spPr>
          <a:xfrm>
            <a:off x="7680960" y="5669280"/>
            <a:ext cx="1645920" cy="365760"/>
          </a:xfrm>
          <a:prstGeom prst="rect">
            <a:avLst/>
          </a:prstGeom>
          <a:noFill/>
          <a:ln/>
        </p:spPr>
        <p:txBody>
          <a:bodyPr wrap="square" lIns="0" tIns="0" rIns="0" bIns="0" rtlCol="0" anchor="t"/>
          <a:lstStyle/>
          <a:p>
            <a:pPr marL="0" indent="0" algn="ctr">
              <a:buNone/>
            </a:pPr>
            <a:r>
              <a:rPr lang="en-US" sz="1100" i="1" dirty="0">
                <a:solidFill>
                  <a:srgbClr val="4A4A55"/>
                </a:solidFill>
                <a:latin typeface="Calibri" pitchFamily="34" charset="0"/>
                <a:ea typeface="Calibri" pitchFamily="34" charset="-122"/>
                <a:cs typeface="Calibri" pitchFamily="34" charset="-120"/>
              </a:rPr>
              <a:t>acertar</a:t>
            </a:r>
            <a:endParaRPr lang="en-US" sz="1100" dirty="0"/>
          </a:p>
        </p:txBody>
      </p:sp>
      <p:sp>
        <p:nvSpPr>
          <p:cNvPr id="41" name="Text 39"/>
          <p:cNvSpPr/>
          <p:nvPr/>
        </p:nvSpPr>
        <p:spPr>
          <a:xfrm>
            <a:off x="640080" y="5943600"/>
            <a:ext cx="10911535" cy="365760"/>
          </a:xfrm>
          <a:prstGeom prst="rect">
            <a:avLst/>
          </a:prstGeom>
          <a:noFill/>
          <a:ln/>
        </p:spPr>
        <p:txBody>
          <a:bodyPr wrap="square" lIns="0" tIns="0" rIns="0" bIns="0" rtlCol="0" anchor="ctr"/>
          <a:lstStyle/>
          <a:p>
            <a:pPr marL="0" indent="0" algn="ctr">
              <a:buNone/>
            </a:pPr>
            <a:r>
              <a:rPr lang="en-US" sz="1200" b="1" i="1" dirty="0">
                <a:solidFill>
                  <a:srgbClr val="4036ED"/>
                </a:solidFill>
                <a:latin typeface="Calibri" pitchFamily="34" charset="0"/>
                <a:ea typeface="Calibri" pitchFamily="34" charset="-122"/>
                <a:cs typeface="Calibri" pitchFamily="34" charset="-120"/>
              </a:rPr>
              <a:t>La ㅎ "se mezcla" con la consonante anterior y la convierte en aspirada.</a:t>
            </a:r>
            <a:endParaRPr lang="en-US" sz="1200" dirty="0"/>
          </a:p>
        </p:txBody>
      </p:sp>
      <p:pic>
        <p:nvPicPr>
          <p:cNvPr id="42"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43" name="Text 40"/>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44" name="Text 41"/>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113</a:t>
            </a:r>
            <a:endParaRPr lang="en-US" sz="800" dirty="0"/>
          </a:p>
        </p:txBody>
      </p:sp>
    </p:spTree>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name="Slide 114">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§4.22</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Otras reglas comunes</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Tres reglas adicionales que escucharás todo el tiempo.</a:t>
            </a:r>
            <a:endParaRPr lang="en-US" sz="1400" dirty="0"/>
          </a:p>
        </p:txBody>
      </p:sp>
      <p:sp>
        <p:nvSpPr>
          <p:cNvPr id="5" name="Shape 3"/>
          <p:cNvSpPr/>
          <p:nvPr/>
        </p:nvSpPr>
        <p:spPr>
          <a:xfrm>
            <a:off x="640080" y="2514600"/>
            <a:ext cx="3108960" cy="1097280"/>
          </a:xfrm>
          <a:prstGeom prst="roundRect">
            <a:avLst>
              <a:gd name="adj" fmla="val 10000"/>
            </a:avLst>
          </a:prstGeom>
          <a:solidFill>
            <a:srgbClr val="4036ED"/>
          </a:solidFill>
          <a:ln w="12700">
            <a:solidFill>
              <a:srgbClr val="4036ED"/>
            </a:solidFill>
            <a:prstDash val="solid"/>
          </a:ln>
        </p:spPr>
      </p:sp>
      <p:sp>
        <p:nvSpPr>
          <p:cNvPr id="6" name="Text 4"/>
          <p:cNvSpPr/>
          <p:nvPr/>
        </p:nvSpPr>
        <p:spPr>
          <a:xfrm>
            <a:off x="822960" y="2651760"/>
            <a:ext cx="2743200" cy="411480"/>
          </a:xfrm>
          <a:prstGeom prst="rect">
            <a:avLst/>
          </a:prstGeom>
          <a:noFill/>
          <a:ln/>
        </p:spPr>
        <p:txBody>
          <a:bodyPr wrap="square" lIns="0" tIns="0" rIns="0" bIns="0" rtlCol="0" anchor="ctr"/>
          <a:lstStyle/>
          <a:p>
            <a:pPr marL="0" indent="0">
              <a:buNone/>
            </a:pPr>
            <a:r>
              <a:rPr lang="en-US" sz="1700" b="1" kern="0" spc="200" dirty="0">
                <a:solidFill>
                  <a:srgbClr val="F6F6F6"/>
                </a:solidFill>
                <a:latin typeface="Calibri" pitchFamily="34" charset="0"/>
                <a:ea typeface="Calibri" pitchFamily="34" charset="-122"/>
                <a:cs typeface="Calibri" pitchFamily="34" charset="-120"/>
              </a:rPr>
              <a:t>Tensificación</a:t>
            </a:r>
            <a:endParaRPr lang="en-US" sz="1700" dirty="0"/>
          </a:p>
        </p:txBody>
      </p:sp>
      <p:sp>
        <p:nvSpPr>
          <p:cNvPr id="7" name="Text 5"/>
          <p:cNvSpPr/>
          <p:nvPr/>
        </p:nvSpPr>
        <p:spPr>
          <a:xfrm>
            <a:off x="822960" y="3063240"/>
            <a:ext cx="2743200" cy="411480"/>
          </a:xfrm>
          <a:prstGeom prst="rect">
            <a:avLst/>
          </a:prstGeom>
          <a:noFill/>
          <a:ln/>
        </p:spPr>
        <p:txBody>
          <a:bodyPr wrap="square" lIns="0" tIns="0" rIns="0" bIns="0" rtlCol="0" anchor="ctr"/>
          <a:lstStyle/>
          <a:p>
            <a:pPr marL="0" indent="0">
              <a:buNone/>
            </a:pPr>
            <a:r>
              <a:rPr lang="en-US" sz="1800" i="1" dirty="0">
                <a:solidFill>
                  <a:srgbClr val="A79BFF"/>
                </a:solidFill>
                <a:latin typeface="Malgun Gothic" pitchFamily="34" charset="0"/>
                <a:ea typeface="Malgun Gothic" pitchFamily="34" charset="-122"/>
                <a:cs typeface="Malgun Gothic" pitchFamily="34" charset="-120"/>
              </a:rPr>
              <a:t>경음화</a:t>
            </a:r>
            <a:endParaRPr lang="en-US" sz="1800" dirty="0"/>
          </a:p>
        </p:txBody>
      </p:sp>
      <p:sp>
        <p:nvSpPr>
          <p:cNvPr id="8" name="Shape 6"/>
          <p:cNvSpPr/>
          <p:nvPr/>
        </p:nvSpPr>
        <p:spPr>
          <a:xfrm>
            <a:off x="3886200" y="2514600"/>
            <a:ext cx="7772400" cy="1097280"/>
          </a:xfrm>
          <a:prstGeom prst="roundRect">
            <a:avLst>
              <a:gd name="adj" fmla="val 10000"/>
            </a:avLst>
          </a:prstGeom>
          <a:solidFill>
            <a:srgbClr val="EDE8FF"/>
          </a:solidFill>
          <a:ln w="19050">
            <a:solidFill>
              <a:srgbClr val="A79BFF"/>
            </a:solidFill>
            <a:prstDash val="solid"/>
          </a:ln>
        </p:spPr>
      </p:sp>
      <p:sp>
        <p:nvSpPr>
          <p:cNvPr id="9" name="Text 7"/>
          <p:cNvSpPr/>
          <p:nvPr/>
        </p:nvSpPr>
        <p:spPr>
          <a:xfrm>
            <a:off x="4069080" y="2651760"/>
            <a:ext cx="7406640" cy="411480"/>
          </a:xfrm>
          <a:prstGeom prst="rect">
            <a:avLst/>
          </a:prstGeom>
          <a:noFill/>
          <a:ln/>
        </p:spPr>
        <p:txBody>
          <a:bodyPr wrap="square" lIns="0" tIns="0" rIns="0" bIns="0" rtlCol="0" anchor="ctr"/>
          <a:lstStyle/>
          <a:p>
            <a:pPr marL="0" indent="0">
              <a:buNone/>
            </a:pPr>
            <a:r>
              <a:rPr lang="en-US" sz="1200" dirty="0">
                <a:solidFill>
                  <a:srgbClr val="1E1E2A"/>
                </a:solidFill>
                <a:latin typeface="Calibri" pitchFamily="34" charset="0"/>
                <a:ea typeface="Calibri" pitchFamily="34" charset="-122"/>
                <a:cs typeface="Calibri" pitchFamily="34" charset="-120"/>
              </a:rPr>
              <a:t>Tras ㄱ ㄷ ㅂ, las consonantes simples se vuelven dobles.</a:t>
            </a:r>
            <a:endParaRPr lang="en-US" sz="1200" dirty="0"/>
          </a:p>
        </p:txBody>
      </p:sp>
      <p:sp>
        <p:nvSpPr>
          <p:cNvPr id="10" name="Text 8"/>
          <p:cNvSpPr/>
          <p:nvPr/>
        </p:nvSpPr>
        <p:spPr>
          <a:xfrm>
            <a:off x="4069080" y="3108960"/>
            <a:ext cx="7406640" cy="457200"/>
          </a:xfrm>
          <a:prstGeom prst="rect">
            <a:avLst/>
          </a:prstGeom>
          <a:noFill/>
          <a:ln/>
        </p:spPr>
        <p:txBody>
          <a:bodyPr wrap="square" lIns="0" tIns="0" rIns="0" bIns="0" rtlCol="0" anchor="ctr"/>
          <a:lstStyle/>
          <a:p>
            <a:pPr marL="0" indent="0">
              <a:buNone/>
            </a:pPr>
            <a:r>
              <a:rPr lang="en-US" sz="1700" b="1" i="1" dirty="0">
                <a:solidFill>
                  <a:srgbClr val="FE6768"/>
                </a:solidFill>
                <a:latin typeface="Malgun Gothic" pitchFamily="34" charset="0"/>
                <a:ea typeface="Malgun Gothic" pitchFamily="34" charset="-122"/>
                <a:cs typeface="Malgun Gothic" pitchFamily="34" charset="-120"/>
              </a:rPr>
              <a:t>학교 → [학꾜] · escuela</a:t>
            </a:r>
            <a:endParaRPr lang="en-US" sz="1700" dirty="0"/>
          </a:p>
        </p:txBody>
      </p:sp>
      <p:sp>
        <p:nvSpPr>
          <p:cNvPr id="11" name="Shape 9"/>
          <p:cNvSpPr/>
          <p:nvPr/>
        </p:nvSpPr>
        <p:spPr>
          <a:xfrm>
            <a:off x="640080" y="3703320"/>
            <a:ext cx="3108960" cy="1097280"/>
          </a:xfrm>
          <a:prstGeom prst="roundRect">
            <a:avLst>
              <a:gd name="adj" fmla="val 10000"/>
            </a:avLst>
          </a:prstGeom>
          <a:solidFill>
            <a:srgbClr val="4036ED"/>
          </a:solidFill>
          <a:ln w="12700">
            <a:solidFill>
              <a:srgbClr val="4036ED"/>
            </a:solidFill>
            <a:prstDash val="solid"/>
          </a:ln>
        </p:spPr>
      </p:sp>
      <p:sp>
        <p:nvSpPr>
          <p:cNvPr id="12" name="Text 10"/>
          <p:cNvSpPr/>
          <p:nvPr/>
        </p:nvSpPr>
        <p:spPr>
          <a:xfrm>
            <a:off x="822960" y="3840480"/>
            <a:ext cx="2743200" cy="411480"/>
          </a:xfrm>
          <a:prstGeom prst="rect">
            <a:avLst/>
          </a:prstGeom>
          <a:noFill/>
          <a:ln/>
        </p:spPr>
        <p:txBody>
          <a:bodyPr wrap="square" lIns="0" tIns="0" rIns="0" bIns="0" rtlCol="0" anchor="ctr"/>
          <a:lstStyle/>
          <a:p>
            <a:pPr marL="0" indent="0">
              <a:buNone/>
            </a:pPr>
            <a:r>
              <a:rPr lang="en-US" sz="1700" b="1" kern="0" spc="200" dirty="0">
                <a:solidFill>
                  <a:srgbClr val="F6F6F6"/>
                </a:solidFill>
                <a:latin typeface="Calibri" pitchFamily="34" charset="0"/>
                <a:ea typeface="Calibri" pitchFamily="34" charset="-122"/>
                <a:cs typeface="Calibri" pitchFamily="34" charset="-120"/>
              </a:rPr>
              <a:t>Lateralización</a:t>
            </a:r>
            <a:endParaRPr lang="en-US" sz="1700" dirty="0"/>
          </a:p>
        </p:txBody>
      </p:sp>
      <p:sp>
        <p:nvSpPr>
          <p:cNvPr id="13" name="Text 11"/>
          <p:cNvSpPr/>
          <p:nvPr/>
        </p:nvSpPr>
        <p:spPr>
          <a:xfrm>
            <a:off x="822960" y="4251960"/>
            <a:ext cx="2743200" cy="411480"/>
          </a:xfrm>
          <a:prstGeom prst="rect">
            <a:avLst/>
          </a:prstGeom>
          <a:noFill/>
          <a:ln/>
        </p:spPr>
        <p:txBody>
          <a:bodyPr wrap="square" lIns="0" tIns="0" rIns="0" bIns="0" rtlCol="0" anchor="ctr"/>
          <a:lstStyle/>
          <a:p>
            <a:pPr marL="0" indent="0">
              <a:buNone/>
            </a:pPr>
            <a:r>
              <a:rPr lang="en-US" sz="1800" i="1" dirty="0">
                <a:solidFill>
                  <a:srgbClr val="A79BFF"/>
                </a:solidFill>
                <a:latin typeface="Malgun Gothic" pitchFamily="34" charset="0"/>
                <a:ea typeface="Malgun Gothic" pitchFamily="34" charset="-122"/>
                <a:cs typeface="Malgun Gothic" pitchFamily="34" charset="-120"/>
              </a:rPr>
              <a:t>유음화</a:t>
            </a:r>
            <a:endParaRPr lang="en-US" sz="1800" dirty="0"/>
          </a:p>
        </p:txBody>
      </p:sp>
      <p:sp>
        <p:nvSpPr>
          <p:cNvPr id="14" name="Shape 12"/>
          <p:cNvSpPr/>
          <p:nvPr/>
        </p:nvSpPr>
        <p:spPr>
          <a:xfrm>
            <a:off x="3886200" y="3703320"/>
            <a:ext cx="7772400" cy="1097280"/>
          </a:xfrm>
          <a:prstGeom prst="roundRect">
            <a:avLst>
              <a:gd name="adj" fmla="val 10000"/>
            </a:avLst>
          </a:prstGeom>
          <a:solidFill>
            <a:srgbClr val="EDE8FF"/>
          </a:solidFill>
          <a:ln w="19050">
            <a:solidFill>
              <a:srgbClr val="A79BFF"/>
            </a:solidFill>
            <a:prstDash val="solid"/>
          </a:ln>
        </p:spPr>
      </p:sp>
      <p:sp>
        <p:nvSpPr>
          <p:cNvPr id="15" name="Text 13"/>
          <p:cNvSpPr/>
          <p:nvPr/>
        </p:nvSpPr>
        <p:spPr>
          <a:xfrm>
            <a:off x="4069080" y="3840480"/>
            <a:ext cx="7406640" cy="411480"/>
          </a:xfrm>
          <a:prstGeom prst="rect">
            <a:avLst/>
          </a:prstGeom>
          <a:noFill/>
          <a:ln/>
        </p:spPr>
        <p:txBody>
          <a:bodyPr wrap="square" lIns="0" tIns="0" rIns="0" bIns="0" rtlCol="0" anchor="ctr"/>
          <a:lstStyle/>
          <a:p>
            <a:pPr marL="0" indent="0">
              <a:buNone/>
            </a:pPr>
            <a:r>
              <a:rPr lang="en-US" sz="1200" dirty="0">
                <a:solidFill>
                  <a:srgbClr val="1E1E2A"/>
                </a:solidFill>
                <a:latin typeface="Calibri" pitchFamily="34" charset="0"/>
                <a:ea typeface="Calibri" pitchFamily="34" charset="-122"/>
                <a:cs typeface="Calibri" pitchFamily="34" charset="-120"/>
              </a:rPr>
              <a:t>ㄴ + ㄹ se transforma en doble ㄹㄹ.</a:t>
            </a:r>
            <a:endParaRPr lang="en-US" sz="1200" dirty="0"/>
          </a:p>
        </p:txBody>
      </p:sp>
      <p:sp>
        <p:nvSpPr>
          <p:cNvPr id="16" name="Text 14"/>
          <p:cNvSpPr/>
          <p:nvPr/>
        </p:nvSpPr>
        <p:spPr>
          <a:xfrm>
            <a:off x="4069080" y="4297680"/>
            <a:ext cx="7406640" cy="457200"/>
          </a:xfrm>
          <a:prstGeom prst="rect">
            <a:avLst/>
          </a:prstGeom>
          <a:noFill/>
          <a:ln/>
        </p:spPr>
        <p:txBody>
          <a:bodyPr wrap="square" lIns="0" tIns="0" rIns="0" bIns="0" rtlCol="0" anchor="ctr"/>
          <a:lstStyle/>
          <a:p>
            <a:pPr marL="0" indent="0">
              <a:buNone/>
            </a:pPr>
            <a:r>
              <a:rPr lang="en-US" sz="1700" b="1" i="1" dirty="0">
                <a:solidFill>
                  <a:srgbClr val="FE6768"/>
                </a:solidFill>
                <a:latin typeface="Malgun Gothic" pitchFamily="34" charset="0"/>
                <a:ea typeface="Malgun Gothic" pitchFamily="34" charset="-122"/>
                <a:cs typeface="Malgun Gothic" pitchFamily="34" charset="-120"/>
              </a:rPr>
              <a:t>신라 → [실라] · Silla (reino)</a:t>
            </a:r>
            <a:endParaRPr lang="en-US" sz="1700" dirty="0"/>
          </a:p>
        </p:txBody>
      </p:sp>
      <p:sp>
        <p:nvSpPr>
          <p:cNvPr id="17" name="Shape 15"/>
          <p:cNvSpPr/>
          <p:nvPr/>
        </p:nvSpPr>
        <p:spPr>
          <a:xfrm>
            <a:off x="640080" y="4892040"/>
            <a:ext cx="3108960" cy="1097280"/>
          </a:xfrm>
          <a:prstGeom prst="roundRect">
            <a:avLst>
              <a:gd name="adj" fmla="val 10000"/>
            </a:avLst>
          </a:prstGeom>
          <a:solidFill>
            <a:srgbClr val="4036ED"/>
          </a:solidFill>
          <a:ln w="12700">
            <a:solidFill>
              <a:srgbClr val="4036ED"/>
            </a:solidFill>
            <a:prstDash val="solid"/>
          </a:ln>
        </p:spPr>
      </p:sp>
      <p:sp>
        <p:nvSpPr>
          <p:cNvPr id="18" name="Text 16"/>
          <p:cNvSpPr/>
          <p:nvPr/>
        </p:nvSpPr>
        <p:spPr>
          <a:xfrm>
            <a:off x="822960" y="5029200"/>
            <a:ext cx="2743200" cy="411480"/>
          </a:xfrm>
          <a:prstGeom prst="rect">
            <a:avLst/>
          </a:prstGeom>
          <a:noFill/>
          <a:ln/>
        </p:spPr>
        <p:txBody>
          <a:bodyPr wrap="square" lIns="0" tIns="0" rIns="0" bIns="0" rtlCol="0" anchor="ctr"/>
          <a:lstStyle/>
          <a:p>
            <a:pPr marL="0" indent="0">
              <a:buNone/>
            </a:pPr>
            <a:r>
              <a:rPr lang="en-US" sz="1700" b="1" kern="0" spc="200" dirty="0">
                <a:solidFill>
                  <a:srgbClr val="F6F6F6"/>
                </a:solidFill>
                <a:latin typeface="Calibri" pitchFamily="34" charset="0"/>
                <a:ea typeface="Calibri" pitchFamily="34" charset="-122"/>
                <a:cs typeface="Calibri" pitchFamily="34" charset="-120"/>
              </a:rPr>
              <a:t>Palatalización</a:t>
            </a:r>
            <a:endParaRPr lang="en-US" sz="1700" dirty="0"/>
          </a:p>
        </p:txBody>
      </p:sp>
      <p:sp>
        <p:nvSpPr>
          <p:cNvPr id="19" name="Text 17"/>
          <p:cNvSpPr/>
          <p:nvPr/>
        </p:nvSpPr>
        <p:spPr>
          <a:xfrm>
            <a:off x="822960" y="5440680"/>
            <a:ext cx="2743200" cy="411480"/>
          </a:xfrm>
          <a:prstGeom prst="rect">
            <a:avLst/>
          </a:prstGeom>
          <a:noFill/>
          <a:ln/>
        </p:spPr>
        <p:txBody>
          <a:bodyPr wrap="square" lIns="0" tIns="0" rIns="0" bIns="0" rtlCol="0" anchor="ctr"/>
          <a:lstStyle/>
          <a:p>
            <a:pPr marL="0" indent="0">
              <a:buNone/>
            </a:pPr>
            <a:r>
              <a:rPr lang="en-US" sz="1800" i="1" dirty="0">
                <a:solidFill>
                  <a:srgbClr val="A79BFF"/>
                </a:solidFill>
                <a:latin typeface="Malgun Gothic" pitchFamily="34" charset="0"/>
                <a:ea typeface="Malgun Gothic" pitchFamily="34" charset="-122"/>
                <a:cs typeface="Malgun Gothic" pitchFamily="34" charset="-120"/>
              </a:rPr>
              <a:t>구개음화</a:t>
            </a:r>
            <a:endParaRPr lang="en-US" sz="1800" dirty="0"/>
          </a:p>
        </p:txBody>
      </p:sp>
      <p:sp>
        <p:nvSpPr>
          <p:cNvPr id="20" name="Shape 18"/>
          <p:cNvSpPr/>
          <p:nvPr/>
        </p:nvSpPr>
        <p:spPr>
          <a:xfrm>
            <a:off x="3886200" y="4892040"/>
            <a:ext cx="7772400" cy="1097280"/>
          </a:xfrm>
          <a:prstGeom prst="roundRect">
            <a:avLst>
              <a:gd name="adj" fmla="val 10000"/>
            </a:avLst>
          </a:prstGeom>
          <a:solidFill>
            <a:srgbClr val="EDE8FF"/>
          </a:solidFill>
          <a:ln w="19050">
            <a:solidFill>
              <a:srgbClr val="A79BFF"/>
            </a:solidFill>
            <a:prstDash val="solid"/>
          </a:ln>
        </p:spPr>
      </p:sp>
      <p:sp>
        <p:nvSpPr>
          <p:cNvPr id="21" name="Text 19"/>
          <p:cNvSpPr/>
          <p:nvPr/>
        </p:nvSpPr>
        <p:spPr>
          <a:xfrm>
            <a:off x="4069080" y="5029200"/>
            <a:ext cx="7406640" cy="411480"/>
          </a:xfrm>
          <a:prstGeom prst="rect">
            <a:avLst/>
          </a:prstGeom>
          <a:noFill/>
          <a:ln/>
        </p:spPr>
        <p:txBody>
          <a:bodyPr wrap="square" lIns="0" tIns="0" rIns="0" bIns="0" rtlCol="0" anchor="ctr"/>
          <a:lstStyle/>
          <a:p>
            <a:pPr marL="0" indent="0">
              <a:buNone/>
            </a:pPr>
            <a:r>
              <a:rPr lang="en-US" sz="1200" dirty="0">
                <a:solidFill>
                  <a:srgbClr val="1E1E2A"/>
                </a:solidFill>
                <a:latin typeface="Calibri" pitchFamily="34" charset="0"/>
                <a:ea typeface="Calibri" pitchFamily="34" charset="-122"/>
                <a:cs typeface="Calibri" pitchFamily="34" charset="-120"/>
              </a:rPr>
              <a:t>ㄷ ㅌ + ㅣ → ㅈ ㅊ.</a:t>
            </a:r>
            <a:endParaRPr lang="en-US" sz="1200" dirty="0"/>
          </a:p>
        </p:txBody>
      </p:sp>
      <p:sp>
        <p:nvSpPr>
          <p:cNvPr id="22" name="Text 20"/>
          <p:cNvSpPr/>
          <p:nvPr/>
        </p:nvSpPr>
        <p:spPr>
          <a:xfrm>
            <a:off x="4069080" y="5486400"/>
            <a:ext cx="7406640" cy="457200"/>
          </a:xfrm>
          <a:prstGeom prst="rect">
            <a:avLst/>
          </a:prstGeom>
          <a:noFill/>
          <a:ln/>
        </p:spPr>
        <p:txBody>
          <a:bodyPr wrap="square" lIns="0" tIns="0" rIns="0" bIns="0" rtlCol="0" anchor="ctr"/>
          <a:lstStyle/>
          <a:p>
            <a:pPr marL="0" indent="0">
              <a:buNone/>
            </a:pPr>
            <a:r>
              <a:rPr lang="en-US" sz="1700" b="1" i="1" dirty="0">
                <a:solidFill>
                  <a:srgbClr val="FE6768"/>
                </a:solidFill>
                <a:latin typeface="Malgun Gothic" pitchFamily="34" charset="0"/>
                <a:ea typeface="Malgun Gothic" pitchFamily="34" charset="-122"/>
                <a:cs typeface="Malgun Gothic" pitchFamily="34" charset="-120"/>
              </a:rPr>
              <a:t>같이 → [가치] · juntos</a:t>
            </a:r>
            <a:endParaRPr lang="en-US" sz="1700" dirty="0"/>
          </a:p>
        </p:txBody>
      </p:sp>
      <p:sp>
        <p:nvSpPr>
          <p:cNvPr id="23" name="Text 21"/>
          <p:cNvSpPr/>
          <p:nvPr/>
        </p:nvSpPr>
        <p:spPr>
          <a:xfrm>
            <a:off x="640080" y="5943600"/>
            <a:ext cx="10911535" cy="365760"/>
          </a:xfrm>
          <a:prstGeom prst="rect">
            <a:avLst/>
          </a:prstGeom>
          <a:noFill/>
          <a:ln/>
        </p:spPr>
        <p:txBody>
          <a:bodyPr wrap="square" lIns="0" tIns="0" rIns="0" bIns="0" rtlCol="0" anchor="ctr"/>
          <a:lstStyle/>
          <a:p>
            <a:pPr marL="0" indent="0" algn="ctr">
              <a:buNone/>
            </a:pPr>
            <a:r>
              <a:rPr lang="en-US" sz="1200" b="1" i="1" dirty="0">
                <a:solidFill>
                  <a:srgbClr val="4036ED"/>
                </a:solidFill>
                <a:latin typeface="Calibri" pitchFamily="34" charset="0"/>
                <a:ea typeface="Calibri" pitchFamily="34" charset="-122"/>
                <a:cs typeface="Calibri" pitchFamily="34" charset="-120"/>
              </a:rPr>
              <a:t>No memorices las reglas — escucha y la oreja las aprenderá sola.</a:t>
            </a:r>
            <a:endParaRPr lang="en-US" sz="1200" dirty="0"/>
          </a:p>
        </p:txBody>
      </p:sp>
      <p:pic>
        <p:nvPicPr>
          <p:cNvPr id="24"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25" name="Text 22"/>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6" name="Text 23"/>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114</a:t>
            </a:r>
            <a:endParaRPr lang="en-US" sz="800" dirty="0"/>
          </a:p>
        </p:txBody>
      </p:sp>
    </p:spTree>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name="Slide 115">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§4.23 · LECTURA</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Frases cortas</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Tu primer texto coreano de verdad — saludos y presentaciones.</a:t>
            </a:r>
            <a:endParaRPr lang="en-US" sz="1400" dirty="0"/>
          </a:p>
        </p:txBody>
      </p:sp>
      <p:sp>
        <p:nvSpPr>
          <p:cNvPr id="5" name="Shape 3"/>
          <p:cNvSpPr/>
          <p:nvPr/>
        </p:nvSpPr>
        <p:spPr>
          <a:xfrm>
            <a:off x="540868" y="2468880"/>
            <a:ext cx="5440680" cy="1188720"/>
          </a:xfrm>
          <a:prstGeom prst="roundRect">
            <a:avLst>
              <a:gd name="adj" fmla="val 9231"/>
            </a:avLst>
          </a:prstGeom>
          <a:solidFill>
            <a:srgbClr val="EDE8FF"/>
          </a:solidFill>
          <a:ln w="19050">
            <a:solidFill>
              <a:srgbClr val="4036ED"/>
            </a:solidFill>
            <a:prstDash val="solid"/>
          </a:ln>
        </p:spPr>
      </p:sp>
      <p:sp>
        <p:nvSpPr>
          <p:cNvPr id="6" name="Text 4"/>
          <p:cNvSpPr/>
          <p:nvPr/>
        </p:nvSpPr>
        <p:spPr>
          <a:xfrm>
            <a:off x="723748" y="2560320"/>
            <a:ext cx="5074920" cy="502920"/>
          </a:xfrm>
          <a:prstGeom prst="rect">
            <a:avLst/>
          </a:prstGeom>
          <a:noFill/>
          <a:ln/>
        </p:spPr>
        <p:txBody>
          <a:bodyPr wrap="square" lIns="0" tIns="0" rIns="0" bIns="0" rtlCol="0" anchor="ctr"/>
          <a:lstStyle/>
          <a:p>
            <a:pPr marL="0" indent="0">
              <a:buNone/>
            </a:pPr>
            <a:r>
              <a:rPr lang="en-US" sz="2200" b="1" dirty="0">
                <a:solidFill>
                  <a:srgbClr val="4036ED"/>
                </a:solidFill>
                <a:latin typeface="Malgun Gothic" pitchFamily="34" charset="0"/>
                <a:ea typeface="Malgun Gothic" pitchFamily="34" charset="-122"/>
                <a:cs typeface="Malgun Gothic" pitchFamily="34" charset="-120"/>
              </a:rPr>
              <a:t>안녕하세요</a:t>
            </a:r>
            <a:endParaRPr lang="en-US" sz="2200" dirty="0"/>
          </a:p>
        </p:txBody>
      </p:sp>
      <p:sp>
        <p:nvSpPr>
          <p:cNvPr id="7" name="Text 5"/>
          <p:cNvSpPr/>
          <p:nvPr/>
        </p:nvSpPr>
        <p:spPr>
          <a:xfrm>
            <a:off x="723748" y="3017520"/>
            <a:ext cx="5074920" cy="320040"/>
          </a:xfrm>
          <a:prstGeom prst="rect">
            <a:avLst/>
          </a:prstGeom>
          <a:noFill/>
          <a:ln/>
        </p:spPr>
        <p:txBody>
          <a:bodyPr wrap="square" lIns="0" tIns="0" rIns="0" bIns="0" rtlCol="0" anchor="ctr"/>
          <a:lstStyle/>
          <a:p>
            <a:pPr marL="0" indent="0">
              <a:buNone/>
            </a:pPr>
            <a:r>
              <a:rPr lang="en-US" sz="1100" b="1" i="1" dirty="0">
                <a:solidFill>
                  <a:srgbClr val="FE6768"/>
                </a:solidFill>
                <a:latin typeface="Calibri" pitchFamily="34" charset="0"/>
                <a:ea typeface="Calibri" pitchFamily="34" charset="-122"/>
                <a:cs typeface="Calibri" pitchFamily="34" charset="-120"/>
              </a:rPr>
              <a:t>an-nyeong-ha-se-yo</a:t>
            </a:r>
            <a:endParaRPr lang="en-US" sz="1100" dirty="0"/>
          </a:p>
        </p:txBody>
      </p:sp>
      <p:sp>
        <p:nvSpPr>
          <p:cNvPr id="8" name="Text 6"/>
          <p:cNvSpPr/>
          <p:nvPr/>
        </p:nvSpPr>
        <p:spPr>
          <a:xfrm>
            <a:off x="723748" y="3310128"/>
            <a:ext cx="5074920" cy="320040"/>
          </a:xfrm>
          <a:prstGeom prst="rect">
            <a:avLst/>
          </a:prstGeom>
          <a:noFill/>
          <a:ln/>
        </p:spPr>
        <p:txBody>
          <a:bodyPr wrap="square" lIns="0" tIns="0" rIns="0" bIns="0" rtlCol="0" anchor="ctr"/>
          <a:lstStyle/>
          <a:p>
            <a:pPr marL="0" indent="0">
              <a:buNone/>
            </a:pPr>
            <a:r>
              <a:rPr lang="en-US" sz="1200" i="1" dirty="0">
                <a:solidFill>
                  <a:srgbClr val="4A4A55"/>
                </a:solidFill>
                <a:latin typeface="Calibri" pitchFamily="34" charset="0"/>
                <a:ea typeface="Calibri" pitchFamily="34" charset="-122"/>
                <a:cs typeface="Calibri" pitchFamily="34" charset="-120"/>
              </a:rPr>
              <a:t>Hola (formal)</a:t>
            </a:r>
            <a:endParaRPr lang="en-US" sz="1200" dirty="0"/>
          </a:p>
        </p:txBody>
      </p:sp>
      <p:sp>
        <p:nvSpPr>
          <p:cNvPr id="9" name="Shape 7"/>
          <p:cNvSpPr/>
          <p:nvPr/>
        </p:nvSpPr>
        <p:spPr>
          <a:xfrm>
            <a:off x="6210148" y="2468880"/>
            <a:ext cx="5440680" cy="1188720"/>
          </a:xfrm>
          <a:prstGeom prst="roundRect">
            <a:avLst>
              <a:gd name="adj" fmla="val 9231"/>
            </a:avLst>
          </a:prstGeom>
          <a:solidFill>
            <a:srgbClr val="EDE8FF"/>
          </a:solidFill>
          <a:ln w="19050">
            <a:solidFill>
              <a:srgbClr val="4036ED"/>
            </a:solidFill>
            <a:prstDash val="solid"/>
          </a:ln>
        </p:spPr>
      </p:sp>
      <p:sp>
        <p:nvSpPr>
          <p:cNvPr id="10" name="Text 8"/>
          <p:cNvSpPr/>
          <p:nvPr/>
        </p:nvSpPr>
        <p:spPr>
          <a:xfrm>
            <a:off x="6393028" y="2560320"/>
            <a:ext cx="5074920" cy="502920"/>
          </a:xfrm>
          <a:prstGeom prst="rect">
            <a:avLst/>
          </a:prstGeom>
          <a:noFill/>
          <a:ln/>
        </p:spPr>
        <p:txBody>
          <a:bodyPr wrap="square" lIns="0" tIns="0" rIns="0" bIns="0" rtlCol="0" anchor="ctr"/>
          <a:lstStyle/>
          <a:p>
            <a:pPr marL="0" indent="0">
              <a:buNone/>
            </a:pPr>
            <a:r>
              <a:rPr lang="en-US" sz="2200" b="1" dirty="0">
                <a:solidFill>
                  <a:srgbClr val="4036ED"/>
                </a:solidFill>
                <a:latin typeface="Malgun Gothic" pitchFamily="34" charset="0"/>
                <a:ea typeface="Malgun Gothic" pitchFamily="34" charset="-122"/>
                <a:cs typeface="Malgun Gothic" pitchFamily="34" charset="-120"/>
              </a:rPr>
              <a:t>저는 학생이에요</a:t>
            </a:r>
            <a:endParaRPr lang="en-US" sz="2200" dirty="0"/>
          </a:p>
        </p:txBody>
      </p:sp>
      <p:sp>
        <p:nvSpPr>
          <p:cNvPr id="11" name="Text 9"/>
          <p:cNvSpPr/>
          <p:nvPr/>
        </p:nvSpPr>
        <p:spPr>
          <a:xfrm>
            <a:off x="6393028" y="3017520"/>
            <a:ext cx="5074920" cy="320040"/>
          </a:xfrm>
          <a:prstGeom prst="rect">
            <a:avLst/>
          </a:prstGeom>
          <a:noFill/>
          <a:ln/>
        </p:spPr>
        <p:txBody>
          <a:bodyPr wrap="square" lIns="0" tIns="0" rIns="0" bIns="0" rtlCol="0" anchor="ctr"/>
          <a:lstStyle/>
          <a:p>
            <a:pPr marL="0" indent="0">
              <a:buNone/>
            </a:pPr>
            <a:r>
              <a:rPr lang="en-US" sz="1100" b="1" i="1" dirty="0">
                <a:solidFill>
                  <a:srgbClr val="FE6768"/>
                </a:solidFill>
                <a:latin typeface="Calibri" pitchFamily="34" charset="0"/>
                <a:ea typeface="Calibri" pitchFamily="34" charset="-122"/>
                <a:cs typeface="Calibri" pitchFamily="34" charset="-120"/>
              </a:rPr>
              <a:t>jeo-neun hak-saeng-i-e-yo</a:t>
            </a:r>
            <a:endParaRPr lang="en-US" sz="1100" dirty="0"/>
          </a:p>
        </p:txBody>
      </p:sp>
      <p:sp>
        <p:nvSpPr>
          <p:cNvPr id="12" name="Text 10"/>
          <p:cNvSpPr/>
          <p:nvPr/>
        </p:nvSpPr>
        <p:spPr>
          <a:xfrm>
            <a:off x="6393028" y="3310128"/>
            <a:ext cx="5074920" cy="320040"/>
          </a:xfrm>
          <a:prstGeom prst="rect">
            <a:avLst/>
          </a:prstGeom>
          <a:noFill/>
          <a:ln/>
        </p:spPr>
        <p:txBody>
          <a:bodyPr wrap="square" lIns="0" tIns="0" rIns="0" bIns="0" rtlCol="0" anchor="ctr"/>
          <a:lstStyle/>
          <a:p>
            <a:pPr marL="0" indent="0">
              <a:buNone/>
            </a:pPr>
            <a:r>
              <a:rPr lang="en-US" sz="1200" i="1" dirty="0">
                <a:solidFill>
                  <a:srgbClr val="4A4A55"/>
                </a:solidFill>
                <a:latin typeface="Calibri" pitchFamily="34" charset="0"/>
                <a:ea typeface="Calibri" pitchFamily="34" charset="-122"/>
                <a:cs typeface="Calibri" pitchFamily="34" charset="-120"/>
              </a:rPr>
              <a:t>Soy estudiante</a:t>
            </a:r>
            <a:endParaRPr lang="en-US" sz="1200" dirty="0"/>
          </a:p>
        </p:txBody>
      </p:sp>
      <p:sp>
        <p:nvSpPr>
          <p:cNvPr id="13" name="Shape 11"/>
          <p:cNvSpPr/>
          <p:nvPr/>
        </p:nvSpPr>
        <p:spPr>
          <a:xfrm>
            <a:off x="540868" y="3822192"/>
            <a:ext cx="5440680" cy="1188720"/>
          </a:xfrm>
          <a:prstGeom prst="roundRect">
            <a:avLst>
              <a:gd name="adj" fmla="val 9231"/>
            </a:avLst>
          </a:prstGeom>
          <a:solidFill>
            <a:srgbClr val="EDE8FF"/>
          </a:solidFill>
          <a:ln w="19050">
            <a:solidFill>
              <a:srgbClr val="4036ED"/>
            </a:solidFill>
            <a:prstDash val="solid"/>
          </a:ln>
        </p:spPr>
      </p:sp>
      <p:sp>
        <p:nvSpPr>
          <p:cNvPr id="14" name="Text 12"/>
          <p:cNvSpPr/>
          <p:nvPr/>
        </p:nvSpPr>
        <p:spPr>
          <a:xfrm>
            <a:off x="723748" y="3913632"/>
            <a:ext cx="5074920" cy="502920"/>
          </a:xfrm>
          <a:prstGeom prst="rect">
            <a:avLst/>
          </a:prstGeom>
          <a:noFill/>
          <a:ln/>
        </p:spPr>
        <p:txBody>
          <a:bodyPr wrap="square" lIns="0" tIns="0" rIns="0" bIns="0" rtlCol="0" anchor="ctr"/>
          <a:lstStyle/>
          <a:p>
            <a:pPr marL="0" indent="0">
              <a:buNone/>
            </a:pPr>
            <a:r>
              <a:rPr lang="en-US" sz="2200" b="1" dirty="0">
                <a:solidFill>
                  <a:srgbClr val="4036ED"/>
                </a:solidFill>
                <a:latin typeface="Malgun Gothic" pitchFamily="34" charset="0"/>
                <a:ea typeface="Malgun Gothic" pitchFamily="34" charset="-122"/>
                <a:cs typeface="Malgun Gothic" pitchFamily="34" charset="-120"/>
              </a:rPr>
              <a:t>한국어를 공부해요</a:t>
            </a:r>
            <a:endParaRPr lang="en-US" sz="2200" dirty="0"/>
          </a:p>
        </p:txBody>
      </p:sp>
      <p:sp>
        <p:nvSpPr>
          <p:cNvPr id="15" name="Text 13"/>
          <p:cNvSpPr/>
          <p:nvPr/>
        </p:nvSpPr>
        <p:spPr>
          <a:xfrm>
            <a:off x="723748" y="4370832"/>
            <a:ext cx="5074920" cy="320040"/>
          </a:xfrm>
          <a:prstGeom prst="rect">
            <a:avLst/>
          </a:prstGeom>
          <a:noFill/>
          <a:ln/>
        </p:spPr>
        <p:txBody>
          <a:bodyPr wrap="square" lIns="0" tIns="0" rIns="0" bIns="0" rtlCol="0" anchor="ctr"/>
          <a:lstStyle/>
          <a:p>
            <a:pPr marL="0" indent="0">
              <a:buNone/>
            </a:pPr>
            <a:r>
              <a:rPr lang="en-US" sz="1100" b="1" i="1" dirty="0">
                <a:solidFill>
                  <a:srgbClr val="FE6768"/>
                </a:solidFill>
                <a:latin typeface="Calibri" pitchFamily="34" charset="0"/>
                <a:ea typeface="Calibri" pitchFamily="34" charset="-122"/>
                <a:cs typeface="Calibri" pitchFamily="34" charset="-120"/>
              </a:rPr>
              <a:t>han-gug-eo-reul gong-bu-hae-yo</a:t>
            </a:r>
            <a:endParaRPr lang="en-US" sz="1100" dirty="0"/>
          </a:p>
        </p:txBody>
      </p:sp>
      <p:sp>
        <p:nvSpPr>
          <p:cNvPr id="16" name="Text 14"/>
          <p:cNvSpPr/>
          <p:nvPr/>
        </p:nvSpPr>
        <p:spPr>
          <a:xfrm>
            <a:off x="723748" y="4663440"/>
            <a:ext cx="5074920" cy="320040"/>
          </a:xfrm>
          <a:prstGeom prst="rect">
            <a:avLst/>
          </a:prstGeom>
          <a:noFill/>
          <a:ln/>
        </p:spPr>
        <p:txBody>
          <a:bodyPr wrap="square" lIns="0" tIns="0" rIns="0" bIns="0" rtlCol="0" anchor="ctr"/>
          <a:lstStyle/>
          <a:p>
            <a:pPr marL="0" indent="0">
              <a:buNone/>
            </a:pPr>
            <a:r>
              <a:rPr lang="en-US" sz="1200" i="1" dirty="0">
                <a:solidFill>
                  <a:srgbClr val="4A4A55"/>
                </a:solidFill>
                <a:latin typeface="Calibri" pitchFamily="34" charset="0"/>
                <a:ea typeface="Calibri" pitchFamily="34" charset="-122"/>
                <a:cs typeface="Calibri" pitchFamily="34" charset="-120"/>
              </a:rPr>
              <a:t>Estudio coreano</a:t>
            </a:r>
            <a:endParaRPr lang="en-US" sz="1200" dirty="0"/>
          </a:p>
        </p:txBody>
      </p:sp>
      <p:sp>
        <p:nvSpPr>
          <p:cNvPr id="17" name="Shape 15"/>
          <p:cNvSpPr/>
          <p:nvPr/>
        </p:nvSpPr>
        <p:spPr>
          <a:xfrm>
            <a:off x="6210148" y="3822192"/>
            <a:ext cx="5440680" cy="1188720"/>
          </a:xfrm>
          <a:prstGeom prst="roundRect">
            <a:avLst>
              <a:gd name="adj" fmla="val 9231"/>
            </a:avLst>
          </a:prstGeom>
          <a:solidFill>
            <a:srgbClr val="EDE8FF"/>
          </a:solidFill>
          <a:ln w="19050">
            <a:solidFill>
              <a:srgbClr val="4036ED"/>
            </a:solidFill>
            <a:prstDash val="solid"/>
          </a:ln>
        </p:spPr>
      </p:sp>
      <p:sp>
        <p:nvSpPr>
          <p:cNvPr id="18" name="Text 16"/>
          <p:cNvSpPr/>
          <p:nvPr/>
        </p:nvSpPr>
        <p:spPr>
          <a:xfrm>
            <a:off x="6393028" y="3913632"/>
            <a:ext cx="5074920" cy="502920"/>
          </a:xfrm>
          <a:prstGeom prst="rect">
            <a:avLst/>
          </a:prstGeom>
          <a:noFill/>
          <a:ln/>
        </p:spPr>
        <p:txBody>
          <a:bodyPr wrap="square" lIns="0" tIns="0" rIns="0" bIns="0" rtlCol="0" anchor="ctr"/>
          <a:lstStyle/>
          <a:p>
            <a:pPr marL="0" indent="0">
              <a:buNone/>
            </a:pPr>
            <a:r>
              <a:rPr lang="en-US" sz="2200" b="1" dirty="0">
                <a:solidFill>
                  <a:srgbClr val="4036ED"/>
                </a:solidFill>
                <a:latin typeface="Malgun Gothic" pitchFamily="34" charset="0"/>
                <a:ea typeface="Malgun Gothic" pitchFamily="34" charset="-122"/>
                <a:cs typeface="Malgun Gothic" pitchFamily="34" charset="-120"/>
              </a:rPr>
              <a:t>만나서 반가워요</a:t>
            </a:r>
            <a:endParaRPr lang="en-US" sz="2200" dirty="0"/>
          </a:p>
        </p:txBody>
      </p:sp>
      <p:sp>
        <p:nvSpPr>
          <p:cNvPr id="19" name="Text 17"/>
          <p:cNvSpPr/>
          <p:nvPr/>
        </p:nvSpPr>
        <p:spPr>
          <a:xfrm>
            <a:off x="6393028" y="4370832"/>
            <a:ext cx="5074920" cy="320040"/>
          </a:xfrm>
          <a:prstGeom prst="rect">
            <a:avLst/>
          </a:prstGeom>
          <a:noFill/>
          <a:ln/>
        </p:spPr>
        <p:txBody>
          <a:bodyPr wrap="square" lIns="0" tIns="0" rIns="0" bIns="0" rtlCol="0" anchor="ctr"/>
          <a:lstStyle/>
          <a:p>
            <a:pPr marL="0" indent="0">
              <a:buNone/>
            </a:pPr>
            <a:r>
              <a:rPr lang="en-US" sz="1100" b="1" i="1" dirty="0">
                <a:solidFill>
                  <a:srgbClr val="FE6768"/>
                </a:solidFill>
                <a:latin typeface="Calibri" pitchFamily="34" charset="0"/>
                <a:ea typeface="Calibri" pitchFamily="34" charset="-122"/>
                <a:cs typeface="Calibri" pitchFamily="34" charset="-120"/>
              </a:rPr>
              <a:t>man-na-seo ban-ga-wo-yo</a:t>
            </a:r>
            <a:endParaRPr lang="en-US" sz="1100" dirty="0"/>
          </a:p>
        </p:txBody>
      </p:sp>
      <p:sp>
        <p:nvSpPr>
          <p:cNvPr id="20" name="Text 18"/>
          <p:cNvSpPr/>
          <p:nvPr/>
        </p:nvSpPr>
        <p:spPr>
          <a:xfrm>
            <a:off x="6393028" y="4663440"/>
            <a:ext cx="5074920" cy="320040"/>
          </a:xfrm>
          <a:prstGeom prst="rect">
            <a:avLst/>
          </a:prstGeom>
          <a:noFill/>
          <a:ln/>
        </p:spPr>
        <p:txBody>
          <a:bodyPr wrap="square" lIns="0" tIns="0" rIns="0" bIns="0" rtlCol="0" anchor="ctr"/>
          <a:lstStyle/>
          <a:p>
            <a:pPr marL="0" indent="0">
              <a:buNone/>
            </a:pPr>
            <a:r>
              <a:rPr lang="en-US" sz="1200" i="1" dirty="0">
                <a:solidFill>
                  <a:srgbClr val="4A4A55"/>
                </a:solidFill>
                <a:latin typeface="Calibri" pitchFamily="34" charset="0"/>
                <a:ea typeface="Calibri" pitchFamily="34" charset="-122"/>
                <a:cs typeface="Calibri" pitchFamily="34" charset="-120"/>
              </a:rPr>
              <a:t>Mucho gusto</a:t>
            </a:r>
            <a:endParaRPr lang="en-US" sz="1200" dirty="0"/>
          </a:p>
        </p:txBody>
      </p:sp>
      <p:sp>
        <p:nvSpPr>
          <p:cNvPr id="21" name="Shape 19"/>
          <p:cNvSpPr/>
          <p:nvPr/>
        </p:nvSpPr>
        <p:spPr>
          <a:xfrm>
            <a:off x="540868" y="5175504"/>
            <a:ext cx="5440680" cy="1188720"/>
          </a:xfrm>
          <a:prstGeom prst="roundRect">
            <a:avLst>
              <a:gd name="adj" fmla="val 9231"/>
            </a:avLst>
          </a:prstGeom>
          <a:solidFill>
            <a:srgbClr val="EDE8FF"/>
          </a:solidFill>
          <a:ln w="19050">
            <a:solidFill>
              <a:srgbClr val="4036ED"/>
            </a:solidFill>
            <a:prstDash val="solid"/>
          </a:ln>
        </p:spPr>
      </p:sp>
      <p:sp>
        <p:nvSpPr>
          <p:cNvPr id="22" name="Text 20"/>
          <p:cNvSpPr/>
          <p:nvPr/>
        </p:nvSpPr>
        <p:spPr>
          <a:xfrm>
            <a:off x="723748" y="5266944"/>
            <a:ext cx="5074920" cy="502920"/>
          </a:xfrm>
          <a:prstGeom prst="rect">
            <a:avLst/>
          </a:prstGeom>
          <a:noFill/>
          <a:ln/>
        </p:spPr>
        <p:txBody>
          <a:bodyPr wrap="square" lIns="0" tIns="0" rIns="0" bIns="0" rtlCol="0" anchor="ctr"/>
          <a:lstStyle/>
          <a:p>
            <a:pPr marL="0" indent="0">
              <a:buNone/>
            </a:pPr>
            <a:r>
              <a:rPr lang="en-US" sz="2200" b="1" dirty="0">
                <a:solidFill>
                  <a:srgbClr val="4036ED"/>
                </a:solidFill>
                <a:latin typeface="Malgun Gothic" pitchFamily="34" charset="0"/>
                <a:ea typeface="Malgun Gothic" pitchFamily="34" charset="-122"/>
                <a:cs typeface="Malgun Gothic" pitchFamily="34" charset="-120"/>
              </a:rPr>
              <a:t>감사합니다</a:t>
            </a:r>
            <a:endParaRPr lang="en-US" sz="2200" dirty="0"/>
          </a:p>
        </p:txBody>
      </p:sp>
      <p:sp>
        <p:nvSpPr>
          <p:cNvPr id="23" name="Text 21"/>
          <p:cNvSpPr/>
          <p:nvPr/>
        </p:nvSpPr>
        <p:spPr>
          <a:xfrm>
            <a:off x="723748" y="5724144"/>
            <a:ext cx="5074920" cy="320040"/>
          </a:xfrm>
          <a:prstGeom prst="rect">
            <a:avLst/>
          </a:prstGeom>
          <a:noFill/>
          <a:ln/>
        </p:spPr>
        <p:txBody>
          <a:bodyPr wrap="square" lIns="0" tIns="0" rIns="0" bIns="0" rtlCol="0" anchor="ctr"/>
          <a:lstStyle/>
          <a:p>
            <a:pPr marL="0" indent="0">
              <a:buNone/>
            </a:pPr>
            <a:r>
              <a:rPr lang="en-US" sz="1100" b="1" i="1" dirty="0">
                <a:solidFill>
                  <a:srgbClr val="FE6768"/>
                </a:solidFill>
                <a:latin typeface="Calibri" pitchFamily="34" charset="0"/>
                <a:ea typeface="Calibri" pitchFamily="34" charset="-122"/>
                <a:cs typeface="Calibri" pitchFamily="34" charset="-120"/>
              </a:rPr>
              <a:t>gam-sa-ham-ni-da</a:t>
            </a:r>
            <a:endParaRPr lang="en-US" sz="1100" dirty="0"/>
          </a:p>
        </p:txBody>
      </p:sp>
      <p:sp>
        <p:nvSpPr>
          <p:cNvPr id="24" name="Text 22"/>
          <p:cNvSpPr/>
          <p:nvPr/>
        </p:nvSpPr>
        <p:spPr>
          <a:xfrm>
            <a:off x="723748" y="6016752"/>
            <a:ext cx="5074920" cy="320040"/>
          </a:xfrm>
          <a:prstGeom prst="rect">
            <a:avLst/>
          </a:prstGeom>
          <a:noFill/>
          <a:ln/>
        </p:spPr>
        <p:txBody>
          <a:bodyPr wrap="square" lIns="0" tIns="0" rIns="0" bIns="0" rtlCol="0" anchor="ctr"/>
          <a:lstStyle/>
          <a:p>
            <a:pPr marL="0" indent="0">
              <a:buNone/>
            </a:pPr>
            <a:r>
              <a:rPr lang="en-US" sz="1200" i="1" dirty="0">
                <a:solidFill>
                  <a:srgbClr val="4A4A55"/>
                </a:solidFill>
                <a:latin typeface="Calibri" pitchFamily="34" charset="0"/>
                <a:ea typeface="Calibri" pitchFamily="34" charset="-122"/>
                <a:cs typeface="Calibri" pitchFamily="34" charset="-120"/>
              </a:rPr>
              <a:t>Gracias</a:t>
            </a:r>
            <a:endParaRPr lang="en-US" sz="1200" dirty="0"/>
          </a:p>
        </p:txBody>
      </p:sp>
      <p:sp>
        <p:nvSpPr>
          <p:cNvPr id="25" name="Shape 23"/>
          <p:cNvSpPr/>
          <p:nvPr/>
        </p:nvSpPr>
        <p:spPr>
          <a:xfrm>
            <a:off x="6210148" y="5175504"/>
            <a:ext cx="5440680" cy="1188720"/>
          </a:xfrm>
          <a:prstGeom prst="roundRect">
            <a:avLst>
              <a:gd name="adj" fmla="val 9231"/>
            </a:avLst>
          </a:prstGeom>
          <a:solidFill>
            <a:srgbClr val="EDE8FF"/>
          </a:solidFill>
          <a:ln w="19050">
            <a:solidFill>
              <a:srgbClr val="4036ED"/>
            </a:solidFill>
            <a:prstDash val="solid"/>
          </a:ln>
        </p:spPr>
      </p:sp>
      <p:sp>
        <p:nvSpPr>
          <p:cNvPr id="26" name="Text 24"/>
          <p:cNvSpPr/>
          <p:nvPr/>
        </p:nvSpPr>
        <p:spPr>
          <a:xfrm>
            <a:off x="6393028" y="5266944"/>
            <a:ext cx="5074920" cy="502920"/>
          </a:xfrm>
          <a:prstGeom prst="rect">
            <a:avLst/>
          </a:prstGeom>
          <a:noFill/>
          <a:ln/>
        </p:spPr>
        <p:txBody>
          <a:bodyPr wrap="square" lIns="0" tIns="0" rIns="0" bIns="0" rtlCol="0" anchor="ctr"/>
          <a:lstStyle/>
          <a:p>
            <a:pPr marL="0" indent="0">
              <a:buNone/>
            </a:pPr>
            <a:r>
              <a:rPr lang="en-US" sz="2200" b="1" dirty="0">
                <a:solidFill>
                  <a:srgbClr val="4036ED"/>
                </a:solidFill>
                <a:latin typeface="Malgun Gothic" pitchFamily="34" charset="0"/>
                <a:ea typeface="Malgun Gothic" pitchFamily="34" charset="-122"/>
                <a:cs typeface="Malgun Gothic" pitchFamily="34" charset="-120"/>
              </a:rPr>
              <a:t>안녕히 가세요</a:t>
            </a:r>
            <a:endParaRPr lang="en-US" sz="2200" dirty="0"/>
          </a:p>
        </p:txBody>
      </p:sp>
      <p:sp>
        <p:nvSpPr>
          <p:cNvPr id="27" name="Text 25"/>
          <p:cNvSpPr/>
          <p:nvPr/>
        </p:nvSpPr>
        <p:spPr>
          <a:xfrm>
            <a:off x="6393028" y="5724144"/>
            <a:ext cx="5074920" cy="320040"/>
          </a:xfrm>
          <a:prstGeom prst="rect">
            <a:avLst/>
          </a:prstGeom>
          <a:noFill/>
          <a:ln/>
        </p:spPr>
        <p:txBody>
          <a:bodyPr wrap="square" lIns="0" tIns="0" rIns="0" bIns="0" rtlCol="0" anchor="ctr"/>
          <a:lstStyle/>
          <a:p>
            <a:pPr marL="0" indent="0">
              <a:buNone/>
            </a:pPr>
            <a:r>
              <a:rPr lang="en-US" sz="1100" b="1" i="1" dirty="0">
                <a:solidFill>
                  <a:srgbClr val="FE6768"/>
                </a:solidFill>
                <a:latin typeface="Calibri" pitchFamily="34" charset="0"/>
                <a:ea typeface="Calibri" pitchFamily="34" charset="-122"/>
                <a:cs typeface="Calibri" pitchFamily="34" charset="-120"/>
              </a:rPr>
              <a:t>an-nyeong-hi ga-se-yo</a:t>
            </a:r>
            <a:endParaRPr lang="en-US" sz="1100" dirty="0"/>
          </a:p>
        </p:txBody>
      </p:sp>
      <p:sp>
        <p:nvSpPr>
          <p:cNvPr id="28" name="Text 26"/>
          <p:cNvSpPr/>
          <p:nvPr/>
        </p:nvSpPr>
        <p:spPr>
          <a:xfrm>
            <a:off x="6393028" y="6016752"/>
            <a:ext cx="5074920" cy="320040"/>
          </a:xfrm>
          <a:prstGeom prst="rect">
            <a:avLst/>
          </a:prstGeom>
          <a:noFill/>
          <a:ln/>
        </p:spPr>
        <p:txBody>
          <a:bodyPr wrap="square" lIns="0" tIns="0" rIns="0" bIns="0" rtlCol="0" anchor="ctr"/>
          <a:lstStyle/>
          <a:p>
            <a:pPr marL="0" indent="0">
              <a:buNone/>
            </a:pPr>
            <a:r>
              <a:rPr lang="en-US" sz="1200" i="1" dirty="0">
                <a:solidFill>
                  <a:srgbClr val="4A4A55"/>
                </a:solidFill>
                <a:latin typeface="Calibri" pitchFamily="34" charset="0"/>
                <a:ea typeface="Calibri" pitchFamily="34" charset="-122"/>
                <a:cs typeface="Calibri" pitchFamily="34" charset="-120"/>
              </a:rPr>
              <a:t>Adiós (al que se va)</a:t>
            </a:r>
            <a:endParaRPr lang="en-US" sz="1200" dirty="0"/>
          </a:p>
        </p:txBody>
      </p:sp>
      <p:pic>
        <p:nvPicPr>
          <p:cNvPr id="29"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30" name="Text 27"/>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1" name="Text 28"/>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115</a:t>
            </a:r>
            <a:endParaRPr lang="en-US" sz="800" dirty="0"/>
          </a:p>
        </p:txBody>
      </p:sp>
    </p:spTree>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name="Slide 116">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§4.24</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Los números del 1 al 10</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Numerales coreanos puros (하나, 둘, 셋...) — usados para contar objetos.</a:t>
            </a:r>
            <a:endParaRPr lang="en-US" sz="1400" dirty="0"/>
          </a:p>
        </p:txBody>
      </p:sp>
      <p:sp>
        <p:nvSpPr>
          <p:cNvPr id="5" name="Shape 3"/>
          <p:cNvSpPr/>
          <p:nvPr/>
        </p:nvSpPr>
        <p:spPr>
          <a:xfrm>
            <a:off x="3247492" y="2606040"/>
            <a:ext cx="1051560" cy="1051560"/>
          </a:xfrm>
          <a:prstGeom prst="roundRect">
            <a:avLst>
              <a:gd name="adj" fmla="val 10435"/>
            </a:avLst>
          </a:prstGeom>
          <a:solidFill>
            <a:srgbClr val="EDE8FF"/>
          </a:solidFill>
          <a:ln w="19050">
            <a:solidFill>
              <a:srgbClr val="4036ED"/>
            </a:solidFill>
            <a:prstDash val="solid"/>
          </a:ln>
        </p:spPr>
      </p:sp>
      <p:sp>
        <p:nvSpPr>
          <p:cNvPr id="6" name="Text 4"/>
          <p:cNvSpPr/>
          <p:nvPr/>
        </p:nvSpPr>
        <p:spPr>
          <a:xfrm>
            <a:off x="3247492" y="2651760"/>
            <a:ext cx="1051560" cy="320040"/>
          </a:xfrm>
          <a:prstGeom prst="rect">
            <a:avLst/>
          </a:prstGeom>
          <a:noFill/>
          <a:ln/>
        </p:spPr>
        <p:txBody>
          <a:bodyPr wrap="square" lIns="0" tIns="0" rIns="0" bIns="0" rtlCol="0" anchor="ctr"/>
          <a:lstStyle/>
          <a:p>
            <a:pPr marL="0" indent="0" algn="ctr">
              <a:buNone/>
            </a:pPr>
            <a:r>
              <a:rPr lang="en-US" sz="1200" b="1" dirty="0">
                <a:solidFill>
                  <a:srgbClr val="FE6768"/>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3247492" y="2926080"/>
            <a:ext cx="1051560" cy="640080"/>
          </a:xfrm>
          <a:prstGeom prst="rect">
            <a:avLst/>
          </a:prstGeom>
          <a:noFill/>
          <a:ln/>
        </p:spPr>
        <p:txBody>
          <a:bodyPr wrap="square" lIns="0" tIns="0" rIns="0" bIns="0" rtlCol="0" anchor="ctr"/>
          <a:lstStyle/>
          <a:p>
            <a:pPr marL="0" indent="0" algn="ctr">
              <a:buNone/>
            </a:pPr>
            <a:r>
              <a:rPr lang="en-US" sz="3000" b="1" dirty="0">
                <a:solidFill>
                  <a:srgbClr val="4036ED"/>
                </a:solidFill>
                <a:latin typeface="Malgun Gothic" pitchFamily="34" charset="0"/>
                <a:ea typeface="Malgun Gothic" pitchFamily="34" charset="-122"/>
                <a:cs typeface="Malgun Gothic" pitchFamily="34" charset="-120"/>
              </a:rPr>
              <a:t>하나</a:t>
            </a:r>
            <a:endParaRPr lang="en-US" sz="3000" dirty="0"/>
          </a:p>
        </p:txBody>
      </p:sp>
      <p:sp>
        <p:nvSpPr>
          <p:cNvPr id="8" name="Text 6"/>
          <p:cNvSpPr/>
          <p:nvPr/>
        </p:nvSpPr>
        <p:spPr>
          <a:xfrm>
            <a:off x="3247492" y="3703320"/>
            <a:ext cx="1051560" cy="274320"/>
          </a:xfrm>
          <a:prstGeom prst="rect">
            <a:avLst/>
          </a:prstGeom>
          <a:noFill/>
          <a:ln/>
        </p:spPr>
        <p:txBody>
          <a:bodyPr wrap="square" lIns="0" tIns="0" rIns="0" bIns="0" rtlCol="0" anchor="ctr"/>
          <a:lstStyle/>
          <a:p>
            <a:pPr marL="0" indent="0" algn="ctr">
              <a:buNone/>
            </a:pPr>
            <a:r>
              <a:rPr lang="en-US" sz="1100" i="1" dirty="0">
                <a:solidFill>
                  <a:srgbClr val="4A4A55"/>
                </a:solidFill>
                <a:latin typeface="Calibri" pitchFamily="34" charset="0"/>
                <a:ea typeface="Calibri" pitchFamily="34" charset="-122"/>
                <a:cs typeface="Calibri" pitchFamily="34" charset="-120"/>
              </a:rPr>
              <a:t>ha-na</a:t>
            </a:r>
            <a:endParaRPr lang="en-US" sz="1100" dirty="0"/>
          </a:p>
        </p:txBody>
      </p:sp>
      <p:sp>
        <p:nvSpPr>
          <p:cNvPr id="9" name="Shape 7"/>
          <p:cNvSpPr/>
          <p:nvPr/>
        </p:nvSpPr>
        <p:spPr>
          <a:xfrm>
            <a:off x="4408780" y="2606040"/>
            <a:ext cx="1051560" cy="1051560"/>
          </a:xfrm>
          <a:prstGeom prst="roundRect">
            <a:avLst>
              <a:gd name="adj" fmla="val 10435"/>
            </a:avLst>
          </a:prstGeom>
          <a:solidFill>
            <a:srgbClr val="EDE8FF"/>
          </a:solidFill>
          <a:ln w="19050">
            <a:solidFill>
              <a:srgbClr val="4036ED"/>
            </a:solidFill>
            <a:prstDash val="solid"/>
          </a:ln>
        </p:spPr>
      </p:sp>
      <p:sp>
        <p:nvSpPr>
          <p:cNvPr id="10" name="Text 8"/>
          <p:cNvSpPr/>
          <p:nvPr/>
        </p:nvSpPr>
        <p:spPr>
          <a:xfrm>
            <a:off x="4408780" y="2651760"/>
            <a:ext cx="1051560" cy="320040"/>
          </a:xfrm>
          <a:prstGeom prst="rect">
            <a:avLst/>
          </a:prstGeom>
          <a:noFill/>
          <a:ln/>
        </p:spPr>
        <p:txBody>
          <a:bodyPr wrap="square" lIns="0" tIns="0" rIns="0" bIns="0" rtlCol="0" anchor="ctr"/>
          <a:lstStyle/>
          <a:p>
            <a:pPr marL="0" indent="0" algn="ctr">
              <a:buNone/>
            </a:pPr>
            <a:r>
              <a:rPr lang="en-US" sz="1200" b="1" dirty="0">
                <a:solidFill>
                  <a:srgbClr val="FE6768"/>
                </a:solidFill>
                <a:latin typeface="Calibri" pitchFamily="34" charset="0"/>
                <a:ea typeface="Calibri" pitchFamily="34" charset="-122"/>
                <a:cs typeface="Calibri" pitchFamily="34" charset="-120"/>
              </a:rPr>
              <a:t>2</a:t>
            </a:r>
            <a:endParaRPr lang="en-US" sz="1200" dirty="0"/>
          </a:p>
        </p:txBody>
      </p:sp>
      <p:sp>
        <p:nvSpPr>
          <p:cNvPr id="11" name="Text 9"/>
          <p:cNvSpPr/>
          <p:nvPr/>
        </p:nvSpPr>
        <p:spPr>
          <a:xfrm>
            <a:off x="4408780" y="2926080"/>
            <a:ext cx="1051560" cy="640080"/>
          </a:xfrm>
          <a:prstGeom prst="rect">
            <a:avLst/>
          </a:prstGeom>
          <a:noFill/>
          <a:ln/>
        </p:spPr>
        <p:txBody>
          <a:bodyPr wrap="square" lIns="0" tIns="0" rIns="0" bIns="0" rtlCol="0" anchor="ctr"/>
          <a:lstStyle/>
          <a:p>
            <a:pPr marL="0" indent="0" algn="ctr">
              <a:buNone/>
            </a:pPr>
            <a:r>
              <a:rPr lang="en-US" sz="3000" b="1" dirty="0">
                <a:solidFill>
                  <a:srgbClr val="4036ED"/>
                </a:solidFill>
                <a:latin typeface="Malgun Gothic" pitchFamily="34" charset="0"/>
                <a:ea typeface="Malgun Gothic" pitchFamily="34" charset="-122"/>
                <a:cs typeface="Malgun Gothic" pitchFamily="34" charset="-120"/>
              </a:rPr>
              <a:t>둘</a:t>
            </a:r>
            <a:endParaRPr lang="en-US" sz="3000" dirty="0"/>
          </a:p>
        </p:txBody>
      </p:sp>
      <p:sp>
        <p:nvSpPr>
          <p:cNvPr id="12" name="Text 10"/>
          <p:cNvSpPr/>
          <p:nvPr/>
        </p:nvSpPr>
        <p:spPr>
          <a:xfrm>
            <a:off x="4408780" y="3703320"/>
            <a:ext cx="1051560" cy="274320"/>
          </a:xfrm>
          <a:prstGeom prst="rect">
            <a:avLst/>
          </a:prstGeom>
          <a:noFill/>
          <a:ln/>
        </p:spPr>
        <p:txBody>
          <a:bodyPr wrap="square" lIns="0" tIns="0" rIns="0" bIns="0" rtlCol="0" anchor="ctr"/>
          <a:lstStyle/>
          <a:p>
            <a:pPr marL="0" indent="0" algn="ctr">
              <a:buNone/>
            </a:pPr>
            <a:r>
              <a:rPr lang="en-US" sz="1100" i="1" dirty="0">
                <a:solidFill>
                  <a:srgbClr val="4A4A55"/>
                </a:solidFill>
                <a:latin typeface="Calibri" pitchFamily="34" charset="0"/>
                <a:ea typeface="Calibri" pitchFamily="34" charset="-122"/>
                <a:cs typeface="Calibri" pitchFamily="34" charset="-120"/>
              </a:rPr>
              <a:t>dul</a:t>
            </a:r>
            <a:endParaRPr lang="en-US" sz="1100" dirty="0"/>
          </a:p>
        </p:txBody>
      </p:sp>
      <p:sp>
        <p:nvSpPr>
          <p:cNvPr id="13" name="Shape 11"/>
          <p:cNvSpPr/>
          <p:nvPr/>
        </p:nvSpPr>
        <p:spPr>
          <a:xfrm>
            <a:off x="5570068" y="2606040"/>
            <a:ext cx="1051560" cy="1051560"/>
          </a:xfrm>
          <a:prstGeom prst="roundRect">
            <a:avLst>
              <a:gd name="adj" fmla="val 10435"/>
            </a:avLst>
          </a:prstGeom>
          <a:solidFill>
            <a:srgbClr val="EDE8FF"/>
          </a:solidFill>
          <a:ln w="19050">
            <a:solidFill>
              <a:srgbClr val="4036ED"/>
            </a:solidFill>
            <a:prstDash val="solid"/>
          </a:ln>
        </p:spPr>
      </p:sp>
      <p:sp>
        <p:nvSpPr>
          <p:cNvPr id="14" name="Text 12"/>
          <p:cNvSpPr/>
          <p:nvPr/>
        </p:nvSpPr>
        <p:spPr>
          <a:xfrm>
            <a:off x="5570068" y="2651760"/>
            <a:ext cx="1051560" cy="320040"/>
          </a:xfrm>
          <a:prstGeom prst="rect">
            <a:avLst/>
          </a:prstGeom>
          <a:noFill/>
          <a:ln/>
        </p:spPr>
        <p:txBody>
          <a:bodyPr wrap="square" lIns="0" tIns="0" rIns="0" bIns="0" rtlCol="0" anchor="ctr"/>
          <a:lstStyle/>
          <a:p>
            <a:pPr marL="0" indent="0" algn="ctr">
              <a:buNone/>
            </a:pPr>
            <a:r>
              <a:rPr lang="en-US" sz="1200" b="1" dirty="0">
                <a:solidFill>
                  <a:srgbClr val="FE6768"/>
                </a:solidFill>
                <a:latin typeface="Calibri" pitchFamily="34" charset="0"/>
                <a:ea typeface="Calibri" pitchFamily="34" charset="-122"/>
                <a:cs typeface="Calibri" pitchFamily="34" charset="-120"/>
              </a:rPr>
              <a:t>3</a:t>
            </a:r>
            <a:endParaRPr lang="en-US" sz="1200" dirty="0"/>
          </a:p>
        </p:txBody>
      </p:sp>
      <p:sp>
        <p:nvSpPr>
          <p:cNvPr id="15" name="Text 13"/>
          <p:cNvSpPr/>
          <p:nvPr/>
        </p:nvSpPr>
        <p:spPr>
          <a:xfrm>
            <a:off x="5570068" y="2926080"/>
            <a:ext cx="1051560" cy="640080"/>
          </a:xfrm>
          <a:prstGeom prst="rect">
            <a:avLst/>
          </a:prstGeom>
          <a:noFill/>
          <a:ln/>
        </p:spPr>
        <p:txBody>
          <a:bodyPr wrap="square" lIns="0" tIns="0" rIns="0" bIns="0" rtlCol="0" anchor="ctr"/>
          <a:lstStyle/>
          <a:p>
            <a:pPr marL="0" indent="0" algn="ctr">
              <a:buNone/>
            </a:pPr>
            <a:r>
              <a:rPr lang="en-US" sz="3000" b="1" dirty="0">
                <a:solidFill>
                  <a:srgbClr val="4036ED"/>
                </a:solidFill>
                <a:latin typeface="Malgun Gothic" pitchFamily="34" charset="0"/>
                <a:ea typeface="Malgun Gothic" pitchFamily="34" charset="-122"/>
                <a:cs typeface="Malgun Gothic" pitchFamily="34" charset="-120"/>
              </a:rPr>
              <a:t>셋</a:t>
            </a:r>
            <a:endParaRPr lang="en-US" sz="3000" dirty="0"/>
          </a:p>
        </p:txBody>
      </p:sp>
      <p:sp>
        <p:nvSpPr>
          <p:cNvPr id="16" name="Text 14"/>
          <p:cNvSpPr/>
          <p:nvPr/>
        </p:nvSpPr>
        <p:spPr>
          <a:xfrm>
            <a:off x="5570068" y="3703320"/>
            <a:ext cx="1051560" cy="274320"/>
          </a:xfrm>
          <a:prstGeom prst="rect">
            <a:avLst/>
          </a:prstGeom>
          <a:noFill/>
          <a:ln/>
        </p:spPr>
        <p:txBody>
          <a:bodyPr wrap="square" lIns="0" tIns="0" rIns="0" bIns="0" rtlCol="0" anchor="ctr"/>
          <a:lstStyle/>
          <a:p>
            <a:pPr marL="0" indent="0" algn="ctr">
              <a:buNone/>
            </a:pPr>
            <a:r>
              <a:rPr lang="en-US" sz="1100" i="1" dirty="0">
                <a:solidFill>
                  <a:srgbClr val="4A4A55"/>
                </a:solidFill>
                <a:latin typeface="Calibri" pitchFamily="34" charset="0"/>
                <a:ea typeface="Calibri" pitchFamily="34" charset="-122"/>
                <a:cs typeface="Calibri" pitchFamily="34" charset="-120"/>
              </a:rPr>
              <a:t>set</a:t>
            </a:r>
            <a:endParaRPr lang="en-US" sz="1100" dirty="0"/>
          </a:p>
        </p:txBody>
      </p:sp>
      <p:sp>
        <p:nvSpPr>
          <p:cNvPr id="17" name="Shape 15"/>
          <p:cNvSpPr/>
          <p:nvPr/>
        </p:nvSpPr>
        <p:spPr>
          <a:xfrm>
            <a:off x="6731356" y="2606040"/>
            <a:ext cx="1051560" cy="1051560"/>
          </a:xfrm>
          <a:prstGeom prst="roundRect">
            <a:avLst>
              <a:gd name="adj" fmla="val 10435"/>
            </a:avLst>
          </a:prstGeom>
          <a:solidFill>
            <a:srgbClr val="EDE8FF"/>
          </a:solidFill>
          <a:ln w="19050">
            <a:solidFill>
              <a:srgbClr val="4036ED"/>
            </a:solidFill>
            <a:prstDash val="solid"/>
          </a:ln>
        </p:spPr>
      </p:sp>
      <p:sp>
        <p:nvSpPr>
          <p:cNvPr id="18" name="Text 16"/>
          <p:cNvSpPr/>
          <p:nvPr/>
        </p:nvSpPr>
        <p:spPr>
          <a:xfrm>
            <a:off x="6731356" y="2651760"/>
            <a:ext cx="1051560" cy="320040"/>
          </a:xfrm>
          <a:prstGeom prst="rect">
            <a:avLst/>
          </a:prstGeom>
          <a:noFill/>
          <a:ln/>
        </p:spPr>
        <p:txBody>
          <a:bodyPr wrap="square" lIns="0" tIns="0" rIns="0" bIns="0" rtlCol="0" anchor="ctr"/>
          <a:lstStyle/>
          <a:p>
            <a:pPr marL="0" indent="0" algn="ctr">
              <a:buNone/>
            </a:pPr>
            <a:r>
              <a:rPr lang="en-US" sz="1200" b="1" dirty="0">
                <a:solidFill>
                  <a:srgbClr val="FE6768"/>
                </a:solidFill>
                <a:latin typeface="Calibri" pitchFamily="34" charset="0"/>
                <a:ea typeface="Calibri" pitchFamily="34" charset="-122"/>
                <a:cs typeface="Calibri" pitchFamily="34" charset="-120"/>
              </a:rPr>
              <a:t>4</a:t>
            </a:r>
            <a:endParaRPr lang="en-US" sz="1200" dirty="0"/>
          </a:p>
        </p:txBody>
      </p:sp>
      <p:sp>
        <p:nvSpPr>
          <p:cNvPr id="19" name="Text 17"/>
          <p:cNvSpPr/>
          <p:nvPr/>
        </p:nvSpPr>
        <p:spPr>
          <a:xfrm>
            <a:off x="6731356" y="2926080"/>
            <a:ext cx="1051560" cy="640080"/>
          </a:xfrm>
          <a:prstGeom prst="rect">
            <a:avLst/>
          </a:prstGeom>
          <a:noFill/>
          <a:ln/>
        </p:spPr>
        <p:txBody>
          <a:bodyPr wrap="square" lIns="0" tIns="0" rIns="0" bIns="0" rtlCol="0" anchor="ctr"/>
          <a:lstStyle/>
          <a:p>
            <a:pPr marL="0" indent="0" algn="ctr">
              <a:buNone/>
            </a:pPr>
            <a:r>
              <a:rPr lang="en-US" sz="3000" b="1" dirty="0">
                <a:solidFill>
                  <a:srgbClr val="4036ED"/>
                </a:solidFill>
                <a:latin typeface="Malgun Gothic" pitchFamily="34" charset="0"/>
                <a:ea typeface="Malgun Gothic" pitchFamily="34" charset="-122"/>
                <a:cs typeface="Malgun Gothic" pitchFamily="34" charset="-120"/>
              </a:rPr>
              <a:t>넷</a:t>
            </a:r>
            <a:endParaRPr lang="en-US" sz="3000" dirty="0"/>
          </a:p>
        </p:txBody>
      </p:sp>
      <p:sp>
        <p:nvSpPr>
          <p:cNvPr id="20" name="Text 18"/>
          <p:cNvSpPr/>
          <p:nvPr/>
        </p:nvSpPr>
        <p:spPr>
          <a:xfrm>
            <a:off x="6731356" y="3703320"/>
            <a:ext cx="1051560" cy="274320"/>
          </a:xfrm>
          <a:prstGeom prst="rect">
            <a:avLst/>
          </a:prstGeom>
          <a:noFill/>
          <a:ln/>
        </p:spPr>
        <p:txBody>
          <a:bodyPr wrap="square" lIns="0" tIns="0" rIns="0" bIns="0" rtlCol="0" anchor="ctr"/>
          <a:lstStyle/>
          <a:p>
            <a:pPr marL="0" indent="0" algn="ctr">
              <a:buNone/>
            </a:pPr>
            <a:r>
              <a:rPr lang="en-US" sz="1100" i="1" dirty="0">
                <a:solidFill>
                  <a:srgbClr val="4A4A55"/>
                </a:solidFill>
                <a:latin typeface="Calibri" pitchFamily="34" charset="0"/>
                <a:ea typeface="Calibri" pitchFamily="34" charset="-122"/>
                <a:cs typeface="Calibri" pitchFamily="34" charset="-120"/>
              </a:rPr>
              <a:t>net</a:t>
            </a:r>
            <a:endParaRPr lang="en-US" sz="1100" dirty="0"/>
          </a:p>
        </p:txBody>
      </p:sp>
      <p:sp>
        <p:nvSpPr>
          <p:cNvPr id="21" name="Shape 19"/>
          <p:cNvSpPr/>
          <p:nvPr/>
        </p:nvSpPr>
        <p:spPr>
          <a:xfrm>
            <a:off x="7892644" y="2606040"/>
            <a:ext cx="1051560" cy="1051560"/>
          </a:xfrm>
          <a:prstGeom prst="roundRect">
            <a:avLst>
              <a:gd name="adj" fmla="val 10435"/>
            </a:avLst>
          </a:prstGeom>
          <a:solidFill>
            <a:srgbClr val="EDE8FF"/>
          </a:solidFill>
          <a:ln w="19050">
            <a:solidFill>
              <a:srgbClr val="4036ED"/>
            </a:solidFill>
            <a:prstDash val="solid"/>
          </a:ln>
        </p:spPr>
      </p:sp>
      <p:sp>
        <p:nvSpPr>
          <p:cNvPr id="22" name="Text 20"/>
          <p:cNvSpPr/>
          <p:nvPr/>
        </p:nvSpPr>
        <p:spPr>
          <a:xfrm>
            <a:off x="7892644" y="2651760"/>
            <a:ext cx="1051560" cy="320040"/>
          </a:xfrm>
          <a:prstGeom prst="rect">
            <a:avLst/>
          </a:prstGeom>
          <a:noFill/>
          <a:ln/>
        </p:spPr>
        <p:txBody>
          <a:bodyPr wrap="square" lIns="0" tIns="0" rIns="0" bIns="0" rtlCol="0" anchor="ctr"/>
          <a:lstStyle/>
          <a:p>
            <a:pPr marL="0" indent="0" algn="ctr">
              <a:buNone/>
            </a:pPr>
            <a:r>
              <a:rPr lang="en-US" sz="1200" b="1" dirty="0">
                <a:solidFill>
                  <a:srgbClr val="FE6768"/>
                </a:solidFill>
                <a:latin typeface="Calibri" pitchFamily="34" charset="0"/>
                <a:ea typeface="Calibri" pitchFamily="34" charset="-122"/>
                <a:cs typeface="Calibri" pitchFamily="34" charset="-120"/>
              </a:rPr>
              <a:t>5</a:t>
            </a:r>
            <a:endParaRPr lang="en-US" sz="1200" dirty="0"/>
          </a:p>
        </p:txBody>
      </p:sp>
      <p:sp>
        <p:nvSpPr>
          <p:cNvPr id="23" name="Text 21"/>
          <p:cNvSpPr/>
          <p:nvPr/>
        </p:nvSpPr>
        <p:spPr>
          <a:xfrm>
            <a:off x="7892644" y="2926080"/>
            <a:ext cx="1051560" cy="640080"/>
          </a:xfrm>
          <a:prstGeom prst="rect">
            <a:avLst/>
          </a:prstGeom>
          <a:noFill/>
          <a:ln/>
        </p:spPr>
        <p:txBody>
          <a:bodyPr wrap="square" lIns="0" tIns="0" rIns="0" bIns="0" rtlCol="0" anchor="ctr"/>
          <a:lstStyle/>
          <a:p>
            <a:pPr marL="0" indent="0" algn="ctr">
              <a:buNone/>
            </a:pPr>
            <a:r>
              <a:rPr lang="en-US" sz="3000" b="1" dirty="0">
                <a:solidFill>
                  <a:srgbClr val="4036ED"/>
                </a:solidFill>
                <a:latin typeface="Malgun Gothic" pitchFamily="34" charset="0"/>
                <a:ea typeface="Malgun Gothic" pitchFamily="34" charset="-122"/>
                <a:cs typeface="Malgun Gothic" pitchFamily="34" charset="-120"/>
              </a:rPr>
              <a:t>다섯</a:t>
            </a:r>
            <a:endParaRPr lang="en-US" sz="3000" dirty="0"/>
          </a:p>
        </p:txBody>
      </p:sp>
      <p:sp>
        <p:nvSpPr>
          <p:cNvPr id="24" name="Text 22"/>
          <p:cNvSpPr/>
          <p:nvPr/>
        </p:nvSpPr>
        <p:spPr>
          <a:xfrm>
            <a:off x="7892644" y="3703320"/>
            <a:ext cx="1051560" cy="274320"/>
          </a:xfrm>
          <a:prstGeom prst="rect">
            <a:avLst/>
          </a:prstGeom>
          <a:noFill/>
          <a:ln/>
        </p:spPr>
        <p:txBody>
          <a:bodyPr wrap="square" lIns="0" tIns="0" rIns="0" bIns="0" rtlCol="0" anchor="ctr"/>
          <a:lstStyle/>
          <a:p>
            <a:pPr marL="0" indent="0" algn="ctr">
              <a:buNone/>
            </a:pPr>
            <a:r>
              <a:rPr lang="en-US" sz="1100" i="1" dirty="0">
                <a:solidFill>
                  <a:srgbClr val="4A4A55"/>
                </a:solidFill>
                <a:latin typeface="Calibri" pitchFamily="34" charset="0"/>
                <a:ea typeface="Calibri" pitchFamily="34" charset="-122"/>
                <a:cs typeface="Calibri" pitchFamily="34" charset="-120"/>
              </a:rPr>
              <a:t>da-seot</a:t>
            </a:r>
            <a:endParaRPr lang="en-US" sz="1100" dirty="0"/>
          </a:p>
        </p:txBody>
      </p:sp>
      <p:sp>
        <p:nvSpPr>
          <p:cNvPr id="25" name="Shape 23"/>
          <p:cNvSpPr/>
          <p:nvPr/>
        </p:nvSpPr>
        <p:spPr>
          <a:xfrm>
            <a:off x="3247492" y="4297680"/>
            <a:ext cx="1051560" cy="1051560"/>
          </a:xfrm>
          <a:prstGeom prst="roundRect">
            <a:avLst>
              <a:gd name="adj" fmla="val 10435"/>
            </a:avLst>
          </a:prstGeom>
          <a:solidFill>
            <a:srgbClr val="EDE8FF"/>
          </a:solidFill>
          <a:ln w="19050">
            <a:solidFill>
              <a:srgbClr val="4036ED"/>
            </a:solidFill>
            <a:prstDash val="solid"/>
          </a:ln>
        </p:spPr>
      </p:sp>
      <p:sp>
        <p:nvSpPr>
          <p:cNvPr id="26" name="Text 24"/>
          <p:cNvSpPr/>
          <p:nvPr/>
        </p:nvSpPr>
        <p:spPr>
          <a:xfrm>
            <a:off x="3247492" y="4343400"/>
            <a:ext cx="1051560" cy="320040"/>
          </a:xfrm>
          <a:prstGeom prst="rect">
            <a:avLst/>
          </a:prstGeom>
          <a:noFill/>
          <a:ln/>
        </p:spPr>
        <p:txBody>
          <a:bodyPr wrap="square" lIns="0" tIns="0" rIns="0" bIns="0" rtlCol="0" anchor="ctr"/>
          <a:lstStyle/>
          <a:p>
            <a:pPr marL="0" indent="0" algn="ctr">
              <a:buNone/>
            </a:pPr>
            <a:r>
              <a:rPr lang="en-US" sz="1200" b="1" dirty="0">
                <a:solidFill>
                  <a:srgbClr val="FE6768"/>
                </a:solidFill>
                <a:latin typeface="Calibri" pitchFamily="34" charset="0"/>
                <a:ea typeface="Calibri" pitchFamily="34" charset="-122"/>
                <a:cs typeface="Calibri" pitchFamily="34" charset="-120"/>
              </a:rPr>
              <a:t>6</a:t>
            </a:r>
            <a:endParaRPr lang="en-US" sz="1200" dirty="0"/>
          </a:p>
        </p:txBody>
      </p:sp>
      <p:sp>
        <p:nvSpPr>
          <p:cNvPr id="27" name="Text 25"/>
          <p:cNvSpPr/>
          <p:nvPr/>
        </p:nvSpPr>
        <p:spPr>
          <a:xfrm>
            <a:off x="3247492" y="4617720"/>
            <a:ext cx="1051560" cy="640080"/>
          </a:xfrm>
          <a:prstGeom prst="rect">
            <a:avLst/>
          </a:prstGeom>
          <a:noFill/>
          <a:ln/>
        </p:spPr>
        <p:txBody>
          <a:bodyPr wrap="square" lIns="0" tIns="0" rIns="0" bIns="0" rtlCol="0" anchor="ctr"/>
          <a:lstStyle/>
          <a:p>
            <a:pPr marL="0" indent="0" algn="ctr">
              <a:buNone/>
            </a:pPr>
            <a:r>
              <a:rPr lang="en-US" sz="3000" b="1" dirty="0">
                <a:solidFill>
                  <a:srgbClr val="4036ED"/>
                </a:solidFill>
                <a:latin typeface="Malgun Gothic" pitchFamily="34" charset="0"/>
                <a:ea typeface="Malgun Gothic" pitchFamily="34" charset="-122"/>
                <a:cs typeface="Malgun Gothic" pitchFamily="34" charset="-120"/>
              </a:rPr>
              <a:t>여섯</a:t>
            </a:r>
            <a:endParaRPr lang="en-US" sz="3000" dirty="0"/>
          </a:p>
        </p:txBody>
      </p:sp>
      <p:sp>
        <p:nvSpPr>
          <p:cNvPr id="28" name="Text 26"/>
          <p:cNvSpPr/>
          <p:nvPr/>
        </p:nvSpPr>
        <p:spPr>
          <a:xfrm>
            <a:off x="3247492" y="5394960"/>
            <a:ext cx="1051560" cy="274320"/>
          </a:xfrm>
          <a:prstGeom prst="rect">
            <a:avLst/>
          </a:prstGeom>
          <a:noFill/>
          <a:ln/>
        </p:spPr>
        <p:txBody>
          <a:bodyPr wrap="square" lIns="0" tIns="0" rIns="0" bIns="0" rtlCol="0" anchor="ctr"/>
          <a:lstStyle/>
          <a:p>
            <a:pPr marL="0" indent="0" algn="ctr">
              <a:buNone/>
            </a:pPr>
            <a:r>
              <a:rPr lang="en-US" sz="1100" i="1" dirty="0">
                <a:solidFill>
                  <a:srgbClr val="4A4A55"/>
                </a:solidFill>
                <a:latin typeface="Calibri" pitchFamily="34" charset="0"/>
                <a:ea typeface="Calibri" pitchFamily="34" charset="-122"/>
                <a:cs typeface="Calibri" pitchFamily="34" charset="-120"/>
              </a:rPr>
              <a:t>yeo-seot</a:t>
            </a:r>
            <a:endParaRPr lang="en-US" sz="1100" dirty="0"/>
          </a:p>
        </p:txBody>
      </p:sp>
      <p:sp>
        <p:nvSpPr>
          <p:cNvPr id="29" name="Shape 27"/>
          <p:cNvSpPr/>
          <p:nvPr/>
        </p:nvSpPr>
        <p:spPr>
          <a:xfrm>
            <a:off x="4408780" y="4297680"/>
            <a:ext cx="1051560" cy="1051560"/>
          </a:xfrm>
          <a:prstGeom prst="roundRect">
            <a:avLst>
              <a:gd name="adj" fmla="val 10435"/>
            </a:avLst>
          </a:prstGeom>
          <a:solidFill>
            <a:srgbClr val="EDE8FF"/>
          </a:solidFill>
          <a:ln w="19050">
            <a:solidFill>
              <a:srgbClr val="4036ED"/>
            </a:solidFill>
            <a:prstDash val="solid"/>
          </a:ln>
        </p:spPr>
      </p:sp>
      <p:sp>
        <p:nvSpPr>
          <p:cNvPr id="30" name="Text 28"/>
          <p:cNvSpPr/>
          <p:nvPr/>
        </p:nvSpPr>
        <p:spPr>
          <a:xfrm>
            <a:off x="4408780" y="4343400"/>
            <a:ext cx="1051560" cy="320040"/>
          </a:xfrm>
          <a:prstGeom prst="rect">
            <a:avLst/>
          </a:prstGeom>
          <a:noFill/>
          <a:ln/>
        </p:spPr>
        <p:txBody>
          <a:bodyPr wrap="square" lIns="0" tIns="0" rIns="0" bIns="0" rtlCol="0" anchor="ctr"/>
          <a:lstStyle/>
          <a:p>
            <a:pPr marL="0" indent="0" algn="ctr">
              <a:buNone/>
            </a:pPr>
            <a:r>
              <a:rPr lang="en-US" sz="1200" b="1" dirty="0">
                <a:solidFill>
                  <a:srgbClr val="FE6768"/>
                </a:solidFill>
                <a:latin typeface="Calibri" pitchFamily="34" charset="0"/>
                <a:ea typeface="Calibri" pitchFamily="34" charset="-122"/>
                <a:cs typeface="Calibri" pitchFamily="34" charset="-120"/>
              </a:rPr>
              <a:t>7</a:t>
            </a:r>
            <a:endParaRPr lang="en-US" sz="1200" dirty="0"/>
          </a:p>
        </p:txBody>
      </p:sp>
      <p:sp>
        <p:nvSpPr>
          <p:cNvPr id="31" name="Text 29"/>
          <p:cNvSpPr/>
          <p:nvPr/>
        </p:nvSpPr>
        <p:spPr>
          <a:xfrm>
            <a:off x="4408780" y="4617720"/>
            <a:ext cx="1051560" cy="640080"/>
          </a:xfrm>
          <a:prstGeom prst="rect">
            <a:avLst/>
          </a:prstGeom>
          <a:noFill/>
          <a:ln/>
        </p:spPr>
        <p:txBody>
          <a:bodyPr wrap="square" lIns="0" tIns="0" rIns="0" bIns="0" rtlCol="0" anchor="ctr"/>
          <a:lstStyle/>
          <a:p>
            <a:pPr marL="0" indent="0" algn="ctr">
              <a:buNone/>
            </a:pPr>
            <a:r>
              <a:rPr lang="en-US" sz="3000" b="1" dirty="0">
                <a:solidFill>
                  <a:srgbClr val="4036ED"/>
                </a:solidFill>
                <a:latin typeface="Malgun Gothic" pitchFamily="34" charset="0"/>
                <a:ea typeface="Malgun Gothic" pitchFamily="34" charset="-122"/>
                <a:cs typeface="Malgun Gothic" pitchFamily="34" charset="-120"/>
              </a:rPr>
              <a:t>일곱</a:t>
            </a:r>
            <a:endParaRPr lang="en-US" sz="3000" dirty="0"/>
          </a:p>
        </p:txBody>
      </p:sp>
      <p:sp>
        <p:nvSpPr>
          <p:cNvPr id="32" name="Text 30"/>
          <p:cNvSpPr/>
          <p:nvPr/>
        </p:nvSpPr>
        <p:spPr>
          <a:xfrm>
            <a:off x="4408780" y="5394960"/>
            <a:ext cx="1051560" cy="274320"/>
          </a:xfrm>
          <a:prstGeom prst="rect">
            <a:avLst/>
          </a:prstGeom>
          <a:noFill/>
          <a:ln/>
        </p:spPr>
        <p:txBody>
          <a:bodyPr wrap="square" lIns="0" tIns="0" rIns="0" bIns="0" rtlCol="0" anchor="ctr"/>
          <a:lstStyle/>
          <a:p>
            <a:pPr marL="0" indent="0" algn="ctr">
              <a:buNone/>
            </a:pPr>
            <a:r>
              <a:rPr lang="en-US" sz="1100" i="1" dirty="0">
                <a:solidFill>
                  <a:srgbClr val="4A4A55"/>
                </a:solidFill>
                <a:latin typeface="Calibri" pitchFamily="34" charset="0"/>
                <a:ea typeface="Calibri" pitchFamily="34" charset="-122"/>
                <a:cs typeface="Calibri" pitchFamily="34" charset="-120"/>
              </a:rPr>
              <a:t>il-gop</a:t>
            </a:r>
            <a:endParaRPr lang="en-US" sz="1100" dirty="0"/>
          </a:p>
        </p:txBody>
      </p:sp>
      <p:sp>
        <p:nvSpPr>
          <p:cNvPr id="33" name="Shape 31"/>
          <p:cNvSpPr/>
          <p:nvPr/>
        </p:nvSpPr>
        <p:spPr>
          <a:xfrm>
            <a:off x="5570068" y="4297680"/>
            <a:ext cx="1051560" cy="1051560"/>
          </a:xfrm>
          <a:prstGeom prst="roundRect">
            <a:avLst>
              <a:gd name="adj" fmla="val 10435"/>
            </a:avLst>
          </a:prstGeom>
          <a:solidFill>
            <a:srgbClr val="EDE8FF"/>
          </a:solidFill>
          <a:ln w="19050">
            <a:solidFill>
              <a:srgbClr val="4036ED"/>
            </a:solidFill>
            <a:prstDash val="solid"/>
          </a:ln>
        </p:spPr>
      </p:sp>
      <p:sp>
        <p:nvSpPr>
          <p:cNvPr id="34" name="Text 32"/>
          <p:cNvSpPr/>
          <p:nvPr/>
        </p:nvSpPr>
        <p:spPr>
          <a:xfrm>
            <a:off x="5570068" y="4343400"/>
            <a:ext cx="1051560" cy="320040"/>
          </a:xfrm>
          <a:prstGeom prst="rect">
            <a:avLst/>
          </a:prstGeom>
          <a:noFill/>
          <a:ln/>
        </p:spPr>
        <p:txBody>
          <a:bodyPr wrap="square" lIns="0" tIns="0" rIns="0" bIns="0" rtlCol="0" anchor="ctr"/>
          <a:lstStyle/>
          <a:p>
            <a:pPr marL="0" indent="0" algn="ctr">
              <a:buNone/>
            </a:pPr>
            <a:r>
              <a:rPr lang="en-US" sz="1200" b="1" dirty="0">
                <a:solidFill>
                  <a:srgbClr val="FE6768"/>
                </a:solidFill>
                <a:latin typeface="Calibri" pitchFamily="34" charset="0"/>
                <a:ea typeface="Calibri" pitchFamily="34" charset="-122"/>
                <a:cs typeface="Calibri" pitchFamily="34" charset="-120"/>
              </a:rPr>
              <a:t>8</a:t>
            </a:r>
            <a:endParaRPr lang="en-US" sz="1200" dirty="0"/>
          </a:p>
        </p:txBody>
      </p:sp>
      <p:sp>
        <p:nvSpPr>
          <p:cNvPr id="35" name="Text 33"/>
          <p:cNvSpPr/>
          <p:nvPr/>
        </p:nvSpPr>
        <p:spPr>
          <a:xfrm>
            <a:off x="5570068" y="4617720"/>
            <a:ext cx="1051560" cy="640080"/>
          </a:xfrm>
          <a:prstGeom prst="rect">
            <a:avLst/>
          </a:prstGeom>
          <a:noFill/>
          <a:ln/>
        </p:spPr>
        <p:txBody>
          <a:bodyPr wrap="square" lIns="0" tIns="0" rIns="0" bIns="0" rtlCol="0" anchor="ctr"/>
          <a:lstStyle/>
          <a:p>
            <a:pPr marL="0" indent="0" algn="ctr">
              <a:buNone/>
            </a:pPr>
            <a:r>
              <a:rPr lang="en-US" sz="3000" b="1" dirty="0">
                <a:solidFill>
                  <a:srgbClr val="4036ED"/>
                </a:solidFill>
                <a:latin typeface="Malgun Gothic" pitchFamily="34" charset="0"/>
                <a:ea typeface="Malgun Gothic" pitchFamily="34" charset="-122"/>
                <a:cs typeface="Malgun Gothic" pitchFamily="34" charset="-120"/>
              </a:rPr>
              <a:t>여덟</a:t>
            </a:r>
            <a:endParaRPr lang="en-US" sz="3000" dirty="0"/>
          </a:p>
        </p:txBody>
      </p:sp>
      <p:sp>
        <p:nvSpPr>
          <p:cNvPr id="36" name="Text 34"/>
          <p:cNvSpPr/>
          <p:nvPr/>
        </p:nvSpPr>
        <p:spPr>
          <a:xfrm>
            <a:off x="5570068" y="5394960"/>
            <a:ext cx="1051560" cy="274320"/>
          </a:xfrm>
          <a:prstGeom prst="rect">
            <a:avLst/>
          </a:prstGeom>
          <a:noFill/>
          <a:ln/>
        </p:spPr>
        <p:txBody>
          <a:bodyPr wrap="square" lIns="0" tIns="0" rIns="0" bIns="0" rtlCol="0" anchor="ctr"/>
          <a:lstStyle/>
          <a:p>
            <a:pPr marL="0" indent="0" algn="ctr">
              <a:buNone/>
            </a:pPr>
            <a:r>
              <a:rPr lang="en-US" sz="1100" i="1" dirty="0">
                <a:solidFill>
                  <a:srgbClr val="4A4A55"/>
                </a:solidFill>
                <a:latin typeface="Calibri" pitchFamily="34" charset="0"/>
                <a:ea typeface="Calibri" pitchFamily="34" charset="-122"/>
                <a:cs typeface="Calibri" pitchFamily="34" charset="-120"/>
              </a:rPr>
              <a:t>yeo-deol</a:t>
            </a:r>
            <a:endParaRPr lang="en-US" sz="1100" dirty="0"/>
          </a:p>
        </p:txBody>
      </p:sp>
      <p:sp>
        <p:nvSpPr>
          <p:cNvPr id="37" name="Shape 35"/>
          <p:cNvSpPr/>
          <p:nvPr/>
        </p:nvSpPr>
        <p:spPr>
          <a:xfrm>
            <a:off x="6731356" y="4297680"/>
            <a:ext cx="1051560" cy="1051560"/>
          </a:xfrm>
          <a:prstGeom prst="roundRect">
            <a:avLst>
              <a:gd name="adj" fmla="val 10435"/>
            </a:avLst>
          </a:prstGeom>
          <a:solidFill>
            <a:srgbClr val="EDE8FF"/>
          </a:solidFill>
          <a:ln w="19050">
            <a:solidFill>
              <a:srgbClr val="4036ED"/>
            </a:solidFill>
            <a:prstDash val="solid"/>
          </a:ln>
        </p:spPr>
      </p:sp>
      <p:sp>
        <p:nvSpPr>
          <p:cNvPr id="38" name="Text 36"/>
          <p:cNvSpPr/>
          <p:nvPr/>
        </p:nvSpPr>
        <p:spPr>
          <a:xfrm>
            <a:off x="6731356" y="4343400"/>
            <a:ext cx="1051560" cy="320040"/>
          </a:xfrm>
          <a:prstGeom prst="rect">
            <a:avLst/>
          </a:prstGeom>
          <a:noFill/>
          <a:ln/>
        </p:spPr>
        <p:txBody>
          <a:bodyPr wrap="square" lIns="0" tIns="0" rIns="0" bIns="0" rtlCol="0" anchor="ctr"/>
          <a:lstStyle/>
          <a:p>
            <a:pPr marL="0" indent="0" algn="ctr">
              <a:buNone/>
            </a:pPr>
            <a:r>
              <a:rPr lang="en-US" sz="1200" b="1" dirty="0">
                <a:solidFill>
                  <a:srgbClr val="FE6768"/>
                </a:solidFill>
                <a:latin typeface="Calibri" pitchFamily="34" charset="0"/>
                <a:ea typeface="Calibri" pitchFamily="34" charset="-122"/>
                <a:cs typeface="Calibri" pitchFamily="34" charset="-120"/>
              </a:rPr>
              <a:t>9</a:t>
            </a:r>
            <a:endParaRPr lang="en-US" sz="1200" dirty="0"/>
          </a:p>
        </p:txBody>
      </p:sp>
      <p:sp>
        <p:nvSpPr>
          <p:cNvPr id="39" name="Text 37"/>
          <p:cNvSpPr/>
          <p:nvPr/>
        </p:nvSpPr>
        <p:spPr>
          <a:xfrm>
            <a:off x="6731356" y="4617720"/>
            <a:ext cx="1051560" cy="640080"/>
          </a:xfrm>
          <a:prstGeom prst="rect">
            <a:avLst/>
          </a:prstGeom>
          <a:noFill/>
          <a:ln/>
        </p:spPr>
        <p:txBody>
          <a:bodyPr wrap="square" lIns="0" tIns="0" rIns="0" bIns="0" rtlCol="0" anchor="ctr"/>
          <a:lstStyle/>
          <a:p>
            <a:pPr marL="0" indent="0" algn="ctr">
              <a:buNone/>
            </a:pPr>
            <a:r>
              <a:rPr lang="en-US" sz="3000" b="1" dirty="0">
                <a:solidFill>
                  <a:srgbClr val="4036ED"/>
                </a:solidFill>
                <a:latin typeface="Malgun Gothic" pitchFamily="34" charset="0"/>
                <a:ea typeface="Malgun Gothic" pitchFamily="34" charset="-122"/>
                <a:cs typeface="Malgun Gothic" pitchFamily="34" charset="-120"/>
              </a:rPr>
              <a:t>아홉</a:t>
            </a:r>
            <a:endParaRPr lang="en-US" sz="3000" dirty="0"/>
          </a:p>
        </p:txBody>
      </p:sp>
      <p:sp>
        <p:nvSpPr>
          <p:cNvPr id="40" name="Text 38"/>
          <p:cNvSpPr/>
          <p:nvPr/>
        </p:nvSpPr>
        <p:spPr>
          <a:xfrm>
            <a:off x="6731356" y="5394960"/>
            <a:ext cx="1051560" cy="274320"/>
          </a:xfrm>
          <a:prstGeom prst="rect">
            <a:avLst/>
          </a:prstGeom>
          <a:noFill/>
          <a:ln/>
        </p:spPr>
        <p:txBody>
          <a:bodyPr wrap="square" lIns="0" tIns="0" rIns="0" bIns="0" rtlCol="0" anchor="ctr"/>
          <a:lstStyle/>
          <a:p>
            <a:pPr marL="0" indent="0" algn="ctr">
              <a:buNone/>
            </a:pPr>
            <a:r>
              <a:rPr lang="en-US" sz="1100" i="1" dirty="0">
                <a:solidFill>
                  <a:srgbClr val="4A4A55"/>
                </a:solidFill>
                <a:latin typeface="Calibri" pitchFamily="34" charset="0"/>
                <a:ea typeface="Calibri" pitchFamily="34" charset="-122"/>
                <a:cs typeface="Calibri" pitchFamily="34" charset="-120"/>
              </a:rPr>
              <a:t>a-hop</a:t>
            </a:r>
            <a:endParaRPr lang="en-US" sz="1100" dirty="0"/>
          </a:p>
        </p:txBody>
      </p:sp>
      <p:sp>
        <p:nvSpPr>
          <p:cNvPr id="41" name="Shape 39"/>
          <p:cNvSpPr/>
          <p:nvPr/>
        </p:nvSpPr>
        <p:spPr>
          <a:xfrm>
            <a:off x="7892644" y="4297680"/>
            <a:ext cx="1051560" cy="1051560"/>
          </a:xfrm>
          <a:prstGeom prst="roundRect">
            <a:avLst>
              <a:gd name="adj" fmla="val 10435"/>
            </a:avLst>
          </a:prstGeom>
          <a:solidFill>
            <a:srgbClr val="EDE8FF"/>
          </a:solidFill>
          <a:ln w="19050">
            <a:solidFill>
              <a:srgbClr val="4036ED"/>
            </a:solidFill>
            <a:prstDash val="solid"/>
          </a:ln>
        </p:spPr>
      </p:sp>
      <p:sp>
        <p:nvSpPr>
          <p:cNvPr id="42" name="Text 40"/>
          <p:cNvSpPr/>
          <p:nvPr/>
        </p:nvSpPr>
        <p:spPr>
          <a:xfrm>
            <a:off x="7892644" y="4343400"/>
            <a:ext cx="1051560" cy="320040"/>
          </a:xfrm>
          <a:prstGeom prst="rect">
            <a:avLst/>
          </a:prstGeom>
          <a:noFill/>
          <a:ln/>
        </p:spPr>
        <p:txBody>
          <a:bodyPr wrap="square" lIns="0" tIns="0" rIns="0" bIns="0" rtlCol="0" anchor="ctr"/>
          <a:lstStyle/>
          <a:p>
            <a:pPr marL="0" indent="0" algn="ctr">
              <a:buNone/>
            </a:pPr>
            <a:r>
              <a:rPr lang="en-US" sz="1200" b="1" dirty="0">
                <a:solidFill>
                  <a:srgbClr val="FE6768"/>
                </a:solidFill>
                <a:latin typeface="Calibri" pitchFamily="34" charset="0"/>
                <a:ea typeface="Calibri" pitchFamily="34" charset="-122"/>
                <a:cs typeface="Calibri" pitchFamily="34" charset="-120"/>
              </a:rPr>
              <a:t>10</a:t>
            </a:r>
            <a:endParaRPr lang="en-US" sz="1200" dirty="0"/>
          </a:p>
        </p:txBody>
      </p:sp>
      <p:sp>
        <p:nvSpPr>
          <p:cNvPr id="43" name="Text 41"/>
          <p:cNvSpPr/>
          <p:nvPr/>
        </p:nvSpPr>
        <p:spPr>
          <a:xfrm>
            <a:off x="7892644" y="4617720"/>
            <a:ext cx="1051560" cy="640080"/>
          </a:xfrm>
          <a:prstGeom prst="rect">
            <a:avLst/>
          </a:prstGeom>
          <a:noFill/>
          <a:ln/>
        </p:spPr>
        <p:txBody>
          <a:bodyPr wrap="square" lIns="0" tIns="0" rIns="0" bIns="0" rtlCol="0" anchor="ctr"/>
          <a:lstStyle/>
          <a:p>
            <a:pPr marL="0" indent="0" algn="ctr">
              <a:buNone/>
            </a:pPr>
            <a:r>
              <a:rPr lang="en-US" sz="3000" b="1" dirty="0">
                <a:solidFill>
                  <a:srgbClr val="4036ED"/>
                </a:solidFill>
                <a:latin typeface="Malgun Gothic" pitchFamily="34" charset="0"/>
                <a:ea typeface="Malgun Gothic" pitchFamily="34" charset="-122"/>
                <a:cs typeface="Malgun Gothic" pitchFamily="34" charset="-120"/>
              </a:rPr>
              <a:t>열</a:t>
            </a:r>
            <a:endParaRPr lang="en-US" sz="3000" dirty="0"/>
          </a:p>
        </p:txBody>
      </p:sp>
      <p:sp>
        <p:nvSpPr>
          <p:cNvPr id="44" name="Text 42"/>
          <p:cNvSpPr/>
          <p:nvPr/>
        </p:nvSpPr>
        <p:spPr>
          <a:xfrm>
            <a:off x="7892644" y="5394960"/>
            <a:ext cx="1051560" cy="274320"/>
          </a:xfrm>
          <a:prstGeom prst="rect">
            <a:avLst/>
          </a:prstGeom>
          <a:noFill/>
          <a:ln/>
        </p:spPr>
        <p:txBody>
          <a:bodyPr wrap="square" lIns="0" tIns="0" rIns="0" bIns="0" rtlCol="0" anchor="ctr"/>
          <a:lstStyle/>
          <a:p>
            <a:pPr marL="0" indent="0" algn="ctr">
              <a:buNone/>
            </a:pPr>
            <a:r>
              <a:rPr lang="en-US" sz="1100" i="1" dirty="0">
                <a:solidFill>
                  <a:srgbClr val="4A4A55"/>
                </a:solidFill>
                <a:latin typeface="Calibri" pitchFamily="34" charset="0"/>
                <a:ea typeface="Calibri" pitchFamily="34" charset="-122"/>
                <a:cs typeface="Calibri" pitchFamily="34" charset="-120"/>
              </a:rPr>
              <a:t>yeol</a:t>
            </a:r>
            <a:endParaRPr lang="en-US" sz="1100" dirty="0"/>
          </a:p>
        </p:txBody>
      </p:sp>
      <p:sp>
        <p:nvSpPr>
          <p:cNvPr id="45" name="Text 43"/>
          <p:cNvSpPr/>
          <p:nvPr/>
        </p:nvSpPr>
        <p:spPr>
          <a:xfrm>
            <a:off x="640080" y="5943600"/>
            <a:ext cx="10911535" cy="365760"/>
          </a:xfrm>
          <a:prstGeom prst="rect">
            <a:avLst/>
          </a:prstGeom>
          <a:noFill/>
          <a:ln/>
        </p:spPr>
        <p:txBody>
          <a:bodyPr wrap="square" lIns="0" tIns="0" rIns="0" bIns="0" rtlCol="0" anchor="ctr"/>
          <a:lstStyle/>
          <a:p>
            <a:pPr marL="0" indent="0" algn="ctr">
              <a:buNone/>
            </a:pPr>
            <a:r>
              <a:rPr lang="en-US" sz="1100" i="1" dirty="0">
                <a:solidFill>
                  <a:srgbClr val="4A4A55"/>
                </a:solidFill>
                <a:latin typeface="Calibri" pitchFamily="34" charset="0"/>
                <a:ea typeface="Calibri" pitchFamily="34" charset="-122"/>
                <a:cs typeface="Calibri" pitchFamily="34" charset="-120"/>
              </a:rPr>
              <a:t>Hay otra serie (sino-coreana: 일 이 삼...) que aprenderás más adelante para edades, dinero y horas.</a:t>
            </a:r>
            <a:endParaRPr lang="en-US" sz="1100" dirty="0"/>
          </a:p>
        </p:txBody>
      </p:sp>
      <p:pic>
        <p:nvPicPr>
          <p:cNvPr id="46"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47" name="Text 44"/>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48" name="Text 45"/>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116</a:t>
            </a:r>
            <a:endParaRPr lang="en-US" sz="800" dirty="0"/>
          </a:p>
        </p:txBody>
      </p:sp>
    </p:spTree>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name="Slide 117">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§4.25</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Los días de la semana</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Cada día lleva el nombre de un elemento natural — muy parecido al japonés y al chino.</a:t>
            </a:r>
            <a:endParaRPr lang="en-US" sz="1400" dirty="0"/>
          </a:p>
        </p:txBody>
      </p:sp>
      <p:sp>
        <p:nvSpPr>
          <p:cNvPr id="5" name="Shape 3"/>
          <p:cNvSpPr/>
          <p:nvPr/>
        </p:nvSpPr>
        <p:spPr>
          <a:xfrm>
            <a:off x="403708" y="2606040"/>
            <a:ext cx="1508760" cy="3291840"/>
          </a:xfrm>
          <a:prstGeom prst="roundRect">
            <a:avLst>
              <a:gd name="adj" fmla="val 9091"/>
            </a:avLst>
          </a:prstGeom>
          <a:solidFill>
            <a:srgbClr val="EDE8FF"/>
          </a:solidFill>
          <a:ln w="19050">
            <a:solidFill>
              <a:srgbClr val="4036ED"/>
            </a:solidFill>
            <a:prstDash val="solid"/>
          </a:ln>
        </p:spPr>
      </p:sp>
      <p:sp>
        <p:nvSpPr>
          <p:cNvPr id="6" name="Text 4"/>
          <p:cNvSpPr/>
          <p:nvPr/>
        </p:nvSpPr>
        <p:spPr>
          <a:xfrm>
            <a:off x="403708" y="2743200"/>
            <a:ext cx="1508760" cy="777240"/>
          </a:xfrm>
          <a:prstGeom prst="rect">
            <a:avLst/>
          </a:prstGeom>
          <a:noFill/>
          <a:ln/>
        </p:spPr>
        <p:txBody>
          <a:bodyPr wrap="square" lIns="0" tIns="0" rIns="0" bIns="0" rtlCol="0" anchor="ctr"/>
          <a:lstStyle/>
          <a:p>
            <a:pPr marL="0" indent="0" algn="ctr">
              <a:buNone/>
            </a:pPr>
            <a:r>
              <a:rPr lang="en-US" sz="3800" b="1" dirty="0">
                <a:solidFill>
                  <a:srgbClr val="FE6768"/>
                </a:solidFill>
                <a:latin typeface="Malgun Gothic" pitchFamily="34" charset="0"/>
                <a:ea typeface="Malgun Gothic" pitchFamily="34" charset="-122"/>
                <a:cs typeface="Malgun Gothic" pitchFamily="34" charset="-120"/>
              </a:rPr>
              <a:t>月</a:t>
            </a:r>
            <a:endParaRPr lang="en-US" sz="3800" dirty="0"/>
          </a:p>
        </p:txBody>
      </p:sp>
      <p:sp>
        <p:nvSpPr>
          <p:cNvPr id="7" name="Text 5"/>
          <p:cNvSpPr/>
          <p:nvPr/>
        </p:nvSpPr>
        <p:spPr>
          <a:xfrm>
            <a:off x="403708" y="3566160"/>
            <a:ext cx="1508760" cy="50292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월요일</a:t>
            </a:r>
            <a:endParaRPr lang="en-US" sz="2200" dirty="0"/>
          </a:p>
        </p:txBody>
      </p:sp>
      <p:sp>
        <p:nvSpPr>
          <p:cNvPr id="8" name="Text 6"/>
          <p:cNvSpPr/>
          <p:nvPr/>
        </p:nvSpPr>
        <p:spPr>
          <a:xfrm>
            <a:off x="403708" y="4114800"/>
            <a:ext cx="1508760" cy="320040"/>
          </a:xfrm>
          <a:prstGeom prst="rect">
            <a:avLst/>
          </a:prstGeom>
          <a:noFill/>
          <a:ln/>
        </p:spPr>
        <p:txBody>
          <a:bodyPr wrap="square" lIns="0" tIns="0" rIns="0" bIns="0" rtlCol="0" anchor="ctr"/>
          <a:lstStyle/>
          <a:p>
            <a:pPr marL="0" indent="0" algn="ctr">
              <a:buNone/>
            </a:pPr>
            <a:r>
              <a:rPr lang="en-US" sz="1000" b="1" i="1" dirty="0">
                <a:solidFill>
                  <a:srgbClr val="4036ED"/>
                </a:solidFill>
                <a:latin typeface="Calibri" pitchFamily="34" charset="0"/>
                <a:ea typeface="Calibri" pitchFamily="34" charset="-122"/>
                <a:cs typeface="Calibri" pitchFamily="34" charset="-120"/>
              </a:rPr>
              <a:t>wol-yo-il</a:t>
            </a:r>
            <a:endParaRPr lang="en-US" sz="1000" dirty="0"/>
          </a:p>
        </p:txBody>
      </p:sp>
      <p:sp>
        <p:nvSpPr>
          <p:cNvPr id="9" name="Text 7"/>
          <p:cNvSpPr/>
          <p:nvPr/>
        </p:nvSpPr>
        <p:spPr>
          <a:xfrm>
            <a:off x="403708" y="4526280"/>
            <a:ext cx="1508760" cy="320040"/>
          </a:xfrm>
          <a:prstGeom prst="rect">
            <a:avLst/>
          </a:prstGeom>
          <a:noFill/>
          <a:ln/>
        </p:spPr>
        <p:txBody>
          <a:bodyPr wrap="square" lIns="0" tIns="0" rIns="0" bIns="0" rtlCol="0" anchor="ctr"/>
          <a:lstStyle/>
          <a:p>
            <a:pPr marL="0" indent="0" algn="ctr">
              <a:buNone/>
            </a:pPr>
            <a:r>
              <a:rPr lang="en-US" sz="1100" b="1" kern="0" spc="200" dirty="0">
                <a:solidFill>
                  <a:srgbClr val="1E1E2A"/>
                </a:solidFill>
                <a:latin typeface="Calibri" pitchFamily="34" charset="0"/>
                <a:ea typeface="Calibri" pitchFamily="34" charset="-122"/>
                <a:cs typeface="Calibri" pitchFamily="34" charset="-120"/>
              </a:rPr>
              <a:t>LUNES</a:t>
            </a:r>
            <a:endParaRPr lang="en-US" sz="1100" dirty="0"/>
          </a:p>
        </p:txBody>
      </p:sp>
      <p:sp>
        <p:nvSpPr>
          <p:cNvPr id="10" name="Text 8"/>
          <p:cNvSpPr/>
          <p:nvPr/>
        </p:nvSpPr>
        <p:spPr>
          <a:xfrm>
            <a:off x="403708" y="4892040"/>
            <a:ext cx="150876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luna</a:t>
            </a:r>
            <a:endParaRPr lang="en-US" sz="1000" dirty="0"/>
          </a:p>
        </p:txBody>
      </p:sp>
      <p:sp>
        <p:nvSpPr>
          <p:cNvPr id="11" name="Shape 9"/>
          <p:cNvSpPr/>
          <p:nvPr/>
        </p:nvSpPr>
        <p:spPr>
          <a:xfrm>
            <a:off x="2049628" y="2606040"/>
            <a:ext cx="1508760" cy="3291840"/>
          </a:xfrm>
          <a:prstGeom prst="roundRect">
            <a:avLst>
              <a:gd name="adj" fmla="val 9091"/>
            </a:avLst>
          </a:prstGeom>
          <a:solidFill>
            <a:srgbClr val="EDE8FF"/>
          </a:solidFill>
          <a:ln w="19050">
            <a:solidFill>
              <a:srgbClr val="4036ED"/>
            </a:solidFill>
            <a:prstDash val="solid"/>
          </a:ln>
        </p:spPr>
      </p:sp>
      <p:sp>
        <p:nvSpPr>
          <p:cNvPr id="12" name="Text 10"/>
          <p:cNvSpPr/>
          <p:nvPr/>
        </p:nvSpPr>
        <p:spPr>
          <a:xfrm>
            <a:off x="2049628" y="2743200"/>
            <a:ext cx="1508760" cy="777240"/>
          </a:xfrm>
          <a:prstGeom prst="rect">
            <a:avLst/>
          </a:prstGeom>
          <a:noFill/>
          <a:ln/>
        </p:spPr>
        <p:txBody>
          <a:bodyPr wrap="square" lIns="0" tIns="0" rIns="0" bIns="0" rtlCol="0" anchor="ctr"/>
          <a:lstStyle/>
          <a:p>
            <a:pPr marL="0" indent="0" algn="ctr">
              <a:buNone/>
            </a:pPr>
            <a:r>
              <a:rPr lang="en-US" sz="3800" b="1" dirty="0">
                <a:solidFill>
                  <a:srgbClr val="FE6768"/>
                </a:solidFill>
                <a:latin typeface="Malgun Gothic" pitchFamily="34" charset="0"/>
                <a:ea typeface="Malgun Gothic" pitchFamily="34" charset="-122"/>
                <a:cs typeface="Malgun Gothic" pitchFamily="34" charset="-120"/>
              </a:rPr>
              <a:t>火</a:t>
            </a:r>
            <a:endParaRPr lang="en-US" sz="3800" dirty="0"/>
          </a:p>
        </p:txBody>
      </p:sp>
      <p:sp>
        <p:nvSpPr>
          <p:cNvPr id="13" name="Text 11"/>
          <p:cNvSpPr/>
          <p:nvPr/>
        </p:nvSpPr>
        <p:spPr>
          <a:xfrm>
            <a:off x="2049628" y="3566160"/>
            <a:ext cx="1508760" cy="50292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화요일</a:t>
            </a:r>
            <a:endParaRPr lang="en-US" sz="2200" dirty="0"/>
          </a:p>
        </p:txBody>
      </p:sp>
      <p:sp>
        <p:nvSpPr>
          <p:cNvPr id="14" name="Text 12"/>
          <p:cNvSpPr/>
          <p:nvPr/>
        </p:nvSpPr>
        <p:spPr>
          <a:xfrm>
            <a:off x="2049628" y="4114800"/>
            <a:ext cx="1508760" cy="320040"/>
          </a:xfrm>
          <a:prstGeom prst="rect">
            <a:avLst/>
          </a:prstGeom>
          <a:noFill/>
          <a:ln/>
        </p:spPr>
        <p:txBody>
          <a:bodyPr wrap="square" lIns="0" tIns="0" rIns="0" bIns="0" rtlCol="0" anchor="ctr"/>
          <a:lstStyle/>
          <a:p>
            <a:pPr marL="0" indent="0" algn="ctr">
              <a:buNone/>
            </a:pPr>
            <a:r>
              <a:rPr lang="en-US" sz="1000" b="1" i="1" dirty="0">
                <a:solidFill>
                  <a:srgbClr val="4036ED"/>
                </a:solidFill>
                <a:latin typeface="Calibri" pitchFamily="34" charset="0"/>
                <a:ea typeface="Calibri" pitchFamily="34" charset="-122"/>
                <a:cs typeface="Calibri" pitchFamily="34" charset="-120"/>
              </a:rPr>
              <a:t>hwa-yo-il</a:t>
            </a:r>
            <a:endParaRPr lang="en-US" sz="1000" dirty="0"/>
          </a:p>
        </p:txBody>
      </p:sp>
      <p:sp>
        <p:nvSpPr>
          <p:cNvPr id="15" name="Text 13"/>
          <p:cNvSpPr/>
          <p:nvPr/>
        </p:nvSpPr>
        <p:spPr>
          <a:xfrm>
            <a:off x="2049628" y="4526280"/>
            <a:ext cx="1508760" cy="320040"/>
          </a:xfrm>
          <a:prstGeom prst="rect">
            <a:avLst/>
          </a:prstGeom>
          <a:noFill/>
          <a:ln/>
        </p:spPr>
        <p:txBody>
          <a:bodyPr wrap="square" lIns="0" tIns="0" rIns="0" bIns="0" rtlCol="0" anchor="ctr"/>
          <a:lstStyle/>
          <a:p>
            <a:pPr marL="0" indent="0" algn="ctr">
              <a:buNone/>
            </a:pPr>
            <a:r>
              <a:rPr lang="en-US" sz="1100" b="1" kern="0" spc="200" dirty="0">
                <a:solidFill>
                  <a:srgbClr val="1E1E2A"/>
                </a:solidFill>
                <a:latin typeface="Calibri" pitchFamily="34" charset="0"/>
                <a:ea typeface="Calibri" pitchFamily="34" charset="-122"/>
                <a:cs typeface="Calibri" pitchFamily="34" charset="-120"/>
              </a:rPr>
              <a:t>MARTES</a:t>
            </a:r>
            <a:endParaRPr lang="en-US" sz="1100" dirty="0"/>
          </a:p>
        </p:txBody>
      </p:sp>
      <p:sp>
        <p:nvSpPr>
          <p:cNvPr id="16" name="Text 14"/>
          <p:cNvSpPr/>
          <p:nvPr/>
        </p:nvSpPr>
        <p:spPr>
          <a:xfrm>
            <a:off x="2049628" y="4892040"/>
            <a:ext cx="150876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fuego</a:t>
            </a:r>
            <a:endParaRPr lang="en-US" sz="1000" dirty="0"/>
          </a:p>
        </p:txBody>
      </p:sp>
      <p:sp>
        <p:nvSpPr>
          <p:cNvPr id="17" name="Shape 15"/>
          <p:cNvSpPr/>
          <p:nvPr/>
        </p:nvSpPr>
        <p:spPr>
          <a:xfrm>
            <a:off x="3695548" y="2606040"/>
            <a:ext cx="1508760" cy="3291840"/>
          </a:xfrm>
          <a:prstGeom prst="roundRect">
            <a:avLst>
              <a:gd name="adj" fmla="val 9091"/>
            </a:avLst>
          </a:prstGeom>
          <a:solidFill>
            <a:srgbClr val="EDE8FF"/>
          </a:solidFill>
          <a:ln w="19050">
            <a:solidFill>
              <a:srgbClr val="4036ED"/>
            </a:solidFill>
            <a:prstDash val="solid"/>
          </a:ln>
        </p:spPr>
      </p:sp>
      <p:sp>
        <p:nvSpPr>
          <p:cNvPr id="18" name="Text 16"/>
          <p:cNvSpPr/>
          <p:nvPr/>
        </p:nvSpPr>
        <p:spPr>
          <a:xfrm>
            <a:off x="3695548" y="2743200"/>
            <a:ext cx="1508760" cy="777240"/>
          </a:xfrm>
          <a:prstGeom prst="rect">
            <a:avLst/>
          </a:prstGeom>
          <a:noFill/>
          <a:ln/>
        </p:spPr>
        <p:txBody>
          <a:bodyPr wrap="square" lIns="0" tIns="0" rIns="0" bIns="0" rtlCol="0" anchor="ctr"/>
          <a:lstStyle/>
          <a:p>
            <a:pPr marL="0" indent="0" algn="ctr">
              <a:buNone/>
            </a:pPr>
            <a:r>
              <a:rPr lang="en-US" sz="3800" b="1" dirty="0">
                <a:solidFill>
                  <a:srgbClr val="FE6768"/>
                </a:solidFill>
                <a:latin typeface="Malgun Gothic" pitchFamily="34" charset="0"/>
                <a:ea typeface="Malgun Gothic" pitchFamily="34" charset="-122"/>
                <a:cs typeface="Malgun Gothic" pitchFamily="34" charset="-120"/>
              </a:rPr>
              <a:t>水</a:t>
            </a:r>
            <a:endParaRPr lang="en-US" sz="3800" dirty="0"/>
          </a:p>
        </p:txBody>
      </p:sp>
      <p:sp>
        <p:nvSpPr>
          <p:cNvPr id="19" name="Text 17"/>
          <p:cNvSpPr/>
          <p:nvPr/>
        </p:nvSpPr>
        <p:spPr>
          <a:xfrm>
            <a:off x="3695548" y="3566160"/>
            <a:ext cx="1508760" cy="50292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수요일</a:t>
            </a:r>
            <a:endParaRPr lang="en-US" sz="2200" dirty="0"/>
          </a:p>
        </p:txBody>
      </p:sp>
      <p:sp>
        <p:nvSpPr>
          <p:cNvPr id="20" name="Text 18"/>
          <p:cNvSpPr/>
          <p:nvPr/>
        </p:nvSpPr>
        <p:spPr>
          <a:xfrm>
            <a:off x="3695548" y="4114800"/>
            <a:ext cx="1508760" cy="320040"/>
          </a:xfrm>
          <a:prstGeom prst="rect">
            <a:avLst/>
          </a:prstGeom>
          <a:noFill/>
          <a:ln/>
        </p:spPr>
        <p:txBody>
          <a:bodyPr wrap="square" lIns="0" tIns="0" rIns="0" bIns="0" rtlCol="0" anchor="ctr"/>
          <a:lstStyle/>
          <a:p>
            <a:pPr marL="0" indent="0" algn="ctr">
              <a:buNone/>
            </a:pPr>
            <a:r>
              <a:rPr lang="en-US" sz="1000" b="1" i="1" dirty="0">
                <a:solidFill>
                  <a:srgbClr val="4036ED"/>
                </a:solidFill>
                <a:latin typeface="Calibri" pitchFamily="34" charset="0"/>
                <a:ea typeface="Calibri" pitchFamily="34" charset="-122"/>
                <a:cs typeface="Calibri" pitchFamily="34" charset="-120"/>
              </a:rPr>
              <a:t>su-yo-il</a:t>
            </a:r>
            <a:endParaRPr lang="en-US" sz="1000" dirty="0"/>
          </a:p>
        </p:txBody>
      </p:sp>
      <p:sp>
        <p:nvSpPr>
          <p:cNvPr id="21" name="Text 19"/>
          <p:cNvSpPr/>
          <p:nvPr/>
        </p:nvSpPr>
        <p:spPr>
          <a:xfrm>
            <a:off x="3695548" y="4526280"/>
            <a:ext cx="1508760" cy="320040"/>
          </a:xfrm>
          <a:prstGeom prst="rect">
            <a:avLst/>
          </a:prstGeom>
          <a:noFill/>
          <a:ln/>
        </p:spPr>
        <p:txBody>
          <a:bodyPr wrap="square" lIns="0" tIns="0" rIns="0" bIns="0" rtlCol="0" anchor="ctr"/>
          <a:lstStyle/>
          <a:p>
            <a:pPr marL="0" indent="0" algn="ctr">
              <a:buNone/>
            </a:pPr>
            <a:r>
              <a:rPr lang="en-US" sz="1100" b="1" kern="0" spc="200" dirty="0">
                <a:solidFill>
                  <a:srgbClr val="1E1E2A"/>
                </a:solidFill>
                <a:latin typeface="Calibri" pitchFamily="34" charset="0"/>
                <a:ea typeface="Calibri" pitchFamily="34" charset="-122"/>
                <a:cs typeface="Calibri" pitchFamily="34" charset="-120"/>
              </a:rPr>
              <a:t>MIÉRCOLES</a:t>
            </a:r>
            <a:endParaRPr lang="en-US" sz="1100" dirty="0"/>
          </a:p>
        </p:txBody>
      </p:sp>
      <p:sp>
        <p:nvSpPr>
          <p:cNvPr id="22" name="Text 20"/>
          <p:cNvSpPr/>
          <p:nvPr/>
        </p:nvSpPr>
        <p:spPr>
          <a:xfrm>
            <a:off x="3695548" y="4892040"/>
            <a:ext cx="150876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agua</a:t>
            </a:r>
            <a:endParaRPr lang="en-US" sz="1000" dirty="0"/>
          </a:p>
        </p:txBody>
      </p:sp>
      <p:sp>
        <p:nvSpPr>
          <p:cNvPr id="23" name="Shape 21"/>
          <p:cNvSpPr/>
          <p:nvPr/>
        </p:nvSpPr>
        <p:spPr>
          <a:xfrm>
            <a:off x="5341468" y="2606040"/>
            <a:ext cx="1508760" cy="3291840"/>
          </a:xfrm>
          <a:prstGeom prst="roundRect">
            <a:avLst>
              <a:gd name="adj" fmla="val 9091"/>
            </a:avLst>
          </a:prstGeom>
          <a:solidFill>
            <a:srgbClr val="EDE8FF"/>
          </a:solidFill>
          <a:ln w="19050">
            <a:solidFill>
              <a:srgbClr val="4036ED"/>
            </a:solidFill>
            <a:prstDash val="solid"/>
          </a:ln>
        </p:spPr>
      </p:sp>
      <p:sp>
        <p:nvSpPr>
          <p:cNvPr id="24" name="Text 22"/>
          <p:cNvSpPr/>
          <p:nvPr/>
        </p:nvSpPr>
        <p:spPr>
          <a:xfrm>
            <a:off x="5341468" y="2743200"/>
            <a:ext cx="1508760" cy="777240"/>
          </a:xfrm>
          <a:prstGeom prst="rect">
            <a:avLst/>
          </a:prstGeom>
          <a:noFill/>
          <a:ln/>
        </p:spPr>
        <p:txBody>
          <a:bodyPr wrap="square" lIns="0" tIns="0" rIns="0" bIns="0" rtlCol="0" anchor="ctr"/>
          <a:lstStyle/>
          <a:p>
            <a:pPr marL="0" indent="0" algn="ctr">
              <a:buNone/>
            </a:pPr>
            <a:r>
              <a:rPr lang="en-US" sz="3800" b="1" dirty="0">
                <a:solidFill>
                  <a:srgbClr val="FE6768"/>
                </a:solidFill>
                <a:latin typeface="Malgun Gothic" pitchFamily="34" charset="0"/>
                <a:ea typeface="Malgun Gothic" pitchFamily="34" charset="-122"/>
                <a:cs typeface="Malgun Gothic" pitchFamily="34" charset="-120"/>
              </a:rPr>
              <a:t>木</a:t>
            </a:r>
            <a:endParaRPr lang="en-US" sz="3800" dirty="0"/>
          </a:p>
        </p:txBody>
      </p:sp>
      <p:sp>
        <p:nvSpPr>
          <p:cNvPr id="25" name="Text 23"/>
          <p:cNvSpPr/>
          <p:nvPr/>
        </p:nvSpPr>
        <p:spPr>
          <a:xfrm>
            <a:off x="5341468" y="3566160"/>
            <a:ext cx="1508760" cy="50292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목요일</a:t>
            </a:r>
            <a:endParaRPr lang="en-US" sz="2200" dirty="0"/>
          </a:p>
        </p:txBody>
      </p:sp>
      <p:sp>
        <p:nvSpPr>
          <p:cNvPr id="26" name="Text 24"/>
          <p:cNvSpPr/>
          <p:nvPr/>
        </p:nvSpPr>
        <p:spPr>
          <a:xfrm>
            <a:off x="5341468" y="4114800"/>
            <a:ext cx="1508760" cy="320040"/>
          </a:xfrm>
          <a:prstGeom prst="rect">
            <a:avLst/>
          </a:prstGeom>
          <a:noFill/>
          <a:ln/>
        </p:spPr>
        <p:txBody>
          <a:bodyPr wrap="square" lIns="0" tIns="0" rIns="0" bIns="0" rtlCol="0" anchor="ctr"/>
          <a:lstStyle/>
          <a:p>
            <a:pPr marL="0" indent="0" algn="ctr">
              <a:buNone/>
            </a:pPr>
            <a:r>
              <a:rPr lang="en-US" sz="1000" b="1" i="1" dirty="0">
                <a:solidFill>
                  <a:srgbClr val="4036ED"/>
                </a:solidFill>
                <a:latin typeface="Calibri" pitchFamily="34" charset="0"/>
                <a:ea typeface="Calibri" pitchFamily="34" charset="-122"/>
                <a:cs typeface="Calibri" pitchFamily="34" charset="-120"/>
              </a:rPr>
              <a:t>mok-yo-il</a:t>
            </a:r>
            <a:endParaRPr lang="en-US" sz="1000" dirty="0"/>
          </a:p>
        </p:txBody>
      </p:sp>
      <p:sp>
        <p:nvSpPr>
          <p:cNvPr id="27" name="Text 25"/>
          <p:cNvSpPr/>
          <p:nvPr/>
        </p:nvSpPr>
        <p:spPr>
          <a:xfrm>
            <a:off x="5341468" y="4526280"/>
            <a:ext cx="1508760" cy="320040"/>
          </a:xfrm>
          <a:prstGeom prst="rect">
            <a:avLst/>
          </a:prstGeom>
          <a:noFill/>
          <a:ln/>
        </p:spPr>
        <p:txBody>
          <a:bodyPr wrap="square" lIns="0" tIns="0" rIns="0" bIns="0" rtlCol="0" anchor="ctr"/>
          <a:lstStyle/>
          <a:p>
            <a:pPr marL="0" indent="0" algn="ctr">
              <a:buNone/>
            </a:pPr>
            <a:r>
              <a:rPr lang="en-US" sz="1100" b="1" kern="0" spc="200" dirty="0">
                <a:solidFill>
                  <a:srgbClr val="1E1E2A"/>
                </a:solidFill>
                <a:latin typeface="Calibri" pitchFamily="34" charset="0"/>
                <a:ea typeface="Calibri" pitchFamily="34" charset="-122"/>
                <a:cs typeface="Calibri" pitchFamily="34" charset="-120"/>
              </a:rPr>
              <a:t>JUEVES</a:t>
            </a:r>
            <a:endParaRPr lang="en-US" sz="1100" dirty="0"/>
          </a:p>
        </p:txBody>
      </p:sp>
      <p:sp>
        <p:nvSpPr>
          <p:cNvPr id="28" name="Text 26"/>
          <p:cNvSpPr/>
          <p:nvPr/>
        </p:nvSpPr>
        <p:spPr>
          <a:xfrm>
            <a:off x="5341468" y="4892040"/>
            <a:ext cx="150876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madera</a:t>
            </a:r>
            <a:endParaRPr lang="en-US" sz="1000" dirty="0"/>
          </a:p>
        </p:txBody>
      </p:sp>
      <p:sp>
        <p:nvSpPr>
          <p:cNvPr id="29" name="Shape 27"/>
          <p:cNvSpPr/>
          <p:nvPr/>
        </p:nvSpPr>
        <p:spPr>
          <a:xfrm>
            <a:off x="6987388" y="2606040"/>
            <a:ext cx="1508760" cy="3291840"/>
          </a:xfrm>
          <a:prstGeom prst="roundRect">
            <a:avLst>
              <a:gd name="adj" fmla="val 9091"/>
            </a:avLst>
          </a:prstGeom>
          <a:solidFill>
            <a:srgbClr val="EDE8FF"/>
          </a:solidFill>
          <a:ln w="19050">
            <a:solidFill>
              <a:srgbClr val="4036ED"/>
            </a:solidFill>
            <a:prstDash val="solid"/>
          </a:ln>
        </p:spPr>
      </p:sp>
      <p:sp>
        <p:nvSpPr>
          <p:cNvPr id="30" name="Text 28"/>
          <p:cNvSpPr/>
          <p:nvPr/>
        </p:nvSpPr>
        <p:spPr>
          <a:xfrm>
            <a:off x="6987388" y="2743200"/>
            <a:ext cx="1508760" cy="777240"/>
          </a:xfrm>
          <a:prstGeom prst="rect">
            <a:avLst/>
          </a:prstGeom>
          <a:noFill/>
          <a:ln/>
        </p:spPr>
        <p:txBody>
          <a:bodyPr wrap="square" lIns="0" tIns="0" rIns="0" bIns="0" rtlCol="0" anchor="ctr"/>
          <a:lstStyle/>
          <a:p>
            <a:pPr marL="0" indent="0" algn="ctr">
              <a:buNone/>
            </a:pPr>
            <a:r>
              <a:rPr lang="en-US" sz="3800" b="1" dirty="0">
                <a:solidFill>
                  <a:srgbClr val="FE6768"/>
                </a:solidFill>
                <a:latin typeface="Malgun Gothic" pitchFamily="34" charset="0"/>
                <a:ea typeface="Malgun Gothic" pitchFamily="34" charset="-122"/>
                <a:cs typeface="Malgun Gothic" pitchFamily="34" charset="-120"/>
              </a:rPr>
              <a:t>金</a:t>
            </a:r>
            <a:endParaRPr lang="en-US" sz="3800" dirty="0"/>
          </a:p>
        </p:txBody>
      </p:sp>
      <p:sp>
        <p:nvSpPr>
          <p:cNvPr id="31" name="Text 29"/>
          <p:cNvSpPr/>
          <p:nvPr/>
        </p:nvSpPr>
        <p:spPr>
          <a:xfrm>
            <a:off x="6987388" y="3566160"/>
            <a:ext cx="1508760" cy="50292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금요일</a:t>
            </a:r>
            <a:endParaRPr lang="en-US" sz="2200" dirty="0"/>
          </a:p>
        </p:txBody>
      </p:sp>
      <p:sp>
        <p:nvSpPr>
          <p:cNvPr id="32" name="Text 30"/>
          <p:cNvSpPr/>
          <p:nvPr/>
        </p:nvSpPr>
        <p:spPr>
          <a:xfrm>
            <a:off x="6987388" y="4114800"/>
            <a:ext cx="1508760" cy="320040"/>
          </a:xfrm>
          <a:prstGeom prst="rect">
            <a:avLst/>
          </a:prstGeom>
          <a:noFill/>
          <a:ln/>
        </p:spPr>
        <p:txBody>
          <a:bodyPr wrap="square" lIns="0" tIns="0" rIns="0" bIns="0" rtlCol="0" anchor="ctr"/>
          <a:lstStyle/>
          <a:p>
            <a:pPr marL="0" indent="0" algn="ctr">
              <a:buNone/>
            </a:pPr>
            <a:r>
              <a:rPr lang="en-US" sz="1000" b="1" i="1" dirty="0">
                <a:solidFill>
                  <a:srgbClr val="4036ED"/>
                </a:solidFill>
                <a:latin typeface="Calibri" pitchFamily="34" charset="0"/>
                <a:ea typeface="Calibri" pitchFamily="34" charset="-122"/>
                <a:cs typeface="Calibri" pitchFamily="34" charset="-120"/>
              </a:rPr>
              <a:t>geum-yo-il</a:t>
            </a:r>
            <a:endParaRPr lang="en-US" sz="1000" dirty="0"/>
          </a:p>
        </p:txBody>
      </p:sp>
      <p:sp>
        <p:nvSpPr>
          <p:cNvPr id="33" name="Text 31"/>
          <p:cNvSpPr/>
          <p:nvPr/>
        </p:nvSpPr>
        <p:spPr>
          <a:xfrm>
            <a:off x="6987388" y="4526280"/>
            <a:ext cx="1508760" cy="320040"/>
          </a:xfrm>
          <a:prstGeom prst="rect">
            <a:avLst/>
          </a:prstGeom>
          <a:noFill/>
          <a:ln/>
        </p:spPr>
        <p:txBody>
          <a:bodyPr wrap="square" lIns="0" tIns="0" rIns="0" bIns="0" rtlCol="0" anchor="ctr"/>
          <a:lstStyle/>
          <a:p>
            <a:pPr marL="0" indent="0" algn="ctr">
              <a:buNone/>
            </a:pPr>
            <a:r>
              <a:rPr lang="en-US" sz="1100" b="1" kern="0" spc="200" dirty="0">
                <a:solidFill>
                  <a:srgbClr val="1E1E2A"/>
                </a:solidFill>
                <a:latin typeface="Calibri" pitchFamily="34" charset="0"/>
                <a:ea typeface="Calibri" pitchFamily="34" charset="-122"/>
                <a:cs typeface="Calibri" pitchFamily="34" charset="-120"/>
              </a:rPr>
              <a:t>VIERNES</a:t>
            </a:r>
            <a:endParaRPr lang="en-US" sz="1100" dirty="0"/>
          </a:p>
        </p:txBody>
      </p:sp>
      <p:sp>
        <p:nvSpPr>
          <p:cNvPr id="34" name="Text 32"/>
          <p:cNvSpPr/>
          <p:nvPr/>
        </p:nvSpPr>
        <p:spPr>
          <a:xfrm>
            <a:off x="6987388" y="4892040"/>
            <a:ext cx="150876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oro / metal</a:t>
            </a:r>
            <a:endParaRPr lang="en-US" sz="1000" dirty="0"/>
          </a:p>
        </p:txBody>
      </p:sp>
      <p:sp>
        <p:nvSpPr>
          <p:cNvPr id="35" name="Shape 33"/>
          <p:cNvSpPr/>
          <p:nvPr/>
        </p:nvSpPr>
        <p:spPr>
          <a:xfrm>
            <a:off x="8633308" y="2606040"/>
            <a:ext cx="1508760" cy="3291840"/>
          </a:xfrm>
          <a:prstGeom prst="roundRect">
            <a:avLst>
              <a:gd name="adj" fmla="val 9091"/>
            </a:avLst>
          </a:prstGeom>
          <a:solidFill>
            <a:srgbClr val="EDE8FF"/>
          </a:solidFill>
          <a:ln w="19050">
            <a:solidFill>
              <a:srgbClr val="4036ED"/>
            </a:solidFill>
            <a:prstDash val="solid"/>
          </a:ln>
        </p:spPr>
      </p:sp>
      <p:sp>
        <p:nvSpPr>
          <p:cNvPr id="36" name="Text 34"/>
          <p:cNvSpPr/>
          <p:nvPr/>
        </p:nvSpPr>
        <p:spPr>
          <a:xfrm>
            <a:off x="8633308" y="2743200"/>
            <a:ext cx="1508760" cy="777240"/>
          </a:xfrm>
          <a:prstGeom prst="rect">
            <a:avLst/>
          </a:prstGeom>
          <a:noFill/>
          <a:ln/>
        </p:spPr>
        <p:txBody>
          <a:bodyPr wrap="square" lIns="0" tIns="0" rIns="0" bIns="0" rtlCol="0" anchor="ctr"/>
          <a:lstStyle/>
          <a:p>
            <a:pPr marL="0" indent="0" algn="ctr">
              <a:buNone/>
            </a:pPr>
            <a:r>
              <a:rPr lang="en-US" sz="3800" b="1" dirty="0">
                <a:solidFill>
                  <a:srgbClr val="FE6768"/>
                </a:solidFill>
                <a:latin typeface="Malgun Gothic" pitchFamily="34" charset="0"/>
                <a:ea typeface="Malgun Gothic" pitchFamily="34" charset="-122"/>
                <a:cs typeface="Malgun Gothic" pitchFamily="34" charset="-120"/>
              </a:rPr>
              <a:t>土</a:t>
            </a:r>
            <a:endParaRPr lang="en-US" sz="3800" dirty="0"/>
          </a:p>
        </p:txBody>
      </p:sp>
      <p:sp>
        <p:nvSpPr>
          <p:cNvPr id="37" name="Text 35"/>
          <p:cNvSpPr/>
          <p:nvPr/>
        </p:nvSpPr>
        <p:spPr>
          <a:xfrm>
            <a:off x="8633308" y="3566160"/>
            <a:ext cx="1508760" cy="50292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토요일</a:t>
            </a:r>
            <a:endParaRPr lang="en-US" sz="2200" dirty="0"/>
          </a:p>
        </p:txBody>
      </p:sp>
      <p:sp>
        <p:nvSpPr>
          <p:cNvPr id="38" name="Text 36"/>
          <p:cNvSpPr/>
          <p:nvPr/>
        </p:nvSpPr>
        <p:spPr>
          <a:xfrm>
            <a:off x="8633308" y="4114800"/>
            <a:ext cx="1508760" cy="320040"/>
          </a:xfrm>
          <a:prstGeom prst="rect">
            <a:avLst/>
          </a:prstGeom>
          <a:noFill/>
          <a:ln/>
        </p:spPr>
        <p:txBody>
          <a:bodyPr wrap="square" lIns="0" tIns="0" rIns="0" bIns="0" rtlCol="0" anchor="ctr"/>
          <a:lstStyle/>
          <a:p>
            <a:pPr marL="0" indent="0" algn="ctr">
              <a:buNone/>
            </a:pPr>
            <a:r>
              <a:rPr lang="en-US" sz="1000" b="1" i="1" dirty="0">
                <a:solidFill>
                  <a:srgbClr val="4036ED"/>
                </a:solidFill>
                <a:latin typeface="Calibri" pitchFamily="34" charset="0"/>
                <a:ea typeface="Calibri" pitchFamily="34" charset="-122"/>
                <a:cs typeface="Calibri" pitchFamily="34" charset="-120"/>
              </a:rPr>
              <a:t>to-yo-il</a:t>
            </a:r>
            <a:endParaRPr lang="en-US" sz="1000" dirty="0"/>
          </a:p>
        </p:txBody>
      </p:sp>
      <p:sp>
        <p:nvSpPr>
          <p:cNvPr id="39" name="Text 37"/>
          <p:cNvSpPr/>
          <p:nvPr/>
        </p:nvSpPr>
        <p:spPr>
          <a:xfrm>
            <a:off x="8633308" y="4526280"/>
            <a:ext cx="1508760" cy="320040"/>
          </a:xfrm>
          <a:prstGeom prst="rect">
            <a:avLst/>
          </a:prstGeom>
          <a:noFill/>
          <a:ln/>
        </p:spPr>
        <p:txBody>
          <a:bodyPr wrap="square" lIns="0" tIns="0" rIns="0" bIns="0" rtlCol="0" anchor="ctr"/>
          <a:lstStyle/>
          <a:p>
            <a:pPr marL="0" indent="0" algn="ctr">
              <a:buNone/>
            </a:pPr>
            <a:r>
              <a:rPr lang="en-US" sz="1100" b="1" kern="0" spc="200" dirty="0">
                <a:solidFill>
                  <a:srgbClr val="1E1E2A"/>
                </a:solidFill>
                <a:latin typeface="Calibri" pitchFamily="34" charset="0"/>
                <a:ea typeface="Calibri" pitchFamily="34" charset="-122"/>
                <a:cs typeface="Calibri" pitchFamily="34" charset="-120"/>
              </a:rPr>
              <a:t>SÁBADO</a:t>
            </a:r>
            <a:endParaRPr lang="en-US" sz="1100" dirty="0"/>
          </a:p>
        </p:txBody>
      </p:sp>
      <p:sp>
        <p:nvSpPr>
          <p:cNvPr id="40" name="Text 38"/>
          <p:cNvSpPr/>
          <p:nvPr/>
        </p:nvSpPr>
        <p:spPr>
          <a:xfrm>
            <a:off x="8633308" y="4892040"/>
            <a:ext cx="150876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tierra</a:t>
            </a:r>
            <a:endParaRPr lang="en-US" sz="1000" dirty="0"/>
          </a:p>
        </p:txBody>
      </p:sp>
      <p:sp>
        <p:nvSpPr>
          <p:cNvPr id="41" name="Shape 39"/>
          <p:cNvSpPr/>
          <p:nvPr/>
        </p:nvSpPr>
        <p:spPr>
          <a:xfrm>
            <a:off x="10279228" y="2606040"/>
            <a:ext cx="1508760" cy="3291840"/>
          </a:xfrm>
          <a:prstGeom prst="roundRect">
            <a:avLst>
              <a:gd name="adj" fmla="val 9091"/>
            </a:avLst>
          </a:prstGeom>
          <a:solidFill>
            <a:srgbClr val="EDE8FF"/>
          </a:solidFill>
          <a:ln w="19050">
            <a:solidFill>
              <a:srgbClr val="4036ED"/>
            </a:solidFill>
            <a:prstDash val="solid"/>
          </a:ln>
        </p:spPr>
      </p:sp>
      <p:sp>
        <p:nvSpPr>
          <p:cNvPr id="42" name="Text 40"/>
          <p:cNvSpPr/>
          <p:nvPr/>
        </p:nvSpPr>
        <p:spPr>
          <a:xfrm>
            <a:off x="10279228" y="2743200"/>
            <a:ext cx="1508760" cy="777240"/>
          </a:xfrm>
          <a:prstGeom prst="rect">
            <a:avLst/>
          </a:prstGeom>
          <a:noFill/>
          <a:ln/>
        </p:spPr>
        <p:txBody>
          <a:bodyPr wrap="square" lIns="0" tIns="0" rIns="0" bIns="0" rtlCol="0" anchor="ctr"/>
          <a:lstStyle/>
          <a:p>
            <a:pPr marL="0" indent="0" algn="ctr">
              <a:buNone/>
            </a:pPr>
            <a:r>
              <a:rPr lang="en-US" sz="3800" b="1" dirty="0">
                <a:solidFill>
                  <a:srgbClr val="FE6768"/>
                </a:solidFill>
                <a:latin typeface="Malgun Gothic" pitchFamily="34" charset="0"/>
                <a:ea typeface="Malgun Gothic" pitchFamily="34" charset="-122"/>
                <a:cs typeface="Malgun Gothic" pitchFamily="34" charset="-120"/>
              </a:rPr>
              <a:t>日</a:t>
            </a:r>
            <a:endParaRPr lang="en-US" sz="3800" dirty="0"/>
          </a:p>
        </p:txBody>
      </p:sp>
      <p:sp>
        <p:nvSpPr>
          <p:cNvPr id="43" name="Text 41"/>
          <p:cNvSpPr/>
          <p:nvPr/>
        </p:nvSpPr>
        <p:spPr>
          <a:xfrm>
            <a:off x="10279228" y="3566160"/>
            <a:ext cx="1508760" cy="50292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일요일</a:t>
            </a:r>
            <a:endParaRPr lang="en-US" sz="2200" dirty="0"/>
          </a:p>
        </p:txBody>
      </p:sp>
      <p:sp>
        <p:nvSpPr>
          <p:cNvPr id="44" name="Text 42"/>
          <p:cNvSpPr/>
          <p:nvPr/>
        </p:nvSpPr>
        <p:spPr>
          <a:xfrm>
            <a:off x="10279228" y="4114800"/>
            <a:ext cx="1508760" cy="320040"/>
          </a:xfrm>
          <a:prstGeom prst="rect">
            <a:avLst/>
          </a:prstGeom>
          <a:noFill/>
          <a:ln/>
        </p:spPr>
        <p:txBody>
          <a:bodyPr wrap="square" lIns="0" tIns="0" rIns="0" bIns="0" rtlCol="0" anchor="ctr"/>
          <a:lstStyle/>
          <a:p>
            <a:pPr marL="0" indent="0" algn="ctr">
              <a:buNone/>
            </a:pPr>
            <a:r>
              <a:rPr lang="en-US" sz="1000" b="1" i="1" dirty="0">
                <a:solidFill>
                  <a:srgbClr val="4036ED"/>
                </a:solidFill>
                <a:latin typeface="Calibri" pitchFamily="34" charset="0"/>
                <a:ea typeface="Calibri" pitchFamily="34" charset="-122"/>
                <a:cs typeface="Calibri" pitchFamily="34" charset="-120"/>
              </a:rPr>
              <a:t>il-yo-il</a:t>
            </a:r>
            <a:endParaRPr lang="en-US" sz="1000" dirty="0"/>
          </a:p>
        </p:txBody>
      </p:sp>
      <p:sp>
        <p:nvSpPr>
          <p:cNvPr id="45" name="Text 43"/>
          <p:cNvSpPr/>
          <p:nvPr/>
        </p:nvSpPr>
        <p:spPr>
          <a:xfrm>
            <a:off x="10279228" y="4526280"/>
            <a:ext cx="1508760" cy="320040"/>
          </a:xfrm>
          <a:prstGeom prst="rect">
            <a:avLst/>
          </a:prstGeom>
          <a:noFill/>
          <a:ln/>
        </p:spPr>
        <p:txBody>
          <a:bodyPr wrap="square" lIns="0" tIns="0" rIns="0" bIns="0" rtlCol="0" anchor="ctr"/>
          <a:lstStyle/>
          <a:p>
            <a:pPr marL="0" indent="0" algn="ctr">
              <a:buNone/>
            </a:pPr>
            <a:r>
              <a:rPr lang="en-US" sz="1100" b="1" kern="0" spc="200" dirty="0">
                <a:solidFill>
                  <a:srgbClr val="1E1E2A"/>
                </a:solidFill>
                <a:latin typeface="Calibri" pitchFamily="34" charset="0"/>
                <a:ea typeface="Calibri" pitchFamily="34" charset="-122"/>
                <a:cs typeface="Calibri" pitchFamily="34" charset="-120"/>
              </a:rPr>
              <a:t>DOMINGO</a:t>
            </a:r>
            <a:endParaRPr lang="en-US" sz="1100" dirty="0"/>
          </a:p>
        </p:txBody>
      </p:sp>
      <p:sp>
        <p:nvSpPr>
          <p:cNvPr id="46" name="Text 44"/>
          <p:cNvSpPr/>
          <p:nvPr/>
        </p:nvSpPr>
        <p:spPr>
          <a:xfrm>
            <a:off x="10279228" y="4892040"/>
            <a:ext cx="1508760" cy="320040"/>
          </a:xfrm>
          <a:prstGeom prst="rect">
            <a:avLst/>
          </a:prstGeom>
          <a:noFill/>
          <a:ln/>
        </p:spPr>
        <p:txBody>
          <a:bodyPr wrap="square" lIns="0" tIns="0" rIns="0" bIns="0" rtlCol="0" anchor="ctr"/>
          <a:lstStyle/>
          <a:p>
            <a:pPr marL="0" indent="0" algn="ctr">
              <a:buNone/>
            </a:pPr>
            <a:r>
              <a:rPr lang="en-US" sz="1000" i="1" dirty="0">
                <a:solidFill>
                  <a:srgbClr val="4A4A55"/>
                </a:solidFill>
                <a:latin typeface="Calibri" pitchFamily="34" charset="0"/>
                <a:ea typeface="Calibri" pitchFamily="34" charset="-122"/>
                <a:cs typeface="Calibri" pitchFamily="34" charset="-120"/>
              </a:rPr>
              <a:t>sol</a:t>
            </a:r>
            <a:endParaRPr lang="en-US" sz="1000" dirty="0"/>
          </a:p>
        </p:txBody>
      </p:sp>
      <p:pic>
        <p:nvPicPr>
          <p:cNvPr id="47"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48" name="Text 4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49" name="Text 4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117</a:t>
            </a:r>
            <a:endParaRPr lang="en-US" sz="800" dirty="0"/>
          </a:p>
        </p:txBody>
      </p:sp>
    </p:spTree>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p:cSld name="Slide 118">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§4.26</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Palabras de la cultura coreana</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Las palabras que ya conoces porque la cultura coreana ya conquistó el mundo.</a:t>
            </a:r>
            <a:endParaRPr lang="en-US" sz="1400" dirty="0"/>
          </a:p>
        </p:txBody>
      </p:sp>
      <p:sp>
        <p:nvSpPr>
          <p:cNvPr id="5" name="Shape 3"/>
          <p:cNvSpPr/>
          <p:nvPr/>
        </p:nvSpPr>
        <p:spPr>
          <a:xfrm>
            <a:off x="609448" y="2514600"/>
            <a:ext cx="2606040" cy="1691640"/>
          </a:xfrm>
          <a:prstGeom prst="roundRect">
            <a:avLst>
              <a:gd name="adj" fmla="val 8108"/>
            </a:avLst>
          </a:prstGeom>
          <a:solidFill>
            <a:srgbClr val="FFE0E0"/>
          </a:solidFill>
          <a:ln w="19050">
            <a:solidFill>
              <a:srgbClr val="FE6768"/>
            </a:solidFill>
            <a:prstDash val="solid"/>
          </a:ln>
        </p:spPr>
      </p:sp>
      <p:sp>
        <p:nvSpPr>
          <p:cNvPr id="6" name="Text 4"/>
          <p:cNvSpPr/>
          <p:nvPr/>
        </p:nvSpPr>
        <p:spPr>
          <a:xfrm>
            <a:off x="609448" y="2606040"/>
            <a:ext cx="2606040" cy="77724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김치</a:t>
            </a:r>
            <a:endParaRPr lang="en-US" sz="3200" dirty="0"/>
          </a:p>
        </p:txBody>
      </p:sp>
      <p:sp>
        <p:nvSpPr>
          <p:cNvPr id="7" name="Text 5"/>
          <p:cNvSpPr/>
          <p:nvPr/>
        </p:nvSpPr>
        <p:spPr>
          <a:xfrm>
            <a:off x="609448" y="3429000"/>
            <a:ext cx="2606040" cy="320040"/>
          </a:xfrm>
          <a:prstGeom prst="rect">
            <a:avLst/>
          </a:prstGeom>
          <a:noFill/>
          <a:ln/>
        </p:spPr>
        <p:txBody>
          <a:bodyPr wrap="square" lIns="0" tIns="0" rIns="0" bIns="0" rtlCol="0" anchor="ctr"/>
          <a:lstStyle/>
          <a:p>
            <a:pPr marL="0" indent="0" algn="ctr">
              <a:buNone/>
            </a:pPr>
            <a:r>
              <a:rPr lang="en-US" sz="1200" b="1" i="1" dirty="0">
                <a:solidFill>
                  <a:srgbClr val="FE6768"/>
                </a:solidFill>
                <a:latin typeface="Calibri" pitchFamily="34" charset="0"/>
                <a:ea typeface="Calibri" pitchFamily="34" charset="-122"/>
                <a:cs typeface="Calibri" pitchFamily="34" charset="-120"/>
              </a:rPr>
              <a:t>kim-chi</a:t>
            </a:r>
            <a:endParaRPr lang="en-US" sz="1200" dirty="0"/>
          </a:p>
        </p:txBody>
      </p:sp>
      <p:sp>
        <p:nvSpPr>
          <p:cNvPr id="8" name="Text 6"/>
          <p:cNvSpPr/>
          <p:nvPr/>
        </p:nvSpPr>
        <p:spPr>
          <a:xfrm>
            <a:off x="609448" y="3794760"/>
            <a:ext cx="2606040" cy="32004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kimchi</a:t>
            </a:r>
            <a:endParaRPr lang="en-US" sz="1200" dirty="0"/>
          </a:p>
        </p:txBody>
      </p:sp>
      <p:sp>
        <p:nvSpPr>
          <p:cNvPr id="9" name="Shape 7"/>
          <p:cNvSpPr/>
          <p:nvPr/>
        </p:nvSpPr>
        <p:spPr>
          <a:xfrm>
            <a:off x="3398368" y="2514600"/>
            <a:ext cx="2606040" cy="1691640"/>
          </a:xfrm>
          <a:prstGeom prst="roundRect">
            <a:avLst>
              <a:gd name="adj" fmla="val 8108"/>
            </a:avLst>
          </a:prstGeom>
          <a:solidFill>
            <a:srgbClr val="FFE0E0"/>
          </a:solidFill>
          <a:ln w="19050">
            <a:solidFill>
              <a:srgbClr val="FE6768"/>
            </a:solidFill>
            <a:prstDash val="solid"/>
          </a:ln>
        </p:spPr>
      </p:sp>
      <p:sp>
        <p:nvSpPr>
          <p:cNvPr id="10" name="Text 8"/>
          <p:cNvSpPr/>
          <p:nvPr/>
        </p:nvSpPr>
        <p:spPr>
          <a:xfrm>
            <a:off x="3398368" y="2606040"/>
            <a:ext cx="2606040" cy="77724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비빔밥</a:t>
            </a:r>
            <a:endParaRPr lang="en-US" sz="3200" dirty="0"/>
          </a:p>
        </p:txBody>
      </p:sp>
      <p:sp>
        <p:nvSpPr>
          <p:cNvPr id="11" name="Text 9"/>
          <p:cNvSpPr/>
          <p:nvPr/>
        </p:nvSpPr>
        <p:spPr>
          <a:xfrm>
            <a:off x="3398368" y="3429000"/>
            <a:ext cx="2606040" cy="320040"/>
          </a:xfrm>
          <a:prstGeom prst="rect">
            <a:avLst/>
          </a:prstGeom>
          <a:noFill/>
          <a:ln/>
        </p:spPr>
        <p:txBody>
          <a:bodyPr wrap="square" lIns="0" tIns="0" rIns="0" bIns="0" rtlCol="0" anchor="ctr"/>
          <a:lstStyle/>
          <a:p>
            <a:pPr marL="0" indent="0" algn="ctr">
              <a:buNone/>
            </a:pPr>
            <a:r>
              <a:rPr lang="en-US" sz="1200" b="1" i="1" dirty="0">
                <a:solidFill>
                  <a:srgbClr val="FE6768"/>
                </a:solidFill>
                <a:latin typeface="Calibri" pitchFamily="34" charset="0"/>
                <a:ea typeface="Calibri" pitchFamily="34" charset="-122"/>
                <a:cs typeface="Calibri" pitchFamily="34" charset="-120"/>
              </a:rPr>
              <a:t>bi-bim-bap</a:t>
            </a:r>
            <a:endParaRPr lang="en-US" sz="1200" dirty="0"/>
          </a:p>
        </p:txBody>
      </p:sp>
      <p:sp>
        <p:nvSpPr>
          <p:cNvPr id="12" name="Text 10"/>
          <p:cNvSpPr/>
          <p:nvPr/>
        </p:nvSpPr>
        <p:spPr>
          <a:xfrm>
            <a:off x="3398368" y="3794760"/>
            <a:ext cx="2606040" cy="32004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bibimbap</a:t>
            </a:r>
            <a:endParaRPr lang="en-US" sz="1200" dirty="0"/>
          </a:p>
        </p:txBody>
      </p:sp>
      <p:sp>
        <p:nvSpPr>
          <p:cNvPr id="13" name="Shape 11"/>
          <p:cNvSpPr/>
          <p:nvPr/>
        </p:nvSpPr>
        <p:spPr>
          <a:xfrm>
            <a:off x="6187288" y="2514600"/>
            <a:ext cx="2606040" cy="1691640"/>
          </a:xfrm>
          <a:prstGeom prst="roundRect">
            <a:avLst>
              <a:gd name="adj" fmla="val 8108"/>
            </a:avLst>
          </a:prstGeom>
          <a:solidFill>
            <a:srgbClr val="FFE0E0"/>
          </a:solidFill>
          <a:ln w="19050">
            <a:solidFill>
              <a:srgbClr val="FE6768"/>
            </a:solidFill>
            <a:prstDash val="solid"/>
          </a:ln>
        </p:spPr>
      </p:sp>
      <p:sp>
        <p:nvSpPr>
          <p:cNvPr id="14" name="Text 12"/>
          <p:cNvSpPr/>
          <p:nvPr/>
        </p:nvSpPr>
        <p:spPr>
          <a:xfrm>
            <a:off x="6187288" y="2606040"/>
            <a:ext cx="2606040" cy="77724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불고기</a:t>
            </a:r>
            <a:endParaRPr lang="en-US" sz="3200" dirty="0"/>
          </a:p>
        </p:txBody>
      </p:sp>
      <p:sp>
        <p:nvSpPr>
          <p:cNvPr id="15" name="Text 13"/>
          <p:cNvSpPr/>
          <p:nvPr/>
        </p:nvSpPr>
        <p:spPr>
          <a:xfrm>
            <a:off x="6187288" y="3429000"/>
            <a:ext cx="2606040" cy="320040"/>
          </a:xfrm>
          <a:prstGeom prst="rect">
            <a:avLst/>
          </a:prstGeom>
          <a:noFill/>
          <a:ln/>
        </p:spPr>
        <p:txBody>
          <a:bodyPr wrap="square" lIns="0" tIns="0" rIns="0" bIns="0" rtlCol="0" anchor="ctr"/>
          <a:lstStyle/>
          <a:p>
            <a:pPr marL="0" indent="0" algn="ctr">
              <a:buNone/>
            </a:pPr>
            <a:r>
              <a:rPr lang="en-US" sz="1200" b="1" i="1" dirty="0">
                <a:solidFill>
                  <a:srgbClr val="FE6768"/>
                </a:solidFill>
                <a:latin typeface="Calibri" pitchFamily="34" charset="0"/>
                <a:ea typeface="Calibri" pitchFamily="34" charset="-122"/>
                <a:cs typeface="Calibri" pitchFamily="34" charset="-120"/>
              </a:rPr>
              <a:t>bul-go-gi</a:t>
            </a:r>
            <a:endParaRPr lang="en-US" sz="1200" dirty="0"/>
          </a:p>
        </p:txBody>
      </p:sp>
      <p:sp>
        <p:nvSpPr>
          <p:cNvPr id="16" name="Text 14"/>
          <p:cNvSpPr/>
          <p:nvPr/>
        </p:nvSpPr>
        <p:spPr>
          <a:xfrm>
            <a:off x="6187288" y="3794760"/>
            <a:ext cx="2606040" cy="32004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bulgogi</a:t>
            </a:r>
            <a:endParaRPr lang="en-US" sz="1200" dirty="0"/>
          </a:p>
        </p:txBody>
      </p:sp>
      <p:sp>
        <p:nvSpPr>
          <p:cNvPr id="17" name="Shape 15"/>
          <p:cNvSpPr/>
          <p:nvPr/>
        </p:nvSpPr>
        <p:spPr>
          <a:xfrm>
            <a:off x="8976208" y="2514600"/>
            <a:ext cx="2606040" cy="1691640"/>
          </a:xfrm>
          <a:prstGeom prst="roundRect">
            <a:avLst>
              <a:gd name="adj" fmla="val 8108"/>
            </a:avLst>
          </a:prstGeom>
          <a:solidFill>
            <a:srgbClr val="FFE0E0"/>
          </a:solidFill>
          <a:ln w="19050">
            <a:solidFill>
              <a:srgbClr val="FE6768"/>
            </a:solidFill>
            <a:prstDash val="solid"/>
          </a:ln>
        </p:spPr>
      </p:sp>
      <p:sp>
        <p:nvSpPr>
          <p:cNvPr id="18" name="Text 16"/>
          <p:cNvSpPr/>
          <p:nvPr/>
        </p:nvSpPr>
        <p:spPr>
          <a:xfrm>
            <a:off x="8976208" y="2606040"/>
            <a:ext cx="2606040" cy="77724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한복</a:t>
            </a:r>
            <a:endParaRPr lang="en-US" sz="3200" dirty="0"/>
          </a:p>
        </p:txBody>
      </p:sp>
      <p:sp>
        <p:nvSpPr>
          <p:cNvPr id="19" name="Text 17"/>
          <p:cNvSpPr/>
          <p:nvPr/>
        </p:nvSpPr>
        <p:spPr>
          <a:xfrm>
            <a:off x="8976208" y="3429000"/>
            <a:ext cx="2606040" cy="320040"/>
          </a:xfrm>
          <a:prstGeom prst="rect">
            <a:avLst/>
          </a:prstGeom>
          <a:noFill/>
          <a:ln/>
        </p:spPr>
        <p:txBody>
          <a:bodyPr wrap="square" lIns="0" tIns="0" rIns="0" bIns="0" rtlCol="0" anchor="ctr"/>
          <a:lstStyle/>
          <a:p>
            <a:pPr marL="0" indent="0" algn="ctr">
              <a:buNone/>
            </a:pPr>
            <a:r>
              <a:rPr lang="en-US" sz="1200" b="1" i="1" dirty="0">
                <a:solidFill>
                  <a:srgbClr val="FE6768"/>
                </a:solidFill>
                <a:latin typeface="Calibri" pitchFamily="34" charset="0"/>
                <a:ea typeface="Calibri" pitchFamily="34" charset="-122"/>
                <a:cs typeface="Calibri" pitchFamily="34" charset="-120"/>
              </a:rPr>
              <a:t>han-bok</a:t>
            </a:r>
            <a:endParaRPr lang="en-US" sz="1200" dirty="0"/>
          </a:p>
        </p:txBody>
      </p:sp>
      <p:sp>
        <p:nvSpPr>
          <p:cNvPr id="20" name="Text 18"/>
          <p:cNvSpPr/>
          <p:nvPr/>
        </p:nvSpPr>
        <p:spPr>
          <a:xfrm>
            <a:off x="8976208" y="3794760"/>
            <a:ext cx="2606040" cy="32004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traje tradicional</a:t>
            </a:r>
            <a:endParaRPr lang="en-US" sz="1200" dirty="0"/>
          </a:p>
        </p:txBody>
      </p:sp>
      <p:sp>
        <p:nvSpPr>
          <p:cNvPr id="21" name="Shape 19"/>
          <p:cNvSpPr/>
          <p:nvPr/>
        </p:nvSpPr>
        <p:spPr>
          <a:xfrm>
            <a:off x="609448" y="4434840"/>
            <a:ext cx="2606040" cy="1691640"/>
          </a:xfrm>
          <a:prstGeom prst="roundRect">
            <a:avLst>
              <a:gd name="adj" fmla="val 8108"/>
            </a:avLst>
          </a:prstGeom>
          <a:solidFill>
            <a:srgbClr val="FFE0E0"/>
          </a:solidFill>
          <a:ln w="19050">
            <a:solidFill>
              <a:srgbClr val="FE6768"/>
            </a:solidFill>
            <a:prstDash val="solid"/>
          </a:ln>
        </p:spPr>
      </p:sp>
      <p:sp>
        <p:nvSpPr>
          <p:cNvPr id="22" name="Text 20"/>
          <p:cNvSpPr/>
          <p:nvPr/>
        </p:nvSpPr>
        <p:spPr>
          <a:xfrm>
            <a:off x="609448" y="4526280"/>
            <a:ext cx="2606040" cy="77724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한류</a:t>
            </a:r>
            <a:endParaRPr lang="en-US" sz="3200" dirty="0"/>
          </a:p>
        </p:txBody>
      </p:sp>
      <p:sp>
        <p:nvSpPr>
          <p:cNvPr id="23" name="Text 21"/>
          <p:cNvSpPr/>
          <p:nvPr/>
        </p:nvSpPr>
        <p:spPr>
          <a:xfrm>
            <a:off x="609448" y="5349240"/>
            <a:ext cx="2606040" cy="320040"/>
          </a:xfrm>
          <a:prstGeom prst="rect">
            <a:avLst/>
          </a:prstGeom>
          <a:noFill/>
          <a:ln/>
        </p:spPr>
        <p:txBody>
          <a:bodyPr wrap="square" lIns="0" tIns="0" rIns="0" bIns="0" rtlCol="0" anchor="ctr"/>
          <a:lstStyle/>
          <a:p>
            <a:pPr marL="0" indent="0" algn="ctr">
              <a:buNone/>
            </a:pPr>
            <a:r>
              <a:rPr lang="en-US" sz="1200" b="1" i="1" dirty="0">
                <a:solidFill>
                  <a:srgbClr val="FE6768"/>
                </a:solidFill>
                <a:latin typeface="Calibri" pitchFamily="34" charset="0"/>
                <a:ea typeface="Calibri" pitchFamily="34" charset="-122"/>
                <a:cs typeface="Calibri" pitchFamily="34" charset="-120"/>
              </a:rPr>
              <a:t>hal-lyu</a:t>
            </a:r>
            <a:endParaRPr lang="en-US" sz="1200" dirty="0"/>
          </a:p>
        </p:txBody>
      </p:sp>
      <p:sp>
        <p:nvSpPr>
          <p:cNvPr id="24" name="Text 22"/>
          <p:cNvSpPr/>
          <p:nvPr/>
        </p:nvSpPr>
        <p:spPr>
          <a:xfrm>
            <a:off x="609448" y="5715000"/>
            <a:ext cx="2606040" cy="32004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ola coreana</a:t>
            </a:r>
            <a:endParaRPr lang="en-US" sz="1200" dirty="0"/>
          </a:p>
        </p:txBody>
      </p:sp>
      <p:sp>
        <p:nvSpPr>
          <p:cNvPr id="25" name="Shape 23"/>
          <p:cNvSpPr/>
          <p:nvPr/>
        </p:nvSpPr>
        <p:spPr>
          <a:xfrm>
            <a:off x="3398368" y="4434840"/>
            <a:ext cx="2606040" cy="1691640"/>
          </a:xfrm>
          <a:prstGeom prst="roundRect">
            <a:avLst>
              <a:gd name="adj" fmla="val 8108"/>
            </a:avLst>
          </a:prstGeom>
          <a:solidFill>
            <a:srgbClr val="FFE0E0"/>
          </a:solidFill>
          <a:ln w="19050">
            <a:solidFill>
              <a:srgbClr val="FE6768"/>
            </a:solidFill>
            <a:prstDash val="solid"/>
          </a:ln>
        </p:spPr>
      </p:sp>
      <p:sp>
        <p:nvSpPr>
          <p:cNvPr id="26" name="Text 24"/>
          <p:cNvSpPr/>
          <p:nvPr/>
        </p:nvSpPr>
        <p:spPr>
          <a:xfrm>
            <a:off x="3398368" y="4526280"/>
            <a:ext cx="2606040" cy="77724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드라마</a:t>
            </a:r>
            <a:endParaRPr lang="en-US" sz="3200" dirty="0"/>
          </a:p>
        </p:txBody>
      </p:sp>
      <p:sp>
        <p:nvSpPr>
          <p:cNvPr id="27" name="Text 25"/>
          <p:cNvSpPr/>
          <p:nvPr/>
        </p:nvSpPr>
        <p:spPr>
          <a:xfrm>
            <a:off x="3398368" y="5349240"/>
            <a:ext cx="2606040" cy="320040"/>
          </a:xfrm>
          <a:prstGeom prst="rect">
            <a:avLst/>
          </a:prstGeom>
          <a:noFill/>
          <a:ln/>
        </p:spPr>
        <p:txBody>
          <a:bodyPr wrap="square" lIns="0" tIns="0" rIns="0" bIns="0" rtlCol="0" anchor="ctr"/>
          <a:lstStyle/>
          <a:p>
            <a:pPr marL="0" indent="0" algn="ctr">
              <a:buNone/>
            </a:pPr>
            <a:r>
              <a:rPr lang="en-US" sz="1200" b="1" i="1" dirty="0">
                <a:solidFill>
                  <a:srgbClr val="FE6768"/>
                </a:solidFill>
                <a:latin typeface="Calibri" pitchFamily="34" charset="0"/>
                <a:ea typeface="Calibri" pitchFamily="34" charset="-122"/>
                <a:cs typeface="Calibri" pitchFamily="34" charset="-120"/>
              </a:rPr>
              <a:t>deu-ra-ma</a:t>
            </a:r>
            <a:endParaRPr lang="en-US" sz="1200" dirty="0"/>
          </a:p>
        </p:txBody>
      </p:sp>
      <p:sp>
        <p:nvSpPr>
          <p:cNvPr id="28" name="Text 26"/>
          <p:cNvSpPr/>
          <p:nvPr/>
        </p:nvSpPr>
        <p:spPr>
          <a:xfrm>
            <a:off x="3398368" y="5715000"/>
            <a:ext cx="2606040" cy="32004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k-drama</a:t>
            </a:r>
            <a:endParaRPr lang="en-US" sz="1200" dirty="0"/>
          </a:p>
        </p:txBody>
      </p:sp>
      <p:sp>
        <p:nvSpPr>
          <p:cNvPr id="29" name="Shape 27"/>
          <p:cNvSpPr/>
          <p:nvPr/>
        </p:nvSpPr>
        <p:spPr>
          <a:xfrm>
            <a:off x="6187288" y="4434840"/>
            <a:ext cx="2606040" cy="1691640"/>
          </a:xfrm>
          <a:prstGeom prst="roundRect">
            <a:avLst>
              <a:gd name="adj" fmla="val 8108"/>
            </a:avLst>
          </a:prstGeom>
          <a:solidFill>
            <a:srgbClr val="FFE0E0"/>
          </a:solidFill>
          <a:ln w="19050">
            <a:solidFill>
              <a:srgbClr val="FE6768"/>
            </a:solidFill>
            <a:prstDash val="solid"/>
          </a:ln>
        </p:spPr>
      </p:sp>
      <p:sp>
        <p:nvSpPr>
          <p:cNvPr id="30" name="Text 28"/>
          <p:cNvSpPr/>
          <p:nvPr/>
        </p:nvSpPr>
        <p:spPr>
          <a:xfrm>
            <a:off x="6187288" y="4526280"/>
            <a:ext cx="2606040" cy="77724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아이돌</a:t>
            </a:r>
            <a:endParaRPr lang="en-US" sz="3200" dirty="0"/>
          </a:p>
        </p:txBody>
      </p:sp>
      <p:sp>
        <p:nvSpPr>
          <p:cNvPr id="31" name="Text 29"/>
          <p:cNvSpPr/>
          <p:nvPr/>
        </p:nvSpPr>
        <p:spPr>
          <a:xfrm>
            <a:off x="6187288" y="5349240"/>
            <a:ext cx="2606040" cy="320040"/>
          </a:xfrm>
          <a:prstGeom prst="rect">
            <a:avLst/>
          </a:prstGeom>
          <a:noFill/>
          <a:ln/>
        </p:spPr>
        <p:txBody>
          <a:bodyPr wrap="square" lIns="0" tIns="0" rIns="0" bIns="0" rtlCol="0" anchor="ctr"/>
          <a:lstStyle/>
          <a:p>
            <a:pPr marL="0" indent="0" algn="ctr">
              <a:buNone/>
            </a:pPr>
            <a:r>
              <a:rPr lang="en-US" sz="1200" b="1" i="1" dirty="0">
                <a:solidFill>
                  <a:srgbClr val="FE6768"/>
                </a:solidFill>
                <a:latin typeface="Calibri" pitchFamily="34" charset="0"/>
                <a:ea typeface="Calibri" pitchFamily="34" charset="-122"/>
                <a:cs typeface="Calibri" pitchFamily="34" charset="-120"/>
              </a:rPr>
              <a:t>a-i-dol</a:t>
            </a:r>
            <a:endParaRPr lang="en-US" sz="1200" dirty="0"/>
          </a:p>
        </p:txBody>
      </p:sp>
      <p:sp>
        <p:nvSpPr>
          <p:cNvPr id="32" name="Text 30"/>
          <p:cNvSpPr/>
          <p:nvPr/>
        </p:nvSpPr>
        <p:spPr>
          <a:xfrm>
            <a:off x="6187288" y="5715000"/>
            <a:ext cx="2606040" cy="32004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ídolo</a:t>
            </a:r>
            <a:endParaRPr lang="en-US" sz="1200" dirty="0"/>
          </a:p>
        </p:txBody>
      </p:sp>
      <p:sp>
        <p:nvSpPr>
          <p:cNvPr id="33" name="Shape 31"/>
          <p:cNvSpPr/>
          <p:nvPr/>
        </p:nvSpPr>
        <p:spPr>
          <a:xfrm>
            <a:off x="8976208" y="4434840"/>
            <a:ext cx="2606040" cy="1691640"/>
          </a:xfrm>
          <a:prstGeom prst="roundRect">
            <a:avLst>
              <a:gd name="adj" fmla="val 8108"/>
            </a:avLst>
          </a:prstGeom>
          <a:solidFill>
            <a:srgbClr val="FFE0E0"/>
          </a:solidFill>
          <a:ln w="19050">
            <a:solidFill>
              <a:srgbClr val="FE6768"/>
            </a:solidFill>
            <a:prstDash val="solid"/>
          </a:ln>
        </p:spPr>
      </p:sp>
      <p:sp>
        <p:nvSpPr>
          <p:cNvPr id="34" name="Text 32"/>
          <p:cNvSpPr/>
          <p:nvPr/>
        </p:nvSpPr>
        <p:spPr>
          <a:xfrm>
            <a:off x="8976208" y="4526280"/>
            <a:ext cx="2606040" cy="77724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오빠</a:t>
            </a:r>
            <a:endParaRPr lang="en-US" sz="3200" dirty="0"/>
          </a:p>
        </p:txBody>
      </p:sp>
      <p:sp>
        <p:nvSpPr>
          <p:cNvPr id="35" name="Text 33"/>
          <p:cNvSpPr/>
          <p:nvPr/>
        </p:nvSpPr>
        <p:spPr>
          <a:xfrm>
            <a:off x="8976208" y="5349240"/>
            <a:ext cx="2606040" cy="320040"/>
          </a:xfrm>
          <a:prstGeom prst="rect">
            <a:avLst/>
          </a:prstGeom>
          <a:noFill/>
          <a:ln/>
        </p:spPr>
        <p:txBody>
          <a:bodyPr wrap="square" lIns="0" tIns="0" rIns="0" bIns="0" rtlCol="0" anchor="ctr"/>
          <a:lstStyle/>
          <a:p>
            <a:pPr marL="0" indent="0" algn="ctr">
              <a:buNone/>
            </a:pPr>
            <a:r>
              <a:rPr lang="en-US" sz="1200" b="1" i="1" dirty="0">
                <a:solidFill>
                  <a:srgbClr val="FE6768"/>
                </a:solidFill>
                <a:latin typeface="Calibri" pitchFamily="34" charset="0"/>
                <a:ea typeface="Calibri" pitchFamily="34" charset="-122"/>
                <a:cs typeface="Calibri" pitchFamily="34" charset="-120"/>
              </a:rPr>
              <a:t>op-pa</a:t>
            </a:r>
            <a:endParaRPr lang="en-US" sz="1200" dirty="0"/>
          </a:p>
        </p:txBody>
      </p:sp>
      <p:sp>
        <p:nvSpPr>
          <p:cNvPr id="36" name="Text 34"/>
          <p:cNvSpPr/>
          <p:nvPr/>
        </p:nvSpPr>
        <p:spPr>
          <a:xfrm>
            <a:off x="8976208" y="5715000"/>
            <a:ext cx="2606040" cy="32004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oppa</a:t>
            </a:r>
            <a:endParaRPr lang="en-US" sz="1200" dirty="0"/>
          </a:p>
        </p:txBody>
      </p:sp>
      <p:pic>
        <p:nvPicPr>
          <p:cNvPr id="37"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38" name="Text 3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9" name="Text 3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118</a:t>
            </a:r>
            <a:endParaRPr lang="en-US" sz="800" dirty="0"/>
          </a:p>
        </p:txBody>
      </p:sp>
    </p:spTree>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p:cSld name="Slide 119">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CAPÍTULO 4</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Glosario clave</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Las palabras técnicas del batchim y la pronunciación coreana.</a:t>
            </a:r>
            <a:endParaRPr lang="en-US" sz="1400" dirty="0"/>
          </a:p>
        </p:txBody>
      </p:sp>
      <p:sp>
        <p:nvSpPr>
          <p:cNvPr id="5" name="Text 3"/>
          <p:cNvSpPr/>
          <p:nvPr/>
        </p:nvSpPr>
        <p:spPr>
          <a:xfrm>
            <a:off x="640080" y="2468880"/>
            <a:ext cx="5440680" cy="384048"/>
          </a:xfrm>
          <a:prstGeom prst="rect">
            <a:avLst/>
          </a:prstGeom>
          <a:noFill/>
          <a:ln/>
        </p:spPr>
        <p:txBody>
          <a:bodyPr wrap="square" lIns="0" tIns="0" rIns="0" bIns="0" rtlCol="0" anchor="ctr"/>
          <a:lstStyle/>
          <a:p>
            <a:pPr marL="0" indent="0">
              <a:buNone/>
            </a:pPr>
            <a:r>
              <a:rPr lang="en-US" sz="1600" b="1" dirty="0">
                <a:solidFill>
                  <a:srgbClr val="4036ED"/>
                </a:solidFill>
                <a:latin typeface="Malgun Gothic" pitchFamily="34" charset="0"/>
                <a:ea typeface="Malgun Gothic" pitchFamily="34" charset="-122"/>
                <a:cs typeface="Malgun Gothic" pitchFamily="34" charset="-120"/>
              </a:rPr>
              <a:t>받침</a:t>
            </a:r>
            <a:r>
              <a:rPr lang="en-US" sz="1200" i="1" dirty="0">
                <a:solidFill>
                  <a:srgbClr val="FE6768"/>
                </a:solidFill>
              </a:rPr>
              <a:t>   batchim</a:t>
            </a:r>
            <a:r>
              <a:rPr lang="en-US" sz="1200" dirty="0">
                <a:solidFill>
                  <a:srgbClr val="4A4A55"/>
                </a:solidFill>
              </a:rPr>
              <a:t>   ·  consonante final de sílaba</a:t>
            </a:r>
            <a:endParaRPr lang="en-US" sz="1600" dirty="0"/>
          </a:p>
        </p:txBody>
      </p:sp>
      <p:sp>
        <p:nvSpPr>
          <p:cNvPr id="6" name="Text 4"/>
          <p:cNvSpPr/>
          <p:nvPr/>
        </p:nvSpPr>
        <p:spPr>
          <a:xfrm>
            <a:off x="6309360" y="2468880"/>
            <a:ext cx="5440680" cy="384048"/>
          </a:xfrm>
          <a:prstGeom prst="rect">
            <a:avLst/>
          </a:prstGeom>
          <a:noFill/>
          <a:ln/>
        </p:spPr>
        <p:txBody>
          <a:bodyPr wrap="square" lIns="0" tIns="0" rIns="0" bIns="0" rtlCol="0" anchor="ctr"/>
          <a:lstStyle/>
          <a:p>
            <a:pPr marL="0" indent="0">
              <a:buNone/>
            </a:pPr>
            <a:r>
              <a:rPr lang="en-US" sz="1600" b="1" dirty="0">
                <a:solidFill>
                  <a:srgbClr val="4036ED"/>
                </a:solidFill>
                <a:latin typeface="Malgun Gothic" pitchFamily="34" charset="0"/>
                <a:ea typeface="Malgun Gothic" pitchFamily="34" charset="-122"/>
                <a:cs typeface="Malgun Gothic" pitchFamily="34" charset="-120"/>
              </a:rPr>
              <a:t>겹받침</a:t>
            </a:r>
            <a:r>
              <a:rPr lang="en-US" sz="1200" i="1" dirty="0">
                <a:solidFill>
                  <a:srgbClr val="FE6768"/>
                </a:solidFill>
              </a:rPr>
              <a:t>   gyeop-batchim</a:t>
            </a:r>
            <a:r>
              <a:rPr lang="en-US" sz="1200" dirty="0">
                <a:solidFill>
                  <a:srgbClr val="4A4A55"/>
                </a:solidFill>
              </a:rPr>
              <a:t>   ·  batchim doble (2 consonantes)</a:t>
            </a:r>
            <a:endParaRPr lang="en-US" sz="1600" dirty="0"/>
          </a:p>
        </p:txBody>
      </p:sp>
      <p:sp>
        <p:nvSpPr>
          <p:cNvPr id="7" name="Text 5"/>
          <p:cNvSpPr/>
          <p:nvPr/>
        </p:nvSpPr>
        <p:spPr>
          <a:xfrm>
            <a:off x="640080" y="2852928"/>
            <a:ext cx="5440680" cy="384048"/>
          </a:xfrm>
          <a:prstGeom prst="rect">
            <a:avLst/>
          </a:prstGeom>
          <a:noFill/>
          <a:ln/>
        </p:spPr>
        <p:txBody>
          <a:bodyPr wrap="square" lIns="0" tIns="0" rIns="0" bIns="0" rtlCol="0" anchor="ctr"/>
          <a:lstStyle/>
          <a:p>
            <a:pPr marL="0" indent="0">
              <a:buNone/>
            </a:pPr>
            <a:r>
              <a:rPr lang="en-US" sz="1600" b="1" dirty="0">
                <a:solidFill>
                  <a:srgbClr val="4036ED"/>
                </a:solidFill>
                <a:latin typeface="Malgun Gothic" pitchFamily="34" charset="0"/>
                <a:ea typeface="Malgun Gothic" pitchFamily="34" charset="-122"/>
                <a:cs typeface="Malgun Gothic" pitchFamily="34" charset="-120"/>
              </a:rPr>
              <a:t>연음법칙</a:t>
            </a:r>
            <a:r>
              <a:rPr lang="en-US" sz="1200" i="1" dirty="0">
                <a:solidFill>
                  <a:srgbClr val="FE6768"/>
                </a:solidFill>
              </a:rPr>
              <a:t>   yeon-eum-beop-chik</a:t>
            </a:r>
            <a:r>
              <a:rPr lang="en-US" sz="1200" dirty="0">
                <a:solidFill>
                  <a:srgbClr val="4A4A55"/>
                </a:solidFill>
              </a:rPr>
              <a:t>   ·  regla de liaison</a:t>
            </a:r>
            <a:endParaRPr lang="en-US" sz="1600" dirty="0"/>
          </a:p>
        </p:txBody>
      </p:sp>
      <p:sp>
        <p:nvSpPr>
          <p:cNvPr id="8" name="Text 6"/>
          <p:cNvSpPr/>
          <p:nvPr/>
        </p:nvSpPr>
        <p:spPr>
          <a:xfrm>
            <a:off x="6309360" y="2852928"/>
            <a:ext cx="5440680" cy="384048"/>
          </a:xfrm>
          <a:prstGeom prst="rect">
            <a:avLst/>
          </a:prstGeom>
          <a:noFill/>
          <a:ln/>
        </p:spPr>
        <p:txBody>
          <a:bodyPr wrap="square" lIns="0" tIns="0" rIns="0" bIns="0" rtlCol="0" anchor="ctr"/>
          <a:lstStyle/>
          <a:p>
            <a:pPr marL="0" indent="0">
              <a:buNone/>
            </a:pPr>
            <a:r>
              <a:rPr lang="en-US" sz="1600" b="1" dirty="0">
                <a:solidFill>
                  <a:srgbClr val="4036ED"/>
                </a:solidFill>
                <a:latin typeface="Malgun Gothic" pitchFamily="34" charset="0"/>
                <a:ea typeface="Malgun Gothic" pitchFamily="34" charset="-122"/>
                <a:cs typeface="Malgun Gothic" pitchFamily="34" charset="-120"/>
              </a:rPr>
              <a:t>비음화</a:t>
            </a:r>
            <a:r>
              <a:rPr lang="en-US" sz="1200" i="1" dirty="0">
                <a:solidFill>
                  <a:srgbClr val="FE6768"/>
                </a:solidFill>
              </a:rPr>
              <a:t>   bi-eum-hwa</a:t>
            </a:r>
            <a:r>
              <a:rPr lang="en-US" sz="1200" dirty="0">
                <a:solidFill>
                  <a:srgbClr val="4A4A55"/>
                </a:solidFill>
              </a:rPr>
              <a:t>   ·  nasalización</a:t>
            </a:r>
            <a:endParaRPr lang="en-US" sz="1600" dirty="0"/>
          </a:p>
        </p:txBody>
      </p:sp>
      <p:sp>
        <p:nvSpPr>
          <p:cNvPr id="9" name="Text 7"/>
          <p:cNvSpPr/>
          <p:nvPr/>
        </p:nvSpPr>
        <p:spPr>
          <a:xfrm>
            <a:off x="640080" y="3236976"/>
            <a:ext cx="5440680" cy="384048"/>
          </a:xfrm>
          <a:prstGeom prst="rect">
            <a:avLst/>
          </a:prstGeom>
          <a:noFill/>
          <a:ln/>
        </p:spPr>
        <p:txBody>
          <a:bodyPr wrap="square" lIns="0" tIns="0" rIns="0" bIns="0" rtlCol="0" anchor="ctr"/>
          <a:lstStyle/>
          <a:p>
            <a:pPr marL="0" indent="0">
              <a:buNone/>
            </a:pPr>
            <a:r>
              <a:rPr lang="en-US" sz="1600" b="1" dirty="0">
                <a:solidFill>
                  <a:srgbClr val="4036ED"/>
                </a:solidFill>
                <a:latin typeface="Malgun Gothic" pitchFamily="34" charset="0"/>
                <a:ea typeface="Malgun Gothic" pitchFamily="34" charset="-122"/>
                <a:cs typeface="Malgun Gothic" pitchFamily="34" charset="-120"/>
              </a:rPr>
              <a:t>격음화</a:t>
            </a:r>
            <a:r>
              <a:rPr lang="en-US" sz="1200" i="1" dirty="0">
                <a:solidFill>
                  <a:srgbClr val="FE6768"/>
                </a:solidFill>
              </a:rPr>
              <a:t>   gyeok-eum-hwa</a:t>
            </a:r>
            <a:r>
              <a:rPr lang="en-US" sz="1200" dirty="0">
                <a:solidFill>
                  <a:srgbClr val="4A4A55"/>
                </a:solidFill>
              </a:rPr>
              <a:t>   ·  aspiración con ㅎ</a:t>
            </a:r>
            <a:endParaRPr lang="en-US" sz="1600" dirty="0"/>
          </a:p>
        </p:txBody>
      </p:sp>
      <p:sp>
        <p:nvSpPr>
          <p:cNvPr id="10" name="Text 8"/>
          <p:cNvSpPr/>
          <p:nvPr/>
        </p:nvSpPr>
        <p:spPr>
          <a:xfrm>
            <a:off x="6309360" y="3236976"/>
            <a:ext cx="5440680" cy="384048"/>
          </a:xfrm>
          <a:prstGeom prst="rect">
            <a:avLst/>
          </a:prstGeom>
          <a:noFill/>
          <a:ln/>
        </p:spPr>
        <p:txBody>
          <a:bodyPr wrap="square" lIns="0" tIns="0" rIns="0" bIns="0" rtlCol="0" anchor="ctr"/>
          <a:lstStyle/>
          <a:p>
            <a:pPr marL="0" indent="0">
              <a:buNone/>
            </a:pPr>
            <a:r>
              <a:rPr lang="en-US" sz="1600" b="1" dirty="0">
                <a:solidFill>
                  <a:srgbClr val="4036ED"/>
                </a:solidFill>
                <a:latin typeface="Malgun Gothic" pitchFamily="34" charset="0"/>
                <a:ea typeface="Malgun Gothic" pitchFamily="34" charset="-122"/>
                <a:cs typeface="Malgun Gothic" pitchFamily="34" charset="-120"/>
              </a:rPr>
              <a:t>경음화</a:t>
            </a:r>
            <a:r>
              <a:rPr lang="en-US" sz="1200" i="1" dirty="0">
                <a:solidFill>
                  <a:srgbClr val="FE6768"/>
                </a:solidFill>
              </a:rPr>
              <a:t>   gyeong-eum-hwa</a:t>
            </a:r>
            <a:r>
              <a:rPr lang="en-US" sz="1200" dirty="0">
                <a:solidFill>
                  <a:srgbClr val="4A4A55"/>
                </a:solidFill>
              </a:rPr>
              <a:t>   ·  tensificación</a:t>
            </a:r>
            <a:endParaRPr lang="en-US" sz="1600" dirty="0"/>
          </a:p>
        </p:txBody>
      </p:sp>
      <p:sp>
        <p:nvSpPr>
          <p:cNvPr id="11" name="Text 9"/>
          <p:cNvSpPr/>
          <p:nvPr/>
        </p:nvSpPr>
        <p:spPr>
          <a:xfrm>
            <a:off x="640080" y="3621024"/>
            <a:ext cx="5440680" cy="384048"/>
          </a:xfrm>
          <a:prstGeom prst="rect">
            <a:avLst/>
          </a:prstGeom>
          <a:noFill/>
          <a:ln/>
        </p:spPr>
        <p:txBody>
          <a:bodyPr wrap="square" lIns="0" tIns="0" rIns="0" bIns="0" rtlCol="0" anchor="ctr"/>
          <a:lstStyle/>
          <a:p>
            <a:pPr marL="0" indent="0">
              <a:buNone/>
            </a:pPr>
            <a:r>
              <a:rPr lang="en-US" sz="1600" b="1" dirty="0">
                <a:solidFill>
                  <a:srgbClr val="4036ED"/>
                </a:solidFill>
                <a:latin typeface="Malgun Gothic" pitchFamily="34" charset="0"/>
                <a:ea typeface="Malgun Gothic" pitchFamily="34" charset="-122"/>
                <a:cs typeface="Malgun Gothic" pitchFamily="34" charset="-120"/>
              </a:rPr>
              <a:t>유음화</a:t>
            </a:r>
            <a:r>
              <a:rPr lang="en-US" sz="1200" i="1" dirty="0">
                <a:solidFill>
                  <a:srgbClr val="FE6768"/>
                </a:solidFill>
              </a:rPr>
              <a:t>   yu-eum-hwa</a:t>
            </a:r>
            <a:r>
              <a:rPr lang="en-US" sz="1200" dirty="0">
                <a:solidFill>
                  <a:srgbClr val="4A4A55"/>
                </a:solidFill>
              </a:rPr>
              <a:t>   ·  lateralización (ㄴㄹ→ㄹㄹ)</a:t>
            </a:r>
            <a:endParaRPr lang="en-US" sz="1600" dirty="0"/>
          </a:p>
        </p:txBody>
      </p:sp>
      <p:sp>
        <p:nvSpPr>
          <p:cNvPr id="12" name="Text 10"/>
          <p:cNvSpPr/>
          <p:nvPr/>
        </p:nvSpPr>
        <p:spPr>
          <a:xfrm>
            <a:off x="6309360" y="3621024"/>
            <a:ext cx="5440680" cy="384048"/>
          </a:xfrm>
          <a:prstGeom prst="rect">
            <a:avLst/>
          </a:prstGeom>
          <a:noFill/>
          <a:ln/>
        </p:spPr>
        <p:txBody>
          <a:bodyPr wrap="square" lIns="0" tIns="0" rIns="0" bIns="0" rtlCol="0" anchor="ctr"/>
          <a:lstStyle/>
          <a:p>
            <a:pPr marL="0" indent="0">
              <a:buNone/>
            </a:pPr>
            <a:r>
              <a:rPr lang="en-US" sz="1600" b="1" dirty="0">
                <a:solidFill>
                  <a:srgbClr val="4036ED"/>
                </a:solidFill>
                <a:latin typeface="Malgun Gothic" pitchFamily="34" charset="0"/>
                <a:ea typeface="Malgun Gothic" pitchFamily="34" charset="-122"/>
                <a:cs typeface="Malgun Gothic" pitchFamily="34" charset="-120"/>
              </a:rPr>
              <a:t>구개음화</a:t>
            </a:r>
            <a:r>
              <a:rPr lang="en-US" sz="1200" i="1" dirty="0">
                <a:solidFill>
                  <a:srgbClr val="FE6768"/>
                </a:solidFill>
              </a:rPr>
              <a:t>   gu-gae-eum-hwa</a:t>
            </a:r>
            <a:r>
              <a:rPr lang="en-US" sz="1200" dirty="0">
                <a:solidFill>
                  <a:srgbClr val="4A4A55"/>
                </a:solidFill>
              </a:rPr>
              <a:t>   ·  palatalización</a:t>
            </a:r>
            <a:endParaRPr lang="en-US" sz="1600" dirty="0"/>
          </a:p>
        </p:txBody>
      </p:sp>
      <p:sp>
        <p:nvSpPr>
          <p:cNvPr id="13" name="Text 11"/>
          <p:cNvSpPr/>
          <p:nvPr/>
        </p:nvSpPr>
        <p:spPr>
          <a:xfrm>
            <a:off x="640080" y="4005072"/>
            <a:ext cx="5440680" cy="384048"/>
          </a:xfrm>
          <a:prstGeom prst="rect">
            <a:avLst/>
          </a:prstGeom>
          <a:noFill/>
          <a:ln/>
        </p:spPr>
        <p:txBody>
          <a:bodyPr wrap="square" lIns="0" tIns="0" rIns="0" bIns="0" rtlCol="0" anchor="ctr"/>
          <a:lstStyle/>
          <a:p>
            <a:pPr marL="0" indent="0">
              <a:buNone/>
            </a:pPr>
            <a:r>
              <a:rPr lang="en-US" sz="1600" b="1" dirty="0">
                <a:solidFill>
                  <a:srgbClr val="4036ED"/>
                </a:solidFill>
                <a:latin typeface="Malgun Gothic" pitchFamily="34" charset="0"/>
                <a:ea typeface="Malgun Gothic" pitchFamily="34" charset="-122"/>
                <a:cs typeface="Malgun Gothic" pitchFamily="34" charset="-120"/>
              </a:rPr>
              <a:t>음절</a:t>
            </a:r>
            <a:r>
              <a:rPr lang="en-US" sz="1200" i="1" dirty="0">
                <a:solidFill>
                  <a:srgbClr val="FE6768"/>
                </a:solidFill>
              </a:rPr>
              <a:t>   eum-jeol</a:t>
            </a:r>
            <a:r>
              <a:rPr lang="en-US" sz="1200" dirty="0">
                <a:solidFill>
                  <a:srgbClr val="4A4A55"/>
                </a:solidFill>
              </a:rPr>
              <a:t>   ·  sílaba</a:t>
            </a:r>
            <a:endParaRPr lang="en-US" sz="1600" dirty="0"/>
          </a:p>
        </p:txBody>
      </p:sp>
      <p:sp>
        <p:nvSpPr>
          <p:cNvPr id="14" name="Text 12"/>
          <p:cNvSpPr/>
          <p:nvPr/>
        </p:nvSpPr>
        <p:spPr>
          <a:xfrm>
            <a:off x="6309360" y="4005072"/>
            <a:ext cx="5440680" cy="384048"/>
          </a:xfrm>
          <a:prstGeom prst="rect">
            <a:avLst/>
          </a:prstGeom>
          <a:noFill/>
          <a:ln/>
        </p:spPr>
        <p:txBody>
          <a:bodyPr wrap="square" lIns="0" tIns="0" rIns="0" bIns="0" rtlCol="0" anchor="ctr"/>
          <a:lstStyle/>
          <a:p>
            <a:pPr marL="0" indent="0">
              <a:buNone/>
            </a:pPr>
            <a:r>
              <a:rPr lang="en-US" sz="1600" b="1" dirty="0">
                <a:solidFill>
                  <a:srgbClr val="4036ED"/>
                </a:solidFill>
                <a:latin typeface="Malgun Gothic" pitchFamily="34" charset="0"/>
                <a:ea typeface="Malgun Gothic" pitchFamily="34" charset="-122"/>
                <a:cs typeface="Malgun Gothic" pitchFamily="34" charset="-120"/>
              </a:rPr>
              <a:t>표기</a:t>
            </a:r>
            <a:r>
              <a:rPr lang="en-US" sz="1200" i="1" dirty="0">
                <a:solidFill>
                  <a:srgbClr val="FE6768"/>
                </a:solidFill>
              </a:rPr>
              <a:t>   pyo-gi</a:t>
            </a:r>
            <a:r>
              <a:rPr lang="en-US" sz="1200" dirty="0">
                <a:solidFill>
                  <a:srgbClr val="4A4A55"/>
                </a:solidFill>
              </a:rPr>
              <a:t>   ·  cómo se escribe</a:t>
            </a:r>
            <a:endParaRPr lang="en-US" sz="1600" dirty="0"/>
          </a:p>
        </p:txBody>
      </p:sp>
      <p:sp>
        <p:nvSpPr>
          <p:cNvPr id="15" name="Text 13"/>
          <p:cNvSpPr/>
          <p:nvPr/>
        </p:nvSpPr>
        <p:spPr>
          <a:xfrm>
            <a:off x="640080" y="4389120"/>
            <a:ext cx="5440680" cy="384048"/>
          </a:xfrm>
          <a:prstGeom prst="rect">
            <a:avLst/>
          </a:prstGeom>
          <a:noFill/>
          <a:ln/>
        </p:spPr>
        <p:txBody>
          <a:bodyPr wrap="square" lIns="0" tIns="0" rIns="0" bIns="0" rtlCol="0" anchor="ctr"/>
          <a:lstStyle/>
          <a:p>
            <a:pPr marL="0" indent="0">
              <a:buNone/>
            </a:pPr>
            <a:r>
              <a:rPr lang="en-US" sz="1600" b="1" dirty="0">
                <a:solidFill>
                  <a:srgbClr val="4036ED"/>
                </a:solidFill>
                <a:latin typeface="Malgun Gothic" pitchFamily="34" charset="0"/>
                <a:ea typeface="Malgun Gothic" pitchFamily="34" charset="-122"/>
                <a:cs typeface="Malgun Gothic" pitchFamily="34" charset="-120"/>
              </a:rPr>
              <a:t>발음</a:t>
            </a:r>
            <a:r>
              <a:rPr lang="en-US" sz="1200" i="1" dirty="0">
                <a:solidFill>
                  <a:srgbClr val="FE6768"/>
                </a:solidFill>
              </a:rPr>
              <a:t>   bal-eum</a:t>
            </a:r>
            <a:r>
              <a:rPr lang="en-US" sz="1200" dirty="0">
                <a:solidFill>
                  <a:srgbClr val="4A4A55"/>
                </a:solidFill>
              </a:rPr>
              <a:t>   ·  cómo se pronuncia</a:t>
            </a:r>
            <a:endParaRPr lang="en-US" sz="1600" dirty="0"/>
          </a:p>
        </p:txBody>
      </p:sp>
      <p:sp>
        <p:nvSpPr>
          <p:cNvPr id="16" name="Text 14"/>
          <p:cNvSpPr/>
          <p:nvPr/>
        </p:nvSpPr>
        <p:spPr>
          <a:xfrm>
            <a:off x="6309360" y="4389120"/>
            <a:ext cx="5440680" cy="384048"/>
          </a:xfrm>
          <a:prstGeom prst="rect">
            <a:avLst/>
          </a:prstGeom>
          <a:noFill/>
          <a:ln/>
        </p:spPr>
        <p:txBody>
          <a:bodyPr wrap="square" lIns="0" tIns="0" rIns="0" bIns="0" rtlCol="0" anchor="ctr"/>
          <a:lstStyle/>
          <a:p>
            <a:pPr marL="0" indent="0">
              <a:buNone/>
            </a:pPr>
            <a:r>
              <a:rPr lang="en-US" sz="1600" b="1" dirty="0">
                <a:solidFill>
                  <a:srgbClr val="4036ED"/>
                </a:solidFill>
                <a:latin typeface="Malgun Gothic" pitchFamily="34" charset="0"/>
                <a:ea typeface="Malgun Gothic" pitchFamily="34" charset="-122"/>
                <a:cs typeface="Malgun Gothic" pitchFamily="34" charset="-120"/>
              </a:rPr>
              <a:t>소리값</a:t>
            </a:r>
            <a:r>
              <a:rPr lang="en-US" sz="1200" i="1" dirty="0">
                <a:solidFill>
                  <a:srgbClr val="FE6768"/>
                </a:solidFill>
              </a:rPr>
              <a:t>   so-ri-gap</a:t>
            </a:r>
            <a:r>
              <a:rPr lang="en-US" sz="1200" dirty="0">
                <a:solidFill>
                  <a:srgbClr val="4A4A55"/>
                </a:solidFill>
              </a:rPr>
              <a:t>   ·  valor sonoro de una letra</a:t>
            </a:r>
            <a:endParaRPr lang="en-US" sz="1600" dirty="0"/>
          </a:p>
        </p:txBody>
      </p:sp>
      <p:pic>
        <p:nvPicPr>
          <p:cNvPr id="17"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18" name="Text 1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19" name="Text 1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119</a:t>
            </a:r>
            <a:endParaRPr lang="en-US" sz="800" dirty="0"/>
          </a:p>
        </p:txBody>
      </p:sp>
    </p:spTree>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p:cSld name="Slide 120">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§4.28 · REPASO</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Las 21 vocales</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Todo lo que aprendiste en el capítulo 1, en una sola página.</a:t>
            </a:r>
            <a:endParaRPr lang="en-US" sz="1400" dirty="0"/>
          </a:p>
        </p:txBody>
      </p:sp>
      <p:sp>
        <p:nvSpPr>
          <p:cNvPr id="5" name="Shape 3"/>
          <p:cNvSpPr/>
          <p:nvPr/>
        </p:nvSpPr>
        <p:spPr>
          <a:xfrm>
            <a:off x="640080" y="2468880"/>
            <a:ext cx="10911535" cy="960120"/>
          </a:xfrm>
          <a:prstGeom prst="roundRect">
            <a:avLst>
              <a:gd name="adj" fmla="val 14286"/>
            </a:avLst>
          </a:prstGeom>
          <a:solidFill>
            <a:srgbClr val="FFE0E0"/>
          </a:solidFill>
          <a:ln w="15240">
            <a:solidFill>
              <a:srgbClr val="FE6768"/>
            </a:solidFill>
            <a:prstDash val="solid"/>
          </a:ln>
        </p:spPr>
      </p:sp>
      <p:sp>
        <p:nvSpPr>
          <p:cNvPr id="6" name="Text 4"/>
          <p:cNvSpPr/>
          <p:nvPr/>
        </p:nvSpPr>
        <p:spPr>
          <a:xfrm>
            <a:off x="777240" y="2468880"/>
            <a:ext cx="2926080" cy="960120"/>
          </a:xfrm>
          <a:prstGeom prst="rect">
            <a:avLst/>
          </a:prstGeom>
          <a:noFill/>
          <a:ln/>
        </p:spPr>
        <p:txBody>
          <a:bodyPr wrap="square" lIns="0" tIns="0" rIns="0" bIns="0" rtlCol="0" anchor="ctr"/>
          <a:lstStyle/>
          <a:p>
            <a:pPr marL="0" indent="0">
              <a:buNone/>
            </a:pPr>
            <a:r>
              <a:rPr lang="en-US" sz="1100" b="1" kern="0" spc="300" dirty="0">
                <a:solidFill>
                  <a:srgbClr val="FE6768"/>
                </a:solidFill>
                <a:latin typeface="Calibri" pitchFamily="34" charset="0"/>
                <a:ea typeface="Calibri" pitchFamily="34" charset="-122"/>
                <a:cs typeface="Calibri" pitchFamily="34" charset="-120"/>
              </a:rPr>
              <a:t>FUNDAMENTALES (11)</a:t>
            </a:r>
            <a:endParaRPr lang="en-US" sz="1100" dirty="0"/>
          </a:p>
        </p:txBody>
      </p:sp>
      <p:sp>
        <p:nvSpPr>
          <p:cNvPr id="7" name="Text 5"/>
          <p:cNvSpPr/>
          <p:nvPr/>
        </p:nvSpPr>
        <p:spPr>
          <a:xfrm>
            <a:off x="3566160"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ㅏ</a:t>
            </a:r>
            <a:endParaRPr lang="en-US" sz="2800" dirty="0"/>
          </a:p>
        </p:txBody>
      </p:sp>
      <p:sp>
        <p:nvSpPr>
          <p:cNvPr id="8" name="Text 6"/>
          <p:cNvSpPr/>
          <p:nvPr/>
        </p:nvSpPr>
        <p:spPr>
          <a:xfrm>
            <a:off x="4292110"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ㅑ</a:t>
            </a:r>
            <a:endParaRPr lang="en-US" sz="2800" dirty="0"/>
          </a:p>
        </p:txBody>
      </p:sp>
      <p:sp>
        <p:nvSpPr>
          <p:cNvPr id="9" name="Text 7"/>
          <p:cNvSpPr/>
          <p:nvPr/>
        </p:nvSpPr>
        <p:spPr>
          <a:xfrm>
            <a:off x="5018061"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ㅓ</a:t>
            </a:r>
            <a:endParaRPr lang="en-US" sz="2800" dirty="0"/>
          </a:p>
        </p:txBody>
      </p:sp>
      <p:sp>
        <p:nvSpPr>
          <p:cNvPr id="10" name="Text 8"/>
          <p:cNvSpPr/>
          <p:nvPr/>
        </p:nvSpPr>
        <p:spPr>
          <a:xfrm>
            <a:off x="5744011"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ㅕ</a:t>
            </a:r>
            <a:endParaRPr lang="en-US" sz="2800" dirty="0"/>
          </a:p>
        </p:txBody>
      </p:sp>
      <p:sp>
        <p:nvSpPr>
          <p:cNvPr id="11" name="Text 9"/>
          <p:cNvSpPr/>
          <p:nvPr/>
        </p:nvSpPr>
        <p:spPr>
          <a:xfrm>
            <a:off x="6469962"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ㅗ</a:t>
            </a:r>
            <a:endParaRPr lang="en-US" sz="2800" dirty="0"/>
          </a:p>
        </p:txBody>
      </p:sp>
      <p:sp>
        <p:nvSpPr>
          <p:cNvPr id="12" name="Text 10"/>
          <p:cNvSpPr/>
          <p:nvPr/>
        </p:nvSpPr>
        <p:spPr>
          <a:xfrm>
            <a:off x="7195912"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ㅛ</a:t>
            </a:r>
            <a:endParaRPr lang="en-US" sz="2800" dirty="0"/>
          </a:p>
        </p:txBody>
      </p:sp>
      <p:sp>
        <p:nvSpPr>
          <p:cNvPr id="13" name="Text 11"/>
          <p:cNvSpPr/>
          <p:nvPr/>
        </p:nvSpPr>
        <p:spPr>
          <a:xfrm>
            <a:off x="7921863"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ㅜ</a:t>
            </a:r>
            <a:endParaRPr lang="en-US" sz="2800" dirty="0"/>
          </a:p>
        </p:txBody>
      </p:sp>
      <p:sp>
        <p:nvSpPr>
          <p:cNvPr id="14" name="Text 12"/>
          <p:cNvSpPr/>
          <p:nvPr/>
        </p:nvSpPr>
        <p:spPr>
          <a:xfrm>
            <a:off x="8647813"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ㅠ</a:t>
            </a:r>
            <a:endParaRPr lang="en-US" sz="2800" dirty="0"/>
          </a:p>
        </p:txBody>
      </p:sp>
      <p:sp>
        <p:nvSpPr>
          <p:cNvPr id="15" name="Text 13"/>
          <p:cNvSpPr/>
          <p:nvPr/>
        </p:nvSpPr>
        <p:spPr>
          <a:xfrm>
            <a:off x="9373764"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ㅡ</a:t>
            </a:r>
            <a:endParaRPr lang="en-US" sz="2800" dirty="0"/>
          </a:p>
        </p:txBody>
      </p:sp>
      <p:sp>
        <p:nvSpPr>
          <p:cNvPr id="16" name="Text 14"/>
          <p:cNvSpPr/>
          <p:nvPr/>
        </p:nvSpPr>
        <p:spPr>
          <a:xfrm>
            <a:off x="10099714"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ㅣ</a:t>
            </a:r>
            <a:endParaRPr lang="en-US" sz="2800" dirty="0"/>
          </a:p>
        </p:txBody>
      </p:sp>
      <p:sp>
        <p:nvSpPr>
          <p:cNvPr id="17" name="Text 15"/>
          <p:cNvSpPr/>
          <p:nvPr/>
        </p:nvSpPr>
        <p:spPr>
          <a:xfrm>
            <a:off x="10825665"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a:t>
            </a:r>
            <a:endParaRPr lang="en-US" sz="2800" dirty="0"/>
          </a:p>
        </p:txBody>
      </p:sp>
      <p:sp>
        <p:nvSpPr>
          <p:cNvPr id="18" name="Shape 16"/>
          <p:cNvSpPr/>
          <p:nvPr/>
        </p:nvSpPr>
        <p:spPr>
          <a:xfrm>
            <a:off x="640080" y="3520440"/>
            <a:ext cx="10911535" cy="960120"/>
          </a:xfrm>
          <a:prstGeom prst="roundRect">
            <a:avLst>
              <a:gd name="adj" fmla="val 14286"/>
            </a:avLst>
          </a:prstGeom>
          <a:solidFill>
            <a:srgbClr val="EDE8FF"/>
          </a:solidFill>
          <a:ln w="15240">
            <a:solidFill>
              <a:srgbClr val="A79BFF"/>
            </a:solidFill>
            <a:prstDash val="solid"/>
          </a:ln>
        </p:spPr>
      </p:sp>
      <p:sp>
        <p:nvSpPr>
          <p:cNvPr id="19" name="Text 17"/>
          <p:cNvSpPr/>
          <p:nvPr/>
        </p:nvSpPr>
        <p:spPr>
          <a:xfrm>
            <a:off x="777240" y="3520440"/>
            <a:ext cx="2926080" cy="960120"/>
          </a:xfrm>
          <a:prstGeom prst="rect">
            <a:avLst/>
          </a:prstGeom>
          <a:noFill/>
          <a:ln/>
        </p:spPr>
        <p:txBody>
          <a:bodyPr wrap="square" lIns="0" tIns="0" rIns="0" bIns="0" rtlCol="0" anchor="ctr"/>
          <a:lstStyle/>
          <a:p>
            <a:pPr marL="0" indent="0">
              <a:buNone/>
            </a:pPr>
            <a:r>
              <a:rPr lang="en-US" sz="1100" b="1" kern="0" spc="300" dirty="0">
                <a:solidFill>
                  <a:srgbClr val="A79BFF"/>
                </a:solidFill>
                <a:latin typeface="Calibri" pitchFamily="34" charset="0"/>
                <a:ea typeface="Calibri" pitchFamily="34" charset="-122"/>
                <a:cs typeface="Calibri" pitchFamily="34" charset="-120"/>
              </a:rPr>
              <a:t>COMBINADAS (10)</a:t>
            </a:r>
            <a:endParaRPr lang="en-US" sz="1100" dirty="0"/>
          </a:p>
        </p:txBody>
      </p:sp>
      <p:sp>
        <p:nvSpPr>
          <p:cNvPr id="20" name="Text 18"/>
          <p:cNvSpPr/>
          <p:nvPr/>
        </p:nvSpPr>
        <p:spPr>
          <a:xfrm>
            <a:off x="3566160"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ㅐ</a:t>
            </a:r>
            <a:endParaRPr lang="en-US" sz="2800" dirty="0"/>
          </a:p>
        </p:txBody>
      </p:sp>
      <p:sp>
        <p:nvSpPr>
          <p:cNvPr id="21" name="Text 19"/>
          <p:cNvSpPr/>
          <p:nvPr/>
        </p:nvSpPr>
        <p:spPr>
          <a:xfrm>
            <a:off x="4706939"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ㅒ</a:t>
            </a:r>
            <a:endParaRPr lang="en-US" sz="2800" dirty="0"/>
          </a:p>
        </p:txBody>
      </p:sp>
      <p:sp>
        <p:nvSpPr>
          <p:cNvPr id="22" name="Text 20"/>
          <p:cNvSpPr/>
          <p:nvPr/>
        </p:nvSpPr>
        <p:spPr>
          <a:xfrm>
            <a:off x="5847719"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ㅔ</a:t>
            </a:r>
            <a:endParaRPr lang="en-US" sz="2800" dirty="0"/>
          </a:p>
        </p:txBody>
      </p:sp>
      <p:sp>
        <p:nvSpPr>
          <p:cNvPr id="23" name="Text 21"/>
          <p:cNvSpPr/>
          <p:nvPr/>
        </p:nvSpPr>
        <p:spPr>
          <a:xfrm>
            <a:off x="6988498"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ㅖ</a:t>
            </a:r>
            <a:endParaRPr lang="en-US" sz="2800" dirty="0"/>
          </a:p>
        </p:txBody>
      </p:sp>
      <p:sp>
        <p:nvSpPr>
          <p:cNvPr id="24" name="Text 22"/>
          <p:cNvSpPr/>
          <p:nvPr/>
        </p:nvSpPr>
        <p:spPr>
          <a:xfrm>
            <a:off x="8129277"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ㅚ</a:t>
            </a:r>
            <a:endParaRPr lang="en-US" sz="2800" dirty="0"/>
          </a:p>
        </p:txBody>
      </p:sp>
      <p:sp>
        <p:nvSpPr>
          <p:cNvPr id="25" name="Text 23"/>
          <p:cNvSpPr/>
          <p:nvPr/>
        </p:nvSpPr>
        <p:spPr>
          <a:xfrm>
            <a:off x="9270057"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ㅟ</a:t>
            </a:r>
            <a:endParaRPr lang="en-US" sz="2800" dirty="0"/>
          </a:p>
        </p:txBody>
      </p:sp>
      <p:sp>
        <p:nvSpPr>
          <p:cNvPr id="26" name="Text 24"/>
          <p:cNvSpPr/>
          <p:nvPr/>
        </p:nvSpPr>
        <p:spPr>
          <a:xfrm>
            <a:off x="10410836"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ㅢ</a:t>
            </a:r>
            <a:endParaRPr lang="en-US" sz="2800" dirty="0"/>
          </a:p>
        </p:txBody>
      </p:sp>
      <p:sp>
        <p:nvSpPr>
          <p:cNvPr id="27" name="Shape 25"/>
          <p:cNvSpPr/>
          <p:nvPr/>
        </p:nvSpPr>
        <p:spPr>
          <a:xfrm>
            <a:off x="640080" y="4572000"/>
            <a:ext cx="10911535" cy="960120"/>
          </a:xfrm>
          <a:prstGeom prst="roundRect">
            <a:avLst>
              <a:gd name="adj" fmla="val 14286"/>
            </a:avLst>
          </a:prstGeom>
          <a:solidFill>
            <a:srgbClr val="FFE0E0"/>
          </a:solidFill>
          <a:ln w="15240">
            <a:solidFill>
              <a:srgbClr val="FE6768"/>
            </a:solidFill>
            <a:prstDash val="solid"/>
          </a:ln>
        </p:spPr>
      </p:sp>
      <p:sp>
        <p:nvSpPr>
          <p:cNvPr id="28" name="Text 26"/>
          <p:cNvSpPr/>
          <p:nvPr/>
        </p:nvSpPr>
        <p:spPr>
          <a:xfrm>
            <a:off x="777240" y="4572000"/>
            <a:ext cx="2926080" cy="960120"/>
          </a:xfrm>
          <a:prstGeom prst="rect">
            <a:avLst/>
          </a:prstGeom>
          <a:noFill/>
          <a:ln/>
        </p:spPr>
        <p:txBody>
          <a:bodyPr wrap="square" lIns="0" tIns="0" rIns="0" bIns="0" rtlCol="0" anchor="ctr"/>
          <a:lstStyle/>
          <a:p>
            <a:pPr marL="0" indent="0">
              <a:buNone/>
            </a:pPr>
            <a:r>
              <a:rPr lang="en-US" sz="1100" b="1" kern="0" spc="300" dirty="0">
                <a:solidFill>
                  <a:srgbClr val="FE6768"/>
                </a:solidFill>
                <a:latin typeface="Calibri" pitchFamily="34" charset="0"/>
                <a:ea typeface="Calibri" pitchFamily="34" charset="-122"/>
                <a:cs typeface="Calibri" pitchFamily="34" charset="-120"/>
              </a:rPr>
              <a:t>COMPUESTAS (4)</a:t>
            </a:r>
            <a:endParaRPr lang="en-US" sz="1100" dirty="0"/>
          </a:p>
        </p:txBody>
      </p:sp>
      <p:sp>
        <p:nvSpPr>
          <p:cNvPr id="29" name="Text 27"/>
          <p:cNvSpPr/>
          <p:nvPr/>
        </p:nvSpPr>
        <p:spPr>
          <a:xfrm>
            <a:off x="3566160" y="4572000"/>
            <a:ext cx="1996364"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ㅘ</a:t>
            </a:r>
            <a:endParaRPr lang="en-US" sz="2800" dirty="0"/>
          </a:p>
        </p:txBody>
      </p:sp>
      <p:sp>
        <p:nvSpPr>
          <p:cNvPr id="30" name="Text 28"/>
          <p:cNvSpPr/>
          <p:nvPr/>
        </p:nvSpPr>
        <p:spPr>
          <a:xfrm>
            <a:off x="5562524" y="4572000"/>
            <a:ext cx="1996364"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ㅝ</a:t>
            </a:r>
            <a:endParaRPr lang="en-US" sz="2800" dirty="0"/>
          </a:p>
        </p:txBody>
      </p:sp>
      <p:sp>
        <p:nvSpPr>
          <p:cNvPr id="31" name="Text 29"/>
          <p:cNvSpPr/>
          <p:nvPr/>
        </p:nvSpPr>
        <p:spPr>
          <a:xfrm>
            <a:off x="7558888" y="4572000"/>
            <a:ext cx="1996364"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ㅙ</a:t>
            </a:r>
            <a:endParaRPr lang="en-US" sz="2800" dirty="0"/>
          </a:p>
        </p:txBody>
      </p:sp>
      <p:sp>
        <p:nvSpPr>
          <p:cNvPr id="32" name="Text 30"/>
          <p:cNvSpPr/>
          <p:nvPr/>
        </p:nvSpPr>
        <p:spPr>
          <a:xfrm>
            <a:off x="9555251" y="4572000"/>
            <a:ext cx="1996364"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ㅞ</a:t>
            </a:r>
            <a:endParaRPr lang="en-US" sz="2800" dirty="0"/>
          </a:p>
        </p:txBody>
      </p:sp>
      <p:sp>
        <p:nvSpPr>
          <p:cNvPr id="33" name="Text 31"/>
          <p:cNvSpPr/>
          <p:nvPr/>
        </p:nvSpPr>
        <p:spPr>
          <a:xfrm>
            <a:off x="640080" y="5760720"/>
            <a:ext cx="10911535" cy="365760"/>
          </a:xfrm>
          <a:prstGeom prst="rect">
            <a:avLst/>
          </a:prstGeom>
          <a:noFill/>
          <a:ln/>
        </p:spPr>
        <p:txBody>
          <a:bodyPr wrap="square" lIns="0" tIns="0" rIns="0" bIns="0" rtlCol="0" anchor="ctr"/>
          <a:lstStyle/>
          <a:p>
            <a:pPr marL="0" indent="0" algn="ctr">
              <a:buNone/>
            </a:pPr>
            <a:r>
              <a:rPr lang="en-US" sz="1300" b="1" i="1" dirty="0">
                <a:solidFill>
                  <a:srgbClr val="4036ED"/>
                </a:solidFill>
                <a:latin typeface="Calibri" pitchFamily="34" charset="0"/>
                <a:ea typeface="Calibri" pitchFamily="34" charset="-122"/>
                <a:cs typeface="Calibri" pitchFamily="34" charset="-120"/>
              </a:rPr>
              <a:t>Total: 21 vocales coreanas — todas derivadas de · ㅡ ㅣ.</a:t>
            </a:r>
            <a:endParaRPr lang="en-US" sz="1300" dirty="0"/>
          </a:p>
        </p:txBody>
      </p:sp>
      <p:pic>
        <p:nvPicPr>
          <p:cNvPr id="34"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35" name="Text 32"/>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6" name="Text 33"/>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120</a:t>
            </a:r>
            <a:endParaRPr lang="en-US" sz="800" dirty="0"/>
          </a:p>
        </p:txBody>
      </p:sp>
    </p:spTree>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p:cSld name="Slide 121">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§4.29 · REPASO</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Las 19 consonantes</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Todas las consonantes organizadas por su lugar de articulación.</a:t>
            </a:r>
            <a:endParaRPr lang="en-US" sz="1400" dirty="0"/>
          </a:p>
        </p:txBody>
      </p:sp>
      <p:sp>
        <p:nvSpPr>
          <p:cNvPr id="5" name="Shape 3"/>
          <p:cNvSpPr/>
          <p:nvPr/>
        </p:nvSpPr>
        <p:spPr>
          <a:xfrm>
            <a:off x="640080" y="2468880"/>
            <a:ext cx="10911535" cy="694944"/>
          </a:xfrm>
          <a:prstGeom prst="roundRect">
            <a:avLst>
              <a:gd name="adj" fmla="val 15789"/>
            </a:avLst>
          </a:prstGeom>
          <a:solidFill>
            <a:srgbClr val="EDE8FF"/>
          </a:solidFill>
          <a:ln w="15240">
            <a:solidFill>
              <a:srgbClr val="4036ED"/>
            </a:solidFill>
            <a:prstDash val="solid"/>
          </a:ln>
        </p:spPr>
      </p:sp>
      <p:sp>
        <p:nvSpPr>
          <p:cNvPr id="6" name="Text 4"/>
          <p:cNvSpPr/>
          <p:nvPr/>
        </p:nvSpPr>
        <p:spPr>
          <a:xfrm>
            <a:off x="822960" y="2468880"/>
            <a:ext cx="2743200" cy="694944"/>
          </a:xfrm>
          <a:prstGeom prst="rect">
            <a:avLst/>
          </a:prstGeom>
          <a:noFill/>
          <a:ln/>
        </p:spPr>
        <p:txBody>
          <a:bodyPr wrap="square" lIns="0" tIns="0" rIns="0" bIns="0" rtlCol="0" anchor="ctr"/>
          <a:lstStyle/>
          <a:p>
            <a:pPr marL="0" indent="0">
              <a:buNone/>
            </a:pPr>
            <a:r>
              <a:rPr lang="en-US" sz="1300" b="1" i="1" kern="0" spc="200" dirty="0">
                <a:solidFill>
                  <a:srgbClr val="4036ED"/>
                </a:solidFill>
                <a:latin typeface="Calibri" pitchFamily="34" charset="0"/>
                <a:ea typeface="Calibri" pitchFamily="34" charset="-122"/>
                <a:cs typeface="Calibri" pitchFamily="34" charset="-120"/>
              </a:rPr>
              <a:t>아음 · paladar</a:t>
            </a:r>
            <a:endParaRPr lang="en-US" sz="1300" dirty="0"/>
          </a:p>
        </p:txBody>
      </p:sp>
      <p:sp>
        <p:nvSpPr>
          <p:cNvPr id="7" name="Text 5"/>
          <p:cNvSpPr/>
          <p:nvPr/>
        </p:nvSpPr>
        <p:spPr>
          <a:xfrm>
            <a:off x="3566160" y="2468880"/>
            <a:ext cx="1597091" cy="694944"/>
          </a:xfrm>
          <a:prstGeom prst="rect">
            <a:avLst/>
          </a:prstGeom>
          <a:noFill/>
          <a:ln/>
        </p:spPr>
        <p:txBody>
          <a:bodyPr wrap="square" lIns="0" tIns="0" rIns="0" bIns="0" rtlCol="0" anchor="ctr"/>
          <a:lstStyle/>
          <a:p>
            <a:pPr marL="0" indent="0" algn="ctr">
              <a:buNone/>
            </a:pPr>
            <a:r>
              <a:rPr lang="en-US" sz="2600" b="1" dirty="0">
                <a:solidFill>
                  <a:srgbClr val="4036ED"/>
                </a:solidFill>
                <a:latin typeface="Malgun Gothic" pitchFamily="34" charset="0"/>
                <a:ea typeface="Malgun Gothic" pitchFamily="34" charset="-122"/>
                <a:cs typeface="Malgun Gothic" pitchFamily="34" charset="-120"/>
              </a:rPr>
              <a:t>ㄱ</a:t>
            </a:r>
            <a:endParaRPr lang="en-US" sz="2600" dirty="0"/>
          </a:p>
        </p:txBody>
      </p:sp>
      <p:sp>
        <p:nvSpPr>
          <p:cNvPr id="8" name="Text 6"/>
          <p:cNvSpPr/>
          <p:nvPr/>
        </p:nvSpPr>
        <p:spPr>
          <a:xfrm>
            <a:off x="5163251" y="2468880"/>
            <a:ext cx="1597091" cy="694944"/>
          </a:xfrm>
          <a:prstGeom prst="rect">
            <a:avLst/>
          </a:prstGeom>
          <a:noFill/>
          <a:ln/>
        </p:spPr>
        <p:txBody>
          <a:bodyPr wrap="square" lIns="0" tIns="0" rIns="0" bIns="0" rtlCol="0" anchor="ctr"/>
          <a:lstStyle/>
          <a:p>
            <a:pPr marL="0" indent="0" algn="ctr">
              <a:buNone/>
            </a:pPr>
            <a:r>
              <a:rPr lang="en-US" sz="2600" b="1" dirty="0">
                <a:solidFill>
                  <a:srgbClr val="4036ED"/>
                </a:solidFill>
                <a:latin typeface="Malgun Gothic" pitchFamily="34" charset="0"/>
                <a:ea typeface="Malgun Gothic" pitchFamily="34" charset="-122"/>
                <a:cs typeface="Malgun Gothic" pitchFamily="34" charset="-120"/>
              </a:rPr>
              <a:t>ㅋ</a:t>
            </a:r>
            <a:endParaRPr lang="en-US" sz="2600" dirty="0"/>
          </a:p>
        </p:txBody>
      </p:sp>
      <p:sp>
        <p:nvSpPr>
          <p:cNvPr id="9" name="Text 7"/>
          <p:cNvSpPr/>
          <p:nvPr/>
        </p:nvSpPr>
        <p:spPr>
          <a:xfrm>
            <a:off x="6760342" y="2468880"/>
            <a:ext cx="1597091" cy="694944"/>
          </a:xfrm>
          <a:prstGeom prst="rect">
            <a:avLst/>
          </a:prstGeom>
          <a:noFill/>
          <a:ln/>
        </p:spPr>
        <p:txBody>
          <a:bodyPr wrap="square" lIns="0" tIns="0" rIns="0" bIns="0" rtlCol="0" anchor="ctr"/>
          <a:lstStyle/>
          <a:p>
            <a:pPr marL="0" indent="0" algn="ctr">
              <a:buNone/>
            </a:pPr>
            <a:r>
              <a:rPr lang="en-US" sz="2600" b="1" dirty="0">
                <a:solidFill>
                  <a:srgbClr val="4036ED"/>
                </a:solidFill>
                <a:latin typeface="Malgun Gothic" pitchFamily="34" charset="0"/>
                <a:ea typeface="Malgun Gothic" pitchFamily="34" charset="-122"/>
                <a:cs typeface="Malgun Gothic" pitchFamily="34" charset="-120"/>
              </a:rPr>
              <a:t>ㄲ</a:t>
            </a:r>
            <a:endParaRPr lang="en-US" sz="2600" dirty="0"/>
          </a:p>
        </p:txBody>
      </p:sp>
      <p:sp>
        <p:nvSpPr>
          <p:cNvPr id="10" name="Shape 8"/>
          <p:cNvSpPr/>
          <p:nvPr/>
        </p:nvSpPr>
        <p:spPr>
          <a:xfrm>
            <a:off x="640080" y="3236976"/>
            <a:ext cx="10911535" cy="694944"/>
          </a:xfrm>
          <a:prstGeom prst="roundRect">
            <a:avLst>
              <a:gd name="adj" fmla="val 15789"/>
            </a:avLst>
          </a:prstGeom>
          <a:solidFill>
            <a:srgbClr val="EDE8FF"/>
          </a:solidFill>
          <a:ln w="15240">
            <a:solidFill>
              <a:srgbClr val="A79BFF"/>
            </a:solidFill>
            <a:prstDash val="solid"/>
          </a:ln>
        </p:spPr>
      </p:sp>
      <p:sp>
        <p:nvSpPr>
          <p:cNvPr id="11" name="Text 9"/>
          <p:cNvSpPr/>
          <p:nvPr/>
        </p:nvSpPr>
        <p:spPr>
          <a:xfrm>
            <a:off x="822960" y="3236976"/>
            <a:ext cx="2743200" cy="694944"/>
          </a:xfrm>
          <a:prstGeom prst="rect">
            <a:avLst/>
          </a:prstGeom>
          <a:noFill/>
          <a:ln/>
        </p:spPr>
        <p:txBody>
          <a:bodyPr wrap="square" lIns="0" tIns="0" rIns="0" bIns="0" rtlCol="0" anchor="ctr"/>
          <a:lstStyle/>
          <a:p>
            <a:pPr marL="0" indent="0">
              <a:buNone/>
            </a:pPr>
            <a:r>
              <a:rPr lang="en-US" sz="1300" b="1" i="1" kern="0" spc="200" dirty="0">
                <a:solidFill>
                  <a:srgbClr val="A79BFF"/>
                </a:solidFill>
                <a:latin typeface="Calibri" pitchFamily="34" charset="0"/>
                <a:ea typeface="Calibri" pitchFamily="34" charset="-122"/>
                <a:cs typeface="Calibri" pitchFamily="34" charset="-120"/>
              </a:rPr>
              <a:t>설음 · lengua</a:t>
            </a:r>
            <a:endParaRPr lang="en-US" sz="1300" dirty="0"/>
          </a:p>
        </p:txBody>
      </p:sp>
      <p:sp>
        <p:nvSpPr>
          <p:cNvPr id="12" name="Text 10"/>
          <p:cNvSpPr/>
          <p:nvPr/>
        </p:nvSpPr>
        <p:spPr>
          <a:xfrm>
            <a:off x="3566160" y="3236976"/>
            <a:ext cx="1597091" cy="694944"/>
          </a:xfrm>
          <a:prstGeom prst="rect">
            <a:avLst/>
          </a:prstGeom>
          <a:noFill/>
          <a:ln/>
        </p:spPr>
        <p:txBody>
          <a:bodyPr wrap="square" lIns="0" tIns="0" rIns="0" bIns="0" rtlCol="0" anchor="ctr"/>
          <a:lstStyle/>
          <a:p>
            <a:pPr marL="0" indent="0" algn="ctr">
              <a:buNone/>
            </a:pPr>
            <a:r>
              <a:rPr lang="en-US" sz="2600" b="1" dirty="0">
                <a:solidFill>
                  <a:srgbClr val="A79BFF"/>
                </a:solidFill>
                <a:latin typeface="Malgun Gothic" pitchFamily="34" charset="0"/>
                <a:ea typeface="Malgun Gothic" pitchFamily="34" charset="-122"/>
                <a:cs typeface="Malgun Gothic" pitchFamily="34" charset="-120"/>
              </a:rPr>
              <a:t>ㄴ</a:t>
            </a:r>
            <a:endParaRPr lang="en-US" sz="2600" dirty="0"/>
          </a:p>
        </p:txBody>
      </p:sp>
      <p:sp>
        <p:nvSpPr>
          <p:cNvPr id="13" name="Text 11"/>
          <p:cNvSpPr/>
          <p:nvPr/>
        </p:nvSpPr>
        <p:spPr>
          <a:xfrm>
            <a:off x="5163251" y="3236976"/>
            <a:ext cx="1597091" cy="694944"/>
          </a:xfrm>
          <a:prstGeom prst="rect">
            <a:avLst/>
          </a:prstGeom>
          <a:noFill/>
          <a:ln/>
        </p:spPr>
        <p:txBody>
          <a:bodyPr wrap="square" lIns="0" tIns="0" rIns="0" bIns="0" rtlCol="0" anchor="ctr"/>
          <a:lstStyle/>
          <a:p>
            <a:pPr marL="0" indent="0" algn="ctr">
              <a:buNone/>
            </a:pPr>
            <a:r>
              <a:rPr lang="en-US" sz="2600" b="1" dirty="0">
                <a:solidFill>
                  <a:srgbClr val="A79BFF"/>
                </a:solidFill>
                <a:latin typeface="Malgun Gothic" pitchFamily="34" charset="0"/>
                <a:ea typeface="Malgun Gothic" pitchFamily="34" charset="-122"/>
                <a:cs typeface="Malgun Gothic" pitchFamily="34" charset="-120"/>
              </a:rPr>
              <a:t>ㄷ</a:t>
            </a:r>
            <a:endParaRPr lang="en-US" sz="2600" dirty="0"/>
          </a:p>
        </p:txBody>
      </p:sp>
      <p:sp>
        <p:nvSpPr>
          <p:cNvPr id="14" name="Text 12"/>
          <p:cNvSpPr/>
          <p:nvPr/>
        </p:nvSpPr>
        <p:spPr>
          <a:xfrm>
            <a:off x="6760342" y="3236976"/>
            <a:ext cx="1597091" cy="694944"/>
          </a:xfrm>
          <a:prstGeom prst="rect">
            <a:avLst/>
          </a:prstGeom>
          <a:noFill/>
          <a:ln/>
        </p:spPr>
        <p:txBody>
          <a:bodyPr wrap="square" lIns="0" tIns="0" rIns="0" bIns="0" rtlCol="0" anchor="ctr"/>
          <a:lstStyle/>
          <a:p>
            <a:pPr marL="0" indent="0" algn="ctr">
              <a:buNone/>
            </a:pPr>
            <a:r>
              <a:rPr lang="en-US" sz="2600" b="1" dirty="0">
                <a:solidFill>
                  <a:srgbClr val="A79BFF"/>
                </a:solidFill>
                <a:latin typeface="Malgun Gothic" pitchFamily="34" charset="0"/>
                <a:ea typeface="Malgun Gothic" pitchFamily="34" charset="-122"/>
                <a:cs typeface="Malgun Gothic" pitchFamily="34" charset="-120"/>
              </a:rPr>
              <a:t>ㅌ</a:t>
            </a:r>
            <a:endParaRPr lang="en-US" sz="2600" dirty="0"/>
          </a:p>
        </p:txBody>
      </p:sp>
      <p:sp>
        <p:nvSpPr>
          <p:cNvPr id="15" name="Text 13"/>
          <p:cNvSpPr/>
          <p:nvPr/>
        </p:nvSpPr>
        <p:spPr>
          <a:xfrm>
            <a:off x="8357433" y="3236976"/>
            <a:ext cx="1597091" cy="694944"/>
          </a:xfrm>
          <a:prstGeom prst="rect">
            <a:avLst/>
          </a:prstGeom>
          <a:noFill/>
          <a:ln/>
        </p:spPr>
        <p:txBody>
          <a:bodyPr wrap="square" lIns="0" tIns="0" rIns="0" bIns="0" rtlCol="0" anchor="ctr"/>
          <a:lstStyle/>
          <a:p>
            <a:pPr marL="0" indent="0" algn="ctr">
              <a:buNone/>
            </a:pPr>
            <a:r>
              <a:rPr lang="en-US" sz="2600" b="1" dirty="0">
                <a:solidFill>
                  <a:srgbClr val="A79BFF"/>
                </a:solidFill>
                <a:latin typeface="Malgun Gothic" pitchFamily="34" charset="0"/>
                <a:ea typeface="Malgun Gothic" pitchFamily="34" charset="-122"/>
                <a:cs typeface="Malgun Gothic" pitchFamily="34" charset="-120"/>
              </a:rPr>
              <a:t>ㄸ</a:t>
            </a:r>
            <a:endParaRPr lang="en-US" sz="2600" dirty="0"/>
          </a:p>
        </p:txBody>
      </p:sp>
      <p:sp>
        <p:nvSpPr>
          <p:cNvPr id="16" name="Text 14"/>
          <p:cNvSpPr/>
          <p:nvPr/>
        </p:nvSpPr>
        <p:spPr>
          <a:xfrm>
            <a:off x="9954524" y="3236976"/>
            <a:ext cx="1597091" cy="694944"/>
          </a:xfrm>
          <a:prstGeom prst="rect">
            <a:avLst/>
          </a:prstGeom>
          <a:noFill/>
          <a:ln/>
        </p:spPr>
        <p:txBody>
          <a:bodyPr wrap="square" lIns="0" tIns="0" rIns="0" bIns="0" rtlCol="0" anchor="ctr"/>
          <a:lstStyle/>
          <a:p>
            <a:pPr marL="0" indent="0" algn="ctr">
              <a:buNone/>
            </a:pPr>
            <a:r>
              <a:rPr lang="en-US" sz="2600" b="1" dirty="0">
                <a:solidFill>
                  <a:srgbClr val="A79BFF"/>
                </a:solidFill>
                <a:latin typeface="Malgun Gothic" pitchFamily="34" charset="0"/>
                <a:ea typeface="Malgun Gothic" pitchFamily="34" charset="-122"/>
                <a:cs typeface="Malgun Gothic" pitchFamily="34" charset="-120"/>
              </a:rPr>
              <a:t>ㄹ</a:t>
            </a:r>
            <a:endParaRPr lang="en-US" sz="2600" dirty="0"/>
          </a:p>
        </p:txBody>
      </p:sp>
      <p:sp>
        <p:nvSpPr>
          <p:cNvPr id="17" name="Shape 15"/>
          <p:cNvSpPr/>
          <p:nvPr/>
        </p:nvSpPr>
        <p:spPr>
          <a:xfrm>
            <a:off x="640080" y="4005072"/>
            <a:ext cx="10911535" cy="694944"/>
          </a:xfrm>
          <a:prstGeom prst="roundRect">
            <a:avLst>
              <a:gd name="adj" fmla="val 15789"/>
            </a:avLst>
          </a:prstGeom>
          <a:solidFill>
            <a:srgbClr val="FFE0E0"/>
          </a:solidFill>
          <a:ln w="15240">
            <a:solidFill>
              <a:srgbClr val="FE6768"/>
            </a:solidFill>
            <a:prstDash val="solid"/>
          </a:ln>
        </p:spPr>
      </p:sp>
      <p:sp>
        <p:nvSpPr>
          <p:cNvPr id="18" name="Text 16"/>
          <p:cNvSpPr/>
          <p:nvPr/>
        </p:nvSpPr>
        <p:spPr>
          <a:xfrm>
            <a:off x="822960" y="4005072"/>
            <a:ext cx="2743200" cy="694944"/>
          </a:xfrm>
          <a:prstGeom prst="rect">
            <a:avLst/>
          </a:prstGeom>
          <a:noFill/>
          <a:ln/>
        </p:spPr>
        <p:txBody>
          <a:bodyPr wrap="square" lIns="0" tIns="0" rIns="0" bIns="0" rtlCol="0" anchor="ctr"/>
          <a:lstStyle/>
          <a:p>
            <a:pPr marL="0" indent="0">
              <a:buNone/>
            </a:pPr>
            <a:r>
              <a:rPr lang="en-US" sz="1300" b="1" i="1" kern="0" spc="200" dirty="0">
                <a:solidFill>
                  <a:srgbClr val="FE6768"/>
                </a:solidFill>
                <a:latin typeface="Calibri" pitchFamily="34" charset="0"/>
                <a:ea typeface="Calibri" pitchFamily="34" charset="-122"/>
                <a:cs typeface="Calibri" pitchFamily="34" charset="-120"/>
              </a:rPr>
              <a:t>순음 · labios</a:t>
            </a:r>
            <a:endParaRPr lang="en-US" sz="1300" dirty="0"/>
          </a:p>
        </p:txBody>
      </p:sp>
      <p:sp>
        <p:nvSpPr>
          <p:cNvPr id="19" name="Text 17"/>
          <p:cNvSpPr/>
          <p:nvPr/>
        </p:nvSpPr>
        <p:spPr>
          <a:xfrm>
            <a:off x="3566160" y="4005072"/>
            <a:ext cx="1597091" cy="694944"/>
          </a:xfrm>
          <a:prstGeom prst="rect">
            <a:avLst/>
          </a:prstGeom>
          <a:noFill/>
          <a:ln/>
        </p:spPr>
        <p:txBody>
          <a:bodyPr wrap="square" lIns="0" tIns="0" rIns="0" bIns="0" rtlCol="0" anchor="ctr"/>
          <a:lstStyle/>
          <a:p>
            <a:pPr marL="0" indent="0" algn="ctr">
              <a:buNone/>
            </a:pPr>
            <a:r>
              <a:rPr lang="en-US" sz="2600" b="1" dirty="0">
                <a:solidFill>
                  <a:srgbClr val="FE6768"/>
                </a:solidFill>
                <a:latin typeface="Malgun Gothic" pitchFamily="34" charset="0"/>
                <a:ea typeface="Malgun Gothic" pitchFamily="34" charset="-122"/>
                <a:cs typeface="Malgun Gothic" pitchFamily="34" charset="-120"/>
              </a:rPr>
              <a:t>ㅁ</a:t>
            </a:r>
            <a:endParaRPr lang="en-US" sz="2600" dirty="0"/>
          </a:p>
        </p:txBody>
      </p:sp>
      <p:sp>
        <p:nvSpPr>
          <p:cNvPr id="20" name="Text 18"/>
          <p:cNvSpPr/>
          <p:nvPr/>
        </p:nvSpPr>
        <p:spPr>
          <a:xfrm>
            <a:off x="5163251" y="4005072"/>
            <a:ext cx="1597091" cy="694944"/>
          </a:xfrm>
          <a:prstGeom prst="rect">
            <a:avLst/>
          </a:prstGeom>
          <a:noFill/>
          <a:ln/>
        </p:spPr>
        <p:txBody>
          <a:bodyPr wrap="square" lIns="0" tIns="0" rIns="0" bIns="0" rtlCol="0" anchor="ctr"/>
          <a:lstStyle/>
          <a:p>
            <a:pPr marL="0" indent="0" algn="ctr">
              <a:buNone/>
            </a:pPr>
            <a:r>
              <a:rPr lang="en-US" sz="2600" b="1" dirty="0">
                <a:solidFill>
                  <a:srgbClr val="FE6768"/>
                </a:solidFill>
                <a:latin typeface="Malgun Gothic" pitchFamily="34" charset="0"/>
                <a:ea typeface="Malgun Gothic" pitchFamily="34" charset="-122"/>
                <a:cs typeface="Malgun Gothic" pitchFamily="34" charset="-120"/>
              </a:rPr>
              <a:t>ㅂ</a:t>
            </a:r>
            <a:endParaRPr lang="en-US" sz="2600" dirty="0"/>
          </a:p>
        </p:txBody>
      </p:sp>
      <p:sp>
        <p:nvSpPr>
          <p:cNvPr id="21" name="Text 19"/>
          <p:cNvSpPr/>
          <p:nvPr/>
        </p:nvSpPr>
        <p:spPr>
          <a:xfrm>
            <a:off x="6760342" y="4005072"/>
            <a:ext cx="1597091" cy="694944"/>
          </a:xfrm>
          <a:prstGeom prst="rect">
            <a:avLst/>
          </a:prstGeom>
          <a:noFill/>
          <a:ln/>
        </p:spPr>
        <p:txBody>
          <a:bodyPr wrap="square" lIns="0" tIns="0" rIns="0" bIns="0" rtlCol="0" anchor="ctr"/>
          <a:lstStyle/>
          <a:p>
            <a:pPr marL="0" indent="0" algn="ctr">
              <a:buNone/>
            </a:pPr>
            <a:r>
              <a:rPr lang="en-US" sz="2600" b="1" dirty="0">
                <a:solidFill>
                  <a:srgbClr val="FE6768"/>
                </a:solidFill>
                <a:latin typeface="Malgun Gothic" pitchFamily="34" charset="0"/>
                <a:ea typeface="Malgun Gothic" pitchFamily="34" charset="-122"/>
                <a:cs typeface="Malgun Gothic" pitchFamily="34" charset="-120"/>
              </a:rPr>
              <a:t>ㅍ</a:t>
            </a:r>
            <a:endParaRPr lang="en-US" sz="2600" dirty="0"/>
          </a:p>
        </p:txBody>
      </p:sp>
      <p:sp>
        <p:nvSpPr>
          <p:cNvPr id="22" name="Text 20"/>
          <p:cNvSpPr/>
          <p:nvPr/>
        </p:nvSpPr>
        <p:spPr>
          <a:xfrm>
            <a:off x="8357433" y="4005072"/>
            <a:ext cx="1597091" cy="694944"/>
          </a:xfrm>
          <a:prstGeom prst="rect">
            <a:avLst/>
          </a:prstGeom>
          <a:noFill/>
          <a:ln/>
        </p:spPr>
        <p:txBody>
          <a:bodyPr wrap="square" lIns="0" tIns="0" rIns="0" bIns="0" rtlCol="0" anchor="ctr"/>
          <a:lstStyle/>
          <a:p>
            <a:pPr marL="0" indent="0" algn="ctr">
              <a:buNone/>
            </a:pPr>
            <a:r>
              <a:rPr lang="en-US" sz="2600" b="1" dirty="0">
                <a:solidFill>
                  <a:srgbClr val="FE6768"/>
                </a:solidFill>
                <a:latin typeface="Malgun Gothic" pitchFamily="34" charset="0"/>
                <a:ea typeface="Malgun Gothic" pitchFamily="34" charset="-122"/>
                <a:cs typeface="Malgun Gothic" pitchFamily="34" charset="-120"/>
              </a:rPr>
              <a:t>ㅃ</a:t>
            </a:r>
            <a:endParaRPr lang="en-US" sz="2600" dirty="0"/>
          </a:p>
        </p:txBody>
      </p:sp>
      <p:sp>
        <p:nvSpPr>
          <p:cNvPr id="23" name="Shape 21"/>
          <p:cNvSpPr/>
          <p:nvPr/>
        </p:nvSpPr>
        <p:spPr>
          <a:xfrm>
            <a:off x="640080" y="4773168"/>
            <a:ext cx="10911535" cy="694944"/>
          </a:xfrm>
          <a:prstGeom prst="roundRect">
            <a:avLst>
              <a:gd name="adj" fmla="val 15789"/>
            </a:avLst>
          </a:prstGeom>
          <a:solidFill>
            <a:srgbClr val="FFE0E0"/>
          </a:solidFill>
          <a:ln w="15240">
            <a:solidFill>
              <a:srgbClr val="FE6768"/>
            </a:solidFill>
            <a:prstDash val="solid"/>
          </a:ln>
        </p:spPr>
      </p:sp>
      <p:sp>
        <p:nvSpPr>
          <p:cNvPr id="24" name="Text 22"/>
          <p:cNvSpPr/>
          <p:nvPr/>
        </p:nvSpPr>
        <p:spPr>
          <a:xfrm>
            <a:off x="822960" y="4773168"/>
            <a:ext cx="2743200" cy="694944"/>
          </a:xfrm>
          <a:prstGeom prst="rect">
            <a:avLst/>
          </a:prstGeom>
          <a:noFill/>
          <a:ln/>
        </p:spPr>
        <p:txBody>
          <a:bodyPr wrap="square" lIns="0" tIns="0" rIns="0" bIns="0" rtlCol="0" anchor="ctr"/>
          <a:lstStyle/>
          <a:p>
            <a:pPr marL="0" indent="0">
              <a:buNone/>
            </a:pPr>
            <a:r>
              <a:rPr lang="en-US" sz="1300" b="1" i="1" kern="0" spc="200" dirty="0">
                <a:solidFill>
                  <a:srgbClr val="FE6768"/>
                </a:solidFill>
                <a:latin typeface="Calibri" pitchFamily="34" charset="0"/>
                <a:ea typeface="Calibri" pitchFamily="34" charset="-122"/>
                <a:cs typeface="Calibri" pitchFamily="34" charset="-120"/>
              </a:rPr>
              <a:t>치음 · dientes</a:t>
            </a:r>
            <a:endParaRPr lang="en-US" sz="1300" dirty="0"/>
          </a:p>
        </p:txBody>
      </p:sp>
      <p:sp>
        <p:nvSpPr>
          <p:cNvPr id="25" name="Text 23"/>
          <p:cNvSpPr/>
          <p:nvPr/>
        </p:nvSpPr>
        <p:spPr>
          <a:xfrm>
            <a:off x="3566160" y="4773168"/>
            <a:ext cx="1597091" cy="694944"/>
          </a:xfrm>
          <a:prstGeom prst="rect">
            <a:avLst/>
          </a:prstGeom>
          <a:noFill/>
          <a:ln/>
        </p:spPr>
        <p:txBody>
          <a:bodyPr wrap="square" lIns="0" tIns="0" rIns="0" bIns="0" rtlCol="0" anchor="ctr"/>
          <a:lstStyle/>
          <a:p>
            <a:pPr marL="0" indent="0" algn="ctr">
              <a:buNone/>
            </a:pPr>
            <a:r>
              <a:rPr lang="en-US" sz="2600" b="1" dirty="0">
                <a:solidFill>
                  <a:srgbClr val="FE6768"/>
                </a:solidFill>
                <a:latin typeface="Malgun Gothic" pitchFamily="34" charset="0"/>
                <a:ea typeface="Malgun Gothic" pitchFamily="34" charset="-122"/>
                <a:cs typeface="Malgun Gothic" pitchFamily="34" charset="-120"/>
              </a:rPr>
              <a:t>ㅅ</a:t>
            </a:r>
            <a:endParaRPr lang="en-US" sz="2600" dirty="0"/>
          </a:p>
        </p:txBody>
      </p:sp>
      <p:sp>
        <p:nvSpPr>
          <p:cNvPr id="26" name="Text 24"/>
          <p:cNvSpPr/>
          <p:nvPr/>
        </p:nvSpPr>
        <p:spPr>
          <a:xfrm>
            <a:off x="5163251" y="4773168"/>
            <a:ext cx="1597091" cy="694944"/>
          </a:xfrm>
          <a:prstGeom prst="rect">
            <a:avLst/>
          </a:prstGeom>
          <a:noFill/>
          <a:ln/>
        </p:spPr>
        <p:txBody>
          <a:bodyPr wrap="square" lIns="0" tIns="0" rIns="0" bIns="0" rtlCol="0" anchor="ctr"/>
          <a:lstStyle/>
          <a:p>
            <a:pPr marL="0" indent="0" algn="ctr">
              <a:buNone/>
            </a:pPr>
            <a:r>
              <a:rPr lang="en-US" sz="2600" b="1" dirty="0">
                <a:solidFill>
                  <a:srgbClr val="FE6768"/>
                </a:solidFill>
                <a:latin typeface="Malgun Gothic" pitchFamily="34" charset="0"/>
                <a:ea typeface="Malgun Gothic" pitchFamily="34" charset="-122"/>
                <a:cs typeface="Malgun Gothic" pitchFamily="34" charset="-120"/>
              </a:rPr>
              <a:t>ㅈ</a:t>
            </a:r>
            <a:endParaRPr lang="en-US" sz="2600" dirty="0"/>
          </a:p>
        </p:txBody>
      </p:sp>
      <p:sp>
        <p:nvSpPr>
          <p:cNvPr id="27" name="Text 25"/>
          <p:cNvSpPr/>
          <p:nvPr/>
        </p:nvSpPr>
        <p:spPr>
          <a:xfrm>
            <a:off x="6760342" y="4773168"/>
            <a:ext cx="1597091" cy="694944"/>
          </a:xfrm>
          <a:prstGeom prst="rect">
            <a:avLst/>
          </a:prstGeom>
          <a:noFill/>
          <a:ln/>
        </p:spPr>
        <p:txBody>
          <a:bodyPr wrap="square" lIns="0" tIns="0" rIns="0" bIns="0" rtlCol="0" anchor="ctr"/>
          <a:lstStyle/>
          <a:p>
            <a:pPr marL="0" indent="0" algn="ctr">
              <a:buNone/>
            </a:pPr>
            <a:r>
              <a:rPr lang="en-US" sz="2600" b="1" dirty="0">
                <a:solidFill>
                  <a:srgbClr val="FE6768"/>
                </a:solidFill>
                <a:latin typeface="Malgun Gothic" pitchFamily="34" charset="0"/>
                <a:ea typeface="Malgun Gothic" pitchFamily="34" charset="-122"/>
                <a:cs typeface="Malgun Gothic" pitchFamily="34" charset="-120"/>
              </a:rPr>
              <a:t>ㅊ</a:t>
            </a:r>
            <a:endParaRPr lang="en-US" sz="2600" dirty="0"/>
          </a:p>
        </p:txBody>
      </p:sp>
      <p:sp>
        <p:nvSpPr>
          <p:cNvPr id="28" name="Text 26"/>
          <p:cNvSpPr/>
          <p:nvPr/>
        </p:nvSpPr>
        <p:spPr>
          <a:xfrm>
            <a:off x="8357433" y="4773168"/>
            <a:ext cx="1597091" cy="694944"/>
          </a:xfrm>
          <a:prstGeom prst="rect">
            <a:avLst/>
          </a:prstGeom>
          <a:noFill/>
          <a:ln/>
        </p:spPr>
        <p:txBody>
          <a:bodyPr wrap="square" lIns="0" tIns="0" rIns="0" bIns="0" rtlCol="0" anchor="ctr"/>
          <a:lstStyle/>
          <a:p>
            <a:pPr marL="0" indent="0" algn="ctr">
              <a:buNone/>
            </a:pPr>
            <a:r>
              <a:rPr lang="en-US" sz="2600" b="1" dirty="0">
                <a:solidFill>
                  <a:srgbClr val="FE6768"/>
                </a:solidFill>
                <a:latin typeface="Malgun Gothic" pitchFamily="34" charset="0"/>
                <a:ea typeface="Malgun Gothic" pitchFamily="34" charset="-122"/>
                <a:cs typeface="Malgun Gothic" pitchFamily="34" charset="-120"/>
              </a:rPr>
              <a:t>ㅆ</a:t>
            </a:r>
            <a:endParaRPr lang="en-US" sz="2600" dirty="0"/>
          </a:p>
        </p:txBody>
      </p:sp>
      <p:sp>
        <p:nvSpPr>
          <p:cNvPr id="29" name="Text 27"/>
          <p:cNvSpPr/>
          <p:nvPr/>
        </p:nvSpPr>
        <p:spPr>
          <a:xfrm>
            <a:off x="9954524" y="4773168"/>
            <a:ext cx="1597091" cy="694944"/>
          </a:xfrm>
          <a:prstGeom prst="rect">
            <a:avLst/>
          </a:prstGeom>
          <a:noFill/>
          <a:ln/>
        </p:spPr>
        <p:txBody>
          <a:bodyPr wrap="square" lIns="0" tIns="0" rIns="0" bIns="0" rtlCol="0" anchor="ctr"/>
          <a:lstStyle/>
          <a:p>
            <a:pPr marL="0" indent="0" algn="ctr">
              <a:buNone/>
            </a:pPr>
            <a:r>
              <a:rPr lang="en-US" sz="2600" b="1" dirty="0">
                <a:solidFill>
                  <a:srgbClr val="FE6768"/>
                </a:solidFill>
                <a:latin typeface="Malgun Gothic" pitchFamily="34" charset="0"/>
                <a:ea typeface="Malgun Gothic" pitchFamily="34" charset="-122"/>
                <a:cs typeface="Malgun Gothic" pitchFamily="34" charset="-120"/>
              </a:rPr>
              <a:t>ㅉ</a:t>
            </a:r>
            <a:endParaRPr lang="en-US" sz="2600" dirty="0"/>
          </a:p>
        </p:txBody>
      </p:sp>
      <p:sp>
        <p:nvSpPr>
          <p:cNvPr id="30" name="Shape 28"/>
          <p:cNvSpPr/>
          <p:nvPr/>
        </p:nvSpPr>
        <p:spPr>
          <a:xfrm>
            <a:off x="640080" y="5541264"/>
            <a:ext cx="10911535" cy="694944"/>
          </a:xfrm>
          <a:prstGeom prst="roundRect">
            <a:avLst>
              <a:gd name="adj" fmla="val 15789"/>
            </a:avLst>
          </a:prstGeom>
          <a:solidFill>
            <a:srgbClr val="EDE8FF"/>
          </a:solidFill>
          <a:ln w="15240">
            <a:solidFill>
              <a:srgbClr val="4036ED"/>
            </a:solidFill>
            <a:prstDash val="solid"/>
          </a:ln>
        </p:spPr>
      </p:sp>
      <p:sp>
        <p:nvSpPr>
          <p:cNvPr id="31" name="Text 29"/>
          <p:cNvSpPr/>
          <p:nvPr/>
        </p:nvSpPr>
        <p:spPr>
          <a:xfrm>
            <a:off x="822960" y="5541264"/>
            <a:ext cx="2743200" cy="694944"/>
          </a:xfrm>
          <a:prstGeom prst="rect">
            <a:avLst/>
          </a:prstGeom>
          <a:noFill/>
          <a:ln/>
        </p:spPr>
        <p:txBody>
          <a:bodyPr wrap="square" lIns="0" tIns="0" rIns="0" bIns="0" rtlCol="0" anchor="ctr"/>
          <a:lstStyle/>
          <a:p>
            <a:pPr marL="0" indent="0">
              <a:buNone/>
            </a:pPr>
            <a:r>
              <a:rPr lang="en-US" sz="1300" b="1" i="1" kern="0" spc="200" dirty="0">
                <a:solidFill>
                  <a:srgbClr val="4036ED"/>
                </a:solidFill>
                <a:latin typeface="Calibri" pitchFamily="34" charset="0"/>
                <a:ea typeface="Calibri" pitchFamily="34" charset="-122"/>
                <a:cs typeface="Calibri" pitchFamily="34" charset="-120"/>
              </a:rPr>
              <a:t>후음 · garganta</a:t>
            </a:r>
            <a:endParaRPr lang="en-US" sz="1300" dirty="0"/>
          </a:p>
        </p:txBody>
      </p:sp>
      <p:sp>
        <p:nvSpPr>
          <p:cNvPr id="32" name="Text 30"/>
          <p:cNvSpPr/>
          <p:nvPr/>
        </p:nvSpPr>
        <p:spPr>
          <a:xfrm>
            <a:off x="3566160" y="5541264"/>
            <a:ext cx="1597091" cy="694944"/>
          </a:xfrm>
          <a:prstGeom prst="rect">
            <a:avLst/>
          </a:prstGeom>
          <a:noFill/>
          <a:ln/>
        </p:spPr>
        <p:txBody>
          <a:bodyPr wrap="square" lIns="0" tIns="0" rIns="0" bIns="0" rtlCol="0" anchor="ctr"/>
          <a:lstStyle/>
          <a:p>
            <a:pPr marL="0" indent="0" algn="ctr">
              <a:buNone/>
            </a:pPr>
            <a:r>
              <a:rPr lang="en-US" sz="2600" b="1" dirty="0">
                <a:solidFill>
                  <a:srgbClr val="4036ED"/>
                </a:solidFill>
                <a:latin typeface="Malgun Gothic" pitchFamily="34" charset="0"/>
                <a:ea typeface="Malgun Gothic" pitchFamily="34" charset="-122"/>
                <a:cs typeface="Malgun Gothic" pitchFamily="34" charset="-120"/>
              </a:rPr>
              <a:t>ㅇ</a:t>
            </a:r>
            <a:endParaRPr lang="en-US" sz="2600" dirty="0"/>
          </a:p>
        </p:txBody>
      </p:sp>
      <p:sp>
        <p:nvSpPr>
          <p:cNvPr id="33" name="Text 31"/>
          <p:cNvSpPr/>
          <p:nvPr/>
        </p:nvSpPr>
        <p:spPr>
          <a:xfrm>
            <a:off x="5163251" y="5541264"/>
            <a:ext cx="1597091" cy="694944"/>
          </a:xfrm>
          <a:prstGeom prst="rect">
            <a:avLst/>
          </a:prstGeom>
          <a:noFill/>
          <a:ln/>
        </p:spPr>
        <p:txBody>
          <a:bodyPr wrap="square" lIns="0" tIns="0" rIns="0" bIns="0" rtlCol="0" anchor="ctr"/>
          <a:lstStyle/>
          <a:p>
            <a:pPr marL="0" indent="0" algn="ctr">
              <a:buNone/>
            </a:pPr>
            <a:r>
              <a:rPr lang="en-US" sz="2600" b="1" dirty="0">
                <a:solidFill>
                  <a:srgbClr val="4036ED"/>
                </a:solidFill>
                <a:latin typeface="Malgun Gothic" pitchFamily="34" charset="0"/>
                <a:ea typeface="Malgun Gothic" pitchFamily="34" charset="-122"/>
                <a:cs typeface="Malgun Gothic" pitchFamily="34" charset="-120"/>
              </a:rPr>
              <a:t>ㅎ</a:t>
            </a:r>
            <a:endParaRPr lang="en-US" sz="2600" dirty="0"/>
          </a:p>
        </p:txBody>
      </p:sp>
      <p:sp>
        <p:nvSpPr>
          <p:cNvPr id="34" name="Text 32"/>
          <p:cNvSpPr/>
          <p:nvPr/>
        </p:nvSpPr>
        <p:spPr>
          <a:xfrm>
            <a:off x="640080" y="5943600"/>
            <a:ext cx="10911535" cy="365760"/>
          </a:xfrm>
          <a:prstGeom prst="rect">
            <a:avLst/>
          </a:prstGeom>
          <a:noFill/>
          <a:ln/>
        </p:spPr>
        <p:txBody>
          <a:bodyPr wrap="square" lIns="0" tIns="0" rIns="0" bIns="0" rtlCol="0" anchor="ctr"/>
          <a:lstStyle/>
          <a:p>
            <a:pPr marL="0" indent="0" algn="ctr">
              <a:buNone/>
            </a:pPr>
            <a:r>
              <a:rPr lang="en-US" sz="1300" b="1" i="1" dirty="0">
                <a:solidFill>
                  <a:srgbClr val="4036ED"/>
                </a:solidFill>
                <a:latin typeface="Calibri" pitchFamily="34" charset="0"/>
                <a:ea typeface="Calibri" pitchFamily="34" charset="-122"/>
                <a:cs typeface="Calibri" pitchFamily="34" charset="-120"/>
              </a:rPr>
              <a:t>19 consonantes · 5 lugares · 3 tipos (básica · aspirada · doble).</a:t>
            </a:r>
            <a:endParaRPr lang="en-US" sz="1300" dirty="0"/>
          </a:p>
        </p:txBody>
      </p:sp>
      <p:pic>
        <p:nvPicPr>
          <p:cNvPr id="35"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36" name="Text 33"/>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7" name="Text 34"/>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121</a:t>
            </a:r>
            <a:endParaRPr lang="en-US" sz="800" dirty="0"/>
          </a:p>
        </p:txBody>
      </p:sp>
    </p:spTree>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p:cSld name="Slide 122">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§4.30</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El alfabeto Hangul completo</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40 letras + 4 patrones silábicos + 7 sonidos finales = todo el sistema.</a:t>
            </a:r>
            <a:endParaRPr lang="en-US" sz="1400" dirty="0"/>
          </a:p>
        </p:txBody>
      </p:sp>
      <p:sp>
        <p:nvSpPr>
          <p:cNvPr id="5" name="Shape 3"/>
          <p:cNvSpPr/>
          <p:nvPr/>
        </p:nvSpPr>
        <p:spPr>
          <a:xfrm>
            <a:off x="609448" y="2606040"/>
            <a:ext cx="3474720" cy="3474720"/>
          </a:xfrm>
          <a:prstGeom prst="roundRect">
            <a:avLst>
              <a:gd name="adj" fmla="val 5263"/>
            </a:avLst>
          </a:prstGeom>
          <a:solidFill>
            <a:srgbClr val="FE6768"/>
          </a:solidFill>
          <a:ln w="12700">
            <a:solidFill>
              <a:srgbClr val="FE6768"/>
            </a:solidFill>
            <a:prstDash val="solid"/>
          </a:ln>
        </p:spPr>
      </p:sp>
      <p:sp>
        <p:nvSpPr>
          <p:cNvPr id="6" name="Text 4"/>
          <p:cNvSpPr/>
          <p:nvPr/>
        </p:nvSpPr>
        <p:spPr>
          <a:xfrm>
            <a:off x="609448" y="2834640"/>
            <a:ext cx="3474720" cy="1737360"/>
          </a:xfrm>
          <a:prstGeom prst="rect">
            <a:avLst/>
          </a:prstGeom>
          <a:noFill/>
          <a:ln/>
        </p:spPr>
        <p:txBody>
          <a:bodyPr wrap="square" lIns="0" tIns="0" rIns="0" bIns="0" rtlCol="0" anchor="ctr"/>
          <a:lstStyle/>
          <a:p>
            <a:pPr marL="0" indent="0" algn="ctr">
              <a:buNone/>
            </a:pPr>
            <a:r>
              <a:rPr lang="en-US" sz="13000" b="1" dirty="0">
                <a:solidFill>
                  <a:srgbClr val="F6F6F6"/>
                </a:solidFill>
                <a:latin typeface="Calibri" pitchFamily="34" charset="0"/>
                <a:ea typeface="Calibri" pitchFamily="34" charset="-122"/>
                <a:cs typeface="Calibri" pitchFamily="34" charset="-120"/>
              </a:rPr>
              <a:t>21</a:t>
            </a:r>
            <a:endParaRPr lang="en-US" sz="13000" dirty="0"/>
          </a:p>
        </p:txBody>
      </p:sp>
      <p:sp>
        <p:nvSpPr>
          <p:cNvPr id="7" name="Text 5"/>
          <p:cNvSpPr/>
          <p:nvPr/>
        </p:nvSpPr>
        <p:spPr>
          <a:xfrm>
            <a:off x="609448" y="4709160"/>
            <a:ext cx="3474720" cy="457200"/>
          </a:xfrm>
          <a:prstGeom prst="rect">
            <a:avLst/>
          </a:prstGeom>
          <a:noFill/>
          <a:ln/>
        </p:spPr>
        <p:txBody>
          <a:bodyPr wrap="square" lIns="0" tIns="0" rIns="0" bIns="0" rtlCol="0" anchor="ctr"/>
          <a:lstStyle/>
          <a:p>
            <a:pPr marL="0" indent="0" algn="ctr">
              <a:buNone/>
            </a:pPr>
            <a:r>
              <a:rPr lang="en-US" sz="1600" b="1" kern="0" spc="500" dirty="0">
                <a:solidFill>
                  <a:srgbClr val="FFE0E0"/>
                </a:solidFill>
                <a:latin typeface="Calibri" pitchFamily="34" charset="0"/>
                <a:ea typeface="Calibri" pitchFamily="34" charset="-122"/>
                <a:cs typeface="Calibri" pitchFamily="34" charset="-120"/>
              </a:rPr>
              <a:t>VOCALES</a:t>
            </a:r>
            <a:endParaRPr lang="en-US" sz="1600" dirty="0"/>
          </a:p>
        </p:txBody>
      </p:sp>
      <p:sp>
        <p:nvSpPr>
          <p:cNvPr id="8" name="Text 6"/>
          <p:cNvSpPr/>
          <p:nvPr/>
        </p:nvSpPr>
        <p:spPr>
          <a:xfrm>
            <a:off x="609448" y="5212080"/>
            <a:ext cx="3474720" cy="640080"/>
          </a:xfrm>
          <a:prstGeom prst="rect">
            <a:avLst/>
          </a:prstGeom>
          <a:noFill/>
          <a:ln/>
        </p:spPr>
        <p:txBody>
          <a:bodyPr wrap="square" lIns="0" tIns="0" rIns="0" bIns="0" rtlCol="0" anchor="ctr"/>
          <a:lstStyle/>
          <a:p>
            <a:pPr marL="0" indent="0" algn="ctr">
              <a:buNone/>
            </a:pPr>
            <a:r>
              <a:rPr lang="en-US" sz="3600" b="1" dirty="0">
                <a:solidFill>
                  <a:srgbClr val="F6F6F6"/>
                </a:solidFill>
                <a:latin typeface="Malgun Gothic" pitchFamily="34" charset="0"/>
                <a:ea typeface="Malgun Gothic" pitchFamily="34" charset="-122"/>
                <a:cs typeface="Malgun Gothic" pitchFamily="34" charset="-120"/>
              </a:rPr>
              <a:t>모음</a:t>
            </a:r>
            <a:endParaRPr lang="en-US" sz="3600" dirty="0"/>
          </a:p>
        </p:txBody>
      </p:sp>
      <p:sp>
        <p:nvSpPr>
          <p:cNvPr id="9" name="Shape 7"/>
          <p:cNvSpPr/>
          <p:nvPr/>
        </p:nvSpPr>
        <p:spPr>
          <a:xfrm>
            <a:off x="4358488" y="2606040"/>
            <a:ext cx="3474720" cy="3474720"/>
          </a:xfrm>
          <a:prstGeom prst="roundRect">
            <a:avLst>
              <a:gd name="adj" fmla="val 5263"/>
            </a:avLst>
          </a:prstGeom>
          <a:solidFill>
            <a:srgbClr val="4036ED"/>
          </a:solidFill>
          <a:ln w="12700">
            <a:solidFill>
              <a:srgbClr val="4036ED"/>
            </a:solidFill>
            <a:prstDash val="solid"/>
          </a:ln>
        </p:spPr>
      </p:sp>
      <p:sp>
        <p:nvSpPr>
          <p:cNvPr id="10" name="Text 8"/>
          <p:cNvSpPr/>
          <p:nvPr/>
        </p:nvSpPr>
        <p:spPr>
          <a:xfrm>
            <a:off x="4358488" y="2834640"/>
            <a:ext cx="3474720" cy="1737360"/>
          </a:xfrm>
          <a:prstGeom prst="rect">
            <a:avLst/>
          </a:prstGeom>
          <a:noFill/>
          <a:ln/>
        </p:spPr>
        <p:txBody>
          <a:bodyPr wrap="square" lIns="0" tIns="0" rIns="0" bIns="0" rtlCol="0" anchor="ctr"/>
          <a:lstStyle/>
          <a:p>
            <a:pPr marL="0" indent="0" algn="ctr">
              <a:buNone/>
            </a:pPr>
            <a:r>
              <a:rPr lang="en-US" sz="13000" b="1" dirty="0">
                <a:solidFill>
                  <a:srgbClr val="F6F6F6"/>
                </a:solidFill>
                <a:latin typeface="Calibri" pitchFamily="34" charset="0"/>
                <a:ea typeface="Calibri" pitchFamily="34" charset="-122"/>
                <a:cs typeface="Calibri" pitchFamily="34" charset="-120"/>
              </a:rPr>
              <a:t>19</a:t>
            </a:r>
            <a:endParaRPr lang="en-US" sz="13000" dirty="0"/>
          </a:p>
        </p:txBody>
      </p:sp>
      <p:sp>
        <p:nvSpPr>
          <p:cNvPr id="11" name="Text 9"/>
          <p:cNvSpPr/>
          <p:nvPr/>
        </p:nvSpPr>
        <p:spPr>
          <a:xfrm>
            <a:off x="4358488" y="4709160"/>
            <a:ext cx="3474720" cy="457200"/>
          </a:xfrm>
          <a:prstGeom prst="rect">
            <a:avLst/>
          </a:prstGeom>
          <a:noFill/>
          <a:ln/>
        </p:spPr>
        <p:txBody>
          <a:bodyPr wrap="square" lIns="0" tIns="0" rIns="0" bIns="0" rtlCol="0" anchor="ctr"/>
          <a:lstStyle/>
          <a:p>
            <a:pPr marL="0" indent="0" algn="ctr">
              <a:buNone/>
            </a:pPr>
            <a:r>
              <a:rPr lang="en-US" sz="1600" b="1" kern="0" spc="500" dirty="0">
                <a:solidFill>
                  <a:srgbClr val="EDE8FF"/>
                </a:solidFill>
                <a:latin typeface="Calibri" pitchFamily="34" charset="0"/>
                <a:ea typeface="Calibri" pitchFamily="34" charset="-122"/>
                <a:cs typeface="Calibri" pitchFamily="34" charset="-120"/>
              </a:rPr>
              <a:t>CONSONANTES</a:t>
            </a:r>
            <a:endParaRPr lang="en-US" sz="1600" dirty="0"/>
          </a:p>
        </p:txBody>
      </p:sp>
      <p:sp>
        <p:nvSpPr>
          <p:cNvPr id="12" name="Text 10"/>
          <p:cNvSpPr/>
          <p:nvPr/>
        </p:nvSpPr>
        <p:spPr>
          <a:xfrm>
            <a:off x="4358488" y="5212080"/>
            <a:ext cx="3474720" cy="640080"/>
          </a:xfrm>
          <a:prstGeom prst="rect">
            <a:avLst/>
          </a:prstGeom>
          <a:noFill/>
          <a:ln/>
        </p:spPr>
        <p:txBody>
          <a:bodyPr wrap="square" lIns="0" tIns="0" rIns="0" bIns="0" rtlCol="0" anchor="ctr"/>
          <a:lstStyle/>
          <a:p>
            <a:pPr marL="0" indent="0" algn="ctr">
              <a:buNone/>
            </a:pPr>
            <a:r>
              <a:rPr lang="en-US" sz="3600" b="1" dirty="0">
                <a:solidFill>
                  <a:srgbClr val="F6F6F6"/>
                </a:solidFill>
                <a:latin typeface="Malgun Gothic" pitchFamily="34" charset="0"/>
                <a:ea typeface="Malgun Gothic" pitchFamily="34" charset="-122"/>
                <a:cs typeface="Malgun Gothic" pitchFamily="34" charset="-120"/>
              </a:rPr>
              <a:t>자음</a:t>
            </a:r>
            <a:endParaRPr lang="en-US" sz="3600" dirty="0"/>
          </a:p>
        </p:txBody>
      </p:sp>
      <p:sp>
        <p:nvSpPr>
          <p:cNvPr id="13" name="Shape 11"/>
          <p:cNvSpPr/>
          <p:nvPr/>
        </p:nvSpPr>
        <p:spPr>
          <a:xfrm>
            <a:off x="8107528" y="2606040"/>
            <a:ext cx="3474720" cy="3474720"/>
          </a:xfrm>
          <a:prstGeom prst="roundRect">
            <a:avLst>
              <a:gd name="adj" fmla="val 5263"/>
            </a:avLst>
          </a:prstGeom>
          <a:solidFill>
            <a:srgbClr val="FE6768"/>
          </a:solidFill>
          <a:ln w="12700">
            <a:solidFill>
              <a:srgbClr val="FE6768"/>
            </a:solidFill>
            <a:prstDash val="solid"/>
          </a:ln>
        </p:spPr>
      </p:sp>
      <p:sp>
        <p:nvSpPr>
          <p:cNvPr id="14" name="Text 12"/>
          <p:cNvSpPr/>
          <p:nvPr/>
        </p:nvSpPr>
        <p:spPr>
          <a:xfrm>
            <a:off x="8107528" y="2834640"/>
            <a:ext cx="3474720" cy="1737360"/>
          </a:xfrm>
          <a:prstGeom prst="rect">
            <a:avLst/>
          </a:prstGeom>
          <a:noFill/>
          <a:ln/>
        </p:spPr>
        <p:txBody>
          <a:bodyPr wrap="square" lIns="0" tIns="0" rIns="0" bIns="0" rtlCol="0" anchor="ctr"/>
          <a:lstStyle/>
          <a:p>
            <a:pPr marL="0" indent="0" algn="ctr">
              <a:buNone/>
            </a:pPr>
            <a:r>
              <a:rPr lang="en-US" sz="13000" b="1" dirty="0">
                <a:solidFill>
                  <a:srgbClr val="F6F6F6"/>
                </a:solidFill>
                <a:latin typeface="Calibri" pitchFamily="34" charset="0"/>
                <a:ea typeface="Calibri" pitchFamily="34" charset="-122"/>
                <a:cs typeface="Calibri" pitchFamily="34" charset="-120"/>
              </a:rPr>
              <a:t>7</a:t>
            </a:r>
            <a:endParaRPr lang="en-US" sz="13000" dirty="0"/>
          </a:p>
        </p:txBody>
      </p:sp>
      <p:sp>
        <p:nvSpPr>
          <p:cNvPr id="15" name="Text 13"/>
          <p:cNvSpPr/>
          <p:nvPr/>
        </p:nvSpPr>
        <p:spPr>
          <a:xfrm>
            <a:off x="8107528" y="4709160"/>
            <a:ext cx="3474720" cy="457200"/>
          </a:xfrm>
          <a:prstGeom prst="rect">
            <a:avLst/>
          </a:prstGeom>
          <a:noFill/>
          <a:ln/>
        </p:spPr>
        <p:txBody>
          <a:bodyPr wrap="square" lIns="0" tIns="0" rIns="0" bIns="0" rtlCol="0" anchor="ctr"/>
          <a:lstStyle/>
          <a:p>
            <a:pPr marL="0" indent="0" algn="ctr">
              <a:buNone/>
            </a:pPr>
            <a:r>
              <a:rPr lang="en-US" sz="1600" b="1" kern="0" spc="500" dirty="0">
                <a:solidFill>
                  <a:srgbClr val="FFE0E0"/>
                </a:solidFill>
                <a:latin typeface="Calibri" pitchFamily="34" charset="0"/>
                <a:ea typeface="Calibri" pitchFamily="34" charset="-122"/>
                <a:cs typeface="Calibri" pitchFamily="34" charset="-120"/>
              </a:rPr>
              <a:t>SONIDOS BATCHIM</a:t>
            </a:r>
            <a:endParaRPr lang="en-US" sz="1600" dirty="0"/>
          </a:p>
        </p:txBody>
      </p:sp>
      <p:sp>
        <p:nvSpPr>
          <p:cNvPr id="16" name="Text 14"/>
          <p:cNvSpPr/>
          <p:nvPr/>
        </p:nvSpPr>
        <p:spPr>
          <a:xfrm>
            <a:off x="8107528" y="5212080"/>
            <a:ext cx="3474720" cy="640080"/>
          </a:xfrm>
          <a:prstGeom prst="rect">
            <a:avLst/>
          </a:prstGeom>
          <a:noFill/>
          <a:ln/>
        </p:spPr>
        <p:txBody>
          <a:bodyPr wrap="square" lIns="0" tIns="0" rIns="0" bIns="0" rtlCol="0" anchor="ctr"/>
          <a:lstStyle/>
          <a:p>
            <a:pPr marL="0" indent="0" algn="ctr">
              <a:buNone/>
            </a:pPr>
            <a:r>
              <a:rPr lang="en-US" sz="3600" b="1" dirty="0">
                <a:solidFill>
                  <a:srgbClr val="F6F6F6"/>
                </a:solidFill>
                <a:latin typeface="Malgun Gothic" pitchFamily="34" charset="0"/>
                <a:ea typeface="Malgun Gothic" pitchFamily="34" charset="-122"/>
                <a:cs typeface="Malgun Gothic" pitchFamily="34" charset="-120"/>
              </a:rPr>
              <a:t>받침</a:t>
            </a:r>
            <a:endParaRPr lang="en-US" sz="3600" dirty="0"/>
          </a:p>
        </p:txBody>
      </p:sp>
      <p:sp>
        <p:nvSpPr>
          <p:cNvPr id="17" name="Text 15"/>
          <p:cNvSpPr/>
          <p:nvPr/>
        </p:nvSpPr>
        <p:spPr>
          <a:xfrm>
            <a:off x="640080" y="5989320"/>
            <a:ext cx="10911535" cy="365760"/>
          </a:xfrm>
          <a:prstGeom prst="rect">
            <a:avLst/>
          </a:prstGeom>
          <a:noFill/>
          <a:ln/>
        </p:spPr>
        <p:txBody>
          <a:bodyPr wrap="square" lIns="0" tIns="0" rIns="0" bIns="0" rtlCol="0" anchor="ctr"/>
          <a:lstStyle/>
          <a:p>
            <a:pPr marL="0" indent="0" algn="ctr">
              <a:buNone/>
            </a:pPr>
            <a:r>
              <a:rPr lang="en-US" sz="1400" b="1" i="1" dirty="0">
                <a:solidFill>
                  <a:srgbClr val="4036ED"/>
                </a:solidFill>
                <a:latin typeface="Calibri" pitchFamily="34" charset="0"/>
                <a:ea typeface="Calibri" pitchFamily="34" charset="-122"/>
                <a:cs typeface="Calibri" pitchFamily="34" charset="-120"/>
              </a:rPr>
              <a:t>Y ahora todo eso vive dentro de tu cabeza.</a:t>
            </a:r>
            <a:endParaRPr lang="en-US" sz="1400" dirty="0"/>
          </a:p>
        </p:txBody>
      </p:sp>
      <p:pic>
        <p:nvPicPr>
          <p:cNvPr id="18"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19"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0"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122</a:t>
            </a:r>
            <a:endParaRPr lang="en-US" sz="800" dirty="0"/>
          </a:p>
        </p:txBody>
      </p:sp>
    </p:spTree>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p:cSld name="Slide 123">
    <p:bg>
      <p:bgPr>
        <a:solidFill>
          <a:srgbClr val="F6F6F6"/>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§4.31 · LO LOGRASTE</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Felicitaciones, ahora sabes leer Hangul</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Hace 600 años, un Rey soñó con que cualquier persona pudiera aprender a leer y escribir.</a:t>
            </a:r>
            <a:endParaRPr lang="en-US" sz="1400" dirty="0"/>
          </a:p>
        </p:txBody>
      </p:sp>
      <p:sp>
        <p:nvSpPr>
          <p:cNvPr id="5" name="Text 3"/>
          <p:cNvSpPr/>
          <p:nvPr/>
        </p:nvSpPr>
        <p:spPr>
          <a:xfrm>
            <a:off x="640080" y="2377440"/>
            <a:ext cx="10911535" cy="3840480"/>
          </a:xfrm>
          <a:prstGeom prst="rect">
            <a:avLst/>
          </a:prstGeom>
          <a:noFill/>
          <a:ln/>
        </p:spPr>
        <p:txBody>
          <a:bodyPr wrap="square" lIns="0" tIns="0" rIns="0" bIns="0" rtlCol="0" anchor="t"/>
          <a:lstStyle/>
          <a:p>
            <a:pPr marL="0" indent="0">
              <a:spcAft>
                <a:spcPts val="1400"/>
              </a:spcAft>
              <a:buNone/>
            </a:pPr>
            <a:r>
              <a:rPr lang="en-US" sz="1600" b="1" i="1" dirty="0">
                <a:solidFill>
                  <a:srgbClr val="4036ED"/>
                </a:solidFill>
              </a:rPr>
              <a:t>Hoy, tú eres parte de ese sueño.</a:t>
            </a:r>
            <a:endParaRPr lang="en-US" sz="1600" dirty="0"/>
          </a:p>
          <a:p>
            <a:pPr marL="0" indent="0">
              <a:spcAft>
                <a:spcPts val="800"/>
              </a:spcAft>
              <a:buNone/>
            </a:pPr>
            <a:r>
              <a:rPr lang="en-US" sz="1300" dirty="0">
                <a:solidFill>
                  <a:srgbClr val="1E1E2A"/>
                </a:solidFill>
              </a:rPr>
              <a:t>En estos cuatro capítulos viste cómo Sejong miró la naturaleza, observó tu propio cuerpo, y diseñó un alfabeto donde cada letra cuenta una historia: </a:t>
            </a:r>
            <a:endParaRPr lang="en-US" sz="1600" dirty="0"/>
          </a:p>
          <a:p>
            <a:pPr marL="0" indent="0">
              <a:spcAft>
                <a:spcPts val="400"/>
              </a:spcAft>
              <a:buNone/>
            </a:pPr>
            <a:r>
              <a:rPr lang="en-US" sz="1300" b="1" dirty="0">
                <a:solidFill>
                  <a:srgbClr val="FE6768"/>
                </a:solidFill>
              </a:rPr>
              <a:t>· las vocales son cielo, tierra y humano.</a:t>
            </a:r>
            <a:endParaRPr lang="en-US" sz="1600" dirty="0"/>
          </a:p>
          <a:p>
            <a:pPr marL="0" indent="0">
              <a:spcAft>
                <a:spcPts val="400"/>
              </a:spcAft>
              <a:buNone/>
            </a:pPr>
            <a:r>
              <a:rPr lang="en-US" sz="1300" b="1" dirty="0">
                <a:solidFill>
                  <a:srgbClr val="4036ED"/>
                </a:solidFill>
              </a:rPr>
              <a:t>· las consonantes son el mapa de tu boca.</a:t>
            </a:r>
            <a:endParaRPr lang="en-US" sz="1600" dirty="0"/>
          </a:p>
          <a:p>
            <a:pPr marL="0" indent="0">
              <a:spcAft>
                <a:spcPts val="400"/>
              </a:spcAft>
              <a:buNone/>
            </a:pPr>
            <a:r>
              <a:rPr lang="en-US" sz="1300" b="1" dirty="0">
                <a:solidFill>
                  <a:srgbClr val="A79BFF"/>
                </a:solidFill>
              </a:rPr>
              <a:t>· las sílabas son cuadros perfectos.</a:t>
            </a:r>
            <a:endParaRPr lang="en-US" sz="1600" dirty="0"/>
          </a:p>
          <a:p>
            <a:pPr marL="0" indent="0">
              <a:spcAft>
                <a:spcPts val="1400"/>
              </a:spcAft>
              <a:buNone/>
            </a:pPr>
            <a:r>
              <a:rPr lang="en-US" sz="1300" b="1" dirty="0">
                <a:solidFill>
                  <a:srgbClr val="FE6768"/>
                </a:solidFill>
              </a:rPr>
              <a:t>· el batchim es el cimiento que sostiene la palabra.</a:t>
            </a:r>
            <a:endParaRPr lang="en-US" sz="1600" dirty="0"/>
          </a:p>
          <a:p>
            <a:pPr marL="0" indent="0">
              <a:buNone/>
            </a:pPr>
            <a:r>
              <a:rPr lang="en-US" sz="1300" dirty="0">
                <a:solidFill>
                  <a:srgbClr val="1E1E2A"/>
                </a:solidFill>
              </a:rPr>
              <a:t>Lo que viene ahora es la parte fácil: usar el Hangul. Empiezan las palabras, las frases, las conversaciones. </a:t>
            </a:r>
            <a:r>
              <a:rPr lang="en-US" sz="1300" b="1" i="1" dirty="0">
                <a:solidFill>
                  <a:srgbClr val="4036ED"/>
                </a:solidFill>
              </a:rPr>
              <a:t>Pero el Hangul ya es tuyo.</a:t>
            </a:r>
            <a:endParaRPr lang="en-US" sz="1600" dirty="0"/>
          </a:p>
        </p:txBody>
      </p:sp>
      <p:pic>
        <p:nvPicPr>
          <p:cNvPr id="6"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7" name="Text 4"/>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8" name="Text 5"/>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123</a:t>
            </a:r>
            <a:endParaRPr lang="en-US" sz="800" dirty="0"/>
          </a:p>
        </p:txBody>
      </p:sp>
    </p:spTree>
  </p:cSld>
  <p:clrMapOvr>
    <a:masterClrMapping/>
  </p:clrMapOvr>
</p:sld>
</file>

<file path=ppt/slides/slide306.xml><?xml version="1.0" encoding="utf-8"?>
<p:sld xmlns:a="http://schemas.openxmlformats.org/drawingml/2006/main" xmlns:r="http://schemas.openxmlformats.org/officeDocument/2006/relationships" xmlns:p="http://schemas.openxmlformats.org/presentationml/2006/main">
  <p:cSld name="Slide 12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88720" y="1280160"/>
            <a:ext cx="9814255" cy="4297680"/>
          </a:xfrm>
          <a:prstGeom prst="roundRect">
            <a:avLst>
              <a:gd name="adj" fmla="val 6383"/>
            </a:avLst>
          </a:prstGeom>
          <a:solidFill>
            <a:srgbClr val="F6F6F6"/>
          </a:solidFill>
          <a:ln w="12700">
            <a:solidFill>
              <a:srgbClr val="F6F6F6"/>
            </a:solidFill>
            <a:prstDash val="solid"/>
          </a:ln>
        </p:spPr>
      </p:sp>
      <p:sp>
        <p:nvSpPr>
          <p:cNvPr id="3" name="Text 1"/>
          <p:cNvSpPr/>
          <p:nvPr/>
        </p:nvSpPr>
        <p:spPr>
          <a:xfrm>
            <a:off x="1188720" y="1828800"/>
            <a:ext cx="9814255" cy="1554480"/>
          </a:xfrm>
          <a:prstGeom prst="rect">
            <a:avLst/>
          </a:prstGeom>
          <a:noFill/>
          <a:ln/>
        </p:spPr>
        <p:txBody>
          <a:bodyPr wrap="square" lIns="0" tIns="0" rIns="0" bIns="0" rtlCol="0" anchor="ctr"/>
          <a:lstStyle/>
          <a:p>
            <a:pPr marL="0" indent="0" algn="ctr">
              <a:buNone/>
            </a:pPr>
            <a:r>
              <a:rPr lang="en-US" sz="13000" b="1" dirty="0">
                <a:solidFill>
                  <a:srgbClr val="4036ED"/>
                </a:solidFill>
                <a:latin typeface="Malgun Gothic" pitchFamily="34" charset="0"/>
                <a:ea typeface="Malgun Gothic" pitchFamily="34" charset="-122"/>
                <a:cs typeface="Malgun Gothic" pitchFamily="34" charset="-120"/>
              </a:rPr>
              <a:t>화이팅</a:t>
            </a:r>
            <a:endParaRPr lang="en-US" sz="13000" dirty="0"/>
          </a:p>
        </p:txBody>
      </p:sp>
      <p:sp>
        <p:nvSpPr>
          <p:cNvPr id="4" name="Text 2"/>
          <p:cNvSpPr/>
          <p:nvPr/>
        </p:nvSpPr>
        <p:spPr>
          <a:xfrm>
            <a:off x="1188720" y="3291840"/>
            <a:ext cx="9814255" cy="457200"/>
          </a:xfrm>
          <a:prstGeom prst="rect">
            <a:avLst/>
          </a:prstGeom>
          <a:noFill/>
          <a:ln/>
        </p:spPr>
        <p:txBody>
          <a:bodyPr wrap="square" lIns="0" tIns="0" rIns="0" bIns="0" rtlCol="0" anchor="ctr"/>
          <a:lstStyle/>
          <a:p>
            <a:pPr marL="0" indent="0" algn="ctr">
              <a:buNone/>
            </a:pPr>
            <a:r>
              <a:rPr lang="en-US" sz="2200" b="1" i="1" dirty="0">
                <a:solidFill>
                  <a:srgbClr val="FE6768"/>
                </a:solidFill>
                <a:latin typeface="Calibri" pitchFamily="34" charset="0"/>
                <a:ea typeface="Calibri" pitchFamily="34" charset="-122"/>
                <a:cs typeface="Calibri" pitchFamily="34" charset="-120"/>
              </a:rPr>
              <a:t>hwa-i-ting</a:t>
            </a:r>
            <a:endParaRPr lang="en-US" sz="2200" dirty="0"/>
          </a:p>
        </p:txBody>
      </p:sp>
      <p:sp>
        <p:nvSpPr>
          <p:cNvPr id="5" name="Text 3"/>
          <p:cNvSpPr/>
          <p:nvPr/>
        </p:nvSpPr>
        <p:spPr>
          <a:xfrm>
            <a:off x="1188720" y="3840480"/>
            <a:ext cx="9814255" cy="457200"/>
          </a:xfrm>
          <a:prstGeom prst="rect">
            <a:avLst/>
          </a:prstGeom>
          <a:noFill/>
          <a:ln/>
        </p:spPr>
        <p:txBody>
          <a:bodyPr wrap="square" lIns="0" tIns="0" rIns="0" bIns="0" rtlCol="0" anchor="ctr"/>
          <a:lstStyle/>
          <a:p>
            <a:pPr marL="0" indent="0" algn="ctr">
              <a:buNone/>
            </a:pPr>
            <a:r>
              <a:rPr lang="en-US" sz="1800" i="1" dirty="0">
                <a:solidFill>
                  <a:srgbClr val="1E1E2A"/>
                </a:solidFill>
                <a:latin typeface="Calibri" pitchFamily="34" charset="0"/>
                <a:ea typeface="Calibri" pitchFamily="34" charset="-122"/>
                <a:cs typeface="Calibri" pitchFamily="34" charset="-120"/>
              </a:rPr>
              <a:t>"¡Tú puedes!"</a:t>
            </a:r>
            <a:endParaRPr lang="en-US" sz="1800" dirty="0"/>
          </a:p>
        </p:txBody>
      </p:sp>
      <p:pic>
        <p:nvPicPr>
          <p:cNvPr id="6" name="Image 0" descr="preencoded.png"/>
          <p:cNvPicPr>
            <a:picLocks noChangeAspect="1"/>
          </p:cNvPicPr>
          <p:nvPr/>
        </p:nvPicPr>
        <p:blipFill>
          <a:blip r:embed="rId4"/>
          <a:stretch>
            <a:fillRect/>
          </a:stretch>
        </p:blipFill>
        <p:spPr>
          <a:xfrm>
            <a:off x="5867248" y="4389120"/>
            <a:ext cx="457200" cy="457200"/>
          </a:xfrm>
          <a:prstGeom prst="rect">
            <a:avLst/>
          </a:prstGeom>
        </p:spPr>
      </p:pic>
      <p:sp>
        <p:nvSpPr>
          <p:cNvPr id="7" name="Text 4"/>
          <p:cNvSpPr/>
          <p:nvPr/>
        </p:nvSpPr>
        <p:spPr>
          <a:xfrm>
            <a:off x="1371600" y="5029200"/>
            <a:ext cx="9448495" cy="77724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Cada vez que veas a alguien estudiar coreano, dile esto.</a:t>
            </a:r>
            <a:endParaRPr lang="en-US" sz="1200" dirty="0"/>
          </a:p>
          <a:p>
            <a:pPr marL="0" indent="0" algn="ctr">
              <a:buNone/>
            </a:pPr>
            <a:r>
              <a:rPr lang="en-US" sz="1200" i="1" dirty="0">
                <a:solidFill>
                  <a:srgbClr val="4A4A55"/>
                </a:solidFill>
                <a:latin typeface="Calibri" pitchFamily="34" charset="0"/>
                <a:ea typeface="Calibri" pitchFamily="34" charset="-122"/>
                <a:cs typeface="Calibri" pitchFamily="34" charset="-120"/>
              </a:rPr>
              <a:t>Es la palabra que une a todos los estudiantes del mundo.</a:t>
            </a:r>
            <a:endParaRPr lang="en-US" sz="1200" dirty="0"/>
          </a:p>
        </p:txBody>
      </p:sp>
      <p:pic>
        <p:nvPicPr>
          <p:cNvPr id="8" name="Image 1" descr="preencoded.png"/>
          <p:cNvPicPr>
            <a:picLocks noChangeAspect="1"/>
          </p:cNvPicPr>
          <p:nvPr/>
        </p:nvPicPr>
        <p:blipFill>
          <a:blip r:embed="rId5"/>
          <a:stretch>
            <a:fillRect/>
          </a:stretch>
        </p:blipFill>
        <p:spPr>
          <a:xfrm>
            <a:off x="11597335" y="182880"/>
            <a:ext cx="292608" cy="292608"/>
          </a:xfrm>
          <a:prstGeom prst="rect">
            <a:avLst/>
          </a:prstGeom>
        </p:spPr>
      </p:pic>
      <p:sp>
        <p:nvSpPr>
          <p:cNvPr id="9" name="Text 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10" name="Text 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124</a:t>
            </a:r>
            <a:endParaRPr lang="en-US" sz="800" dirty="0"/>
          </a:p>
        </p:txBody>
      </p:sp>
    </p:spTree>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p:cSld name="Slide 12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88720" y="1371600"/>
            <a:ext cx="9814255" cy="4114800"/>
          </a:xfrm>
          <a:prstGeom prst="roundRect">
            <a:avLst>
              <a:gd name="adj" fmla="val 6667"/>
            </a:avLst>
          </a:prstGeom>
          <a:solidFill>
            <a:srgbClr val="F6F6F6"/>
          </a:solidFill>
          <a:ln w="12700">
            <a:solidFill>
              <a:srgbClr val="F6F6F6"/>
            </a:solidFill>
            <a:prstDash val="solid"/>
          </a:ln>
        </p:spPr>
      </p:sp>
      <p:sp>
        <p:nvSpPr>
          <p:cNvPr id="3" name="Text 1"/>
          <p:cNvSpPr/>
          <p:nvPr/>
        </p:nvSpPr>
        <p:spPr>
          <a:xfrm>
            <a:off x="1188720" y="1828800"/>
            <a:ext cx="9814255" cy="1371600"/>
          </a:xfrm>
          <a:prstGeom prst="rect">
            <a:avLst/>
          </a:prstGeom>
          <a:noFill/>
          <a:ln/>
        </p:spPr>
        <p:txBody>
          <a:bodyPr wrap="square" lIns="0" tIns="0" rIns="0" bIns="0" rtlCol="0" anchor="ctr"/>
          <a:lstStyle/>
          <a:p>
            <a:pPr marL="0" indent="0" algn="ctr">
              <a:buNone/>
            </a:pPr>
            <a:r>
              <a:rPr lang="en-US" sz="10000" b="1" dirty="0">
                <a:solidFill>
                  <a:srgbClr val="4036ED"/>
                </a:solidFill>
                <a:latin typeface="Malgun Gothic" pitchFamily="34" charset="0"/>
                <a:ea typeface="Malgun Gothic" pitchFamily="34" charset="-122"/>
                <a:cs typeface="Malgun Gothic" pitchFamily="34" charset="-120"/>
              </a:rPr>
              <a:t>감사합니다</a:t>
            </a:r>
            <a:endParaRPr lang="en-US" sz="10000" dirty="0"/>
          </a:p>
        </p:txBody>
      </p:sp>
      <p:sp>
        <p:nvSpPr>
          <p:cNvPr id="4" name="Text 2"/>
          <p:cNvSpPr/>
          <p:nvPr/>
        </p:nvSpPr>
        <p:spPr>
          <a:xfrm>
            <a:off x="1188720" y="3200400"/>
            <a:ext cx="9814255" cy="457200"/>
          </a:xfrm>
          <a:prstGeom prst="rect">
            <a:avLst/>
          </a:prstGeom>
          <a:noFill/>
          <a:ln/>
        </p:spPr>
        <p:txBody>
          <a:bodyPr wrap="square" lIns="0" tIns="0" rIns="0" bIns="0" rtlCol="0" anchor="ctr"/>
          <a:lstStyle/>
          <a:p>
            <a:pPr marL="0" indent="0" algn="ctr">
              <a:buNone/>
            </a:pPr>
            <a:r>
              <a:rPr lang="en-US" sz="2200" b="1" i="1" dirty="0">
                <a:solidFill>
                  <a:srgbClr val="FE6768"/>
                </a:solidFill>
                <a:latin typeface="Calibri" pitchFamily="34" charset="0"/>
                <a:ea typeface="Calibri" pitchFamily="34" charset="-122"/>
                <a:cs typeface="Calibri" pitchFamily="34" charset="-120"/>
              </a:rPr>
              <a:t>gam-sa-ham-ni-da</a:t>
            </a:r>
            <a:endParaRPr lang="en-US" sz="2200" dirty="0"/>
          </a:p>
        </p:txBody>
      </p:sp>
      <p:sp>
        <p:nvSpPr>
          <p:cNvPr id="5" name="Text 3"/>
          <p:cNvSpPr/>
          <p:nvPr/>
        </p:nvSpPr>
        <p:spPr>
          <a:xfrm>
            <a:off x="1188720" y="3703320"/>
            <a:ext cx="9814255" cy="457200"/>
          </a:xfrm>
          <a:prstGeom prst="rect">
            <a:avLst/>
          </a:prstGeom>
          <a:noFill/>
          <a:ln/>
        </p:spPr>
        <p:txBody>
          <a:bodyPr wrap="square" lIns="0" tIns="0" rIns="0" bIns="0" rtlCol="0" anchor="ctr"/>
          <a:lstStyle/>
          <a:p>
            <a:pPr marL="0" indent="0" algn="ctr">
              <a:buNone/>
            </a:pPr>
            <a:r>
              <a:rPr lang="en-US" sz="2000" dirty="0">
                <a:solidFill>
                  <a:srgbClr val="1E1E2A"/>
                </a:solidFill>
                <a:latin typeface="Calibri" pitchFamily="34" charset="0"/>
                <a:ea typeface="Calibri" pitchFamily="34" charset="-122"/>
                <a:cs typeface="Calibri" pitchFamily="34" charset="-120"/>
              </a:rPr>
              <a:t>Gracias por estudiar conmigo</a:t>
            </a:r>
            <a:endParaRPr lang="en-US" sz="2000" dirty="0"/>
          </a:p>
        </p:txBody>
      </p:sp>
      <p:pic>
        <p:nvPicPr>
          <p:cNvPr id="6" name="Image 0" descr="preencoded.png"/>
          <p:cNvPicPr>
            <a:picLocks noChangeAspect="1"/>
          </p:cNvPicPr>
          <p:nvPr/>
        </p:nvPicPr>
        <p:blipFill>
          <a:blip r:embed="rId4"/>
          <a:stretch>
            <a:fillRect/>
          </a:stretch>
        </p:blipFill>
        <p:spPr>
          <a:xfrm>
            <a:off x="5852160" y="4251960"/>
            <a:ext cx="548640" cy="548640"/>
          </a:xfrm>
          <a:prstGeom prst="rect">
            <a:avLst/>
          </a:prstGeom>
        </p:spPr>
      </p:pic>
      <p:sp>
        <p:nvSpPr>
          <p:cNvPr id="7" name="Text 4"/>
          <p:cNvSpPr/>
          <p:nvPr/>
        </p:nvSpPr>
        <p:spPr>
          <a:xfrm>
            <a:off x="1188720" y="5166360"/>
            <a:ext cx="9814255" cy="365760"/>
          </a:xfrm>
          <a:prstGeom prst="rect">
            <a:avLst/>
          </a:prstGeom>
          <a:noFill/>
          <a:ln/>
        </p:spPr>
        <p:txBody>
          <a:bodyPr wrap="square" lIns="0" tIns="0" rIns="0" bIns="0" rtlCol="0" anchor="ctr"/>
          <a:lstStyle/>
          <a:p>
            <a:pPr marL="0" indent="0" algn="ctr">
              <a:buNone/>
            </a:pPr>
            <a:r>
              <a:rPr lang="en-US" sz="1600" b="1" i="1" kern="0" spc="200" dirty="0">
                <a:solidFill>
                  <a:srgbClr val="FE6768"/>
                </a:solidFill>
                <a:latin typeface="Calibri" pitchFamily="34" charset="0"/>
                <a:ea typeface="Calibri" pitchFamily="34" charset="-122"/>
                <a:cs typeface="Calibri" pitchFamily="34" charset="-120"/>
              </a:rPr>
              <a:t>Method Chingu™</a:t>
            </a:r>
            <a:endParaRPr lang="en-US" sz="1600" dirty="0"/>
          </a:p>
        </p:txBody>
      </p:sp>
      <p:sp>
        <p:nvSpPr>
          <p:cNvPr id="8" name="Text 5"/>
          <p:cNvSpPr/>
          <p:nvPr/>
        </p:nvSpPr>
        <p:spPr>
          <a:xfrm>
            <a:off x="1188720" y="5532120"/>
            <a:ext cx="9814255" cy="365760"/>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Primero la cultura. Después el idioma.</a:t>
            </a:r>
            <a:endParaRPr lang="en-US" sz="1200" dirty="0"/>
          </a:p>
        </p:txBody>
      </p:sp>
      <p:pic>
        <p:nvPicPr>
          <p:cNvPr id="9" name="Image 1" descr="preencoded.png"/>
          <p:cNvPicPr>
            <a:picLocks noChangeAspect="1"/>
          </p:cNvPicPr>
          <p:nvPr/>
        </p:nvPicPr>
        <p:blipFill>
          <a:blip r:embed="rId5"/>
          <a:stretch>
            <a:fillRect/>
          </a:stretch>
        </p:blipFill>
        <p:spPr>
          <a:xfrm>
            <a:off x="11597335" y="182880"/>
            <a:ext cx="292608" cy="292608"/>
          </a:xfrm>
          <a:prstGeom prst="rect">
            <a:avLst/>
          </a:prstGeom>
        </p:spPr>
      </p:pic>
      <p:sp>
        <p:nvSpPr>
          <p:cNvPr id="10" name="Text 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11" name="Text 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125</a:t>
            </a:r>
            <a:endParaRPr lang="en-US" sz="800" dirty="0"/>
          </a:p>
        </p:txBody>
      </p:sp>
    </p:spTree>
  </p:cSld>
  <p:clrMapOvr>
    <a:masterClrMapping/>
  </p:clrMapOvr>
</p:sld>
</file>

<file path=ppt/slides/slide308.xml><?xml version="1.0" encoding="utf-8"?>
<p:sld xmlns:a="http://schemas.openxmlformats.org/drawingml/2006/main" xmlns:r="http://schemas.openxmlformats.org/officeDocument/2006/relationships" xmlns:p="http://schemas.openxmlformats.org/presentationml/2006/main">
  <p:cSld name="Slide 126">
    <p:bg>
      <p:bgPr>
        <a:solidFill>
          <a:srgbClr val="4036ED"/>
        </a:solidFill>
        <a:effectLst/>
      </p:bgPr>
    </p:bg>
    <p:spTree>
      <p:nvGrpSpPr>
        <p:cNvPr id="1" name=""/>
        <p:cNvGrpSpPr/>
        <p:nvPr/>
      </p:nvGrpSpPr>
      <p:grpSpPr>
        <a:xfrm>
          <a:off x="0" y="0"/>
          <a:ext cx="0" cy="0"/>
          <a:chOff x="0" y="0"/>
          <a:chExt cx="0" cy="0"/>
        </a:xfrm>
      </p:grpSpPr>
      <p:sp>
        <p:nvSpPr>
          <p:cNvPr id="2" name="Text 0"/>
          <p:cNvSpPr/>
          <p:nvPr/>
        </p:nvSpPr>
        <p:spPr>
          <a:xfrm>
            <a:off x="914400" y="2011680"/>
            <a:ext cx="10362895" cy="640080"/>
          </a:xfrm>
          <a:prstGeom prst="rect">
            <a:avLst/>
          </a:prstGeom>
          <a:noFill/>
          <a:ln/>
        </p:spPr>
        <p:txBody>
          <a:bodyPr wrap="square" lIns="0" tIns="0" rIns="0" bIns="0" rtlCol="0" anchor="ctr"/>
          <a:lstStyle/>
          <a:p>
            <a:pPr marL="0" indent="0" algn="ctr">
              <a:buNone/>
            </a:pPr>
            <a:r>
              <a:rPr lang="en-US" sz="2800" b="1" kern="0" spc="1400" dirty="0">
                <a:solidFill>
                  <a:srgbClr val="A79BFF"/>
                </a:solidFill>
                <a:latin typeface="Calibri" pitchFamily="34" charset="0"/>
                <a:ea typeface="Calibri" pitchFamily="34" charset="-122"/>
                <a:cs typeface="Calibri" pitchFamily="34" charset="-120"/>
              </a:rPr>
              <a:t>ACADEMIA</a:t>
            </a:r>
            <a:endParaRPr lang="en-US" sz="2800" dirty="0"/>
          </a:p>
        </p:txBody>
      </p:sp>
      <p:sp>
        <p:nvSpPr>
          <p:cNvPr id="3" name="Text 1"/>
          <p:cNvSpPr/>
          <p:nvPr/>
        </p:nvSpPr>
        <p:spPr>
          <a:xfrm>
            <a:off x="914400" y="2606040"/>
            <a:ext cx="10362895" cy="1371600"/>
          </a:xfrm>
          <a:prstGeom prst="rect">
            <a:avLst/>
          </a:prstGeom>
          <a:noFill/>
          <a:ln/>
        </p:spPr>
        <p:txBody>
          <a:bodyPr wrap="square" lIns="0" tIns="0" rIns="0" bIns="0" rtlCol="0" anchor="ctr"/>
          <a:lstStyle/>
          <a:p>
            <a:pPr marL="0" indent="0" algn="ctr">
              <a:buNone/>
            </a:pPr>
            <a:r>
              <a:rPr lang="en-US" sz="11000" b="1" dirty="0">
                <a:solidFill>
                  <a:srgbClr val="F6F6F6"/>
                </a:solidFill>
                <a:latin typeface="Calibri" pitchFamily="34" charset="0"/>
                <a:ea typeface="Calibri" pitchFamily="34" charset="-122"/>
                <a:cs typeface="Calibri" pitchFamily="34" charset="-120"/>
              </a:rPr>
              <a:t>SEÚL</a:t>
            </a:r>
            <a:endParaRPr lang="en-US" sz="11000" dirty="0"/>
          </a:p>
        </p:txBody>
      </p:sp>
      <p:pic>
        <p:nvPicPr>
          <p:cNvPr id="4" name="Image 0" descr="preencoded.png"/>
          <p:cNvPicPr>
            <a:picLocks noChangeAspect="1"/>
          </p:cNvPicPr>
          <p:nvPr/>
        </p:nvPicPr>
        <p:blipFill>
          <a:blip r:embed="rId3"/>
          <a:stretch>
            <a:fillRect/>
          </a:stretch>
        </p:blipFill>
        <p:spPr>
          <a:xfrm>
            <a:off x="5775808" y="4114800"/>
            <a:ext cx="640080" cy="640080"/>
          </a:xfrm>
          <a:prstGeom prst="rect">
            <a:avLst/>
          </a:prstGeom>
        </p:spPr>
      </p:pic>
      <p:sp>
        <p:nvSpPr>
          <p:cNvPr id="5" name="Text 2"/>
          <p:cNvSpPr/>
          <p:nvPr/>
        </p:nvSpPr>
        <p:spPr>
          <a:xfrm>
            <a:off x="914400" y="4937760"/>
            <a:ext cx="10362895" cy="365760"/>
          </a:xfrm>
          <a:prstGeom prst="rect">
            <a:avLst/>
          </a:prstGeom>
          <a:noFill/>
          <a:ln/>
        </p:spPr>
        <p:txBody>
          <a:bodyPr wrap="square" lIns="0" tIns="0" rIns="0" bIns="0" rtlCol="0" anchor="ctr"/>
          <a:lstStyle/>
          <a:p>
            <a:pPr marL="0" indent="0" algn="ctr">
              <a:buNone/>
            </a:pPr>
            <a:r>
              <a:rPr lang="en-US" sz="1800" b="1" i="1" kern="0" spc="300" dirty="0">
                <a:solidFill>
                  <a:srgbClr val="FFC8C8"/>
                </a:solidFill>
                <a:latin typeface="Calibri" pitchFamily="34" charset="0"/>
                <a:ea typeface="Calibri" pitchFamily="34" charset="-122"/>
                <a:cs typeface="Calibri" pitchFamily="34" charset="-120"/>
              </a:rPr>
              <a:t>Method Chingu™</a:t>
            </a:r>
            <a:endParaRPr lang="en-US" sz="1800" dirty="0"/>
          </a:p>
        </p:txBody>
      </p:sp>
      <p:sp>
        <p:nvSpPr>
          <p:cNvPr id="6" name="Text 3"/>
          <p:cNvSpPr/>
          <p:nvPr/>
        </p:nvSpPr>
        <p:spPr>
          <a:xfrm>
            <a:off x="914400" y="5349240"/>
            <a:ext cx="10362895" cy="365760"/>
          </a:xfrm>
          <a:prstGeom prst="rect">
            <a:avLst/>
          </a:prstGeom>
          <a:noFill/>
          <a:ln/>
        </p:spPr>
        <p:txBody>
          <a:bodyPr wrap="square" lIns="0" tIns="0" rIns="0" bIns="0" rtlCol="0" anchor="ctr"/>
          <a:lstStyle/>
          <a:p>
            <a:pPr marL="0" indent="0" algn="ctr">
              <a:buNone/>
            </a:pPr>
            <a:r>
              <a:rPr lang="en-US" sz="1300" i="1" dirty="0">
                <a:solidFill>
                  <a:srgbClr val="A79BFF"/>
                </a:solidFill>
                <a:latin typeface="Calibri" pitchFamily="34" charset="0"/>
                <a:ea typeface="Calibri" pitchFamily="34" charset="-122"/>
                <a:cs typeface="Calibri" pitchFamily="34" charset="-120"/>
              </a:rPr>
              <a:t>Primero la cultura. Después el idioma.</a:t>
            </a:r>
            <a:endParaRPr lang="en-US" sz="1300" dirty="0"/>
          </a:p>
        </p:txBody>
      </p:sp>
      <p:sp>
        <p:nvSpPr>
          <p:cNvPr id="7" name="Text 4"/>
          <p:cNvSpPr/>
          <p:nvPr/>
        </p:nvSpPr>
        <p:spPr>
          <a:xfrm>
            <a:off x="914400" y="6035040"/>
            <a:ext cx="10362895" cy="320040"/>
          </a:xfrm>
          <a:prstGeom prst="rect">
            <a:avLst/>
          </a:prstGeom>
          <a:noFill/>
          <a:ln/>
        </p:spPr>
        <p:txBody>
          <a:bodyPr wrap="square" lIns="0" tIns="0" rIns="0" bIns="0" rtlCol="0" anchor="ctr"/>
          <a:lstStyle/>
          <a:p>
            <a:pPr marL="0" indent="0" algn="ctr">
              <a:buNone/>
            </a:pPr>
            <a:r>
              <a:rPr lang="en-US" sz="1100" i="1" kern="0" spc="400" dirty="0">
                <a:solidFill>
                  <a:srgbClr val="A79BFF"/>
                </a:solidFill>
                <a:latin typeface="Calibri" pitchFamily="34" charset="0"/>
                <a:ea typeface="Calibri" pitchFamily="34" charset="-122"/>
                <a:cs typeface="Calibri" pitchFamily="34" charset="-120"/>
              </a:rPr>
              <a:t>Capítulo 1 — Hangul · 한글</a:t>
            </a:r>
            <a:endParaRPr lang="en-US" sz="1100" dirty="0"/>
          </a:p>
        </p:txBody>
      </p:sp>
      <p:sp>
        <p:nvSpPr>
          <p:cNvPr id="8" name="Text 5"/>
          <p:cNvSpPr/>
          <p:nvPr/>
        </p:nvSpPr>
        <p:spPr>
          <a:xfrm>
            <a:off x="914400" y="6355080"/>
            <a:ext cx="10362895" cy="320040"/>
          </a:xfrm>
          <a:prstGeom prst="rect">
            <a:avLst/>
          </a:prstGeom>
          <a:noFill/>
          <a:ln/>
        </p:spPr>
        <p:txBody>
          <a:bodyPr wrap="square" lIns="0" tIns="0" rIns="0" bIns="0" rtlCol="0" anchor="ctr"/>
          <a:lstStyle/>
          <a:p>
            <a:pPr marL="0" indent="0" algn="ctr">
              <a:buNone/>
            </a:pPr>
            <a:r>
              <a:rPr lang="en-US" sz="1100" i="1" dirty="0">
                <a:solidFill>
                  <a:srgbClr val="A79BFF"/>
                </a:solidFill>
                <a:latin typeface="Calibri" pitchFamily="34" charset="0"/>
                <a:ea typeface="Calibri" pitchFamily="34" charset="-122"/>
                <a:cs typeface="Calibri" pitchFamily="34" charset="-120"/>
              </a:rPr>
              <a:t>Profesor Jae Hee Kim · 김재희</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1158</TotalTime>
  <Words>12340</Words>
  <Application>Microsoft Office PowerPoint</Application>
  <PresentationFormat>Widescreen</PresentationFormat>
  <Paragraphs>3684</Paragraphs>
  <Slides>308</Slides>
  <Notes>162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308</vt:i4>
      </vt:variant>
    </vt:vector>
  </HeadingPairs>
  <TitlesOfParts>
    <vt:vector size="315" baseType="lpstr">
      <vt:lpstr>Malgun Gothic</vt:lpstr>
      <vt:lpstr>Arial</vt:lpstr>
      <vt:lpstr>Calibri</vt:lpstr>
      <vt:lpstr>Calibri Light</vt:lpstr>
      <vt:lpstr>Georgia</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21 모음(Vocales)</vt:lpstr>
      <vt:lpstr>19 자음(Consonantes)</vt:lpstr>
      <vt:lpstr>Hangul Parte 1 21 모음(Vocales)</vt:lpstr>
      <vt:lpstr>Formación de Sílaba</vt:lpstr>
      <vt:lpstr>Formación de Sílaba</vt:lpstr>
      <vt:lpstr>Composición de vocales</vt:lpstr>
      <vt:lpstr>Composición de vocales</vt:lpstr>
      <vt:lpstr>Composició de vocales</vt:lpstr>
      <vt:lpstr>Composición de Vocales</vt:lpstr>
      <vt:lpstr>Tipo de Vocales</vt:lpstr>
      <vt:lpstr>Vocales Simples</vt:lpstr>
      <vt:lpstr>Vocales Simples</vt:lpstr>
      <vt:lpstr>Vocales Simples</vt:lpstr>
      <vt:lpstr>Vocales Simples</vt:lpstr>
      <vt:lpstr>Vocales Simples</vt:lpstr>
      <vt:lpstr>Vocales Simples</vt:lpstr>
      <vt:lpstr>Vocales Simples</vt:lpstr>
      <vt:lpstr>Vocales Simples</vt:lpstr>
      <vt:lpstr>Vocales Simples</vt:lpstr>
      <vt:lpstr>Vocales Simples</vt:lpstr>
      <vt:lpstr>Vocales Simples</vt:lpstr>
      <vt:lpstr>Vocales Simples</vt:lpstr>
      <vt:lpstr>Vocales Dobles Parte 1</vt:lpstr>
      <vt:lpstr>Vocales Dobles</vt:lpstr>
      <vt:lpstr>Combinación de Vocales</vt:lpstr>
      <vt:lpstr>Vocales Dobles</vt:lpstr>
      <vt:lpstr>Vocales Dobles</vt:lpstr>
      <vt:lpstr>Vocales Dobles</vt:lpstr>
      <vt:lpstr>Vocales Dobles</vt:lpstr>
      <vt:lpstr>Vocales Dobles</vt:lpstr>
      <vt:lpstr>Vocales Dobles</vt:lpstr>
      <vt:lpstr>Vocales Dobles</vt:lpstr>
      <vt:lpstr>Vocales Dobles</vt:lpstr>
      <vt:lpstr>Vocales Dobles Parte 2</vt:lpstr>
      <vt:lpstr>Vocales Dobles Parte 2</vt:lpstr>
      <vt:lpstr>Combinación de Vocales</vt:lpstr>
      <vt:lpstr>Vocales Dobles</vt:lpstr>
      <vt:lpstr>Vocales Dobles</vt:lpstr>
      <vt:lpstr>Vocales Dobles</vt:lpstr>
      <vt:lpstr>Vocales Dobles</vt:lpstr>
      <vt:lpstr>Vocales Dobles</vt:lpstr>
      <vt:lpstr>Vocales Dobles</vt:lpstr>
      <vt:lpstr>Vocales Dobles</vt:lpstr>
      <vt:lpstr>Vocales Dobles</vt:lpstr>
      <vt:lpstr>Vocales Dobles</vt:lpstr>
      <vt:lpstr>Vocales de Hangul</vt:lpstr>
      <vt:lpstr>Vocales de Hangul</vt:lpstr>
      <vt:lpstr>Vocales de Hangul</vt:lpstr>
      <vt:lpstr>Vocales de Hangul</vt:lpstr>
      <vt:lpstr>Vocales de Hangul</vt:lpstr>
      <vt:lpstr>Vocales de Hangul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Consonantes de Hangul</vt:lpstr>
      <vt:lpstr>Consonantes de Hangul</vt:lpstr>
      <vt:lpstr>Consonantes de Hangul</vt:lpstr>
      <vt:lpstr>Consonantes de Hangul</vt:lpstr>
      <vt:lpstr>Consonantes de Hangul</vt:lpstr>
      <vt:lpstr>Consonantes de Hangul</vt:lpstr>
      <vt:lpstr>Consonantes de Hangul</vt:lpstr>
      <vt:lpstr>Consonantes de Hangul</vt:lpstr>
      <vt:lpstr>Consonantes de Hangul</vt:lpstr>
      <vt:lpstr>Consonante 1</vt:lpstr>
      <vt:lpstr>Consonante 기역</vt:lpstr>
      <vt:lpstr>Consonante 니은</vt:lpstr>
      <vt:lpstr>Consonante 디귿</vt:lpstr>
      <vt:lpstr>Consonante 리을</vt:lpstr>
      <vt:lpstr>Consonante 리을</vt:lpstr>
      <vt:lpstr>Consonante </vt:lpstr>
      <vt:lpstr>Consonante 시옷 SHA</vt:lpstr>
      <vt:lpstr>Consonante 시옷</vt:lpstr>
      <vt:lpstr>Consonante 지읏</vt:lpstr>
      <vt:lpstr>Consonante 지읏</vt:lpstr>
      <vt:lpstr>Consonante Basico</vt:lpstr>
      <vt:lpstr>Consonante Áspero</vt:lpstr>
      <vt:lpstr>Consonante Áspero</vt:lpstr>
      <vt:lpstr>Consonante Áspero</vt:lpstr>
      <vt:lpstr>Consonante 키윽</vt:lpstr>
      <vt:lpstr>Consonante 티읕</vt:lpstr>
      <vt:lpstr>Consonante 피읖</vt:lpstr>
      <vt:lpstr>Consonante 치읓</vt:lpstr>
      <vt:lpstr>Consonante Áspero</vt:lpstr>
      <vt:lpstr>Consonante Dobles</vt:lpstr>
      <vt:lpstr>Consonante Dobles</vt:lpstr>
      <vt:lpstr>Consonante Dobles</vt:lpstr>
      <vt:lpstr>Consonante Dobles</vt:lpstr>
      <vt:lpstr>C(esp)</vt:lpstr>
      <vt:lpstr>Consonante Dobles 따 T(esp)</vt:lpstr>
      <vt:lpstr>Consonante Dobles 빠 P(es)</vt:lpstr>
      <vt:lpstr>Consonante Dobles 싸 SS</vt:lpstr>
      <vt:lpstr>Consonante Dobles 짜 TCHA/ZZA</vt:lpstr>
      <vt:lpstr>Consonante Dobles</vt:lpstr>
      <vt:lpstr>Pronunciacion</vt:lpstr>
      <vt:lpstr>Consonante Dobles</vt:lpstr>
      <vt:lpstr>Consonante Dobles</vt:lpstr>
      <vt:lpstr>Consonante Dobles</vt:lpstr>
      <vt:lpstr>Consonante Dobles</vt:lpstr>
      <vt:lpstr>Consonante Dobles</vt:lpstr>
      <vt:lpstr>Consonantes</vt:lpstr>
      <vt:lpstr>Consonantes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21 모음(Vocales)</vt:lpstr>
      <vt:lpstr>19 자음(Consonantes)</vt:lpstr>
      <vt:lpstr>Hangul Parte 1 21 모음(Vocales)</vt:lpstr>
      <vt:lpstr>Formación de Sílaba</vt:lpstr>
      <vt:lpstr>Formación de Sílaba</vt:lpstr>
      <vt:lpstr>Composición de vocales</vt:lpstr>
      <vt:lpstr>Composición de vocales</vt:lpstr>
      <vt:lpstr>Composición de vocales</vt:lpstr>
      <vt:lpstr>Composición de Vocales</vt:lpstr>
      <vt:lpstr>Tipo de Vocales</vt:lpstr>
      <vt:lpstr>21 모음(Vocales)</vt:lpstr>
      <vt:lpstr>19 자음(Consonantes)</vt:lpstr>
      <vt:lpstr>Hangul Parte 1 21 모음(Vocales)</vt:lpstr>
      <vt:lpstr>Formación de Sílaba</vt:lpstr>
      <vt:lpstr>Formación de Sílaba</vt:lpstr>
      <vt:lpstr>Composición de vocales</vt:lpstr>
      <vt:lpstr>Composición de vocales</vt:lpstr>
      <vt:lpstr>Composición de vocales</vt:lpstr>
      <vt:lpstr>Composición de Vocales</vt:lpstr>
      <vt:lpstr>Tipo de Vocales</vt:lpstr>
      <vt:lpstr>Vocales Simples</vt:lpstr>
      <vt:lpstr>Vocales Simples</vt:lpstr>
      <vt:lpstr>Vocales Simples</vt:lpstr>
      <vt:lpstr>Vocales Dobles Parte 1</vt:lpstr>
      <vt:lpstr>Vocales Dobles</vt:lpstr>
      <vt:lpstr>Combinación de Vocales</vt:lpstr>
      <vt:lpstr>Vocales Dobles Parte 2</vt:lpstr>
      <vt:lpstr>Vocales Dobles Parte 2</vt:lpstr>
      <vt:lpstr>Combinación de Vocales</vt:lpstr>
      <vt:lpstr>Vocales Dobles</vt:lpstr>
      <vt:lpstr>Vocales de Hangul</vt:lpstr>
      <vt:lpstr>Vocales de Hangul</vt:lpstr>
      <vt:lpstr>Vocales de Hangul</vt:lpstr>
      <vt:lpstr>Vocales de Hangul</vt:lpstr>
      <vt:lpstr>Vocales de Hangul</vt:lpstr>
      <vt:lpstr>Vocales de Hangul</vt:lpstr>
      <vt:lpstr> </vt:lpstr>
      <vt:lpstr>PowerPoint Presentation</vt:lpstr>
      <vt:lpstr>BATCHIM</vt:lpstr>
      <vt:lpstr>PowerPoint Presentation</vt:lpstr>
      <vt:lpstr>PowerPoint Presentation</vt:lpstr>
      <vt:lpstr>PowerPoint Presentation</vt:lpstr>
      <vt:lpstr>Consonantes 받침  </vt:lpstr>
      <vt:lpstr>Consonantes 받침  </vt:lpstr>
      <vt:lpstr>Consonantes 받침  </vt:lpstr>
      <vt:lpstr>Consonantes 받침  </vt:lpstr>
      <vt:lpstr>Consonantes 받침  </vt:lpstr>
      <vt:lpstr>Consonantes 받침  </vt:lpstr>
      <vt:lpstr>Consonantes 받침  </vt:lpstr>
      <vt:lpstr>Consonantes 받침  </vt:lpstr>
      <vt:lpstr>Consonantes 받침  </vt:lpstr>
      <vt:lpstr>Consonantes 받침  </vt:lpstr>
      <vt:lpstr>Consonantes 받침  </vt:lpstr>
      <vt:lpstr>Consonantes 받침  </vt:lpstr>
      <vt:lpstr>Consonantes 받침  </vt:lpstr>
      <vt:lpstr>Consonantes 받침  </vt:lpstr>
      <vt:lpstr>Consonantes 받침  </vt:lpstr>
      <vt:lpstr>Consonantes 받침  </vt:lpstr>
      <vt:lpstr>Consonantes 받침  </vt:lpstr>
      <vt:lpstr>PowerPoint Presentation</vt:lpstr>
      <vt:lpstr>PowerPoint Presentation</vt:lpstr>
      <vt:lpstr>PowerPoint Presentation</vt:lpstr>
      <vt:lpstr> Presentacion 자기소개[YA-GI-SO-GE] </vt:lpstr>
      <vt:lpstr> Presentacion 자기소개[YA-GI-SO-GE]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Academia Seúl · Hangul A1 · Cap. 1</dc:title>
  <dc:subject>PptxGenJS Presentation</dc:subject>
  <dc:creator>PptxGenJS</dc:creator>
  <cp:lastModifiedBy>Jae Hee Kim</cp:lastModifiedBy>
  <cp:revision>187</cp:revision>
  <dcterms:created xsi:type="dcterms:W3CDTF">2026-04-30T10:58:16Z</dcterms:created>
  <dcterms:modified xsi:type="dcterms:W3CDTF">2026-07-18T16:41:03Z</dcterms:modified>
</cp:coreProperties>
</file>