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  <p:sldId id="272" r:id="rId23"/>
    <p:sldId id="273" r:id="rId24"/>
    <p:sldId id="285" r:id="rId36"/>
    <p:sldId id="274" r:id="rId25"/>
    <p:sldId id="275" r:id="rId26"/>
    <p:sldId id="276" r:id="rId27"/>
    <p:sldId id="286" r:id="rId37"/>
    <p:sldId id="277" r:id="rId28"/>
    <p:sldId id="278" r:id="rId29"/>
    <p:sldId id="279" r:id="rId30"/>
    <p:sldId id="287" r:id="rId38"/>
    <p:sldId id="288" r:id="rId39"/>
    <p:sldId id="280" r:id="rId31"/>
    <p:sldId id="281" r:id="rId32"/>
    <p:sldId id="282" r:id="rId33"/>
    <p:sldId id="283" r:id="rId34"/>
    <p:sldId id="284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72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날짜와 요일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Fechas, Días y Números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el primer sistema de números coreano y decir fechas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contar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abren mil puertas: dinero, hora, edad, dirección, teléfono.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coreano hay DOS sistemas de números: el SINO-COREANO (de origen chino) y el COREANO PURO. Hoy aprendemos el primero — el sino-coreano — que es el más útil para empezar.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día: decir tu cumpleaños, el día y la fecha de hoy.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sino-coreano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Fechas (1월 2일 = 2 de enero)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Dinero (1.000원)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Números de teléfono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Direcciones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Minutos (3시 30분 = 3:30)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derivado del chino antiguo. Es el sistema más usado en contextos formales y modernos.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이 삼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il-i-sam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(números sino-coreanos)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1-10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(il)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(sam)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(sa)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(yuk)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(chil)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(pal)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(gu)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(sip)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COMBINAR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11-100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super lógico: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= 십일 (10+1)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= 이십 (2×10)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 = 이십오 (2×10 + 5)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= 오십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99 = 구십구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= 백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 Lego: ponés los bloques en el orden correcto.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DRILLING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Decime estos números en sino-coreano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937510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십오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304288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53912" y="2937510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이십삼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199382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삼십칠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45643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566160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4199382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사십팔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18304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28032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5461254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오십육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2" y="4718304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4828032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53912" y="5461254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육십구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98017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089904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8640" y="6723126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팔십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53912" y="598017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6089904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53912" y="6723126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구십구</a:t>
            </a:r>
            <a:endParaRPr lang="en-US" sz="1400" dirty="0"/>
          </a:p>
        </p:txBody>
      </p:sp>
      <p:pic>
        <p:nvPicPr>
          <p:cNvPr id="2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§5.4 · MESES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meses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(일월)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(이월)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(삼월)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(사월)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(오월)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(유월) *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- EXCEPCIÓN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(칠월)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(팔월)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(구월)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(시월) *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- EXCEPCIÓN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(십일월)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(십이월)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· FECHAS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del 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del mes usan números sino-coreanos + 일: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1일 = 일일 (día 1)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15일 = 십오일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30일 = 삼십일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COREANO: MES + DÍA (como en inglés, no como en español).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7월 3일 = 3 de julio.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(hoy)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§5.6 · DÍAS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la semana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(luna)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(fuego)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(agua)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목요일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(árbol)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(oro)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(tierra)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(sol)</a:t>
            </a:r>
            <a:endParaRPr lang="en-US" sz="1200" dirty="0"/>
          </a:p>
        </p:txBody>
      </p:sp>
      <p:pic>
        <p:nvPicPr>
          <p:cNvPr id="25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§5.7 · PREGUNTAR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fechas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preguntar: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며칠이에요? (¿Qué día del mes es hoy?)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7월 3일이에요.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무슨 요일이에요? (¿Qué día de la semana es?)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화요일이에요.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생일이 언제예요? (¿Cuándo es tu cumpleaños?)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제 생일은 5월 6일이에요.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무슨 = qué (para opciones definidas)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며칠 = qué día (del mes)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= cuándo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myeochil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(¿qué día?)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§5.8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importantes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1일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enero (Año Nuevo)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25일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15일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Liberación Corea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5일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del niño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9일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del Hangul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6일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 taller fue!)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§5.9 · DIÁLOGO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de cumpleaños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무슨 요일이에요?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día es hoy?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화요일이에요.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martes.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 씨, 생일이 언제예요?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María, ¿cuándo es tu cumpleaños?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생일은 5월 6일이에요.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cumple es el 6 de mayo.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와! 저는 5월 12일이에요.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¡Wow! El mío es el 12 de mayo.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달! 신기해요.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¡Mismo mes! Qué increíble.</a:t>
            </a:r>
            <a:endParaRPr lang="en-US" sz="1100" dirty="0"/>
          </a:p>
        </p:txBody>
      </p:sp>
      <p:pic>
        <p:nvPicPr>
          <p:cNvPr id="23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Números sino-coreanos 1-100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meses (con excepciones 6월/10월)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días de la semana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Decir fecha completa (mes + día)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Preguntar cumpleaños y día actual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Vocabulario: 오늘, 내일, 어제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1 min: tu cumple + el día de hoy + 3 fechas importantes para vos. Subir al Discord.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954</Words>
  <Application>Microsoft Office PowerPoint</Application>
  <PresentationFormat>Widescreen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5</dc:title>
  <dc:subject>PptxGenJS Presentation</dc:subject>
  <dc:creator>김재희 (Jay Kim)</dc:creator>
  <cp:lastModifiedBy>Jae Hee Kim</cp:lastModifiedBy>
  <cp:revision>2</cp:revision>
  <dcterms:created xsi:type="dcterms:W3CDTF">2026-06-02T07:35:58Z</dcterms:created>
  <dcterms:modified xsi:type="dcterms:W3CDTF">2026-06-07T23:29:07Z</dcterms:modified>
</cp:coreProperties>
</file>