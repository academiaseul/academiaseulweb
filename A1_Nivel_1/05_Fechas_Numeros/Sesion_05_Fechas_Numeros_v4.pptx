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50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9" r:id="rId18"/>
    <p:sldId id="271" r:id="rId19"/>
    <p:sldId id="272" r:id="rId20"/>
    <p:sldId id="273" r:id="rId21"/>
    <p:sldId id="290" r:id="rId22"/>
    <p:sldId id="285" r:id="rId23"/>
    <p:sldId id="274" r:id="rId24"/>
    <p:sldId id="275" r:id="rId25"/>
    <p:sldId id="276" r:id="rId26"/>
    <p:sldId id="291" r:id="rId27"/>
    <p:sldId id="286" r:id="rId28"/>
    <p:sldId id="277" r:id="rId29"/>
    <p:sldId id="278" r:id="rId30"/>
    <p:sldId id="279" r:id="rId31"/>
    <p:sldId id="292" r:id="rId32"/>
    <p:sldId id="287" r:id="rId33"/>
    <p:sldId id="288" r:id="rId34"/>
    <p:sldId id="280" r:id="rId35"/>
    <p:sldId id="281" r:id="rId36"/>
    <p:sldId id="282" r:id="rId37"/>
    <p:sldId id="293" r:id="rId38"/>
    <p:sldId id="283" r:id="rId39"/>
    <p:sldId id="28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721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날짜와 요일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Días y Números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el primer sistema de números coreano y decir fechas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6BCE-4922-2A9A-DB06-56CFCB531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f80">
            <a:extLst>
              <a:ext uri="{FF2B5EF4-FFF2-40B4-BE49-F238E27FC236}">
                <a16:creationId xmlns:a16="http://schemas.microsoft.com/office/drawing/2014/main" id="{5D41A049-706E-A037-1949-3AE4675EC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0" descr="/sessions/sleepy-zen-cray/mnt/outputs/deck_assets/logo_var2_azul.png">
            <a:extLst>
              <a:ext uri="{FF2B5EF4-FFF2-40B4-BE49-F238E27FC236}">
                <a16:creationId xmlns:a16="http://schemas.microsoft.com/office/drawing/2014/main" id="{290E7FC9-F5FA-8AEC-E01B-308FCA1F1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365" y="-600075"/>
            <a:ext cx="2571750" cy="2571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7733BC-E2A7-1BD5-2776-596D9A3F3D13}"/>
              </a:ext>
            </a:extLst>
          </p:cNvPr>
          <p:cNvSpPr txBox="1"/>
          <p:nvPr/>
        </p:nvSpPr>
        <p:spPr>
          <a:xfrm>
            <a:off x="2558473" y="478432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3600" dirty="0"/>
              <a:t>읽다</a:t>
            </a:r>
            <a:endParaRPr lang="es-CL" sz="3600" dirty="0"/>
          </a:p>
        </p:txBody>
      </p:sp>
    </p:spTree>
    <p:extLst>
      <p:ext uri="{BB962C8B-B14F-4D97-AF65-F5344CB8AC3E}">
        <p14:creationId xmlns:p14="http://schemas.microsoft.com/office/powerpoint/2010/main" val="98778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aprendemos a contar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abren mil puertas: dinero, hora, edad, dirección, teléfono.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coreano hay DOS sistemas de números: el SINO-COREANO (de origen chino) y el COREANO PURO. Hoy aprendemos el primero — el sino-coreano — que es el más útil para empezar.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día: decir tu cumpleaños, el día y la fecha de hoy.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sino-coreano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Fechas (1월 2일 = 2 de enero)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Dinero (1.000원)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Números de teléfono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Direcciones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Minutos (3시 30분 = 3:30)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derivado del chino antiguo. Es el sistema más usado en contextos formales y modernos.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이 삼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il-i-sam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(números sino-coreanos)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§5.2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1-10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(il)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(sam)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(sa)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(yuk)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(chil)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(pal)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(gu)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십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(sip)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COMBINAR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11-100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super lógico: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= 십일 (10+1)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= 이십 (2×10)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 = 이십오 (2×10 + 5)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= 오십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 = 구십구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 = 백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un Lego: ponés los bloques en el orden correcto.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baek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§5.3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Practicá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Decime estos números en sino-coreano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십오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2937510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이십삼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삼십칠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456432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566160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199382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사십팔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오십육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4718304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4828032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5461254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육십구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48640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팔십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53912" y="5980176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6089904"/>
            <a:ext cx="54864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53912" y="6723126"/>
            <a:ext cx="5486400" cy="400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구십구</a:t>
            </a:r>
            <a:endParaRPr lang="en-US" sz="1400" dirty="0"/>
          </a:p>
        </p:txBody>
      </p:sp>
      <p:pic>
        <p:nvPicPr>
          <p:cNvPr id="2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§5.4 · MESES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12 meses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(일월)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(이월)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(삼월)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(사월)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(오월)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(유월) *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- EXCEPCIÓN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(칠월)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(팔월)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9월 (구월)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(시월) *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- EXCEPCIÓN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11월 (십일월)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(십이월)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Diciembre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§5.5 · FECHAS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del 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días del mes usan números sino-coreanos + 일: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1일 = 일일 (día 1)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15일 = 십오일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30일 = 삼십일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COREANO: MES + DÍA (como en inglés, no como en español).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7월 3일 = 3 de julio.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oneul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(hoy)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§5.6 · DÍAS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la semana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월요일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(luna)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화요일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(fuego)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(agua)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목요일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(árbol)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금요일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 (oro)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(tierra)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(sol)</a:t>
            </a:r>
            <a:endParaRPr lang="en-US" sz="1200" dirty="0"/>
          </a:p>
        </p:txBody>
      </p:sp>
      <p:pic>
        <p:nvPicPr>
          <p:cNvPr id="25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§5.7 · PREGUNTAR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fechas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preguntar: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며칠이에요? (¿Qué día del mes es hoy?)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7월 3일이에요.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무슨 요일이에요? (¿Qué día de la semana es?)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화요일이에요.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생일이 언제예요? (¿Cuándo es tu cumpleaños?)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제 생일은 5월 6일이에요.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무슨 = qué (para opciones definidas)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며칠 = qué día (del mes)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 = cuándo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며칠?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myeochil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(¿qué día?)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§5.8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importantes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1월 1일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enero (Año Nuevo)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25일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15일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Liberación Corea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5일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niño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9일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del Hangul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 6일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 taller fue!)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§5.9 · DIÁLOGO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 cumpleaños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4572000"/>
          </a:xfrm>
          <a:prstGeom prst="roundRect">
            <a:avLst>
              <a:gd name="adj" fmla="val 3000"/>
            </a:avLst>
          </a:prstGeom>
          <a:solidFill>
            <a:srgbClr val="E8E5F8"/>
          </a:solidFill>
          <a:ln w="12700">
            <a:solidFill>
              <a:srgbClr val="C7C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무슨 요일이에요?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día es hoy?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화요일이에요.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martes.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마리아 씨, 생일이 언제예요?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María, ¿cuándo es tu cumpleaños?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 생일은 5월 6일이에요.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cumple es el 6 de mayo.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와! 저는 5월 12일이에요.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¡Wow! El mío es el 12 de mayo.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달! 신기해요.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6217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¡Mismo mes! Qué increíble.</a:t>
            </a:r>
            <a:endParaRPr lang="en-US" sz="1100" dirty="0"/>
          </a:p>
        </p:txBody>
      </p:sp>
      <p:pic>
        <p:nvPicPr>
          <p:cNvPr id="23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05  ·  NALJJA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sino-coreanos 1-100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meses (con excepciones 6월/10월)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días de la semana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Decir fecha completa (mes + día)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Preguntar cumpleaños y día actual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Vocabulario: 오늘, 내일, 어제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1 min: tu cumple + el día de hoy + 3 fechas importantes para vos. Subir al Discord.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5F6298-DE00-E1C4-2AF9-77F98D2A98D6}"/>
              </a:ext>
            </a:extLst>
          </p:cNvPr>
          <p:cNvSpPr txBox="1"/>
          <p:nvPr/>
        </p:nvSpPr>
        <p:spPr>
          <a:xfrm>
            <a:off x="8275320" y="204216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/>
              <a:t>[</a:t>
            </a:r>
            <a:r>
              <a:rPr lang="ko-KR" altLang="es-CL" dirty="0"/>
              <a:t>임니다</a:t>
            </a:r>
            <a:r>
              <a:rPr lang="es-CL" altLang="ko-KR" dirty="0"/>
              <a:t>]</a:t>
            </a:r>
            <a:endParaRPr lang="es-CL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F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f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E8CFC9-E8DE-AFCF-7D10-5C64DBBE3842}"/>
              </a:ext>
            </a:extLst>
          </p:cNvPr>
          <p:cNvSpPr txBox="1"/>
          <p:nvPr/>
        </p:nvSpPr>
        <p:spPr>
          <a:xfrm>
            <a:off x="1226820" y="4427220"/>
            <a:ext cx="186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/>
              <a:t>~</a:t>
            </a:r>
            <a:r>
              <a:rPr lang="ko-KR" altLang="es-CL" dirty="0"/>
              <a:t>이</a:t>
            </a:r>
            <a:r>
              <a:rPr lang="es-CL" dirty="0"/>
              <a:t> P/S </a:t>
            </a:r>
            <a:r>
              <a:rPr lang="ko-KR" altLang="es-CL" dirty="0"/>
              <a:t>아니에요</a:t>
            </a:r>
            <a:endParaRPr lang="es-CL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6EF6CD-6804-28B3-11E4-59D6AA27ED96}"/>
              </a:ext>
            </a:extLst>
          </p:cNvPr>
          <p:cNvSpPr txBox="1"/>
          <p:nvPr/>
        </p:nvSpPr>
        <p:spPr>
          <a:xfrm>
            <a:off x="3523488" y="213360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/>
              <a:t>[</a:t>
            </a:r>
            <a:r>
              <a:rPr lang="ko-KR" altLang="es-CL" dirty="0"/>
              <a:t>임니다</a:t>
            </a:r>
            <a:r>
              <a:rPr lang="es-CL" altLang="ko-KR" dirty="0"/>
              <a:t>]</a:t>
            </a:r>
            <a:endParaRPr lang="es-CL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E8C776-8C49-B7E8-9A2A-0D16054B3CAE}"/>
              </a:ext>
            </a:extLst>
          </p:cNvPr>
          <p:cNvSpPr txBox="1"/>
          <p:nvPr/>
        </p:nvSpPr>
        <p:spPr>
          <a:xfrm>
            <a:off x="6385560" y="777240"/>
            <a:ext cx="92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에</a:t>
            </a:r>
            <a:r>
              <a:rPr lang="es-CL" altLang="ko-KR" dirty="0"/>
              <a:t> a, en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FE85A4-DFCB-7794-9CCF-73DAB226DF1C}"/>
              </a:ext>
            </a:extLst>
          </p:cNvPr>
          <p:cNvSpPr txBox="1"/>
          <p:nvPr/>
        </p:nvSpPr>
        <p:spPr>
          <a:xfrm>
            <a:off x="853440" y="4533900"/>
            <a:ext cx="5743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앞에 있다</a:t>
            </a:r>
            <a:r>
              <a:rPr lang="es-CL" altLang="ko-KR" dirty="0"/>
              <a:t>. </a:t>
            </a:r>
            <a:r>
              <a:rPr lang="ko-KR" altLang="es-CL" dirty="0"/>
              <a:t>앞에 있어요 앞에 있었어요 앞에 있을 거에요</a:t>
            </a:r>
            <a:endParaRPr lang="es-CL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F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f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89DAA9-DF05-1628-C718-F2E297E683B8}"/>
              </a:ext>
            </a:extLst>
          </p:cNvPr>
          <p:cNvSpPr txBox="1"/>
          <p:nvPr/>
        </p:nvSpPr>
        <p:spPr>
          <a:xfrm>
            <a:off x="1082040" y="4111228"/>
            <a:ext cx="3379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책상이 학교에 있어요</a:t>
            </a:r>
            <a:endParaRPr lang="es-CL" altLang="ko-KR" dirty="0"/>
          </a:p>
          <a:p>
            <a:r>
              <a:rPr lang="es-CL" dirty="0"/>
              <a:t>Mesa(P/S) colegio (a, en) estar(</a:t>
            </a:r>
            <a:r>
              <a:rPr lang="es-CL" dirty="0" err="1"/>
              <a:t>pr</a:t>
            </a:r>
            <a:r>
              <a:rPr lang="es-CL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840B4D-40E6-47EC-2383-10282B2C83EC}"/>
              </a:ext>
            </a:extLst>
          </p:cNvPr>
          <p:cNvSpPr txBox="1"/>
          <p:nvPr/>
        </p:nvSpPr>
        <p:spPr>
          <a:xfrm>
            <a:off x="5882640" y="304800"/>
            <a:ext cx="3487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공이 책상 </a:t>
            </a:r>
            <a:r>
              <a:rPr lang="ko-KR" altLang="es-CL" dirty="0">
                <a:highlight>
                  <a:srgbClr val="FFFF00"/>
                </a:highlight>
              </a:rPr>
              <a:t>위</a:t>
            </a:r>
            <a:r>
              <a:rPr lang="ko-KR" altLang="es-CL" dirty="0"/>
              <a:t>에 있어요</a:t>
            </a:r>
            <a:endParaRPr lang="es-CL" altLang="ko-KR" dirty="0"/>
          </a:p>
          <a:p>
            <a:r>
              <a:rPr lang="es-CL" dirty="0"/>
              <a:t>Pelota/PS escrito encima </a:t>
            </a:r>
            <a:r>
              <a:rPr lang="es-CL" dirty="0" err="1"/>
              <a:t>a,en</a:t>
            </a:r>
            <a:r>
              <a:rPr lang="es-CL" dirty="0"/>
              <a:t> estar</a:t>
            </a:r>
          </a:p>
          <a:p>
            <a:r>
              <a:rPr lang="ko-KR" altLang="es-CL" dirty="0"/>
              <a:t>책상 위</a:t>
            </a:r>
            <a:r>
              <a:rPr lang="ko-KR" altLang="es-CL" dirty="0">
                <a:highlight>
                  <a:srgbClr val="FFFF00"/>
                </a:highlight>
              </a:rPr>
              <a:t>에</a:t>
            </a:r>
            <a:r>
              <a:rPr lang="ko-KR" altLang="es-CL" dirty="0"/>
              <a:t> 공이 있어요</a:t>
            </a:r>
            <a:endParaRPr lang="es-CL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5D15C6-7B63-5312-0375-305876A76C43}"/>
              </a:ext>
            </a:extLst>
          </p:cNvPr>
          <p:cNvSpPr txBox="1"/>
          <p:nvPr/>
        </p:nvSpPr>
        <p:spPr>
          <a:xfrm>
            <a:off x="6233160" y="1516380"/>
            <a:ext cx="1152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개 </a:t>
            </a:r>
            <a:r>
              <a:rPr lang="es-CL" altLang="ko-KR" dirty="0"/>
              <a:t>= perro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DC7EB-F74D-5BEB-032D-9A26E4602A6B}"/>
              </a:ext>
            </a:extLst>
          </p:cNvPr>
          <p:cNvSpPr txBox="1"/>
          <p:nvPr/>
        </p:nvSpPr>
        <p:spPr>
          <a:xfrm>
            <a:off x="6164580" y="2202180"/>
            <a:ext cx="28493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어디 </a:t>
            </a:r>
            <a:r>
              <a:rPr lang="es-CL" altLang="ko-KR" dirty="0"/>
              <a:t>= donde?</a:t>
            </a:r>
          </a:p>
          <a:p>
            <a:r>
              <a:rPr lang="ko-KR" altLang="es-CL" dirty="0"/>
              <a:t>책이 어디에 있어요</a:t>
            </a:r>
            <a:r>
              <a:rPr lang="es-CL" altLang="ko-KR" dirty="0"/>
              <a:t>?</a:t>
            </a:r>
          </a:p>
          <a:p>
            <a:r>
              <a:rPr lang="es-CL" dirty="0"/>
              <a:t>Libro (PS) donde(a, en) estar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F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f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09F016-DFDF-1D16-B580-3997B021217C}"/>
              </a:ext>
            </a:extLst>
          </p:cNvPr>
          <p:cNvSpPr txBox="1"/>
          <p:nvPr/>
        </p:nvSpPr>
        <p:spPr>
          <a:xfrm>
            <a:off x="4800600" y="1767840"/>
            <a:ext cx="35497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몇 층이에요</a:t>
            </a:r>
            <a:r>
              <a:rPr lang="es-CL" altLang="ko-KR" dirty="0"/>
              <a:t>?</a:t>
            </a:r>
          </a:p>
          <a:p>
            <a:r>
              <a:rPr lang="ko-KR" altLang="es-CL" dirty="0"/>
              <a:t>몇</a:t>
            </a:r>
            <a:r>
              <a:rPr lang="es-CL" altLang="ko-KR" dirty="0"/>
              <a:t>(que, cual) piso ser/estar</a:t>
            </a:r>
          </a:p>
          <a:p>
            <a:endParaRPr lang="es-CL" dirty="0"/>
          </a:p>
          <a:p>
            <a:r>
              <a:rPr lang="ko-KR" altLang="es-CL" dirty="0"/>
              <a:t>몇 번 버스를 타요</a:t>
            </a:r>
            <a:r>
              <a:rPr lang="es-CL" altLang="ko-KR" dirty="0"/>
              <a:t>?</a:t>
            </a:r>
          </a:p>
          <a:p>
            <a:r>
              <a:rPr lang="es-CL" dirty="0"/>
              <a:t>Que numero bus(PO) andar, montar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CB9575-A2C9-59B3-57FF-8BD29FA96C13}"/>
              </a:ext>
            </a:extLst>
          </p:cNvPr>
          <p:cNvSpPr txBox="1"/>
          <p:nvPr/>
        </p:nvSpPr>
        <p:spPr>
          <a:xfrm>
            <a:off x="4657344" y="1408176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학생 한 명 </a:t>
            </a:r>
            <a:endParaRPr lang="es-CL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EA2AF0-CB00-AAA0-7FC8-D6ACCBAE832E}"/>
              </a:ext>
            </a:extLst>
          </p:cNvPr>
          <p:cNvSpPr txBox="1"/>
          <p:nvPr/>
        </p:nvSpPr>
        <p:spPr>
          <a:xfrm>
            <a:off x="5897880" y="662940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요일 </a:t>
            </a:r>
            <a:r>
              <a:rPr lang="es-CL" altLang="ko-KR" dirty="0" err="1"/>
              <a:t>dia</a:t>
            </a:r>
            <a:r>
              <a:rPr lang="es-CL" altLang="ko-KR" dirty="0"/>
              <a:t> de la semana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CA512-693C-EF42-80EF-A28E2300F7CB}"/>
              </a:ext>
            </a:extLst>
          </p:cNvPr>
          <p:cNvSpPr txBox="1"/>
          <p:nvPr/>
        </p:nvSpPr>
        <p:spPr>
          <a:xfrm>
            <a:off x="762000" y="3611880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/>
              <a:t>2026</a:t>
            </a:r>
            <a:r>
              <a:rPr lang="ko-KR" altLang="es-CL" dirty="0"/>
              <a:t>년 </a:t>
            </a:r>
            <a:r>
              <a:rPr lang="es-CL" altLang="ko-KR" dirty="0"/>
              <a:t>6</a:t>
            </a:r>
            <a:r>
              <a:rPr lang="ko-KR" altLang="es-CL" dirty="0"/>
              <a:t>월 </a:t>
            </a:r>
            <a:r>
              <a:rPr lang="es-CL" altLang="ko-KR" dirty="0"/>
              <a:t>7</a:t>
            </a:r>
            <a:r>
              <a:rPr lang="ko-KR" altLang="es-CL" dirty="0"/>
              <a:t>일</a:t>
            </a:r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8F3EF-8AFD-21A3-18B8-2D605D2E4B28}"/>
              </a:ext>
            </a:extLst>
          </p:cNvPr>
          <p:cNvSpPr txBox="1"/>
          <p:nvPr/>
        </p:nvSpPr>
        <p:spPr>
          <a:xfrm>
            <a:off x="3048000" y="3787140"/>
            <a:ext cx="3886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월 화 수 목 금 토 일</a:t>
            </a:r>
            <a:endParaRPr lang="es-CL" altLang="ko-KR" dirty="0"/>
          </a:p>
          <a:p>
            <a:r>
              <a:rPr lang="es-CL" dirty="0"/>
              <a:t>Luna Fuego Agua </a:t>
            </a:r>
            <a:r>
              <a:rPr lang="es-CL" dirty="0" err="1"/>
              <a:t>Arbol</a:t>
            </a:r>
            <a:r>
              <a:rPr lang="es-CL" dirty="0"/>
              <a:t> Metal Tierra Sol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F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f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C10B7D-A08F-8CC5-05FF-39FA26FEEF25}"/>
              </a:ext>
            </a:extLst>
          </p:cNvPr>
          <p:cNvSpPr txBox="1"/>
          <p:nvPr/>
        </p:nvSpPr>
        <p:spPr>
          <a:xfrm>
            <a:off x="7261860" y="2712720"/>
            <a:ext cx="407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몇 년이에요</a:t>
            </a:r>
            <a:r>
              <a:rPr lang="es-CL" altLang="ko-KR" dirty="0"/>
              <a:t>? </a:t>
            </a:r>
            <a:r>
              <a:rPr lang="ko-KR" altLang="es-CL" dirty="0"/>
              <a:t>몇 월이에요</a:t>
            </a:r>
            <a:r>
              <a:rPr lang="es-CL" altLang="ko-KR" dirty="0"/>
              <a:t>? </a:t>
            </a:r>
            <a:r>
              <a:rPr lang="ko-KR" altLang="es-CL" dirty="0"/>
              <a:t>며칠이에요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7DDB3-E3F0-2442-3E70-99DF36F6C53B}"/>
              </a:ext>
            </a:extLst>
          </p:cNvPr>
          <p:cNvSpPr txBox="1"/>
          <p:nvPr/>
        </p:nvSpPr>
        <p:spPr>
          <a:xfrm>
            <a:off x="7132320" y="3447812"/>
            <a:ext cx="31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날짜가 뭐예요</a:t>
            </a:r>
            <a:r>
              <a:rPr lang="es-CL" altLang="ko-KR" dirty="0"/>
              <a:t>?</a:t>
            </a:r>
          </a:p>
          <a:p>
            <a:r>
              <a:rPr lang="es-CL" dirty="0"/>
              <a:t>2026</a:t>
            </a:r>
            <a:r>
              <a:rPr lang="ko-KR" altLang="es-CL" dirty="0"/>
              <a:t>년 </a:t>
            </a:r>
            <a:r>
              <a:rPr lang="es-CL" altLang="ko-KR" dirty="0"/>
              <a:t>6</a:t>
            </a:r>
            <a:r>
              <a:rPr lang="ko-KR" altLang="es-CL" dirty="0"/>
              <a:t>월 </a:t>
            </a:r>
            <a:r>
              <a:rPr lang="es-CL" altLang="ko-KR" dirty="0"/>
              <a:t>7</a:t>
            </a:r>
            <a:r>
              <a:rPr lang="ko-KR" altLang="es-CL" dirty="0"/>
              <a:t>일 일요일이에요</a:t>
            </a:r>
            <a:endParaRPr lang="es-CL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460ECE-E416-E954-069E-19E70A993C0C}"/>
              </a:ext>
            </a:extLst>
          </p:cNvPr>
          <p:cNvSpPr txBox="1"/>
          <p:nvPr/>
        </p:nvSpPr>
        <p:spPr>
          <a:xfrm>
            <a:off x="10035540" y="136398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육</a:t>
            </a:r>
            <a:r>
              <a:rPr lang="es-CL" altLang="ko-KR" dirty="0"/>
              <a:t>-&gt;</a:t>
            </a:r>
            <a:r>
              <a:rPr lang="ko-KR" altLang="es-CL" dirty="0"/>
              <a:t>유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E1074-F77B-1324-F4A0-B3E29BCAE68E}"/>
              </a:ext>
            </a:extLst>
          </p:cNvPr>
          <p:cNvSpPr txBox="1"/>
          <p:nvPr/>
        </p:nvSpPr>
        <p:spPr>
          <a:xfrm>
            <a:off x="6576060" y="3429000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십</a:t>
            </a:r>
            <a:r>
              <a:rPr lang="es-CL" altLang="ko-KR" dirty="0"/>
              <a:t>-&gt;</a:t>
            </a:r>
            <a:r>
              <a:rPr lang="ko-KR" altLang="es-CL" dirty="0"/>
              <a:t>시</a:t>
            </a:r>
            <a:endParaRPr lang="es-CL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97159-6D6E-7CE0-19CA-C0A0119E6F57}"/>
              </a:ext>
            </a:extLst>
          </p:cNvPr>
          <p:cNvSpPr txBox="1"/>
          <p:nvPr/>
        </p:nvSpPr>
        <p:spPr>
          <a:xfrm>
            <a:off x="5219700" y="1569720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몇 일</a:t>
            </a:r>
            <a:r>
              <a:rPr lang="es-CL" altLang="ko-KR" dirty="0"/>
              <a:t>(x) = </a:t>
            </a:r>
            <a:r>
              <a:rPr lang="ko-KR" altLang="es-CL" dirty="0"/>
              <a:t>며칠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45EA6-959A-F408-FE8D-C34CCAA1AF19}"/>
              </a:ext>
            </a:extLst>
          </p:cNvPr>
          <p:cNvSpPr txBox="1"/>
          <p:nvPr/>
        </p:nvSpPr>
        <p:spPr>
          <a:xfrm>
            <a:off x="4691380" y="3658354"/>
            <a:ext cx="20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언제 결혼했어요</a:t>
            </a:r>
            <a:r>
              <a:rPr lang="es-CL" altLang="ko-KR" dirty="0"/>
              <a:t>?</a:t>
            </a:r>
          </a:p>
          <a:p>
            <a:r>
              <a:rPr lang="es-CL" dirty="0"/>
              <a:t>Cuando </a:t>
            </a:r>
            <a:r>
              <a:rPr lang="es-CL" dirty="0" err="1"/>
              <a:t>matrimono</a:t>
            </a:r>
            <a:r>
              <a:rPr lang="es-CL" dirty="0"/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C602C6-737D-3E1B-631C-218FB447CA40}"/>
              </a:ext>
            </a:extLst>
          </p:cNvPr>
          <p:cNvSpPr txBox="1"/>
          <p:nvPr/>
        </p:nvSpPr>
        <p:spPr>
          <a:xfrm>
            <a:off x="3185160" y="767834"/>
            <a:ext cx="379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시</a:t>
            </a:r>
            <a:r>
              <a:rPr lang="es-CL" altLang="ko-KR" dirty="0"/>
              <a:t>= hora, </a:t>
            </a:r>
            <a:r>
              <a:rPr lang="ko-KR" altLang="es-CL" dirty="0"/>
              <a:t>분 </a:t>
            </a:r>
            <a:r>
              <a:rPr lang="es-CL" altLang="ko-KR" dirty="0"/>
              <a:t>= minutos, </a:t>
            </a:r>
            <a:r>
              <a:rPr lang="ko-KR" altLang="es-CL" dirty="0"/>
              <a:t>초 </a:t>
            </a:r>
            <a:r>
              <a:rPr lang="es-CL" altLang="ko-KR" dirty="0"/>
              <a:t>= segundos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D9761-6737-BAEA-B9B7-51AEE8CF2B5E}"/>
              </a:ext>
            </a:extLst>
          </p:cNvPr>
          <p:cNvSpPr txBox="1"/>
          <p:nvPr/>
        </p:nvSpPr>
        <p:spPr>
          <a:xfrm>
            <a:off x="7604760" y="767834"/>
            <a:ext cx="2470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에</a:t>
            </a:r>
            <a:r>
              <a:rPr lang="es-CL" altLang="ko-KR" dirty="0"/>
              <a:t>(a, en) = lugar, tiempo</a:t>
            </a:r>
            <a:endParaRPr lang="es-C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B357C-6185-0C26-996F-1E5234EE8766}"/>
              </a:ext>
            </a:extLst>
          </p:cNvPr>
          <p:cNvSpPr txBox="1"/>
          <p:nvPr/>
        </p:nvSpPr>
        <p:spPr>
          <a:xfrm>
            <a:off x="632460" y="3878580"/>
            <a:ext cx="1508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저녁 </a:t>
            </a:r>
            <a:r>
              <a:rPr lang="es-CL" altLang="ko-KR" dirty="0"/>
              <a:t>9</a:t>
            </a:r>
            <a:r>
              <a:rPr lang="ko-KR" altLang="es-CL" dirty="0"/>
              <a:t>시예요</a:t>
            </a:r>
            <a:endParaRPr lang="es-CL" altLang="ko-KR" dirty="0"/>
          </a:p>
          <a:p>
            <a:r>
              <a:rPr lang="ko-KR" altLang="es-CL" dirty="0"/>
              <a:t>오후 </a:t>
            </a:r>
            <a:r>
              <a:rPr lang="es-CL" altLang="ko-KR" dirty="0"/>
              <a:t>9</a:t>
            </a:r>
            <a:r>
              <a:rPr lang="ko-KR" altLang="es-CL" dirty="0"/>
              <a:t>시예요</a:t>
            </a:r>
            <a:endParaRPr lang="es-CL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F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f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1EB3E3-5665-739A-6314-014159296B73}"/>
              </a:ext>
            </a:extLst>
          </p:cNvPr>
          <p:cNvSpPr txBox="1"/>
          <p:nvPr/>
        </p:nvSpPr>
        <p:spPr>
          <a:xfrm>
            <a:off x="6096000" y="2956560"/>
            <a:ext cx="330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저녁 </a:t>
            </a:r>
            <a:r>
              <a:rPr lang="es-CL" altLang="ko-KR" dirty="0"/>
              <a:t>9</a:t>
            </a:r>
            <a:r>
              <a:rPr lang="ko-KR" altLang="es-CL" dirty="0"/>
              <a:t>시에 공부해요</a:t>
            </a:r>
            <a:endParaRPr lang="es-CL" altLang="ko-KR" dirty="0"/>
          </a:p>
          <a:p>
            <a:r>
              <a:rPr lang="es-CL" dirty="0"/>
              <a:t>Tardenoche 9 hora(</a:t>
            </a:r>
            <a:r>
              <a:rPr lang="es-CL" dirty="0" err="1"/>
              <a:t>a,en</a:t>
            </a:r>
            <a:r>
              <a:rPr lang="es-CL" dirty="0"/>
              <a:t>) estudiar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47B29C-4587-189D-5C50-0DA8219895FB}"/>
              </a:ext>
            </a:extLst>
          </p:cNvPr>
          <p:cNvSpPr txBox="1"/>
          <p:nvPr/>
        </p:nvSpPr>
        <p:spPr>
          <a:xfrm>
            <a:off x="5519928" y="1228344"/>
            <a:ext cx="4158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지금 몇 시예요</a:t>
            </a:r>
            <a:endParaRPr lang="es-CL" altLang="ko-KR" dirty="0"/>
          </a:p>
          <a:p>
            <a:r>
              <a:rPr lang="es-CL" dirty="0"/>
              <a:t>Ahora que hora(ser)</a:t>
            </a:r>
          </a:p>
          <a:p>
            <a:r>
              <a:rPr lang="ko-KR" altLang="es-CL" dirty="0"/>
              <a:t>오전</a:t>
            </a:r>
            <a:r>
              <a:rPr lang="es-CL" altLang="ko-KR" dirty="0"/>
              <a:t>, </a:t>
            </a:r>
            <a:r>
              <a:rPr lang="ko-KR" altLang="es-CL" dirty="0"/>
              <a:t>오후</a:t>
            </a:r>
            <a:endParaRPr lang="es-CL" altLang="ko-KR" dirty="0"/>
          </a:p>
          <a:p>
            <a:r>
              <a:rPr lang="es-CL" dirty="0"/>
              <a:t>Antes de medio </a:t>
            </a:r>
            <a:r>
              <a:rPr lang="es-CL" dirty="0" err="1"/>
              <a:t>dia</a:t>
            </a:r>
            <a:r>
              <a:rPr lang="es-CL" dirty="0"/>
              <a:t>, </a:t>
            </a:r>
            <a:r>
              <a:rPr lang="es-CL" dirty="0" err="1"/>
              <a:t>despues</a:t>
            </a:r>
            <a:r>
              <a:rPr lang="es-CL" dirty="0"/>
              <a:t> de medio </a:t>
            </a:r>
            <a:r>
              <a:rPr lang="es-CL" dirty="0" err="1"/>
              <a:t>dia</a:t>
            </a:r>
            <a:endParaRPr lang="es-CL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1190</Words>
  <Application>Microsoft Office PowerPoint</Application>
  <PresentationFormat>Widescreen</PresentationFormat>
  <Paragraphs>282</Paragraphs>
  <Slides>39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5</dc:title>
  <dc:subject>PptxGenJS Presentation</dc:subject>
  <dc:creator>김재희 (Jay Kim)</dc:creator>
  <cp:lastModifiedBy>Jae Hee Kim</cp:lastModifiedBy>
  <cp:revision>9</cp:revision>
  <dcterms:created xsi:type="dcterms:W3CDTF">2026-06-02T07:35:58Z</dcterms:created>
  <dcterms:modified xsi:type="dcterms:W3CDTF">2026-06-08T01:17:41Z</dcterms:modified>
</cp:coreProperties>
</file>