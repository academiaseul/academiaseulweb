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89"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3" d="100"/>
          <a:sy n="83" d="100"/>
        </p:scale>
        <p:origin x="658"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975838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Energía alta: hoy es celebración de progreso, no clase nueva. Pide que cada uno diga una palabra coreana que recuerde antes de partir.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segundos por tarjeta: '¿quién recuerda qué vimos aquí?' Deja que ellos digan el contenido antes de avanzar.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Lectura coral primero, luego individual rápido. Tapa la romanización con la mano si proyectas: que lean solo el hangul. Refuerza: hace 8 semanas esto eran dibujos.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Capítulo 0 de la Guía de Estudio. Lee las 21 en voz alta con ellos (coral). Insiste: ㅐ/ㅔ y ㅙ/ㅚ/ㅞ hoy suenan igual — no pierdan tiempo distinguiéndolas. Refuerzo en casa: pestaña Alfabeto del Lector de Hangul.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Prueba del papel: hoja frente a la boca — con ㅋㅌㅍㅊ se mueve, con ㄲㄸㅃㅆㅉ no. Es la diferencia entre 불 (fuego), 풀 (pasto) y 뿔 (cuerno).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Batchim = 'soporte' (lo que sostiene la sílaba). Practica: 책, 밥, 물, 빵 — que digan qué sonido final oyen. Conecta con las 3 partículas: batchim → 이에요/은/을, vocal → 예요/는/를.</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Ronda relámpago: cada alumno se presenta con nombre + una cosa que le gusta (좋아해요). Corrige pronunciación 1:1 aquí.</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Guía cap. 1. Respuestas: 1) 저는 (nombre)예요/이에요 · 2) 여보세요 · 3) 가세요 (honorífico). Aclara: 안녕하세요 sirve para todo; 여보세요 es solo teléfono — error clásico.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Juego de objetos reales: muestra cosas por la cámara (o imágenes) y pregunta 이게 뭐예요. Alterna 네/아니요 con trampas.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Guía cap. 2. Respuestas: 1) 그림이에요 (ㅁ es batchim) · 2) 이게 뭐예요? 사과예요 · 3) 물이에요? 아니요, 맥주예요. Haz que expliquen el POR QUÉ en voz alta.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alumno presenta a UN familiar con foto del celular: 우리 엄마예요. Momento cultural del 우리 — véndelo, es de los favoritos.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Guía cap. 3. Respuestas: 1) 우리 아빠예요 · 2) 우리 할머니예요 · 3) cultura colectiva: lo importante se comparte. Pide fotos del celular — funciona siempre.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Reto rápido: di números al azar (14, 32, 58) y que los armen. Recuérdales: el Lector de Hangul tiene el nivel Números para practicar en casa.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 la hora con relojes: 2:00, 5:30, 7:15. Contadores clave: 개 (cosas), 명 (personas), 잔 (vasos). El examen trae una hora, avísales.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Guía cap. 4. Respuestas: 1) 이십 · 여덟 · 2) el 2 es NATIVO (두 시), el 15 es SINO (십오 분) → 두 시 십오 분 · 3) 커피 두 잔 주세요. Confundir sistemas es EL error clásico del examen.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Describe tu casa en 2 frases: qué hay en tu pieza. 있어요/없어요 aparece en el examen en traducción.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Guía cap. 5. Respuestas: 1) 방에 책이 있어요 · 2) 병원이 어디예요? · 3) 가게에 빵이 없어요. 이/가 también sigue la regla del batchim (책이 · 우유가).</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Cadena: '어디에 가요?' → responde y pregunta al siguiente. Mete el 안 para negar: 학교에 안 가요, 공원에 가요.</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3 frases son literalmente de nuestra clase del 19 de agosto. Pídeles crear la suya con su propia familia.</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Guía cap. 6. Respuestas: 1) 할머니는 병원에 가요 (할머니 termina en vocal → 는) · 2) 공원에 안 가요. 수영장에 가요 · 3) 어디에 가요? Recuerda el orden: S + O + V.</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Mímica: un alumno actúa el verbo, el resto dice la frase completa con objeto (텔레비전을 봐요). Los 9 verbos entran al examen.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regla del semáforo: mira la ÚLTIMA vocal de la raíz. Practica con 보다→봐요, 마시다→마셔요, 읽다→읽어요.</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Guía cap. 7. Respuestas: 1) 마셔요 · 읽어요 · 해요 · 2) 아빠는 텔레비전을 봐요 · 3) 뭐 먹어요? 빵을 먹어요. Muestra la fusión 보아요→봐요 escribiéndola en la pizarra.</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Entrevista en parejas: 3 preguntas, 3 respuestas, luego presentan al compañero. Es el formato de la parte oral del examen.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Guía cap. 8. Respuestas: 1) (ej.) 피자를 좋아해요, 콜라를 좋아해요, 바다를 좋아해요 · 2) 소주 좋아해요? 아니요, 싫어해요. 막걸리를 좋아해요 · 3) 뭐 좋아해요? El bonus es gancho para Básico 2: no lo evalúes.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Dales 2 minutos en parejas antes de resolver. La siguiente lámina tiene las respuestas.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 cada frase en voz alta con ellos. Celebra los aciertos; los errores de partícula son ORO: explican la regla mejor que tú.</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Voluntarios leen + traducen. Respuestas: voy al colegio / ¿a dónde va mi hermano? / no voy al colegio, voy al parque / me gusta el jugo de mango / en la pieza hay una cama.</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Corrige en voz alta. Si hay dudas en cap. 4, vuelve a la lámina de contadores: es el punto que más se pierde en el examen.</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respuestas del cap. 8 son ejemplos: acepta cualquier cosa que les guste mientras la partícula y el verbo estén bien.</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 cada alumno marque su checklist en voz alta: '¿quién puede hacer la 3?'. Lo que quede sin marcar es su plan de estudio de la semana. La Guía de Estudio (PDF) va al grupo hoy junto con el vocabulario.</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Baja la ansiedad: todo lo del examen está en esta presentación. 45 puntos + bono. Manda la lista de vocab y el link del Lector al Discord hoy mismo.</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emocional: recuérdales su primera clase. Foto grupal de pantalla para el Instagram (con permiso).</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236F6"/>
        </a:solidFill>
        <a:effectLst/>
      </p:bgPr>
    </p:bg>
    <p:spTree>
      <p:nvGrpSpPr>
        <p:cNvPr id="1" name=""/>
        <p:cNvGrpSpPr/>
        <p:nvPr/>
      </p:nvGrpSpPr>
      <p:grpSpPr>
        <a:xfrm>
          <a:off x="0" y="0"/>
          <a:ext cx="0" cy="0"/>
          <a:chOff x="0" y="0"/>
          <a:chExt cx="0" cy="0"/>
        </a:xfrm>
      </p:grpSpPr>
      <p:pic>
        <p:nvPicPr>
          <p:cNvPr id="2" name="Image 0" descr="C:\Users\Chingu\AppData\Local\Temp\claude\C--Users-Chingu-Desktop-ACADEMIASEULWEB\d4111e1b-5523-44ea-97b2-b1a1d9545b9e\scratchpad\tigre-blanco.png"/>
          <p:cNvPicPr>
            <a:picLocks noChangeAspect="1"/>
          </p:cNvPicPr>
          <p:nvPr/>
        </p:nvPicPr>
        <p:blipFill>
          <a:blip r:embed="rId3"/>
          <a:stretch>
            <a:fillRect/>
          </a:stretch>
        </p:blipFill>
        <p:spPr>
          <a:xfrm>
            <a:off x="5413248" y="685800"/>
            <a:ext cx="1371600" cy="1325880"/>
          </a:xfrm>
          <a:prstGeom prst="rect">
            <a:avLst/>
          </a:prstGeom>
        </p:spPr>
      </p:pic>
      <p:sp>
        <p:nvSpPr>
          <p:cNvPr id="3" name="Text 0"/>
          <p:cNvSpPr txBox="1"/>
          <p:nvPr/>
        </p:nvSpPr>
        <p:spPr>
          <a:xfrm>
            <a:off x="548640" y="2286000"/>
            <a:ext cx="11064240" cy="365760"/>
          </a:xfrm>
          <a:prstGeom prst="rect">
            <a:avLst/>
          </a:prstGeom>
          <a:noFill/>
          <a:ln/>
        </p:spPr>
        <p:txBody>
          <a:bodyPr wrap="square" lIns="0" tIns="0" rIns="0" bIns="0" rtlCol="0" anchor="ctr"/>
          <a:lstStyle/>
          <a:p>
            <a:pPr marL="0" indent="0" algn="ctr">
              <a:buNone/>
            </a:pPr>
            <a:r>
              <a:rPr lang="en-US" sz="1400" b="1" kern="0" spc="300" dirty="0">
                <a:solidFill>
                  <a:srgbClr val="C9CFFF"/>
                </a:solidFill>
                <a:latin typeface="Arial" pitchFamily="34" charset="0"/>
                <a:ea typeface="Arial" pitchFamily="34" charset="-122"/>
                <a:cs typeface="Arial" pitchFamily="34" charset="-120"/>
              </a:rPr>
              <a:t>ACADEMIA SEÚL · NIVEL 1 · MÉTODO CHINGU</a:t>
            </a:r>
            <a:endParaRPr lang="en-US" sz="1400" dirty="0"/>
          </a:p>
        </p:txBody>
      </p:sp>
      <p:sp>
        <p:nvSpPr>
          <p:cNvPr id="4" name="Text 1"/>
          <p:cNvSpPr txBox="1"/>
          <p:nvPr/>
        </p:nvSpPr>
        <p:spPr>
          <a:xfrm>
            <a:off x="548640" y="2697480"/>
            <a:ext cx="11064240" cy="1234440"/>
          </a:xfrm>
          <a:prstGeom prst="rect">
            <a:avLst/>
          </a:prstGeom>
          <a:noFill/>
          <a:ln/>
        </p:spPr>
        <p:txBody>
          <a:bodyPr wrap="square" lIns="0" tIns="0" rIns="0" bIns="0" rtlCol="0" anchor="ctr"/>
          <a:lstStyle/>
          <a:p>
            <a:pPr marL="0" indent="0" algn="ctr">
              <a:buNone/>
            </a:pPr>
            <a:r>
              <a:rPr lang="en-US" sz="7200" b="1" dirty="0">
                <a:solidFill>
                  <a:srgbClr val="FFFFFF"/>
                </a:solidFill>
                <a:latin typeface="Malgun Gothic" pitchFamily="34" charset="0"/>
                <a:ea typeface="Malgun Gothic" pitchFamily="34" charset="-122"/>
                <a:cs typeface="Malgun Gothic" pitchFamily="34" charset="-120"/>
              </a:rPr>
              <a:t>중간 복습</a:t>
            </a:r>
            <a:endParaRPr lang="en-US" sz="7200" dirty="0"/>
          </a:p>
        </p:txBody>
      </p:sp>
      <p:sp>
        <p:nvSpPr>
          <p:cNvPr id="5" name="Text 2"/>
          <p:cNvSpPr txBox="1"/>
          <p:nvPr/>
        </p:nvSpPr>
        <p:spPr>
          <a:xfrm>
            <a:off x="548640" y="3977640"/>
            <a:ext cx="11064240" cy="4572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Repaso Mid-term · Todo lo que ya sabes decir</a:t>
            </a:r>
            <a:endParaRPr lang="en-US" sz="2200" dirty="0"/>
          </a:p>
        </p:txBody>
      </p:sp>
      <p:sp>
        <p:nvSpPr>
          <p:cNvPr id="6" name="Text 3"/>
          <p:cNvSpPr txBox="1"/>
          <p:nvPr/>
        </p:nvSpPr>
        <p:spPr>
          <a:xfrm>
            <a:off x="548640" y="4526280"/>
            <a:ext cx="11064240" cy="365760"/>
          </a:xfrm>
          <a:prstGeom prst="rect">
            <a:avLst/>
          </a:prstGeom>
          <a:noFill/>
          <a:ln/>
        </p:spPr>
        <p:txBody>
          <a:bodyPr wrap="square" lIns="0" tIns="0" rIns="0" bIns="0" rtlCol="0" anchor="ctr"/>
          <a:lstStyle/>
          <a:p>
            <a:pPr marL="0" indent="0" algn="ctr">
              <a:buNone/>
            </a:pPr>
            <a:r>
              <a:rPr lang="en-US" sz="1500" dirty="0">
                <a:solidFill>
                  <a:srgbClr val="C9CFFF"/>
                </a:solidFill>
                <a:latin typeface="Arial" pitchFamily="34" charset="0"/>
                <a:ea typeface="Arial" pitchFamily="34" charset="-122"/>
                <a:cs typeface="Arial" pitchFamily="34" charset="-120"/>
              </a:rPr>
              <a:t>Alfabeto completo · Lecciones 1–9 · 한글학교 한국어 1 · números · con la Guía de Estudio</a:t>
            </a:r>
            <a:endParaRPr lang="en-US" sz="1500" dirty="0"/>
          </a:p>
        </p:txBody>
      </p:sp>
      <p:sp>
        <p:nvSpPr>
          <p:cNvPr id="7" name="Text 4"/>
          <p:cNvSpPr txBox="1"/>
          <p:nvPr/>
        </p:nvSpPr>
        <p:spPr>
          <a:xfrm>
            <a:off x="548640" y="5852160"/>
            <a:ext cx="11064240" cy="365760"/>
          </a:xfrm>
          <a:prstGeom prst="rect">
            <a:avLst/>
          </a:prstGeom>
          <a:noFill/>
          <a:ln/>
        </p:spPr>
        <p:txBody>
          <a:bodyPr wrap="square" lIns="0" tIns="0" rIns="0" bIns="0" rtlCol="0" anchor="ctr"/>
          <a:lstStyle/>
          <a:p>
            <a:pPr marL="0" indent="0" algn="ctr">
              <a:buNone/>
            </a:pPr>
            <a:r>
              <a:rPr lang="en-US" sz="1300" i="1" dirty="0">
                <a:solidFill>
                  <a:srgbClr val="D4AF37"/>
                </a:solidFill>
                <a:latin typeface="Arial" pitchFamily="34" charset="0"/>
                <a:ea typeface="Arial" pitchFamily="34" charset="-122"/>
                <a:cs typeface="Arial" pitchFamily="34" charset="-120"/>
              </a:rPr>
              <a:t>¡Hoy no aprendemos nada nuevo — descubrimos cuánto sabes! 화이팅</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310896"/>
          </a:xfrm>
          <a:prstGeom prst="rect">
            <a:avLst/>
          </a:prstGeom>
          <a:noFill/>
          <a:ln/>
        </p:spPr>
        <p:txBody>
          <a:bodyPr wrap="square" lIns="0" tIns="0" rIns="0" bIns="0" rtlCol="0" anchor="ctr"/>
          <a:lstStyle/>
          <a:p>
            <a:pPr marL="0" indent="0">
              <a:buNone/>
            </a:pPr>
            <a:r>
              <a:rPr lang="en-US" sz="1200" b="1" kern="0" spc="300" dirty="0">
                <a:solidFill>
                  <a:srgbClr val="4236F6"/>
                </a:solidFill>
                <a:latin typeface="Arial" pitchFamily="34" charset="0"/>
                <a:ea typeface="Arial" pitchFamily="34" charset="-122"/>
                <a:cs typeface="Arial" pitchFamily="34" charset="-120"/>
              </a:rPr>
              <a:t>EL MAPA DEL VIAJE</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marL="0" indent="0">
              <a:buNone/>
            </a:pPr>
            <a:r>
              <a:rPr lang="en-US" sz="3200" b="1" dirty="0">
                <a:solidFill>
                  <a:srgbClr val="0A0A0F"/>
                </a:solidFill>
                <a:latin typeface="Arial" pitchFamily="34" charset="0"/>
                <a:ea typeface="Arial" pitchFamily="34" charset="-122"/>
                <a:cs typeface="Arial" pitchFamily="34" charset="-120"/>
              </a:rPr>
              <a:t>8 paradas en 8 semanas — mira todo lo que cubrimos</a:t>
            </a:r>
            <a:endParaRPr lang="en-US" sz="3200" dirty="0"/>
          </a:p>
        </p:txBody>
      </p:sp>
      <p:pic>
        <p:nvPicPr>
          <p:cNvPr id="4" name="Image 0" descr="C:\Users\Chingu\AppData\Local\Temp\claude\C--Users-Chingu-Desktop-ACADEMIASEULWEB\d4111e1b-5523-44ea-97b2-b1a1d9545b9e\scratchpad\igpost\sello-azul.png"/>
          <p:cNvPicPr>
            <a:picLocks noChangeAspect="1"/>
          </p:cNvPicPr>
          <p:nvPr/>
        </p:nvPicPr>
        <p:blipFill>
          <a:blip r:embed="rId3"/>
          <a:stretch>
            <a:fillRect/>
          </a:stretch>
        </p:blipFill>
        <p:spPr>
          <a:xfrm>
            <a:off x="11475720" y="6236208"/>
            <a:ext cx="457200" cy="438912"/>
          </a:xfrm>
          <a:prstGeom prst="rect">
            <a:avLst/>
          </a:prstGeom>
        </p:spPr>
      </p:pic>
      <p:sp>
        <p:nvSpPr>
          <p:cNvPr id="5" name="Shape 2"/>
          <p:cNvSpPr/>
          <p:nvPr/>
        </p:nvSpPr>
        <p:spPr>
          <a:xfrm>
            <a:off x="548640" y="1554480"/>
            <a:ext cx="2743200" cy="1115568"/>
          </a:xfrm>
          <a:prstGeom prst="roundRect">
            <a:avLst>
              <a:gd name="adj" fmla="val 6557"/>
            </a:avLst>
          </a:prstGeom>
          <a:solidFill>
            <a:srgbClr val="EEF1FF"/>
          </a:solidFill>
          <a:ln w="12700">
            <a:solidFill>
              <a:srgbClr val="D8DCF5"/>
            </a:solidFill>
            <a:prstDash val="solid"/>
          </a:ln>
        </p:spPr>
      </p:sp>
      <p:sp>
        <p:nvSpPr>
          <p:cNvPr id="6" name="Text 3"/>
          <p:cNvSpPr txBox="1"/>
          <p:nvPr/>
        </p:nvSpPr>
        <p:spPr>
          <a:xfrm>
            <a:off x="548640" y="1609344"/>
            <a:ext cx="2743200" cy="580095"/>
          </a:xfrm>
          <a:prstGeom prst="rect">
            <a:avLst/>
          </a:prstGeom>
          <a:noFill/>
          <a:ln/>
        </p:spPr>
        <p:txBody>
          <a:bodyPr wrap="square" lIns="0" tIns="0" rIns="0" bIns="0" rtlCol="0" anchor="ctr"/>
          <a:lstStyle/>
          <a:p>
            <a:pPr marL="0" indent="0" algn="ctr">
              <a:buNone/>
            </a:pPr>
            <a:r>
              <a:rPr lang="en-US" sz="2000" b="1" dirty="0">
                <a:solidFill>
                  <a:srgbClr val="0A0A0F"/>
                </a:solidFill>
                <a:latin typeface="Malgun Gothic" pitchFamily="34" charset="0"/>
                <a:ea typeface="Malgun Gothic" pitchFamily="34" charset="-122"/>
                <a:cs typeface="Malgun Gothic" pitchFamily="34" charset="-120"/>
              </a:rPr>
              <a:t>한글</a:t>
            </a:r>
            <a:endParaRPr lang="en-US" sz="2000" dirty="0"/>
          </a:p>
        </p:txBody>
      </p:sp>
      <p:sp>
        <p:nvSpPr>
          <p:cNvPr id="7" name="Text 4"/>
          <p:cNvSpPr txBox="1"/>
          <p:nvPr/>
        </p:nvSpPr>
        <p:spPr>
          <a:xfrm>
            <a:off x="548640" y="2168042"/>
            <a:ext cx="2743200" cy="245425"/>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han-gul</a:t>
            </a:r>
            <a:endParaRPr lang="en-US" sz="1100" dirty="0"/>
          </a:p>
        </p:txBody>
      </p:sp>
      <p:sp>
        <p:nvSpPr>
          <p:cNvPr id="8" name="Text 5"/>
          <p:cNvSpPr txBox="1"/>
          <p:nvPr/>
        </p:nvSpPr>
        <p:spPr>
          <a:xfrm>
            <a:off x="548640" y="2380000"/>
            <a:ext cx="2743200" cy="267736"/>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leer el alfabeto</a:t>
            </a:r>
            <a:endParaRPr lang="en-US" sz="1100" dirty="0"/>
          </a:p>
        </p:txBody>
      </p:sp>
      <p:sp>
        <p:nvSpPr>
          <p:cNvPr id="9" name="Shape 6"/>
          <p:cNvSpPr/>
          <p:nvPr/>
        </p:nvSpPr>
        <p:spPr>
          <a:xfrm>
            <a:off x="3419856" y="1554480"/>
            <a:ext cx="2743200" cy="1115568"/>
          </a:xfrm>
          <a:prstGeom prst="roundRect">
            <a:avLst>
              <a:gd name="adj" fmla="val 6557"/>
            </a:avLst>
          </a:prstGeom>
          <a:solidFill>
            <a:srgbClr val="EEF1FF"/>
          </a:solidFill>
          <a:ln w="12700">
            <a:solidFill>
              <a:srgbClr val="D8DCF5"/>
            </a:solidFill>
            <a:prstDash val="solid"/>
          </a:ln>
        </p:spPr>
      </p:sp>
      <p:sp>
        <p:nvSpPr>
          <p:cNvPr id="10" name="Text 7"/>
          <p:cNvSpPr txBox="1"/>
          <p:nvPr/>
        </p:nvSpPr>
        <p:spPr>
          <a:xfrm>
            <a:off x="3419856" y="1609344"/>
            <a:ext cx="2743200" cy="580095"/>
          </a:xfrm>
          <a:prstGeom prst="rect">
            <a:avLst/>
          </a:prstGeom>
          <a:noFill/>
          <a:ln/>
        </p:spPr>
        <p:txBody>
          <a:bodyPr wrap="square" lIns="0" tIns="0" rIns="0" bIns="0" rtlCol="0" anchor="ctr"/>
          <a:lstStyle/>
          <a:p>
            <a:pPr marL="0" indent="0" algn="ctr">
              <a:buNone/>
            </a:pPr>
            <a:r>
              <a:rPr lang="en-US" sz="2000" b="1" dirty="0">
                <a:solidFill>
                  <a:srgbClr val="0A0A0F"/>
                </a:solidFill>
                <a:latin typeface="Malgun Gothic" pitchFamily="34" charset="0"/>
                <a:ea typeface="Malgun Gothic" pitchFamily="34" charset="-122"/>
                <a:cs typeface="Malgun Gothic" pitchFamily="34" charset="-120"/>
              </a:rPr>
              <a:t>안녕하세요</a:t>
            </a:r>
            <a:endParaRPr lang="en-US" sz="2000" dirty="0"/>
          </a:p>
        </p:txBody>
      </p:sp>
      <p:sp>
        <p:nvSpPr>
          <p:cNvPr id="11" name="Text 8"/>
          <p:cNvSpPr txBox="1"/>
          <p:nvPr/>
        </p:nvSpPr>
        <p:spPr>
          <a:xfrm>
            <a:off x="3419856" y="2168042"/>
            <a:ext cx="2743200" cy="245425"/>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an-niong-ja-se-io</a:t>
            </a:r>
            <a:endParaRPr lang="en-US" sz="1100" dirty="0"/>
          </a:p>
        </p:txBody>
      </p:sp>
      <p:sp>
        <p:nvSpPr>
          <p:cNvPr id="12" name="Text 9"/>
          <p:cNvSpPr txBox="1"/>
          <p:nvPr/>
        </p:nvSpPr>
        <p:spPr>
          <a:xfrm>
            <a:off x="3419856" y="2380000"/>
            <a:ext cx="2743200" cy="267736"/>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saludos · 1과</a:t>
            </a:r>
            <a:endParaRPr lang="en-US" sz="1100" dirty="0"/>
          </a:p>
        </p:txBody>
      </p:sp>
      <p:sp>
        <p:nvSpPr>
          <p:cNvPr id="13" name="Shape 10"/>
          <p:cNvSpPr/>
          <p:nvPr/>
        </p:nvSpPr>
        <p:spPr>
          <a:xfrm>
            <a:off x="6291072" y="1554480"/>
            <a:ext cx="2743200" cy="1115568"/>
          </a:xfrm>
          <a:prstGeom prst="roundRect">
            <a:avLst>
              <a:gd name="adj" fmla="val 6557"/>
            </a:avLst>
          </a:prstGeom>
          <a:solidFill>
            <a:srgbClr val="EEF1FF"/>
          </a:solidFill>
          <a:ln w="12700">
            <a:solidFill>
              <a:srgbClr val="D8DCF5"/>
            </a:solidFill>
            <a:prstDash val="solid"/>
          </a:ln>
        </p:spPr>
      </p:sp>
      <p:sp>
        <p:nvSpPr>
          <p:cNvPr id="14" name="Text 11"/>
          <p:cNvSpPr txBox="1"/>
          <p:nvPr/>
        </p:nvSpPr>
        <p:spPr>
          <a:xfrm>
            <a:off x="6291072" y="1609344"/>
            <a:ext cx="2743200" cy="580095"/>
          </a:xfrm>
          <a:prstGeom prst="rect">
            <a:avLst/>
          </a:prstGeom>
          <a:noFill/>
          <a:ln/>
        </p:spPr>
        <p:txBody>
          <a:bodyPr wrap="square" lIns="0" tIns="0" rIns="0" bIns="0" rtlCol="0" anchor="ctr"/>
          <a:lstStyle/>
          <a:p>
            <a:pPr marL="0" indent="0" algn="ctr">
              <a:buNone/>
            </a:pPr>
            <a:r>
              <a:rPr lang="en-US" sz="2000" b="1" dirty="0">
                <a:solidFill>
                  <a:srgbClr val="0A0A0F"/>
                </a:solidFill>
                <a:latin typeface="Malgun Gothic" pitchFamily="34" charset="0"/>
                <a:ea typeface="Malgun Gothic" pitchFamily="34" charset="-122"/>
                <a:cs typeface="Malgun Gothic" pitchFamily="34" charset="-120"/>
              </a:rPr>
              <a:t>이게 뭐예요?</a:t>
            </a:r>
            <a:endParaRPr lang="en-US" sz="2000" dirty="0"/>
          </a:p>
        </p:txBody>
      </p:sp>
      <p:sp>
        <p:nvSpPr>
          <p:cNvPr id="15" name="Text 12"/>
          <p:cNvSpPr txBox="1"/>
          <p:nvPr/>
        </p:nvSpPr>
        <p:spPr>
          <a:xfrm>
            <a:off x="6291072" y="2168042"/>
            <a:ext cx="2743200" cy="245425"/>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i-gue mo-e-io</a:t>
            </a:r>
            <a:endParaRPr lang="en-US" sz="1100" dirty="0"/>
          </a:p>
        </p:txBody>
      </p:sp>
      <p:sp>
        <p:nvSpPr>
          <p:cNvPr id="16" name="Text 13"/>
          <p:cNvSpPr txBox="1"/>
          <p:nvPr/>
        </p:nvSpPr>
        <p:spPr>
          <a:xfrm>
            <a:off x="6291072" y="2380000"/>
            <a:ext cx="2743200" cy="267736"/>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¿qué es esto? · 2–3과</a:t>
            </a:r>
            <a:endParaRPr lang="en-US" sz="1100" dirty="0"/>
          </a:p>
        </p:txBody>
      </p:sp>
      <p:sp>
        <p:nvSpPr>
          <p:cNvPr id="17" name="Shape 14"/>
          <p:cNvSpPr/>
          <p:nvPr/>
        </p:nvSpPr>
        <p:spPr>
          <a:xfrm>
            <a:off x="9162288" y="1554480"/>
            <a:ext cx="2743200" cy="1115568"/>
          </a:xfrm>
          <a:prstGeom prst="roundRect">
            <a:avLst>
              <a:gd name="adj" fmla="val 6557"/>
            </a:avLst>
          </a:prstGeom>
          <a:solidFill>
            <a:srgbClr val="EEF1FF"/>
          </a:solidFill>
          <a:ln w="12700">
            <a:solidFill>
              <a:srgbClr val="D8DCF5"/>
            </a:solidFill>
            <a:prstDash val="solid"/>
          </a:ln>
        </p:spPr>
      </p:sp>
      <p:sp>
        <p:nvSpPr>
          <p:cNvPr id="18" name="Text 15"/>
          <p:cNvSpPr txBox="1"/>
          <p:nvPr/>
        </p:nvSpPr>
        <p:spPr>
          <a:xfrm>
            <a:off x="9162288" y="1609344"/>
            <a:ext cx="2743200" cy="580095"/>
          </a:xfrm>
          <a:prstGeom prst="rect">
            <a:avLst/>
          </a:prstGeom>
          <a:noFill/>
          <a:ln/>
        </p:spPr>
        <p:txBody>
          <a:bodyPr wrap="square" lIns="0" tIns="0" rIns="0" bIns="0" rtlCol="0" anchor="ctr"/>
          <a:lstStyle/>
          <a:p>
            <a:pPr marL="0" indent="0" algn="ctr">
              <a:buNone/>
            </a:pPr>
            <a:r>
              <a:rPr lang="en-US" sz="2000" b="1" dirty="0">
                <a:solidFill>
                  <a:srgbClr val="0A0A0F"/>
                </a:solidFill>
                <a:latin typeface="Malgun Gothic" pitchFamily="34" charset="0"/>
                <a:ea typeface="Malgun Gothic" pitchFamily="34" charset="-122"/>
                <a:cs typeface="Malgun Gothic" pitchFamily="34" charset="-120"/>
              </a:rPr>
              <a:t>우리 엄마예요</a:t>
            </a:r>
            <a:endParaRPr lang="en-US" sz="2000" dirty="0"/>
          </a:p>
        </p:txBody>
      </p:sp>
      <p:sp>
        <p:nvSpPr>
          <p:cNvPr id="19" name="Text 16"/>
          <p:cNvSpPr txBox="1"/>
          <p:nvPr/>
        </p:nvSpPr>
        <p:spPr>
          <a:xfrm>
            <a:off x="9162288" y="2168042"/>
            <a:ext cx="2743200" cy="245425"/>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u-ri om-ma-e-io</a:t>
            </a:r>
            <a:endParaRPr lang="en-US" sz="1100" dirty="0"/>
          </a:p>
        </p:txBody>
      </p:sp>
      <p:sp>
        <p:nvSpPr>
          <p:cNvPr id="20" name="Text 17"/>
          <p:cNvSpPr txBox="1"/>
          <p:nvPr/>
        </p:nvSpPr>
        <p:spPr>
          <a:xfrm>
            <a:off x="9162288" y="2380000"/>
            <a:ext cx="2743200" cy="267736"/>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familia · 4과</a:t>
            </a:r>
            <a:endParaRPr lang="en-US" sz="1100" dirty="0"/>
          </a:p>
        </p:txBody>
      </p:sp>
      <p:sp>
        <p:nvSpPr>
          <p:cNvPr id="21" name="Shape 18"/>
          <p:cNvSpPr/>
          <p:nvPr/>
        </p:nvSpPr>
        <p:spPr>
          <a:xfrm>
            <a:off x="548640" y="2834640"/>
            <a:ext cx="2743200" cy="1115568"/>
          </a:xfrm>
          <a:prstGeom prst="roundRect">
            <a:avLst>
              <a:gd name="adj" fmla="val 6557"/>
            </a:avLst>
          </a:prstGeom>
          <a:solidFill>
            <a:srgbClr val="EEF1FF"/>
          </a:solidFill>
          <a:ln w="12700">
            <a:solidFill>
              <a:srgbClr val="D8DCF5"/>
            </a:solidFill>
            <a:prstDash val="solid"/>
          </a:ln>
        </p:spPr>
      </p:sp>
      <p:sp>
        <p:nvSpPr>
          <p:cNvPr id="22" name="Text 19"/>
          <p:cNvSpPr txBox="1"/>
          <p:nvPr/>
        </p:nvSpPr>
        <p:spPr>
          <a:xfrm>
            <a:off x="548640" y="2889504"/>
            <a:ext cx="2743200" cy="580095"/>
          </a:xfrm>
          <a:prstGeom prst="rect">
            <a:avLst/>
          </a:prstGeom>
          <a:noFill/>
          <a:ln/>
        </p:spPr>
        <p:txBody>
          <a:bodyPr wrap="square" lIns="0" tIns="0" rIns="0" bIns="0" rtlCol="0" anchor="ctr"/>
          <a:lstStyle/>
          <a:p>
            <a:pPr marL="0" indent="0" algn="ctr">
              <a:buNone/>
            </a:pPr>
            <a:r>
              <a:rPr lang="en-US" sz="2000" b="1" dirty="0">
                <a:solidFill>
                  <a:srgbClr val="0A0A0F"/>
                </a:solidFill>
                <a:latin typeface="Malgun Gothic" pitchFamily="34" charset="0"/>
                <a:ea typeface="Malgun Gothic" pitchFamily="34" charset="-122"/>
                <a:cs typeface="Malgun Gothic" pitchFamily="34" charset="-120"/>
              </a:rPr>
              <a:t>숫자</a:t>
            </a:r>
            <a:endParaRPr lang="en-US" sz="2000" dirty="0"/>
          </a:p>
        </p:txBody>
      </p:sp>
      <p:sp>
        <p:nvSpPr>
          <p:cNvPr id="23" name="Text 20"/>
          <p:cNvSpPr txBox="1"/>
          <p:nvPr/>
        </p:nvSpPr>
        <p:spPr>
          <a:xfrm>
            <a:off x="548640" y="3448202"/>
            <a:ext cx="2743200" cy="245425"/>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sut-cha</a:t>
            </a:r>
            <a:endParaRPr lang="en-US" sz="1100" dirty="0"/>
          </a:p>
        </p:txBody>
      </p:sp>
      <p:sp>
        <p:nvSpPr>
          <p:cNvPr id="24" name="Text 21"/>
          <p:cNvSpPr txBox="1"/>
          <p:nvPr/>
        </p:nvSpPr>
        <p:spPr>
          <a:xfrm>
            <a:off x="548640" y="3660160"/>
            <a:ext cx="2743200" cy="267736"/>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números · fechas · hora</a:t>
            </a:r>
            <a:endParaRPr lang="en-US" sz="1100" dirty="0"/>
          </a:p>
        </p:txBody>
      </p:sp>
      <p:sp>
        <p:nvSpPr>
          <p:cNvPr id="25" name="Shape 22"/>
          <p:cNvSpPr/>
          <p:nvPr/>
        </p:nvSpPr>
        <p:spPr>
          <a:xfrm>
            <a:off x="3419856" y="2834640"/>
            <a:ext cx="2743200" cy="1115568"/>
          </a:xfrm>
          <a:prstGeom prst="roundRect">
            <a:avLst>
              <a:gd name="adj" fmla="val 6557"/>
            </a:avLst>
          </a:prstGeom>
          <a:solidFill>
            <a:srgbClr val="EEF1FF"/>
          </a:solidFill>
          <a:ln w="12700">
            <a:solidFill>
              <a:srgbClr val="D8DCF5"/>
            </a:solidFill>
            <a:prstDash val="solid"/>
          </a:ln>
        </p:spPr>
      </p:sp>
      <p:sp>
        <p:nvSpPr>
          <p:cNvPr id="26" name="Text 23"/>
          <p:cNvSpPr txBox="1"/>
          <p:nvPr/>
        </p:nvSpPr>
        <p:spPr>
          <a:xfrm>
            <a:off x="3419856" y="2889504"/>
            <a:ext cx="2743200" cy="580095"/>
          </a:xfrm>
          <a:prstGeom prst="rect">
            <a:avLst/>
          </a:prstGeom>
          <a:noFill/>
          <a:ln/>
        </p:spPr>
        <p:txBody>
          <a:bodyPr wrap="square" lIns="0" tIns="0" rIns="0" bIns="0" rtlCol="0" anchor="ctr"/>
          <a:lstStyle/>
          <a:p>
            <a:pPr marL="0" indent="0" algn="ctr">
              <a:buNone/>
            </a:pPr>
            <a:r>
              <a:rPr lang="en-US" sz="2000" b="1" dirty="0">
                <a:solidFill>
                  <a:srgbClr val="0A0A0F"/>
                </a:solidFill>
                <a:latin typeface="Malgun Gothic" pitchFamily="34" charset="0"/>
                <a:ea typeface="Malgun Gothic" pitchFamily="34" charset="-122"/>
                <a:cs typeface="Malgun Gothic" pitchFamily="34" charset="-120"/>
              </a:rPr>
              <a:t>집이 어디예요?</a:t>
            </a:r>
            <a:endParaRPr lang="en-US" sz="2000" dirty="0"/>
          </a:p>
        </p:txBody>
      </p:sp>
      <p:sp>
        <p:nvSpPr>
          <p:cNvPr id="27" name="Text 24"/>
          <p:cNvSpPr txBox="1"/>
          <p:nvPr/>
        </p:nvSpPr>
        <p:spPr>
          <a:xfrm>
            <a:off x="3419856" y="3448202"/>
            <a:ext cx="2743200" cy="245425"/>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chi-bi o-di-e-io</a:t>
            </a:r>
            <a:endParaRPr lang="en-US" sz="1100" dirty="0"/>
          </a:p>
        </p:txBody>
      </p:sp>
      <p:sp>
        <p:nvSpPr>
          <p:cNvPr id="28" name="Text 25"/>
          <p:cNvSpPr txBox="1"/>
          <p:nvPr/>
        </p:nvSpPr>
        <p:spPr>
          <a:xfrm>
            <a:off x="3419856" y="3660160"/>
            <a:ext cx="2743200" cy="267736"/>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lugares · 5과</a:t>
            </a:r>
            <a:endParaRPr lang="en-US" sz="1100" dirty="0"/>
          </a:p>
        </p:txBody>
      </p:sp>
      <p:sp>
        <p:nvSpPr>
          <p:cNvPr id="29" name="Shape 26"/>
          <p:cNvSpPr/>
          <p:nvPr/>
        </p:nvSpPr>
        <p:spPr>
          <a:xfrm>
            <a:off x="6291072" y="2834640"/>
            <a:ext cx="2743200" cy="1115568"/>
          </a:xfrm>
          <a:prstGeom prst="roundRect">
            <a:avLst>
              <a:gd name="adj" fmla="val 6557"/>
            </a:avLst>
          </a:prstGeom>
          <a:solidFill>
            <a:srgbClr val="EEF1FF"/>
          </a:solidFill>
          <a:ln w="12700">
            <a:solidFill>
              <a:srgbClr val="D8DCF5"/>
            </a:solidFill>
            <a:prstDash val="solid"/>
          </a:ln>
        </p:spPr>
      </p:sp>
      <p:sp>
        <p:nvSpPr>
          <p:cNvPr id="30" name="Text 27"/>
          <p:cNvSpPr txBox="1"/>
          <p:nvPr/>
        </p:nvSpPr>
        <p:spPr>
          <a:xfrm>
            <a:off x="6291072" y="2889504"/>
            <a:ext cx="2743200" cy="580095"/>
          </a:xfrm>
          <a:prstGeom prst="rect">
            <a:avLst/>
          </a:prstGeom>
          <a:noFill/>
          <a:ln/>
        </p:spPr>
        <p:txBody>
          <a:bodyPr wrap="square" lIns="0" tIns="0" rIns="0" bIns="0" rtlCol="0" anchor="ctr"/>
          <a:lstStyle/>
          <a:p>
            <a:pPr marL="0" indent="0" algn="ctr">
              <a:buNone/>
            </a:pPr>
            <a:r>
              <a:rPr lang="en-US" sz="2000" b="1" dirty="0">
                <a:solidFill>
                  <a:srgbClr val="0A0A0F"/>
                </a:solidFill>
                <a:latin typeface="Malgun Gothic" pitchFamily="34" charset="0"/>
                <a:ea typeface="Malgun Gothic" pitchFamily="34" charset="-122"/>
                <a:cs typeface="Malgun Gothic" pitchFamily="34" charset="-120"/>
              </a:rPr>
              <a:t>학교에 가요</a:t>
            </a:r>
            <a:endParaRPr lang="en-US" sz="2000" dirty="0"/>
          </a:p>
        </p:txBody>
      </p:sp>
      <p:sp>
        <p:nvSpPr>
          <p:cNvPr id="31" name="Text 28"/>
          <p:cNvSpPr txBox="1"/>
          <p:nvPr/>
        </p:nvSpPr>
        <p:spPr>
          <a:xfrm>
            <a:off x="6291072" y="3448202"/>
            <a:ext cx="2743200" cy="245425"/>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jak-kio-e ga-io</a:t>
            </a:r>
            <a:endParaRPr lang="en-US" sz="1100" dirty="0"/>
          </a:p>
        </p:txBody>
      </p:sp>
      <p:sp>
        <p:nvSpPr>
          <p:cNvPr id="32" name="Text 29"/>
          <p:cNvSpPr txBox="1"/>
          <p:nvPr/>
        </p:nvSpPr>
        <p:spPr>
          <a:xfrm>
            <a:off x="6291072" y="3660160"/>
            <a:ext cx="2743200" cy="267736"/>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voy a… · 6과</a:t>
            </a:r>
            <a:endParaRPr lang="en-US" sz="1100" dirty="0"/>
          </a:p>
        </p:txBody>
      </p:sp>
      <p:sp>
        <p:nvSpPr>
          <p:cNvPr id="33" name="Shape 30"/>
          <p:cNvSpPr/>
          <p:nvPr/>
        </p:nvSpPr>
        <p:spPr>
          <a:xfrm>
            <a:off x="9162288" y="2834640"/>
            <a:ext cx="2743200" cy="1115568"/>
          </a:xfrm>
          <a:prstGeom prst="roundRect">
            <a:avLst>
              <a:gd name="adj" fmla="val 6557"/>
            </a:avLst>
          </a:prstGeom>
          <a:solidFill>
            <a:srgbClr val="EEF1FF"/>
          </a:solidFill>
          <a:ln w="12700">
            <a:solidFill>
              <a:srgbClr val="D8DCF5"/>
            </a:solidFill>
            <a:prstDash val="solid"/>
          </a:ln>
        </p:spPr>
      </p:sp>
      <p:sp>
        <p:nvSpPr>
          <p:cNvPr id="34" name="Text 31"/>
          <p:cNvSpPr txBox="1"/>
          <p:nvPr/>
        </p:nvSpPr>
        <p:spPr>
          <a:xfrm>
            <a:off x="9162288" y="2889504"/>
            <a:ext cx="2743200" cy="580095"/>
          </a:xfrm>
          <a:prstGeom prst="rect">
            <a:avLst/>
          </a:prstGeom>
          <a:noFill/>
          <a:ln/>
        </p:spPr>
        <p:txBody>
          <a:bodyPr wrap="square" lIns="0" tIns="0" rIns="0" bIns="0" rtlCol="0" anchor="ctr"/>
          <a:lstStyle/>
          <a:p>
            <a:pPr marL="0" indent="0" algn="ctr">
              <a:buNone/>
            </a:pPr>
            <a:r>
              <a:rPr lang="en-US" sz="2000" b="1" dirty="0">
                <a:solidFill>
                  <a:srgbClr val="0A0A0F"/>
                </a:solidFill>
                <a:latin typeface="Malgun Gothic" pitchFamily="34" charset="0"/>
                <a:ea typeface="Malgun Gothic" pitchFamily="34" charset="-122"/>
                <a:cs typeface="Malgun Gothic" pitchFamily="34" charset="-120"/>
              </a:rPr>
              <a:t>그림을 그려요</a:t>
            </a:r>
            <a:endParaRPr lang="en-US" sz="2000" dirty="0"/>
          </a:p>
        </p:txBody>
      </p:sp>
      <p:sp>
        <p:nvSpPr>
          <p:cNvPr id="35" name="Text 32"/>
          <p:cNvSpPr txBox="1"/>
          <p:nvPr/>
        </p:nvSpPr>
        <p:spPr>
          <a:xfrm>
            <a:off x="9162288" y="3448202"/>
            <a:ext cx="2743200" cy="245425"/>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gu-ri-mul gu-rio-io</a:t>
            </a:r>
            <a:endParaRPr lang="en-US" sz="1100" dirty="0"/>
          </a:p>
        </p:txBody>
      </p:sp>
      <p:sp>
        <p:nvSpPr>
          <p:cNvPr id="36" name="Text 33"/>
          <p:cNvSpPr txBox="1"/>
          <p:nvPr/>
        </p:nvSpPr>
        <p:spPr>
          <a:xfrm>
            <a:off x="9162288" y="3660160"/>
            <a:ext cx="2743200" cy="267736"/>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verbos · 8과</a:t>
            </a:r>
            <a:endParaRPr lang="en-US" sz="1100" dirty="0"/>
          </a:p>
        </p:txBody>
      </p:sp>
      <p:sp>
        <p:nvSpPr>
          <p:cNvPr id="37" name="Text 34"/>
          <p:cNvSpPr txBox="1"/>
          <p:nvPr/>
        </p:nvSpPr>
        <p:spPr>
          <a:xfrm>
            <a:off x="548640" y="6035040"/>
            <a:ext cx="11064240" cy="365760"/>
          </a:xfrm>
          <a:prstGeom prst="rect">
            <a:avLst/>
          </a:prstGeom>
          <a:noFill/>
          <a:ln/>
        </p:spPr>
        <p:txBody>
          <a:bodyPr wrap="square" lIns="0" tIns="0" rIns="0" bIns="0" rtlCol="0" anchor="ctr"/>
          <a:lstStyle/>
          <a:p>
            <a:pPr marL="0" indent="0">
              <a:buNone/>
            </a:pPr>
            <a:r>
              <a:rPr lang="en-US" sz="1300" i="1" dirty="0">
                <a:solidFill>
                  <a:srgbClr val="5C5F6B"/>
                </a:solidFill>
                <a:latin typeface="Arial" pitchFamily="34" charset="0"/>
                <a:ea typeface="Arial" pitchFamily="34" charset="-122"/>
                <a:cs typeface="Arial" pitchFamily="34" charset="-120"/>
              </a:rPr>
              <a:t>Hoy: repaso rápido de cada parada + práctica → el examen de la próxima clase no tendrá sorpresas.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310896"/>
          </a:xfrm>
          <a:prstGeom prst="rect">
            <a:avLst/>
          </a:prstGeom>
          <a:noFill/>
          <a:ln/>
        </p:spPr>
        <p:txBody>
          <a:bodyPr wrap="square" lIns="0" tIns="0" rIns="0" bIns="0" rtlCol="0" anchor="ctr"/>
          <a:lstStyle/>
          <a:p>
            <a:pPr marL="0" indent="0">
              <a:buNone/>
            </a:pPr>
            <a:r>
              <a:rPr lang="en-US" sz="1200" b="1" kern="0" spc="300" dirty="0">
                <a:solidFill>
                  <a:srgbClr val="4236F6"/>
                </a:solidFill>
                <a:latin typeface="Arial" pitchFamily="34" charset="0"/>
                <a:ea typeface="Arial" pitchFamily="34" charset="-122"/>
                <a:cs typeface="Arial" pitchFamily="34" charset="-120"/>
              </a:rPr>
              <a:t>CALENTAMIENTO</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marL="0" indent="0">
              <a:buNone/>
            </a:pPr>
            <a:r>
              <a:rPr lang="en-US" sz="3200" b="1" dirty="0">
                <a:solidFill>
                  <a:srgbClr val="0A0A0F"/>
                </a:solidFill>
                <a:latin typeface="Arial" pitchFamily="34" charset="0"/>
                <a:ea typeface="Arial" pitchFamily="34" charset="-122"/>
                <a:cs typeface="Arial" pitchFamily="34" charset="-120"/>
              </a:rPr>
              <a:t>¿Puedes leer esto? — en julio no podías</a:t>
            </a:r>
            <a:endParaRPr lang="en-US" sz="3200" dirty="0"/>
          </a:p>
        </p:txBody>
      </p:sp>
      <p:pic>
        <p:nvPicPr>
          <p:cNvPr id="4" name="Image 0" descr="C:\Users\Chingu\AppData\Local\Temp\claude\C--Users-Chingu-Desktop-ACADEMIASEULWEB\d4111e1b-5523-44ea-97b2-b1a1d9545b9e\scratchpad\igpost\sello-azul.png"/>
          <p:cNvPicPr>
            <a:picLocks noChangeAspect="1"/>
          </p:cNvPicPr>
          <p:nvPr/>
        </p:nvPicPr>
        <p:blipFill>
          <a:blip r:embed="rId3"/>
          <a:stretch>
            <a:fillRect/>
          </a:stretch>
        </p:blipFill>
        <p:spPr>
          <a:xfrm>
            <a:off x="11475720" y="6236208"/>
            <a:ext cx="457200" cy="438912"/>
          </a:xfrm>
          <a:prstGeom prst="rect">
            <a:avLst/>
          </a:prstGeom>
        </p:spPr>
      </p:pic>
      <p:sp>
        <p:nvSpPr>
          <p:cNvPr id="5" name="Shape 2"/>
          <p:cNvSpPr/>
          <p:nvPr/>
        </p:nvSpPr>
        <p:spPr>
          <a:xfrm>
            <a:off x="822960" y="1645920"/>
            <a:ext cx="3429000" cy="1737360"/>
          </a:xfrm>
          <a:prstGeom prst="roundRect">
            <a:avLst>
              <a:gd name="adj" fmla="val 4211"/>
            </a:avLst>
          </a:prstGeom>
          <a:solidFill>
            <a:srgbClr val="EEF1FF"/>
          </a:solidFill>
          <a:ln w="12700">
            <a:solidFill>
              <a:srgbClr val="D8DCF5"/>
            </a:solidFill>
            <a:prstDash val="solid"/>
          </a:ln>
        </p:spPr>
      </p:sp>
      <p:sp>
        <p:nvSpPr>
          <p:cNvPr id="6" name="Text 3"/>
          <p:cNvSpPr txBox="1"/>
          <p:nvPr/>
        </p:nvSpPr>
        <p:spPr>
          <a:xfrm>
            <a:off x="822960" y="1700784"/>
            <a:ext cx="3429000" cy="903427"/>
          </a:xfrm>
          <a:prstGeom prst="rect">
            <a:avLst/>
          </a:prstGeom>
          <a:noFill/>
          <a:ln/>
        </p:spPr>
        <p:txBody>
          <a:bodyPr wrap="square" lIns="0" tIns="0" rIns="0" bIns="0" rtlCol="0" anchor="ctr"/>
          <a:lstStyle/>
          <a:p>
            <a:pPr marL="0" indent="0" algn="ctr">
              <a:buNone/>
            </a:pPr>
            <a:r>
              <a:rPr lang="en-US" sz="4000" b="1" dirty="0">
                <a:solidFill>
                  <a:srgbClr val="0A0A0F"/>
                </a:solidFill>
                <a:latin typeface="Malgun Gothic" pitchFamily="34" charset="0"/>
                <a:ea typeface="Malgun Gothic" pitchFamily="34" charset="-122"/>
                <a:cs typeface="Malgun Gothic" pitchFamily="34" charset="-120"/>
              </a:rPr>
              <a:t>가요</a:t>
            </a:r>
            <a:endParaRPr lang="en-US" sz="4000" dirty="0"/>
          </a:p>
        </p:txBody>
      </p:sp>
      <p:sp>
        <p:nvSpPr>
          <p:cNvPr id="7" name="Text 4"/>
          <p:cNvSpPr txBox="1"/>
          <p:nvPr/>
        </p:nvSpPr>
        <p:spPr>
          <a:xfrm>
            <a:off x="822960" y="2601468"/>
            <a:ext cx="3429000" cy="382219"/>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ga-io</a:t>
            </a:r>
            <a:endParaRPr lang="en-US" sz="1300" dirty="0"/>
          </a:p>
        </p:txBody>
      </p:sp>
      <p:sp>
        <p:nvSpPr>
          <p:cNvPr id="8" name="Text 5"/>
          <p:cNvSpPr txBox="1"/>
          <p:nvPr/>
        </p:nvSpPr>
        <p:spPr>
          <a:xfrm>
            <a:off x="822960" y="2931566"/>
            <a:ext cx="3429000" cy="416966"/>
          </a:xfrm>
          <a:prstGeom prst="rect">
            <a:avLst/>
          </a:prstGeom>
          <a:noFill/>
          <a:ln/>
        </p:spPr>
        <p:txBody>
          <a:bodyPr wrap="square" lIns="0" tIns="0" rIns="0" bIns="0" rtlCol="0" anchor="ctr"/>
          <a:lstStyle/>
          <a:p>
            <a:pPr marL="0" indent="0" algn="ctr">
              <a:buNone/>
            </a:pPr>
            <a:r>
              <a:rPr lang="en-US" sz="1300" dirty="0">
                <a:solidFill>
                  <a:srgbClr val="5C5F6B"/>
                </a:solidFill>
                <a:latin typeface="Arial" pitchFamily="34" charset="0"/>
                <a:ea typeface="Arial" pitchFamily="34" charset="-122"/>
                <a:cs typeface="Arial" pitchFamily="34" charset="-120"/>
              </a:rPr>
              <a:t>ir</a:t>
            </a:r>
            <a:endParaRPr lang="en-US" sz="1300" dirty="0"/>
          </a:p>
        </p:txBody>
      </p:sp>
      <p:sp>
        <p:nvSpPr>
          <p:cNvPr id="9" name="Shape 6"/>
          <p:cNvSpPr/>
          <p:nvPr/>
        </p:nvSpPr>
        <p:spPr>
          <a:xfrm>
            <a:off x="4526280" y="1645920"/>
            <a:ext cx="3429000" cy="1737360"/>
          </a:xfrm>
          <a:prstGeom prst="roundRect">
            <a:avLst>
              <a:gd name="adj" fmla="val 4211"/>
            </a:avLst>
          </a:prstGeom>
          <a:solidFill>
            <a:srgbClr val="EEF1FF"/>
          </a:solidFill>
          <a:ln w="12700">
            <a:solidFill>
              <a:srgbClr val="D8DCF5"/>
            </a:solidFill>
            <a:prstDash val="solid"/>
          </a:ln>
        </p:spPr>
      </p:sp>
      <p:sp>
        <p:nvSpPr>
          <p:cNvPr id="10" name="Text 7"/>
          <p:cNvSpPr txBox="1"/>
          <p:nvPr/>
        </p:nvSpPr>
        <p:spPr>
          <a:xfrm>
            <a:off x="4526280" y="1700784"/>
            <a:ext cx="3429000" cy="903427"/>
          </a:xfrm>
          <a:prstGeom prst="rect">
            <a:avLst/>
          </a:prstGeom>
          <a:noFill/>
          <a:ln/>
        </p:spPr>
        <p:txBody>
          <a:bodyPr wrap="square" lIns="0" tIns="0" rIns="0" bIns="0" rtlCol="0" anchor="ctr"/>
          <a:lstStyle/>
          <a:p>
            <a:pPr marL="0" indent="0" algn="ctr">
              <a:buNone/>
            </a:pPr>
            <a:r>
              <a:rPr lang="en-US" sz="4000" b="1" dirty="0">
                <a:solidFill>
                  <a:srgbClr val="0A0A0F"/>
                </a:solidFill>
                <a:latin typeface="Malgun Gothic" pitchFamily="34" charset="0"/>
                <a:ea typeface="Malgun Gothic" pitchFamily="34" charset="-122"/>
                <a:cs typeface="Malgun Gothic" pitchFamily="34" charset="-120"/>
              </a:rPr>
              <a:t>학교</a:t>
            </a:r>
            <a:endParaRPr lang="en-US" sz="4000" dirty="0"/>
          </a:p>
        </p:txBody>
      </p:sp>
      <p:sp>
        <p:nvSpPr>
          <p:cNvPr id="11" name="Text 8"/>
          <p:cNvSpPr txBox="1"/>
          <p:nvPr/>
        </p:nvSpPr>
        <p:spPr>
          <a:xfrm>
            <a:off x="4526280" y="2601468"/>
            <a:ext cx="3429000" cy="382219"/>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jak-kio</a:t>
            </a:r>
            <a:endParaRPr lang="en-US" sz="1300" dirty="0"/>
          </a:p>
        </p:txBody>
      </p:sp>
      <p:sp>
        <p:nvSpPr>
          <p:cNvPr id="12" name="Text 9"/>
          <p:cNvSpPr txBox="1"/>
          <p:nvPr/>
        </p:nvSpPr>
        <p:spPr>
          <a:xfrm>
            <a:off x="4526280" y="2931566"/>
            <a:ext cx="3429000" cy="416966"/>
          </a:xfrm>
          <a:prstGeom prst="rect">
            <a:avLst/>
          </a:prstGeom>
          <a:noFill/>
          <a:ln/>
        </p:spPr>
        <p:txBody>
          <a:bodyPr wrap="square" lIns="0" tIns="0" rIns="0" bIns="0" rtlCol="0" anchor="ctr"/>
          <a:lstStyle/>
          <a:p>
            <a:pPr marL="0" indent="0" algn="ctr">
              <a:buNone/>
            </a:pPr>
            <a:r>
              <a:rPr lang="en-US" sz="1300" dirty="0">
                <a:solidFill>
                  <a:srgbClr val="5C5F6B"/>
                </a:solidFill>
                <a:latin typeface="Arial" pitchFamily="34" charset="0"/>
                <a:ea typeface="Arial" pitchFamily="34" charset="-122"/>
                <a:cs typeface="Arial" pitchFamily="34" charset="-120"/>
              </a:rPr>
              <a:t>colegio</a:t>
            </a:r>
            <a:endParaRPr lang="en-US" sz="1300" dirty="0"/>
          </a:p>
        </p:txBody>
      </p:sp>
      <p:sp>
        <p:nvSpPr>
          <p:cNvPr id="13" name="Shape 10"/>
          <p:cNvSpPr/>
          <p:nvPr/>
        </p:nvSpPr>
        <p:spPr>
          <a:xfrm>
            <a:off x="8229600" y="1645920"/>
            <a:ext cx="3429000" cy="1737360"/>
          </a:xfrm>
          <a:prstGeom prst="roundRect">
            <a:avLst>
              <a:gd name="adj" fmla="val 4211"/>
            </a:avLst>
          </a:prstGeom>
          <a:solidFill>
            <a:srgbClr val="EEF1FF"/>
          </a:solidFill>
          <a:ln w="12700">
            <a:solidFill>
              <a:srgbClr val="D8DCF5"/>
            </a:solidFill>
            <a:prstDash val="solid"/>
          </a:ln>
        </p:spPr>
      </p:sp>
      <p:sp>
        <p:nvSpPr>
          <p:cNvPr id="14" name="Text 11"/>
          <p:cNvSpPr txBox="1"/>
          <p:nvPr/>
        </p:nvSpPr>
        <p:spPr>
          <a:xfrm>
            <a:off x="8229600" y="1700784"/>
            <a:ext cx="3429000" cy="903427"/>
          </a:xfrm>
          <a:prstGeom prst="rect">
            <a:avLst/>
          </a:prstGeom>
          <a:noFill/>
          <a:ln/>
        </p:spPr>
        <p:txBody>
          <a:bodyPr wrap="square" lIns="0" tIns="0" rIns="0" bIns="0" rtlCol="0" anchor="ctr"/>
          <a:lstStyle/>
          <a:p>
            <a:pPr marL="0" indent="0" algn="ctr">
              <a:buNone/>
            </a:pPr>
            <a:r>
              <a:rPr lang="en-US" sz="4000" b="1" dirty="0">
                <a:solidFill>
                  <a:srgbClr val="0A0A0F"/>
                </a:solidFill>
                <a:latin typeface="Malgun Gothic" pitchFamily="34" charset="0"/>
                <a:ea typeface="Malgun Gothic" pitchFamily="34" charset="-122"/>
                <a:cs typeface="Malgun Gothic" pitchFamily="34" charset="-120"/>
              </a:rPr>
              <a:t>우유</a:t>
            </a:r>
            <a:endParaRPr lang="en-US" sz="4000" dirty="0"/>
          </a:p>
        </p:txBody>
      </p:sp>
      <p:sp>
        <p:nvSpPr>
          <p:cNvPr id="15" name="Text 12"/>
          <p:cNvSpPr txBox="1"/>
          <p:nvPr/>
        </p:nvSpPr>
        <p:spPr>
          <a:xfrm>
            <a:off x="8229600" y="2601468"/>
            <a:ext cx="3429000" cy="382219"/>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u-iu</a:t>
            </a:r>
            <a:endParaRPr lang="en-US" sz="1300" dirty="0"/>
          </a:p>
        </p:txBody>
      </p:sp>
      <p:sp>
        <p:nvSpPr>
          <p:cNvPr id="16" name="Text 13"/>
          <p:cNvSpPr txBox="1"/>
          <p:nvPr/>
        </p:nvSpPr>
        <p:spPr>
          <a:xfrm>
            <a:off x="8229600" y="2931566"/>
            <a:ext cx="3429000" cy="416966"/>
          </a:xfrm>
          <a:prstGeom prst="rect">
            <a:avLst/>
          </a:prstGeom>
          <a:noFill/>
          <a:ln/>
        </p:spPr>
        <p:txBody>
          <a:bodyPr wrap="square" lIns="0" tIns="0" rIns="0" bIns="0" rtlCol="0" anchor="ctr"/>
          <a:lstStyle/>
          <a:p>
            <a:pPr marL="0" indent="0" algn="ctr">
              <a:buNone/>
            </a:pPr>
            <a:r>
              <a:rPr lang="en-US" sz="1300" dirty="0">
                <a:solidFill>
                  <a:srgbClr val="5C5F6B"/>
                </a:solidFill>
                <a:latin typeface="Arial" pitchFamily="34" charset="0"/>
                <a:ea typeface="Arial" pitchFamily="34" charset="-122"/>
                <a:cs typeface="Arial" pitchFamily="34" charset="-120"/>
              </a:rPr>
              <a:t>leche</a:t>
            </a:r>
            <a:endParaRPr lang="en-US" sz="1300" dirty="0"/>
          </a:p>
        </p:txBody>
      </p:sp>
      <p:sp>
        <p:nvSpPr>
          <p:cNvPr id="17" name="Shape 14"/>
          <p:cNvSpPr/>
          <p:nvPr/>
        </p:nvSpPr>
        <p:spPr>
          <a:xfrm>
            <a:off x="822960" y="3703320"/>
            <a:ext cx="3429000" cy="1737360"/>
          </a:xfrm>
          <a:prstGeom prst="roundRect">
            <a:avLst>
              <a:gd name="adj" fmla="val 4211"/>
            </a:avLst>
          </a:prstGeom>
          <a:solidFill>
            <a:srgbClr val="EEF1FF"/>
          </a:solidFill>
          <a:ln w="12700">
            <a:solidFill>
              <a:srgbClr val="D8DCF5"/>
            </a:solidFill>
            <a:prstDash val="solid"/>
          </a:ln>
        </p:spPr>
      </p:sp>
      <p:sp>
        <p:nvSpPr>
          <p:cNvPr id="18" name="Text 15"/>
          <p:cNvSpPr txBox="1"/>
          <p:nvPr/>
        </p:nvSpPr>
        <p:spPr>
          <a:xfrm>
            <a:off x="822960" y="3758184"/>
            <a:ext cx="3429000" cy="903427"/>
          </a:xfrm>
          <a:prstGeom prst="rect">
            <a:avLst/>
          </a:prstGeom>
          <a:noFill/>
          <a:ln/>
        </p:spPr>
        <p:txBody>
          <a:bodyPr wrap="square" lIns="0" tIns="0" rIns="0" bIns="0" rtlCol="0" anchor="ctr"/>
          <a:lstStyle/>
          <a:p>
            <a:pPr marL="0" indent="0" algn="ctr">
              <a:buNone/>
            </a:pPr>
            <a:r>
              <a:rPr lang="en-US" sz="4000" b="1" dirty="0">
                <a:solidFill>
                  <a:srgbClr val="0A0A0F"/>
                </a:solidFill>
                <a:latin typeface="Malgun Gothic" pitchFamily="34" charset="0"/>
                <a:ea typeface="Malgun Gothic" pitchFamily="34" charset="-122"/>
                <a:cs typeface="Malgun Gothic" pitchFamily="34" charset="-120"/>
              </a:rPr>
              <a:t>바나나</a:t>
            </a:r>
            <a:endParaRPr lang="en-US" sz="4000" dirty="0"/>
          </a:p>
        </p:txBody>
      </p:sp>
      <p:sp>
        <p:nvSpPr>
          <p:cNvPr id="19" name="Text 16"/>
          <p:cNvSpPr txBox="1"/>
          <p:nvPr/>
        </p:nvSpPr>
        <p:spPr>
          <a:xfrm>
            <a:off x="822960" y="4658868"/>
            <a:ext cx="3429000" cy="382219"/>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ba-na-na</a:t>
            </a:r>
            <a:endParaRPr lang="en-US" sz="1300" dirty="0"/>
          </a:p>
        </p:txBody>
      </p:sp>
      <p:sp>
        <p:nvSpPr>
          <p:cNvPr id="20" name="Text 17"/>
          <p:cNvSpPr txBox="1"/>
          <p:nvPr/>
        </p:nvSpPr>
        <p:spPr>
          <a:xfrm>
            <a:off x="822960" y="4988966"/>
            <a:ext cx="3429000" cy="416966"/>
          </a:xfrm>
          <a:prstGeom prst="rect">
            <a:avLst/>
          </a:prstGeom>
          <a:noFill/>
          <a:ln/>
        </p:spPr>
        <p:txBody>
          <a:bodyPr wrap="square" lIns="0" tIns="0" rIns="0" bIns="0" rtlCol="0" anchor="ctr"/>
          <a:lstStyle/>
          <a:p>
            <a:pPr marL="0" indent="0" algn="ctr">
              <a:buNone/>
            </a:pPr>
            <a:r>
              <a:rPr lang="en-US" sz="1300" dirty="0">
                <a:solidFill>
                  <a:srgbClr val="5C5F6B"/>
                </a:solidFill>
                <a:latin typeface="Arial" pitchFamily="34" charset="0"/>
                <a:ea typeface="Arial" pitchFamily="34" charset="-122"/>
                <a:cs typeface="Arial" pitchFamily="34" charset="-120"/>
              </a:rPr>
              <a:t>banana</a:t>
            </a:r>
            <a:endParaRPr lang="en-US" sz="1300" dirty="0"/>
          </a:p>
        </p:txBody>
      </p:sp>
      <p:sp>
        <p:nvSpPr>
          <p:cNvPr id="21" name="Shape 18"/>
          <p:cNvSpPr/>
          <p:nvPr/>
        </p:nvSpPr>
        <p:spPr>
          <a:xfrm>
            <a:off x="4526280" y="3703320"/>
            <a:ext cx="3429000" cy="1737360"/>
          </a:xfrm>
          <a:prstGeom prst="roundRect">
            <a:avLst>
              <a:gd name="adj" fmla="val 4211"/>
            </a:avLst>
          </a:prstGeom>
          <a:solidFill>
            <a:srgbClr val="EEF1FF"/>
          </a:solidFill>
          <a:ln w="12700">
            <a:solidFill>
              <a:srgbClr val="D8DCF5"/>
            </a:solidFill>
            <a:prstDash val="solid"/>
          </a:ln>
        </p:spPr>
      </p:sp>
      <p:sp>
        <p:nvSpPr>
          <p:cNvPr id="22" name="Text 19"/>
          <p:cNvSpPr txBox="1"/>
          <p:nvPr/>
        </p:nvSpPr>
        <p:spPr>
          <a:xfrm>
            <a:off x="4526280" y="3758184"/>
            <a:ext cx="3429000" cy="903427"/>
          </a:xfrm>
          <a:prstGeom prst="rect">
            <a:avLst/>
          </a:prstGeom>
          <a:noFill/>
          <a:ln/>
        </p:spPr>
        <p:txBody>
          <a:bodyPr wrap="square" lIns="0" tIns="0" rIns="0" bIns="0" rtlCol="0" anchor="ctr"/>
          <a:lstStyle/>
          <a:p>
            <a:pPr marL="0" indent="0" algn="ctr">
              <a:buNone/>
            </a:pPr>
            <a:r>
              <a:rPr lang="en-US" sz="4000" b="1" dirty="0">
                <a:solidFill>
                  <a:srgbClr val="0A0A0F"/>
                </a:solidFill>
                <a:latin typeface="Malgun Gothic" pitchFamily="34" charset="0"/>
                <a:ea typeface="Malgun Gothic" pitchFamily="34" charset="-122"/>
                <a:cs typeface="Malgun Gothic" pitchFamily="34" charset="-120"/>
              </a:rPr>
              <a:t>책</a:t>
            </a:r>
            <a:endParaRPr lang="en-US" sz="4000" dirty="0"/>
          </a:p>
        </p:txBody>
      </p:sp>
      <p:sp>
        <p:nvSpPr>
          <p:cNvPr id="23" name="Text 20"/>
          <p:cNvSpPr txBox="1"/>
          <p:nvPr/>
        </p:nvSpPr>
        <p:spPr>
          <a:xfrm>
            <a:off x="4526280" y="4658868"/>
            <a:ext cx="3429000" cy="382219"/>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chek</a:t>
            </a:r>
            <a:endParaRPr lang="en-US" sz="1300" dirty="0"/>
          </a:p>
        </p:txBody>
      </p:sp>
      <p:sp>
        <p:nvSpPr>
          <p:cNvPr id="24" name="Text 21"/>
          <p:cNvSpPr txBox="1"/>
          <p:nvPr/>
        </p:nvSpPr>
        <p:spPr>
          <a:xfrm>
            <a:off x="4526280" y="4988966"/>
            <a:ext cx="3429000" cy="416966"/>
          </a:xfrm>
          <a:prstGeom prst="rect">
            <a:avLst/>
          </a:prstGeom>
          <a:noFill/>
          <a:ln/>
        </p:spPr>
        <p:txBody>
          <a:bodyPr wrap="square" lIns="0" tIns="0" rIns="0" bIns="0" rtlCol="0" anchor="ctr"/>
          <a:lstStyle/>
          <a:p>
            <a:pPr marL="0" indent="0" algn="ctr">
              <a:buNone/>
            </a:pPr>
            <a:r>
              <a:rPr lang="en-US" sz="1300" dirty="0">
                <a:solidFill>
                  <a:srgbClr val="5C5F6B"/>
                </a:solidFill>
                <a:latin typeface="Arial" pitchFamily="34" charset="0"/>
                <a:ea typeface="Arial" pitchFamily="34" charset="-122"/>
                <a:cs typeface="Arial" pitchFamily="34" charset="-120"/>
              </a:rPr>
              <a:t>libro</a:t>
            </a:r>
            <a:endParaRPr lang="en-US" sz="1300" dirty="0"/>
          </a:p>
        </p:txBody>
      </p:sp>
      <p:sp>
        <p:nvSpPr>
          <p:cNvPr id="25" name="Shape 22"/>
          <p:cNvSpPr/>
          <p:nvPr/>
        </p:nvSpPr>
        <p:spPr>
          <a:xfrm>
            <a:off x="8229600" y="3703320"/>
            <a:ext cx="3429000" cy="1737360"/>
          </a:xfrm>
          <a:prstGeom prst="roundRect">
            <a:avLst>
              <a:gd name="adj" fmla="val 4211"/>
            </a:avLst>
          </a:prstGeom>
          <a:solidFill>
            <a:srgbClr val="EEF1FF"/>
          </a:solidFill>
          <a:ln w="12700">
            <a:solidFill>
              <a:srgbClr val="D8DCF5"/>
            </a:solidFill>
            <a:prstDash val="solid"/>
          </a:ln>
        </p:spPr>
      </p:sp>
      <p:sp>
        <p:nvSpPr>
          <p:cNvPr id="26" name="Text 23"/>
          <p:cNvSpPr txBox="1"/>
          <p:nvPr/>
        </p:nvSpPr>
        <p:spPr>
          <a:xfrm>
            <a:off x="8229600" y="3758184"/>
            <a:ext cx="3429000" cy="903427"/>
          </a:xfrm>
          <a:prstGeom prst="rect">
            <a:avLst/>
          </a:prstGeom>
          <a:noFill/>
          <a:ln/>
        </p:spPr>
        <p:txBody>
          <a:bodyPr wrap="square" lIns="0" tIns="0" rIns="0" bIns="0" rtlCol="0" anchor="ctr"/>
          <a:lstStyle/>
          <a:p>
            <a:pPr marL="0" indent="0" algn="ctr">
              <a:buNone/>
            </a:pPr>
            <a:r>
              <a:rPr lang="en-US" sz="4000" b="1" dirty="0">
                <a:solidFill>
                  <a:srgbClr val="0A0A0F"/>
                </a:solidFill>
                <a:latin typeface="Malgun Gothic" pitchFamily="34" charset="0"/>
                <a:ea typeface="Malgun Gothic" pitchFamily="34" charset="-122"/>
                <a:cs typeface="Malgun Gothic" pitchFamily="34" charset="-120"/>
              </a:rPr>
              <a:t>수영장</a:t>
            </a:r>
            <a:endParaRPr lang="en-US" sz="4000" dirty="0"/>
          </a:p>
        </p:txBody>
      </p:sp>
      <p:sp>
        <p:nvSpPr>
          <p:cNvPr id="27" name="Text 24"/>
          <p:cNvSpPr txBox="1"/>
          <p:nvPr/>
        </p:nvSpPr>
        <p:spPr>
          <a:xfrm>
            <a:off x="8229600" y="4658868"/>
            <a:ext cx="3429000" cy="382219"/>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su-iong-chang</a:t>
            </a:r>
            <a:endParaRPr lang="en-US" sz="1300" dirty="0"/>
          </a:p>
        </p:txBody>
      </p:sp>
      <p:sp>
        <p:nvSpPr>
          <p:cNvPr id="28" name="Text 25"/>
          <p:cNvSpPr txBox="1"/>
          <p:nvPr/>
        </p:nvSpPr>
        <p:spPr>
          <a:xfrm>
            <a:off x="8229600" y="4988966"/>
            <a:ext cx="3429000" cy="416966"/>
          </a:xfrm>
          <a:prstGeom prst="rect">
            <a:avLst/>
          </a:prstGeom>
          <a:noFill/>
          <a:ln/>
        </p:spPr>
        <p:txBody>
          <a:bodyPr wrap="square" lIns="0" tIns="0" rIns="0" bIns="0" rtlCol="0" anchor="ctr"/>
          <a:lstStyle/>
          <a:p>
            <a:pPr marL="0" indent="0" algn="ctr">
              <a:buNone/>
            </a:pPr>
            <a:r>
              <a:rPr lang="en-US" sz="1300" dirty="0">
                <a:solidFill>
                  <a:srgbClr val="5C5F6B"/>
                </a:solidFill>
                <a:latin typeface="Arial" pitchFamily="34" charset="0"/>
                <a:ea typeface="Arial" pitchFamily="34" charset="-122"/>
                <a:cs typeface="Arial" pitchFamily="34" charset="-120"/>
              </a:rPr>
              <a:t>piscina</a:t>
            </a:r>
            <a:endParaRPr lang="en-US" sz="1300" dirty="0"/>
          </a:p>
        </p:txBody>
      </p:sp>
      <p:sp>
        <p:nvSpPr>
          <p:cNvPr id="29" name="TextBox 28">
            <a:extLst>
              <a:ext uri="{FF2B5EF4-FFF2-40B4-BE49-F238E27FC236}">
                <a16:creationId xmlns:a16="http://schemas.microsoft.com/office/drawing/2014/main" id="{313A4BFD-CF1C-1170-F03D-D1DFBD747254}"/>
              </a:ext>
            </a:extLst>
          </p:cNvPr>
          <p:cNvSpPr txBox="1"/>
          <p:nvPr/>
        </p:nvSpPr>
        <p:spPr>
          <a:xfrm>
            <a:off x="8977745" y="1080655"/>
            <a:ext cx="1106393" cy="369332"/>
          </a:xfrm>
          <a:prstGeom prst="rect">
            <a:avLst/>
          </a:prstGeom>
          <a:noFill/>
        </p:spPr>
        <p:txBody>
          <a:bodyPr wrap="none" rtlCol="0">
            <a:spAutoFit/>
          </a:bodyPr>
          <a:lstStyle/>
          <a:p>
            <a:r>
              <a:rPr lang="ko-KR" altLang="es-CL" dirty="0"/>
              <a:t>ㅈ </a:t>
            </a:r>
            <a:r>
              <a:rPr lang="es-CL" altLang="ko-KR" dirty="0"/>
              <a:t>= Y/CH</a:t>
            </a:r>
            <a:endParaRPr lang="es-CL"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310896"/>
          </a:xfrm>
          <a:prstGeom prst="rect">
            <a:avLst/>
          </a:prstGeom>
          <a:noFill/>
          <a:ln/>
        </p:spPr>
        <p:txBody>
          <a:bodyPr wrap="square" lIns="0" tIns="0" rIns="0" bIns="0" rtlCol="0" anchor="ctr"/>
          <a:lstStyle/>
          <a:p>
            <a:pPr marL="0" indent="0">
              <a:buNone/>
            </a:pPr>
            <a:r>
              <a:rPr lang="en-US" sz="1200" b="1" kern="0" spc="300" dirty="0">
                <a:solidFill>
                  <a:srgbClr val="4236F6"/>
                </a:solidFill>
                <a:latin typeface="Arial" pitchFamily="34" charset="0"/>
                <a:ea typeface="Arial" pitchFamily="34" charset="-122"/>
                <a:cs typeface="Arial" pitchFamily="34" charset="-120"/>
              </a:rPr>
              <a:t>0 · EL ALFABETO COMPLETO · 한글</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marL="0" indent="0">
              <a:buNone/>
            </a:pPr>
            <a:r>
              <a:rPr lang="en-US" sz="3200" b="1" dirty="0">
                <a:solidFill>
                  <a:srgbClr val="0A0A0F"/>
                </a:solidFill>
                <a:latin typeface="Arial" pitchFamily="34" charset="0"/>
                <a:ea typeface="Arial" pitchFamily="34" charset="-122"/>
                <a:cs typeface="Arial" pitchFamily="34" charset="-120"/>
              </a:rPr>
              <a:t>Las 21 vocales — cielo (ㆍ), tierra (ㅡ) y humano (ㅣ)</a:t>
            </a:r>
            <a:endParaRPr lang="en-US" sz="3200" dirty="0"/>
          </a:p>
        </p:txBody>
      </p:sp>
      <p:pic>
        <p:nvPicPr>
          <p:cNvPr id="4" name="Image 0" descr="C:\Users\Chingu\AppData\Local\Temp\claude\C--Users-Chingu-Desktop-ACADEMIASEULWEB\d4111e1b-5523-44ea-97b2-b1a1d9545b9e\scratchpad\igpost\sello-azul.png"/>
          <p:cNvPicPr>
            <a:picLocks noChangeAspect="1"/>
          </p:cNvPicPr>
          <p:nvPr/>
        </p:nvPicPr>
        <p:blipFill>
          <a:blip r:embed="rId3"/>
          <a:stretch>
            <a:fillRect/>
          </a:stretch>
        </p:blipFill>
        <p:spPr>
          <a:xfrm>
            <a:off x="11475720" y="6236208"/>
            <a:ext cx="457200" cy="438912"/>
          </a:xfrm>
          <a:prstGeom prst="rect">
            <a:avLst/>
          </a:prstGeom>
        </p:spPr>
      </p:pic>
      <p:sp>
        <p:nvSpPr>
          <p:cNvPr id="5" name="Text 2"/>
          <p:cNvSpPr txBox="1"/>
          <p:nvPr/>
        </p:nvSpPr>
        <p:spPr>
          <a:xfrm>
            <a:off x="548640" y="1298448"/>
            <a:ext cx="5486400" cy="274320"/>
          </a:xfrm>
          <a:prstGeom prst="rect">
            <a:avLst/>
          </a:prstGeom>
          <a:noFill/>
          <a:ln/>
        </p:spPr>
        <p:txBody>
          <a:bodyPr wrap="square" lIns="0" tIns="0" rIns="0" bIns="0" rtlCol="0" anchor="ctr"/>
          <a:lstStyle/>
          <a:p>
            <a:pPr marL="0" indent="0">
              <a:buNone/>
            </a:pPr>
            <a:r>
              <a:rPr lang="en-US" sz="1100" b="1" kern="0" spc="200" dirty="0">
                <a:solidFill>
                  <a:srgbClr val="5C5F6B"/>
                </a:solidFill>
                <a:latin typeface="Arial" pitchFamily="34" charset="0"/>
                <a:ea typeface="Arial" pitchFamily="34" charset="-122"/>
                <a:cs typeface="Arial" pitchFamily="34" charset="-120"/>
              </a:rPr>
              <a:t>10 BÁSICAS</a:t>
            </a:r>
            <a:endParaRPr lang="en-US" sz="1100" dirty="0"/>
          </a:p>
        </p:txBody>
      </p:sp>
      <p:sp>
        <p:nvSpPr>
          <p:cNvPr id="6" name="Shape 3"/>
          <p:cNvSpPr/>
          <p:nvPr/>
        </p:nvSpPr>
        <p:spPr>
          <a:xfrm>
            <a:off x="548640" y="1600200"/>
            <a:ext cx="2148840" cy="960120"/>
          </a:xfrm>
          <a:prstGeom prst="roundRect">
            <a:avLst>
              <a:gd name="adj" fmla="val 7619"/>
            </a:avLst>
          </a:prstGeom>
          <a:solidFill>
            <a:srgbClr val="EEF1FF"/>
          </a:solidFill>
          <a:ln w="12700">
            <a:solidFill>
              <a:srgbClr val="D8DCF5"/>
            </a:solidFill>
            <a:prstDash val="solid"/>
          </a:ln>
        </p:spPr>
      </p:sp>
      <p:sp>
        <p:nvSpPr>
          <p:cNvPr id="7" name="Text 4"/>
          <p:cNvSpPr txBox="1"/>
          <p:nvPr/>
        </p:nvSpPr>
        <p:spPr>
          <a:xfrm>
            <a:off x="548640" y="1655064"/>
            <a:ext cx="2148840" cy="499262"/>
          </a:xfrm>
          <a:prstGeom prst="rect">
            <a:avLst/>
          </a:prstGeom>
          <a:noFill/>
          <a:ln/>
        </p:spPr>
        <p:txBody>
          <a:bodyPr wrap="square" lIns="0" tIns="0" rIns="0" bIns="0" rtlCol="0" anchor="ctr"/>
          <a:lstStyle/>
          <a:p>
            <a:pPr marL="0" indent="0" algn="ctr">
              <a:buNone/>
            </a:pPr>
            <a:r>
              <a:rPr lang="en-US" sz="2800" b="1" dirty="0">
                <a:solidFill>
                  <a:srgbClr val="0A0A0F"/>
                </a:solidFill>
                <a:latin typeface="Malgun Gothic" pitchFamily="34" charset="0"/>
                <a:ea typeface="Malgun Gothic" pitchFamily="34" charset="-122"/>
                <a:cs typeface="Malgun Gothic" pitchFamily="34" charset="-120"/>
              </a:rPr>
              <a:t>ㅏ</a:t>
            </a:r>
            <a:endParaRPr lang="en-US" sz="2800" dirty="0"/>
          </a:p>
        </p:txBody>
      </p:sp>
      <p:sp>
        <p:nvSpPr>
          <p:cNvPr id="8" name="Text 5"/>
          <p:cNvSpPr txBox="1"/>
          <p:nvPr/>
        </p:nvSpPr>
        <p:spPr>
          <a:xfrm>
            <a:off x="548640" y="2128266"/>
            <a:ext cx="2148840" cy="211226"/>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a</a:t>
            </a:r>
            <a:endParaRPr lang="en-US" sz="1300" dirty="0"/>
          </a:p>
        </p:txBody>
      </p:sp>
      <p:sp>
        <p:nvSpPr>
          <p:cNvPr id="9" name="Text 6"/>
          <p:cNvSpPr txBox="1"/>
          <p:nvPr/>
        </p:nvSpPr>
        <p:spPr>
          <a:xfrm>
            <a:off x="548640" y="2310689"/>
            <a:ext cx="2148840" cy="230429"/>
          </a:xfrm>
          <a:prstGeom prst="rect">
            <a:avLst/>
          </a:prstGeom>
          <a:noFill/>
          <a:ln/>
        </p:spPr>
        <p:txBody>
          <a:bodyPr wrap="square" lIns="0" tIns="0" rIns="0" bIns="0" rtlCol="0" anchor="ctr"/>
          <a:lstStyle/>
          <a:p>
            <a:pPr marL="0" indent="0" algn="ctr">
              <a:buNone/>
            </a:pPr>
            <a:r>
              <a:rPr lang="en-US" sz="1200" dirty="0">
                <a:solidFill>
                  <a:srgbClr val="5C5F6B"/>
                </a:solidFill>
                <a:latin typeface="Arial" pitchFamily="34" charset="0"/>
                <a:ea typeface="Arial" pitchFamily="34" charset="-122"/>
                <a:cs typeface="Arial" pitchFamily="34" charset="-120"/>
              </a:rPr>
              <a:t>a de amor</a:t>
            </a:r>
            <a:endParaRPr lang="en-US" sz="1200" dirty="0"/>
          </a:p>
        </p:txBody>
      </p:sp>
      <p:sp>
        <p:nvSpPr>
          <p:cNvPr id="10" name="Shape 7"/>
          <p:cNvSpPr/>
          <p:nvPr/>
        </p:nvSpPr>
        <p:spPr>
          <a:xfrm>
            <a:off x="2834640" y="1600200"/>
            <a:ext cx="2148840" cy="960120"/>
          </a:xfrm>
          <a:prstGeom prst="roundRect">
            <a:avLst>
              <a:gd name="adj" fmla="val 7619"/>
            </a:avLst>
          </a:prstGeom>
          <a:solidFill>
            <a:srgbClr val="EEF1FF"/>
          </a:solidFill>
          <a:ln w="12700">
            <a:solidFill>
              <a:srgbClr val="D8DCF5"/>
            </a:solidFill>
            <a:prstDash val="solid"/>
          </a:ln>
        </p:spPr>
      </p:sp>
      <p:sp>
        <p:nvSpPr>
          <p:cNvPr id="11" name="Text 8"/>
          <p:cNvSpPr txBox="1"/>
          <p:nvPr/>
        </p:nvSpPr>
        <p:spPr>
          <a:xfrm>
            <a:off x="2834640" y="1655064"/>
            <a:ext cx="2148840" cy="499262"/>
          </a:xfrm>
          <a:prstGeom prst="rect">
            <a:avLst/>
          </a:prstGeom>
          <a:noFill/>
          <a:ln/>
        </p:spPr>
        <p:txBody>
          <a:bodyPr wrap="square" lIns="0" tIns="0" rIns="0" bIns="0" rtlCol="0" anchor="ctr"/>
          <a:lstStyle/>
          <a:p>
            <a:pPr marL="0" indent="0" algn="ctr">
              <a:buNone/>
            </a:pPr>
            <a:r>
              <a:rPr lang="en-US" sz="2800" b="1" dirty="0">
                <a:solidFill>
                  <a:srgbClr val="0A0A0F"/>
                </a:solidFill>
                <a:latin typeface="Malgun Gothic" pitchFamily="34" charset="0"/>
                <a:ea typeface="Malgun Gothic" pitchFamily="34" charset="-122"/>
                <a:cs typeface="Malgun Gothic" pitchFamily="34" charset="-120"/>
              </a:rPr>
              <a:t>ㅑ</a:t>
            </a:r>
            <a:endParaRPr lang="en-US" sz="2800" dirty="0"/>
          </a:p>
        </p:txBody>
      </p:sp>
      <p:sp>
        <p:nvSpPr>
          <p:cNvPr id="12" name="Text 9"/>
          <p:cNvSpPr txBox="1"/>
          <p:nvPr/>
        </p:nvSpPr>
        <p:spPr>
          <a:xfrm>
            <a:off x="2834640" y="2128266"/>
            <a:ext cx="2148840" cy="211226"/>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ia</a:t>
            </a:r>
            <a:endParaRPr lang="en-US" sz="1300" dirty="0"/>
          </a:p>
        </p:txBody>
      </p:sp>
      <p:sp>
        <p:nvSpPr>
          <p:cNvPr id="13" name="Text 10"/>
          <p:cNvSpPr txBox="1"/>
          <p:nvPr/>
        </p:nvSpPr>
        <p:spPr>
          <a:xfrm>
            <a:off x="2834640" y="2310689"/>
            <a:ext cx="2148840" cy="230429"/>
          </a:xfrm>
          <a:prstGeom prst="rect">
            <a:avLst/>
          </a:prstGeom>
          <a:noFill/>
          <a:ln/>
        </p:spPr>
        <p:txBody>
          <a:bodyPr wrap="square" lIns="0" tIns="0" rIns="0" bIns="0" rtlCol="0" anchor="ctr"/>
          <a:lstStyle/>
          <a:p>
            <a:pPr marL="0" indent="0" algn="ctr">
              <a:buNone/>
            </a:pPr>
            <a:r>
              <a:rPr lang="en-US" sz="1200" dirty="0">
                <a:solidFill>
                  <a:srgbClr val="5C5F6B"/>
                </a:solidFill>
                <a:latin typeface="Arial" pitchFamily="34" charset="0"/>
                <a:ea typeface="Arial" pitchFamily="34" charset="-122"/>
                <a:cs typeface="Arial" pitchFamily="34" charset="-120"/>
              </a:rPr>
              <a:t>ia de piano</a:t>
            </a:r>
            <a:endParaRPr lang="en-US" sz="1200" dirty="0"/>
          </a:p>
        </p:txBody>
      </p:sp>
      <p:sp>
        <p:nvSpPr>
          <p:cNvPr id="14" name="Shape 11"/>
          <p:cNvSpPr/>
          <p:nvPr/>
        </p:nvSpPr>
        <p:spPr>
          <a:xfrm>
            <a:off x="5120640" y="1600200"/>
            <a:ext cx="2148840" cy="960120"/>
          </a:xfrm>
          <a:prstGeom prst="roundRect">
            <a:avLst>
              <a:gd name="adj" fmla="val 7619"/>
            </a:avLst>
          </a:prstGeom>
          <a:solidFill>
            <a:srgbClr val="EEF1FF"/>
          </a:solidFill>
          <a:ln w="12700">
            <a:solidFill>
              <a:srgbClr val="D8DCF5"/>
            </a:solidFill>
            <a:prstDash val="solid"/>
          </a:ln>
        </p:spPr>
      </p:sp>
      <p:sp>
        <p:nvSpPr>
          <p:cNvPr id="15" name="Text 12"/>
          <p:cNvSpPr txBox="1"/>
          <p:nvPr/>
        </p:nvSpPr>
        <p:spPr>
          <a:xfrm>
            <a:off x="5120640" y="1655064"/>
            <a:ext cx="2148840" cy="499262"/>
          </a:xfrm>
          <a:prstGeom prst="rect">
            <a:avLst/>
          </a:prstGeom>
          <a:noFill/>
          <a:ln/>
        </p:spPr>
        <p:txBody>
          <a:bodyPr wrap="square" lIns="0" tIns="0" rIns="0" bIns="0" rtlCol="0" anchor="ctr"/>
          <a:lstStyle/>
          <a:p>
            <a:pPr marL="0" indent="0" algn="ctr">
              <a:buNone/>
            </a:pPr>
            <a:r>
              <a:rPr lang="en-US" sz="2800" b="1" dirty="0">
                <a:solidFill>
                  <a:srgbClr val="0A0A0F"/>
                </a:solidFill>
                <a:latin typeface="Malgun Gothic" pitchFamily="34" charset="0"/>
                <a:ea typeface="Malgun Gothic" pitchFamily="34" charset="-122"/>
                <a:cs typeface="Malgun Gothic" pitchFamily="34" charset="-120"/>
              </a:rPr>
              <a:t>ㅓ</a:t>
            </a:r>
            <a:endParaRPr lang="en-US" sz="2800" dirty="0"/>
          </a:p>
        </p:txBody>
      </p:sp>
      <p:sp>
        <p:nvSpPr>
          <p:cNvPr id="16" name="Text 13"/>
          <p:cNvSpPr txBox="1"/>
          <p:nvPr/>
        </p:nvSpPr>
        <p:spPr>
          <a:xfrm>
            <a:off x="5120640" y="2128266"/>
            <a:ext cx="2148840" cy="211226"/>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o abierta</a:t>
            </a:r>
            <a:endParaRPr lang="en-US" sz="1300" dirty="0"/>
          </a:p>
        </p:txBody>
      </p:sp>
      <p:sp>
        <p:nvSpPr>
          <p:cNvPr id="17" name="Text 14"/>
          <p:cNvSpPr txBox="1"/>
          <p:nvPr/>
        </p:nvSpPr>
        <p:spPr>
          <a:xfrm>
            <a:off x="5120640" y="2310689"/>
            <a:ext cx="2148840" cy="230429"/>
          </a:xfrm>
          <a:prstGeom prst="rect">
            <a:avLst/>
          </a:prstGeom>
          <a:noFill/>
          <a:ln/>
        </p:spPr>
        <p:txBody>
          <a:bodyPr wrap="square" lIns="0" tIns="0" rIns="0" bIns="0" rtlCol="0" anchor="ctr"/>
          <a:lstStyle/>
          <a:p>
            <a:pPr marL="0" indent="0" algn="ctr">
              <a:buNone/>
            </a:pPr>
            <a:r>
              <a:rPr lang="en-US" sz="1200" dirty="0">
                <a:solidFill>
                  <a:srgbClr val="5C5F6B"/>
                </a:solidFill>
                <a:latin typeface="Arial" pitchFamily="34" charset="0"/>
                <a:ea typeface="Arial" pitchFamily="34" charset="-122"/>
                <a:cs typeface="Arial" pitchFamily="34" charset="-120"/>
              </a:rPr>
              <a:t>boca relajada</a:t>
            </a:r>
            <a:endParaRPr lang="en-US" sz="1200" dirty="0"/>
          </a:p>
        </p:txBody>
      </p:sp>
      <p:sp>
        <p:nvSpPr>
          <p:cNvPr id="18" name="Shape 15"/>
          <p:cNvSpPr/>
          <p:nvPr/>
        </p:nvSpPr>
        <p:spPr>
          <a:xfrm>
            <a:off x="7406640" y="1600200"/>
            <a:ext cx="2148840" cy="960120"/>
          </a:xfrm>
          <a:prstGeom prst="roundRect">
            <a:avLst>
              <a:gd name="adj" fmla="val 7619"/>
            </a:avLst>
          </a:prstGeom>
          <a:solidFill>
            <a:srgbClr val="EEF1FF"/>
          </a:solidFill>
          <a:ln w="12700">
            <a:solidFill>
              <a:srgbClr val="D8DCF5"/>
            </a:solidFill>
            <a:prstDash val="solid"/>
          </a:ln>
        </p:spPr>
      </p:sp>
      <p:sp>
        <p:nvSpPr>
          <p:cNvPr id="19" name="Text 16"/>
          <p:cNvSpPr txBox="1"/>
          <p:nvPr/>
        </p:nvSpPr>
        <p:spPr>
          <a:xfrm>
            <a:off x="7406640" y="1655064"/>
            <a:ext cx="2148840" cy="499262"/>
          </a:xfrm>
          <a:prstGeom prst="rect">
            <a:avLst/>
          </a:prstGeom>
          <a:noFill/>
          <a:ln/>
        </p:spPr>
        <p:txBody>
          <a:bodyPr wrap="square" lIns="0" tIns="0" rIns="0" bIns="0" rtlCol="0" anchor="ctr"/>
          <a:lstStyle/>
          <a:p>
            <a:pPr marL="0" indent="0" algn="ctr">
              <a:buNone/>
            </a:pPr>
            <a:r>
              <a:rPr lang="en-US" sz="2800" b="1" dirty="0">
                <a:solidFill>
                  <a:srgbClr val="0A0A0F"/>
                </a:solidFill>
                <a:latin typeface="Malgun Gothic" pitchFamily="34" charset="0"/>
                <a:ea typeface="Malgun Gothic" pitchFamily="34" charset="-122"/>
                <a:cs typeface="Malgun Gothic" pitchFamily="34" charset="-120"/>
              </a:rPr>
              <a:t>ㅕ</a:t>
            </a:r>
            <a:endParaRPr lang="en-US" sz="2800" dirty="0"/>
          </a:p>
        </p:txBody>
      </p:sp>
      <p:sp>
        <p:nvSpPr>
          <p:cNvPr id="20" name="Text 17"/>
          <p:cNvSpPr txBox="1"/>
          <p:nvPr/>
        </p:nvSpPr>
        <p:spPr>
          <a:xfrm>
            <a:off x="7406640" y="2128266"/>
            <a:ext cx="2148840" cy="211226"/>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io abierta</a:t>
            </a:r>
            <a:endParaRPr lang="en-US" sz="1300" dirty="0"/>
          </a:p>
        </p:txBody>
      </p:sp>
      <p:sp>
        <p:nvSpPr>
          <p:cNvPr id="21" name="Text 18"/>
          <p:cNvSpPr txBox="1"/>
          <p:nvPr/>
        </p:nvSpPr>
        <p:spPr>
          <a:xfrm>
            <a:off x="7406640" y="2310689"/>
            <a:ext cx="2148840" cy="230429"/>
          </a:xfrm>
          <a:prstGeom prst="rect">
            <a:avLst/>
          </a:prstGeom>
          <a:noFill/>
          <a:ln/>
        </p:spPr>
        <p:txBody>
          <a:bodyPr wrap="square" lIns="0" tIns="0" rIns="0" bIns="0" rtlCol="0" anchor="ctr"/>
          <a:lstStyle/>
          <a:p>
            <a:pPr marL="0" indent="0" algn="ctr">
              <a:buNone/>
            </a:pPr>
            <a:r>
              <a:rPr lang="en-US" sz="1200" dirty="0">
                <a:solidFill>
                  <a:srgbClr val="5C5F6B"/>
                </a:solidFill>
                <a:latin typeface="Arial" pitchFamily="34" charset="0"/>
                <a:ea typeface="Arial" pitchFamily="34" charset="-122"/>
                <a:cs typeface="Arial" pitchFamily="34" charset="-120"/>
              </a:rPr>
              <a:t>yo relajado</a:t>
            </a:r>
            <a:endParaRPr lang="en-US" sz="1200" dirty="0"/>
          </a:p>
        </p:txBody>
      </p:sp>
      <p:sp>
        <p:nvSpPr>
          <p:cNvPr id="22" name="Shape 19"/>
          <p:cNvSpPr/>
          <p:nvPr/>
        </p:nvSpPr>
        <p:spPr>
          <a:xfrm>
            <a:off x="9692640" y="1600200"/>
            <a:ext cx="2148840" cy="960120"/>
          </a:xfrm>
          <a:prstGeom prst="roundRect">
            <a:avLst>
              <a:gd name="adj" fmla="val 7619"/>
            </a:avLst>
          </a:prstGeom>
          <a:solidFill>
            <a:srgbClr val="EEF1FF"/>
          </a:solidFill>
          <a:ln w="12700">
            <a:solidFill>
              <a:srgbClr val="D8DCF5"/>
            </a:solidFill>
            <a:prstDash val="solid"/>
          </a:ln>
        </p:spPr>
      </p:sp>
      <p:sp>
        <p:nvSpPr>
          <p:cNvPr id="23" name="Text 20"/>
          <p:cNvSpPr txBox="1"/>
          <p:nvPr/>
        </p:nvSpPr>
        <p:spPr>
          <a:xfrm>
            <a:off x="9692640" y="1655064"/>
            <a:ext cx="2148840" cy="499262"/>
          </a:xfrm>
          <a:prstGeom prst="rect">
            <a:avLst/>
          </a:prstGeom>
          <a:noFill/>
          <a:ln/>
        </p:spPr>
        <p:txBody>
          <a:bodyPr wrap="square" lIns="0" tIns="0" rIns="0" bIns="0" rtlCol="0" anchor="ctr"/>
          <a:lstStyle/>
          <a:p>
            <a:pPr marL="0" indent="0" algn="ctr">
              <a:buNone/>
            </a:pPr>
            <a:r>
              <a:rPr lang="en-US" sz="2800" b="1" dirty="0">
                <a:solidFill>
                  <a:srgbClr val="0A0A0F"/>
                </a:solidFill>
                <a:latin typeface="Malgun Gothic" pitchFamily="34" charset="0"/>
                <a:ea typeface="Malgun Gothic" pitchFamily="34" charset="-122"/>
                <a:cs typeface="Malgun Gothic" pitchFamily="34" charset="-120"/>
              </a:rPr>
              <a:t>ㅗ</a:t>
            </a:r>
            <a:endParaRPr lang="en-US" sz="2800" dirty="0"/>
          </a:p>
        </p:txBody>
      </p:sp>
      <p:sp>
        <p:nvSpPr>
          <p:cNvPr id="24" name="Text 21"/>
          <p:cNvSpPr txBox="1"/>
          <p:nvPr/>
        </p:nvSpPr>
        <p:spPr>
          <a:xfrm>
            <a:off x="9692640" y="2128266"/>
            <a:ext cx="2148840" cy="211226"/>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o</a:t>
            </a:r>
            <a:endParaRPr lang="en-US" sz="1300" dirty="0"/>
          </a:p>
        </p:txBody>
      </p:sp>
      <p:sp>
        <p:nvSpPr>
          <p:cNvPr id="25" name="Text 22"/>
          <p:cNvSpPr txBox="1"/>
          <p:nvPr/>
        </p:nvSpPr>
        <p:spPr>
          <a:xfrm>
            <a:off x="9692640" y="2310689"/>
            <a:ext cx="2148840" cy="230429"/>
          </a:xfrm>
          <a:prstGeom prst="rect">
            <a:avLst/>
          </a:prstGeom>
          <a:noFill/>
          <a:ln/>
        </p:spPr>
        <p:txBody>
          <a:bodyPr wrap="square" lIns="0" tIns="0" rIns="0" bIns="0" rtlCol="0" anchor="ctr"/>
          <a:lstStyle/>
          <a:p>
            <a:pPr marL="0" indent="0" algn="ctr">
              <a:buNone/>
            </a:pPr>
            <a:r>
              <a:rPr lang="en-US" sz="1200" dirty="0">
                <a:solidFill>
                  <a:srgbClr val="5C5F6B"/>
                </a:solidFill>
                <a:latin typeface="Arial" pitchFamily="34" charset="0"/>
                <a:ea typeface="Arial" pitchFamily="34" charset="-122"/>
                <a:cs typeface="Arial" pitchFamily="34" charset="-120"/>
              </a:rPr>
              <a:t>labios redondos</a:t>
            </a:r>
            <a:endParaRPr lang="en-US" sz="1200" dirty="0"/>
          </a:p>
        </p:txBody>
      </p:sp>
      <p:sp>
        <p:nvSpPr>
          <p:cNvPr id="26" name="Shape 23"/>
          <p:cNvSpPr/>
          <p:nvPr/>
        </p:nvSpPr>
        <p:spPr>
          <a:xfrm>
            <a:off x="548640" y="2697480"/>
            <a:ext cx="2148840" cy="960120"/>
          </a:xfrm>
          <a:prstGeom prst="roundRect">
            <a:avLst>
              <a:gd name="adj" fmla="val 7619"/>
            </a:avLst>
          </a:prstGeom>
          <a:solidFill>
            <a:srgbClr val="EEF1FF"/>
          </a:solidFill>
          <a:ln w="12700">
            <a:solidFill>
              <a:srgbClr val="D8DCF5"/>
            </a:solidFill>
            <a:prstDash val="solid"/>
          </a:ln>
        </p:spPr>
      </p:sp>
      <p:sp>
        <p:nvSpPr>
          <p:cNvPr id="27" name="Text 24"/>
          <p:cNvSpPr txBox="1"/>
          <p:nvPr/>
        </p:nvSpPr>
        <p:spPr>
          <a:xfrm>
            <a:off x="548640" y="2752344"/>
            <a:ext cx="2148840" cy="499262"/>
          </a:xfrm>
          <a:prstGeom prst="rect">
            <a:avLst/>
          </a:prstGeom>
          <a:noFill/>
          <a:ln/>
        </p:spPr>
        <p:txBody>
          <a:bodyPr wrap="square" lIns="0" tIns="0" rIns="0" bIns="0" rtlCol="0" anchor="ctr"/>
          <a:lstStyle/>
          <a:p>
            <a:pPr marL="0" indent="0" algn="ctr">
              <a:buNone/>
            </a:pPr>
            <a:r>
              <a:rPr lang="en-US" sz="2800" b="1" dirty="0">
                <a:solidFill>
                  <a:srgbClr val="0A0A0F"/>
                </a:solidFill>
                <a:latin typeface="Malgun Gothic" pitchFamily="34" charset="0"/>
                <a:ea typeface="Malgun Gothic" pitchFamily="34" charset="-122"/>
                <a:cs typeface="Malgun Gothic" pitchFamily="34" charset="-120"/>
              </a:rPr>
              <a:t>ㅛ</a:t>
            </a:r>
            <a:endParaRPr lang="en-US" sz="2800" dirty="0"/>
          </a:p>
        </p:txBody>
      </p:sp>
      <p:sp>
        <p:nvSpPr>
          <p:cNvPr id="28" name="Text 25"/>
          <p:cNvSpPr txBox="1"/>
          <p:nvPr/>
        </p:nvSpPr>
        <p:spPr>
          <a:xfrm>
            <a:off x="548640" y="3225546"/>
            <a:ext cx="2148840" cy="211226"/>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io</a:t>
            </a:r>
            <a:endParaRPr lang="en-US" sz="1300" dirty="0"/>
          </a:p>
        </p:txBody>
      </p:sp>
      <p:sp>
        <p:nvSpPr>
          <p:cNvPr id="29" name="Text 26"/>
          <p:cNvSpPr txBox="1"/>
          <p:nvPr/>
        </p:nvSpPr>
        <p:spPr>
          <a:xfrm>
            <a:off x="548640" y="3407969"/>
            <a:ext cx="2148840" cy="230429"/>
          </a:xfrm>
          <a:prstGeom prst="rect">
            <a:avLst/>
          </a:prstGeom>
          <a:noFill/>
          <a:ln/>
        </p:spPr>
        <p:txBody>
          <a:bodyPr wrap="square" lIns="0" tIns="0" rIns="0" bIns="0" rtlCol="0" anchor="ctr"/>
          <a:lstStyle/>
          <a:p>
            <a:pPr marL="0" indent="0" algn="ctr">
              <a:buNone/>
            </a:pPr>
            <a:r>
              <a:rPr lang="en-US" sz="1200" dirty="0">
                <a:solidFill>
                  <a:srgbClr val="5C5F6B"/>
                </a:solidFill>
                <a:latin typeface="Arial" pitchFamily="34" charset="0"/>
                <a:ea typeface="Arial" pitchFamily="34" charset="-122"/>
                <a:cs typeface="Arial" pitchFamily="34" charset="-120"/>
              </a:rPr>
              <a:t>io de avión</a:t>
            </a:r>
            <a:endParaRPr lang="en-US" sz="1200" dirty="0"/>
          </a:p>
        </p:txBody>
      </p:sp>
      <p:sp>
        <p:nvSpPr>
          <p:cNvPr id="30" name="Shape 27"/>
          <p:cNvSpPr/>
          <p:nvPr/>
        </p:nvSpPr>
        <p:spPr>
          <a:xfrm>
            <a:off x="2834640" y="2697480"/>
            <a:ext cx="2148840" cy="960120"/>
          </a:xfrm>
          <a:prstGeom prst="roundRect">
            <a:avLst>
              <a:gd name="adj" fmla="val 7619"/>
            </a:avLst>
          </a:prstGeom>
          <a:solidFill>
            <a:srgbClr val="EEF1FF"/>
          </a:solidFill>
          <a:ln w="12700">
            <a:solidFill>
              <a:srgbClr val="D8DCF5"/>
            </a:solidFill>
            <a:prstDash val="solid"/>
          </a:ln>
        </p:spPr>
      </p:sp>
      <p:sp>
        <p:nvSpPr>
          <p:cNvPr id="31" name="Text 28"/>
          <p:cNvSpPr txBox="1"/>
          <p:nvPr/>
        </p:nvSpPr>
        <p:spPr>
          <a:xfrm>
            <a:off x="2834640" y="2752344"/>
            <a:ext cx="2148840" cy="499262"/>
          </a:xfrm>
          <a:prstGeom prst="rect">
            <a:avLst/>
          </a:prstGeom>
          <a:noFill/>
          <a:ln/>
        </p:spPr>
        <p:txBody>
          <a:bodyPr wrap="square" lIns="0" tIns="0" rIns="0" bIns="0" rtlCol="0" anchor="ctr"/>
          <a:lstStyle/>
          <a:p>
            <a:pPr marL="0" indent="0" algn="ctr">
              <a:buNone/>
            </a:pPr>
            <a:r>
              <a:rPr lang="en-US" sz="2800" b="1" dirty="0">
                <a:solidFill>
                  <a:srgbClr val="0A0A0F"/>
                </a:solidFill>
                <a:latin typeface="Malgun Gothic" pitchFamily="34" charset="0"/>
                <a:ea typeface="Malgun Gothic" pitchFamily="34" charset="-122"/>
                <a:cs typeface="Malgun Gothic" pitchFamily="34" charset="-120"/>
              </a:rPr>
              <a:t>ㅜ</a:t>
            </a:r>
            <a:endParaRPr lang="en-US" sz="2800" dirty="0"/>
          </a:p>
        </p:txBody>
      </p:sp>
      <p:sp>
        <p:nvSpPr>
          <p:cNvPr id="32" name="Text 29"/>
          <p:cNvSpPr txBox="1"/>
          <p:nvPr/>
        </p:nvSpPr>
        <p:spPr>
          <a:xfrm>
            <a:off x="2834640" y="3225546"/>
            <a:ext cx="2148840" cy="211226"/>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u</a:t>
            </a:r>
            <a:endParaRPr lang="en-US" sz="1300" dirty="0"/>
          </a:p>
        </p:txBody>
      </p:sp>
      <p:sp>
        <p:nvSpPr>
          <p:cNvPr id="33" name="Text 30"/>
          <p:cNvSpPr txBox="1"/>
          <p:nvPr/>
        </p:nvSpPr>
        <p:spPr>
          <a:xfrm>
            <a:off x="2834640" y="3407969"/>
            <a:ext cx="2148840" cy="230429"/>
          </a:xfrm>
          <a:prstGeom prst="rect">
            <a:avLst/>
          </a:prstGeom>
          <a:noFill/>
          <a:ln/>
        </p:spPr>
        <p:txBody>
          <a:bodyPr wrap="square" lIns="0" tIns="0" rIns="0" bIns="0" rtlCol="0" anchor="ctr"/>
          <a:lstStyle/>
          <a:p>
            <a:pPr marL="0" indent="0" algn="ctr">
              <a:buNone/>
            </a:pPr>
            <a:r>
              <a:rPr lang="en-US" sz="1200" dirty="0">
                <a:solidFill>
                  <a:srgbClr val="5C5F6B"/>
                </a:solidFill>
                <a:latin typeface="Arial" pitchFamily="34" charset="0"/>
                <a:ea typeface="Arial" pitchFamily="34" charset="-122"/>
                <a:cs typeface="Arial" pitchFamily="34" charset="-120"/>
              </a:rPr>
              <a:t>u de uva</a:t>
            </a:r>
            <a:endParaRPr lang="en-US" sz="1200" dirty="0"/>
          </a:p>
        </p:txBody>
      </p:sp>
      <p:sp>
        <p:nvSpPr>
          <p:cNvPr id="34" name="Shape 31"/>
          <p:cNvSpPr/>
          <p:nvPr/>
        </p:nvSpPr>
        <p:spPr>
          <a:xfrm>
            <a:off x="5120640" y="2697480"/>
            <a:ext cx="2148840" cy="960120"/>
          </a:xfrm>
          <a:prstGeom prst="roundRect">
            <a:avLst>
              <a:gd name="adj" fmla="val 7619"/>
            </a:avLst>
          </a:prstGeom>
          <a:solidFill>
            <a:srgbClr val="EEF1FF"/>
          </a:solidFill>
          <a:ln w="12700">
            <a:solidFill>
              <a:srgbClr val="D8DCF5"/>
            </a:solidFill>
            <a:prstDash val="solid"/>
          </a:ln>
        </p:spPr>
      </p:sp>
      <p:sp>
        <p:nvSpPr>
          <p:cNvPr id="35" name="Text 32"/>
          <p:cNvSpPr txBox="1"/>
          <p:nvPr/>
        </p:nvSpPr>
        <p:spPr>
          <a:xfrm>
            <a:off x="5120640" y="2752344"/>
            <a:ext cx="2148840" cy="499262"/>
          </a:xfrm>
          <a:prstGeom prst="rect">
            <a:avLst/>
          </a:prstGeom>
          <a:noFill/>
          <a:ln/>
        </p:spPr>
        <p:txBody>
          <a:bodyPr wrap="square" lIns="0" tIns="0" rIns="0" bIns="0" rtlCol="0" anchor="ctr"/>
          <a:lstStyle/>
          <a:p>
            <a:pPr marL="0" indent="0" algn="ctr">
              <a:buNone/>
            </a:pPr>
            <a:r>
              <a:rPr lang="en-US" sz="2800" b="1" dirty="0">
                <a:solidFill>
                  <a:srgbClr val="0A0A0F"/>
                </a:solidFill>
                <a:latin typeface="Malgun Gothic" pitchFamily="34" charset="0"/>
                <a:ea typeface="Malgun Gothic" pitchFamily="34" charset="-122"/>
                <a:cs typeface="Malgun Gothic" pitchFamily="34" charset="-120"/>
              </a:rPr>
              <a:t>ㅠ</a:t>
            </a:r>
            <a:endParaRPr lang="en-US" sz="2800" dirty="0"/>
          </a:p>
        </p:txBody>
      </p:sp>
      <p:sp>
        <p:nvSpPr>
          <p:cNvPr id="36" name="Text 33"/>
          <p:cNvSpPr txBox="1"/>
          <p:nvPr/>
        </p:nvSpPr>
        <p:spPr>
          <a:xfrm>
            <a:off x="5120640" y="3225546"/>
            <a:ext cx="2148840" cy="211226"/>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iu</a:t>
            </a:r>
            <a:endParaRPr lang="en-US" sz="1300" dirty="0"/>
          </a:p>
        </p:txBody>
      </p:sp>
      <p:sp>
        <p:nvSpPr>
          <p:cNvPr id="37" name="Text 34"/>
          <p:cNvSpPr txBox="1"/>
          <p:nvPr/>
        </p:nvSpPr>
        <p:spPr>
          <a:xfrm>
            <a:off x="5120640" y="3407969"/>
            <a:ext cx="2148840" cy="230429"/>
          </a:xfrm>
          <a:prstGeom prst="rect">
            <a:avLst/>
          </a:prstGeom>
          <a:noFill/>
          <a:ln/>
        </p:spPr>
        <p:txBody>
          <a:bodyPr wrap="square" lIns="0" tIns="0" rIns="0" bIns="0" rtlCol="0" anchor="ctr"/>
          <a:lstStyle/>
          <a:p>
            <a:pPr marL="0" indent="0" algn="ctr">
              <a:buNone/>
            </a:pPr>
            <a:r>
              <a:rPr lang="en-US" sz="1200" dirty="0">
                <a:solidFill>
                  <a:srgbClr val="5C5F6B"/>
                </a:solidFill>
                <a:latin typeface="Arial" pitchFamily="34" charset="0"/>
                <a:ea typeface="Arial" pitchFamily="34" charset="-122"/>
                <a:cs typeface="Arial" pitchFamily="34" charset="-120"/>
              </a:rPr>
              <a:t>iu de ciudad</a:t>
            </a:r>
            <a:endParaRPr lang="en-US" sz="1200" dirty="0"/>
          </a:p>
        </p:txBody>
      </p:sp>
      <p:sp>
        <p:nvSpPr>
          <p:cNvPr id="38" name="Shape 35"/>
          <p:cNvSpPr/>
          <p:nvPr/>
        </p:nvSpPr>
        <p:spPr>
          <a:xfrm>
            <a:off x="7406640" y="2697480"/>
            <a:ext cx="2148840" cy="960120"/>
          </a:xfrm>
          <a:prstGeom prst="roundRect">
            <a:avLst>
              <a:gd name="adj" fmla="val 7619"/>
            </a:avLst>
          </a:prstGeom>
          <a:solidFill>
            <a:srgbClr val="EEF1FF"/>
          </a:solidFill>
          <a:ln w="12700">
            <a:solidFill>
              <a:srgbClr val="D8DCF5"/>
            </a:solidFill>
            <a:prstDash val="solid"/>
          </a:ln>
        </p:spPr>
      </p:sp>
      <p:sp>
        <p:nvSpPr>
          <p:cNvPr id="39" name="Text 36"/>
          <p:cNvSpPr txBox="1"/>
          <p:nvPr/>
        </p:nvSpPr>
        <p:spPr>
          <a:xfrm>
            <a:off x="7406640" y="2752344"/>
            <a:ext cx="2148840" cy="499262"/>
          </a:xfrm>
          <a:prstGeom prst="rect">
            <a:avLst/>
          </a:prstGeom>
          <a:noFill/>
          <a:ln/>
        </p:spPr>
        <p:txBody>
          <a:bodyPr wrap="square" lIns="0" tIns="0" rIns="0" bIns="0" rtlCol="0" anchor="ctr"/>
          <a:lstStyle/>
          <a:p>
            <a:pPr marL="0" indent="0" algn="ctr">
              <a:buNone/>
            </a:pPr>
            <a:r>
              <a:rPr lang="en-US" sz="2800" b="1" dirty="0">
                <a:solidFill>
                  <a:srgbClr val="0A0A0F"/>
                </a:solidFill>
                <a:latin typeface="Malgun Gothic" pitchFamily="34" charset="0"/>
                <a:ea typeface="Malgun Gothic" pitchFamily="34" charset="-122"/>
                <a:cs typeface="Malgun Gothic" pitchFamily="34" charset="-120"/>
              </a:rPr>
              <a:t>ㅡ</a:t>
            </a:r>
            <a:endParaRPr lang="en-US" sz="2800" dirty="0"/>
          </a:p>
        </p:txBody>
      </p:sp>
      <p:sp>
        <p:nvSpPr>
          <p:cNvPr id="40" name="Text 37"/>
          <p:cNvSpPr txBox="1"/>
          <p:nvPr/>
        </p:nvSpPr>
        <p:spPr>
          <a:xfrm>
            <a:off x="7406640" y="3225546"/>
            <a:ext cx="2148840" cy="211226"/>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u plana</a:t>
            </a:r>
            <a:endParaRPr lang="en-US" sz="1300" dirty="0"/>
          </a:p>
        </p:txBody>
      </p:sp>
      <p:sp>
        <p:nvSpPr>
          <p:cNvPr id="41" name="Text 38"/>
          <p:cNvSpPr txBox="1"/>
          <p:nvPr/>
        </p:nvSpPr>
        <p:spPr>
          <a:xfrm>
            <a:off x="7406640" y="3407969"/>
            <a:ext cx="2148840" cy="230429"/>
          </a:xfrm>
          <a:prstGeom prst="rect">
            <a:avLst/>
          </a:prstGeom>
          <a:noFill/>
          <a:ln/>
        </p:spPr>
        <p:txBody>
          <a:bodyPr wrap="square" lIns="0" tIns="0" rIns="0" bIns="0" rtlCol="0" anchor="ctr"/>
          <a:lstStyle/>
          <a:p>
            <a:pPr marL="0" indent="0" algn="ctr">
              <a:buNone/>
            </a:pPr>
            <a:r>
              <a:rPr lang="en-US" sz="1200" dirty="0">
                <a:solidFill>
                  <a:srgbClr val="5C5F6B"/>
                </a:solidFill>
                <a:latin typeface="Arial" pitchFamily="34" charset="0"/>
                <a:ea typeface="Arial" pitchFamily="34" charset="-122"/>
                <a:cs typeface="Arial" pitchFamily="34" charset="-120"/>
              </a:rPr>
              <a:t>sonríe y di u</a:t>
            </a:r>
            <a:endParaRPr lang="en-US" sz="1200" dirty="0"/>
          </a:p>
        </p:txBody>
      </p:sp>
      <p:sp>
        <p:nvSpPr>
          <p:cNvPr id="42" name="Shape 39"/>
          <p:cNvSpPr/>
          <p:nvPr/>
        </p:nvSpPr>
        <p:spPr>
          <a:xfrm>
            <a:off x="9692640" y="2697480"/>
            <a:ext cx="2148840" cy="960120"/>
          </a:xfrm>
          <a:prstGeom prst="roundRect">
            <a:avLst>
              <a:gd name="adj" fmla="val 7619"/>
            </a:avLst>
          </a:prstGeom>
          <a:solidFill>
            <a:srgbClr val="EEF1FF"/>
          </a:solidFill>
          <a:ln w="12700">
            <a:solidFill>
              <a:srgbClr val="D8DCF5"/>
            </a:solidFill>
            <a:prstDash val="solid"/>
          </a:ln>
        </p:spPr>
      </p:sp>
      <p:sp>
        <p:nvSpPr>
          <p:cNvPr id="43" name="Text 40"/>
          <p:cNvSpPr txBox="1"/>
          <p:nvPr/>
        </p:nvSpPr>
        <p:spPr>
          <a:xfrm>
            <a:off x="9692640" y="2752344"/>
            <a:ext cx="2148840" cy="499262"/>
          </a:xfrm>
          <a:prstGeom prst="rect">
            <a:avLst/>
          </a:prstGeom>
          <a:noFill/>
          <a:ln/>
        </p:spPr>
        <p:txBody>
          <a:bodyPr wrap="square" lIns="0" tIns="0" rIns="0" bIns="0" rtlCol="0" anchor="ctr"/>
          <a:lstStyle/>
          <a:p>
            <a:pPr marL="0" indent="0" algn="ctr">
              <a:buNone/>
            </a:pPr>
            <a:r>
              <a:rPr lang="en-US" sz="2800" b="1" dirty="0">
                <a:solidFill>
                  <a:srgbClr val="0A0A0F"/>
                </a:solidFill>
                <a:latin typeface="Malgun Gothic" pitchFamily="34" charset="0"/>
                <a:ea typeface="Malgun Gothic" pitchFamily="34" charset="-122"/>
                <a:cs typeface="Malgun Gothic" pitchFamily="34" charset="-120"/>
              </a:rPr>
              <a:t>ㅣ</a:t>
            </a:r>
            <a:endParaRPr lang="en-US" sz="2800" dirty="0"/>
          </a:p>
        </p:txBody>
      </p:sp>
      <p:sp>
        <p:nvSpPr>
          <p:cNvPr id="44" name="Text 41"/>
          <p:cNvSpPr txBox="1"/>
          <p:nvPr/>
        </p:nvSpPr>
        <p:spPr>
          <a:xfrm>
            <a:off x="9692640" y="3225546"/>
            <a:ext cx="2148840" cy="211226"/>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i</a:t>
            </a:r>
            <a:endParaRPr lang="en-US" sz="1300" dirty="0"/>
          </a:p>
        </p:txBody>
      </p:sp>
      <p:sp>
        <p:nvSpPr>
          <p:cNvPr id="45" name="Text 42"/>
          <p:cNvSpPr txBox="1"/>
          <p:nvPr/>
        </p:nvSpPr>
        <p:spPr>
          <a:xfrm>
            <a:off x="9692640" y="3407969"/>
            <a:ext cx="2148840" cy="230429"/>
          </a:xfrm>
          <a:prstGeom prst="rect">
            <a:avLst/>
          </a:prstGeom>
          <a:noFill/>
          <a:ln/>
        </p:spPr>
        <p:txBody>
          <a:bodyPr wrap="square" lIns="0" tIns="0" rIns="0" bIns="0" rtlCol="0" anchor="ctr"/>
          <a:lstStyle/>
          <a:p>
            <a:pPr marL="0" indent="0" algn="ctr">
              <a:buNone/>
            </a:pPr>
            <a:r>
              <a:rPr lang="en-US" sz="1200" dirty="0">
                <a:solidFill>
                  <a:srgbClr val="5C5F6B"/>
                </a:solidFill>
                <a:latin typeface="Arial" pitchFamily="34" charset="0"/>
                <a:ea typeface="Arial" pitchFamily="34" charset="-122"/>
                <a:cs typeface="Arial" pitchFamily="34" charset="-120"/>
              </a:rPr>
              <a:t>i de isla</a:t>
            </a:r>
            <a:endParaRPr lang="en-US" sz="1200" dirty="0"/>
          </a:p>
        </p:txBody>
      </p:sp>
      <p:sp>
        <p:nvSpPr>
          <p:cNvPr id="46" name="Text 43"/>
          <p:cNvSpPr txBox="1"/>
          <p:nvPr/>
        </p:nvSpPr>
        <p:spPr>
          <a:xfrm>
            <a:off x="548640" y="3767328"/>
            <a:ext cx="8229600" cy="274320"/>
          </a:xfrm>
          <a:prstGeom prst="rect">
            <a:avLst/>
          </a:prstGeom>
          <a:noFill/>
          <a:ln/>
        </p:spPr>
        <p:txBody>
          <a:bodyPr wrap="square" lIns="0" tIns="0" rIns="0" bIns="0" rtlCol="0" anchor="ctr"/>
          <a:lstStyle/>
          <a:p>
            <a:pPr marL="0" indent="0">
              <a:buNone/>
            </a:pPr>
            <a:r>
              <a:rPr lang="en-US" sz="1100" b="1" kern="0" spc="200" dirty="0">
                <a:solidFill>
                  <a:srgbClr val="5C5F6B"/>
                </a:solidFill>
                <a:latin typeface="Arial" pitchFamily="34" charset="0"/>
                <a:ea typeface="Arial" pitchFamily="34" charset="-122"/>
                <a:cs typeface="Arial" pitchFamily="34" charset="-120"/>
              </a:rPr>
              <a:t>11 COMPUESTAS — las gemelas que hoy suenan igual</a:t>
            </a:r>
            <a:endParaRPr lang="en-US" sz="1100" dirty="0"/>
          </a:p>
        </p:txBody>
      </p:sp>
      <p:sp>
        <p:nvSpPr>
          <p:cNvPr id="47" name="Shape 44"/>
          <p:cNvSpPr/>
          <p:nvPr/>
        </p:nvSpPr>
        <p:spPr>
          <a:xfrm>
            <a:off x="548640" y="4069080"/>
            <a:ext cx="914400" cy="1051560"/>
          </a:xfrm>
          <a:prstGeom prst="roundRect">
            <a:avLst>
              <a:gd name="adj" fmla="val 8000"/>
            </a:avLst>
          </a:prstGeom>
          <a:solidFill>
            <a:srgbClr val="EEF1FF"/>
          </a:solidFill>
          <a:ln w="12700">
            <a:solidFill>
              <a:srgbClr val="D8DCF5"/>
            </a:solidFill>
            <a:prstDash val="solid"/>
          </a:ln>
        </p:spPr>
      </p:sp>
      <p:sp>
        <p:nvSpPr>
          <p:cNvPr id="48" name="Text 45"/>
          <p:cNvSpPr txBox="1"/>
          <p:nvPr/>
        </p:nvSpPr>
        <p:spPr>
          <a:xfrm>
            <a:off x="548640" y="4123944"/>
            <a:ext cx="914400" cy="546811"/>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ㅐ</a:t>
            </a:r>
            <a:endParaRPr lang="en-US" sz="2600" dirty="0"/>
          </a:p>
        </p:txBody>
      </p:sp>
      <p:sp>
        <p:nvSpPr>
          <p:cNvPr id="49" name="Text 46"/>
          <p:cNvSpPr txBox="1"/>
          <p:nvPr/>
        </p:nvSpPr>
        <p:spPr>
          <a:xfrm>
            <a:off x="548640" y="4647438"/>
            <a:ext cx="914400" cy="231343"/>
          </a:xfrm>
          <a:prstGeom prst="rect">
            <a:avLst/>
          </a:prstGeom>
          <a:noFill/>
          <a:ln/>
        </p:spPr>
        <p:txBody>
          <a:bodyPr wrap="square" lIns="0" tIns="0" rIns="0" bIns="0" rtlCol="0" anchor="ctr"/>
          <a:lstStyle/>
          <a:p>
            <a:pPr marL="0" indent="0" algn="ctr">
              <a:buNone/>
            </a:pPr>
            <a:r>
              <a:rPr lang="en-US" sz="1400" b="1" dirty="0">
                <a:solidFill>
                  <a:srgbClr val="4236F6"/>
                </a:solidFill>
                <a:highlight>
                  <a:srgbClr val="FFFF00"/>
                </a:highlight>
                <a:latin typeface="Arial" pitchFamily="34" charset="0"/>
                <a:ea typeface="Arial" pitchFamily="34" charset="-122"/>
                <a:cs typeface="Arial" pitchFamily="34" charset="-120"/>
              </a:rPr>
              <a:t>e</a:t>
            </a:r>
            <a:endParaRPr lang="en-US" sz="1400" dirty="0">
              <a:highlight>
                <a:srgbClr val="FFFF00"/>
              </a:highlight>
            </a:endParaRPr>
          </a:p>
        </p:txBody>
      </p:sp>
      <p:sp>
        <p:nvSpPr>
          <p:cNvPr id="50" name="Text 47"/>
          <p:cNvSpPr txBox="1"/>
          <p:nvPr/>
        </p:nvSpPr>
        <p:spPr>
          <a:xfrm>
            <a:off x="548640" y="4847234"/>
            <a:ext cx="914400" cy="252374"/>
          </a:xfrm>
          <a:prstGeom prst="rect">
            <a:avLst/>
          </a:prstGeom>
          <a:noFill/>
          <a:ln/>
        </p:spPr>
        <p:txBody>
          <a:bodyPr wrap="square" lIns="0" tIns="0" rIns="0" bIns="0" rtlCol="0" anchor="ctr"/>
          <a:lstStyle/>
          <a:p>
            <a:pPr marL="0" indent="0" algn="ctr">
              <a:buNone/>
            </a:pPr>
            <a:endParaRPr lang="en-US" sz="1000" dirty="0"/>
          </a:p>
        </p:txBody>
      </p:sp>
      <p:sp>
        <p:nvSpPr>
          <p:cNvPr id="51" name="Shape 48"/>
          <p:cNvSpPr/>
          <p:nvPr/>
        </p:nvSpPr>
        <p:spPr>
          <a:xfrm>
            <a:off x="1563624" y="4069080"/>
            <a:ext cx="914400" cy="1051560"/>
          </a:xfrm>
          <a:prstGeom prst="roundRect">
            <a:avLst>
              <a:gd name="adj" fmla="val 8000"/>
            </a:avLst>
          </a:prstGeom>
          <a:solidFill>
            <a:srgbClr val="EEF1FF"/>
          </a:solidFill>
          <a:ln w="12700">
            <a:solidFill>
              <a:srgbClr val="D8DCF5"/>
            </a:solidFill>
            <a:prstDash val="solid"/>
          </a:ln>
        </p:spPr>
      </p:sp>
      <p:sp>
        <p:nvSpPr>
          <p:cNvPr id="52" name="Text 49"/>
          <p:cNvSpPr txBox="1"/>
          <p:nvPr/>
        </p:nvSpPr>
        <p:spPr>
          <a:xfrm>
            <a:off x="1563624" y="4123944"/>
            <a:ext cx="914400" cy="546811"/>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ㅔ</a:t>
            </a:r>
            <a:endParaRPr lang="en-US" sz="2600" dirty="0"/>
          </a:p>
        </p:txBody>
      </p:sp>
      <p:sp>
        <p:nvSpPr>
          <p:cNvPr id="53" name="Text 50"/>
          <p:cNvSpPr txBox="1"/>
          <p:nvPr/>
        </p:nvSpPr>
        <p:spPr>
          <a:xfrm>
            <a:off x="1563624" y="4647438"/>
            <a:ext cx="914400" cy="231343"/>
          </a:xfrm>
          <a:prstGeom prst="rect">
            <a:avLst/>
          </a:prstGeom>
          <a:noFill/>
          <a:ln/>
        </p:spPr>
        <p:txBody>
          <a:bodyPr wrap="square" lIns="0" tIns="0" rIns="0" bIns="0" rtlCol="0" anchor="ctr"/>
          <a:lstStyle/>
          <a:p>
            <a:pPr marL="0" indent="0" algn="ctr">
              <a:buNone/>
            </a:pPr>
            <a:r>
              <a:rPr lang="en-US" sz="1400" b="1" dirty="0">
                <a:solidFill>
                  <a:srgbClr val="4236F6"/>
                </a:solidFill>
                <a:highlight>
                  <a:srgbClr val="FFFF00"/>
                </a:highlight>
                <a:latin typeface="Arial" pitchFamily="34" charset="0"/>
                <a:ea typeface="Arial" pitchFamily="34" charset="-122"/>
                <a:cs typeface="Arial" pitchFamily="34" charset="-120"/>
              </a:rPr>
              <a:t>e</a:t>
            </a:r>
            <a:endParaRPr lang="en-US" sz="1400" dirty="0">
              <a:highlight>
                <a:srgbClr val="FFFF00"/>
              </a:highlight>
            </a:endParaRPr>
          </a:p>
        </p:txBody>
      </p:sp>
      <p:sp>
        <p:nvSpPr>
          <p:cNvPr id="54" name="Text 51"/>
          <p:cNvSpPr txBox="1"/>
          <p:nvPr/>
        </p:nvSpPr>
        <p:spPr>
          <a:xfrm>
            <a:off x="1563624" y="4847234"/>
            <a:ext cx="914400" cy="252374"/>
          </a:xfrm>
          <a:prstGeom prst="rect">
            <a:avLst/>
          </a:prstGeom>
          <a:noFill/>
          <a:ln/>
        </p:spPr>
        <p:txBody>
          <a:bodyPr wrap="square" lIns="0" tIns="0" rIns="0" bIns="0" rtlCol="0" anchor="ctr"/>
          <a:lstStyle/>
          <a:p>
            <a:pPr marL="0" indent="0" algn="ctr">
              <a:buNone/>
            </a:pPr>
            <a:endParaRPr lang="en-US" sz="1000" dirty="0"/>
          </a:p>
        </p:txBody>
      </p:sp>
      <p:sp>
        <p:nvSpPr>
          <p:cNvPr id="55" name="Shape 52"/>
          <p:cNvSpPr/>
          <p:nvPr/>
        </p:nvSpPr>
        <p:spPr>
          <a:xfrm>
            <a:off x="2578608" y="4069080"/>
            <a:ext cx="914400" cy="1051560"/>
          </a:xfrm>
          <a:prstGeom prst="roundRect">
            <a:avLst>
              <a:gd name="adj" fmla="val 8000"/>
            </a:avLst>
          </a:prstGeom>
          <a:solidFill>
            <a:srgbClr val="EEF1FF"/>
          </a:solidFill>
          <a:ln w="12700">
            <a:solidFill>
              <a:srgbClr val="D8DCF5"/>
            </a:solidFill>
            <a:prstDash val="solid"/>
          </a:ln>
        </p:spPr>
      </p:sp>
      <p:sp>
        <p:nvSpPr>
          <p:cNvPr id="56" name="Text 53"/>
          <p:cNvSpPr txBox="1"/>
          <p:nvPr/>
        </p:nvSpPr>
        <p:spPr>
          <a:xfrm>
            <a:off x="2578608" y="4123944"/>
            <a:ext cx="914400" cy="546811"/>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ㅒ</a:t>
            </a:r>
            <a:endParaRPr lang="en-US" sz="2600" dirty="0"/>
          </a:p>
        </p:txBody>
      </p:sp>
      <p:sp>
        <p:nvSpPr>
          <p:cNvPr id="57" name="Text 54"/>
          <p:cNvSpPr txBox="1"/>
          <p:nvPr/>
        </p:nvSpPr>
        <p:spPr>
          <a:xfrm>
            <a:off x="2578608" y="4647438"/>
            <a:ext cx="914400" cy="231343"/>
          </a:xfrm>
          <a:prstGeom prst="rect">
            <a:avLst/>
          </a:prstGeom>
          <a:noFill/>
          <a:ln/>
        </p:spPr>
        <p:txBody>
          <a:bodyPr wrap="square" lIns="0" tIns="0" rIns="0" bIns="0" rtlCol="0" anchor="ctr"/>
          <a:lstStyle/>
          <a:p>
            <a:pPr marL="0" indent="0" algn="ctr">
              <a:buNone/>
            </a:pPr>
            <a:r>
              <a:rPr lang="en-US" sz="1400" b="1" dirty="0">
                <a:solidFill>
                  <a:srgbClr val="4236F6"/>
                </a:solidFill>
                <a:highlight>
                  <a:srgbClr val="FFFF00"/>
                </a:highlight>
                <a:latin typeface="Arial" pitchFamily="34" charset="0"/>
                <a:ea typeface="Arial" pitchFamily="34" charset="-122"/>
                <a:cs typeface="Arial" pitchFamily="34" charset="-120"/>
              </a:rPr>
              <a:t>ie</a:t>
            </a:r>
            <a:endParaRPr lang="en-US" sz="1400" dirty="0">
              <a:highlight>
                <a:srgbClr val="FFFF00"/>
              </a:highlight>
            </a:endParaRPr>
          </a:p>
        </p:txBody>
      </p:sp>
      <p:sp>
        <p:nvSpPr>
          <p:cNvPr id="58" name="Text 55"/>
          <p:cNvSpPr txBox="1"/>
          <p:nvPr/>
        </p:nvSpPr>
        <p:spPr>
          <a:xfrm>
            <a:off x="2578608" y="4847234"/>
            <a:ext cx="914400" cy="252374"/>
          </a:xfrm>
          <a:prstGeom prst="rect">
            <a:avLst/>
          </a:prstGeom>
          <a:noFill/>
          <a:ln/>
        </p:spPr>
        <p:txBody>
          <a:bodyPr wrap="square" lIns="0" tIns="0" rIns="0" bIns="0" rtlCol="0" anchor="ctr"/>
          <a:lstStyle/>
          <a:p>
            <a:pPr marL="0" indent="0" algn="ctr">
              <a:buNone/>
            </a:pPr>
            <a:endParaRPr lang="en-US" sz="1000" dirty="0"/>
          </a:p>
        </p:txBody>
      </p:sp>
      <p:sp>
        <p:nvSpPr>
          <p:cNvPr id="59" name="Shape 56"/>
          <p:cNvSpPr/>
          <p:nvPr/>
        </p:nvSpPr>
        <p:spPr>
          <a:xfrm>
            <a:off x="3593592" y="4069080"/>
            <a:ext cx="914400" cy="1051560"/>
          </a:xfrm>
          <a:prstGeom prst="roundRect">
            <a:avLst>
              <a:gd name="adj" fmla="val 8000"/>
            </a:avLst>
          </a:prstGeom>
          <a:solidFill>
            <a:srgbClr val="EEF1FF"/>
          </a:solidFill>
          <a:ln w="12700">
            <a:solidFill>
              <a:srgbClr val="D8DCF5"/>
            </a:solidFill>
            <a:prstDash val="solid"/>
          </a:ln>
        </p:spPr>
      </p:sp>
      <p:sp>
        <p:nvSpPr>
          <p:cNvPr id="60" name="Text 57"/>
          <p:cNvSpPr txBox="1"/>
          <p:nvPr/>
        </p:nvSpPr>
        <p:spPr>
          <a:xfrm>
            <a:off x="3593592" y="4123944"/>
            <a:ext cx="914400" cy="546811"/>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ㅖ</a:t>
            </a:r>
            <a:endParaRPr lang="en-US" sz="2600" dirty="0"/>
          </a:p>
        </p:txBody>
      </p:sp>
      <p:sp>
        <p:nvSpPr>
          <p:cNvPr id="61" name="Text 58"/>
          <p:cNvSpPr txBox="1"/>
          <p:nvPr/>
        </p:nvSpPr>
        <p:spPr>
          <a:xfrm>
            <a:off x="3593592" y="4647438"/>
            <a:ext cx="914400" cy="231343"/>
          </a:xfrm>
          <a:prstGeom prst="rect">
            <a:avLst/>
          </a:prstGeom>
          <a:noFill/>
          <a:ln/>
        </p:spPr>
        <p:txBody>
          <a:bodyPr wrap="square" lIns="0" tIns="0" rIns="0" bIns="0" rtlCol="0" anchor="ctr"/>
          <a:lstStyle/>
          <a:p>
            <a:pPr marL="0" indent="0" algn="ctr">
              <a:buNone/>
            </a:pPr>
            <a:r>
              <a:rPr lang="en-US" sz="1400" b="1" dirty="0">
                <a:solidFill>
                  <a:srgbClr val="4236F6"/>
                </a:solidFill>
                <a:highlight>
                  <a:srgbClr val="FFFF00"/>
                </a:highlight>
                <a:latin typeface="Arial" pitchFamily="34" charset="0"/>
                <a:ea typeface="Arial" pitchFamily="34" charset="-122"/>
                <a:cs typeface="Arial" pitchFamily="34" charset="-120"/>
              </a:rPr>
              <a:t>ie</a:t>
            </a:r>
            <a:endParaRPr lang="en-US" sz="1400" dirty="0">
              <a:highlight>
                <a:srgbClr val="FFFF00"/>
              </a:highlight>
            </a:endParaRPr>
          </a:p>
        </p:txBody>
      </p:sp>
      <p:sp>
        <p:nvSpPr>
          <p:cNvPr id="62" name="Text 59"/>
          <p:cNvSpPr txBox="1"/>
          <p:nvPr/>
        </p:nvSpPr>
        <p:spPr>
          <a:xfrm>
            <a:off x="3593592" y="4847234"/>
            <a:ext cx="914400" cy="252374"/>
          </a:xfrm>
          <a:prstGeom prst="rect">
            <a:avLst/>
          </a:prstGeom>
          <a:noFill/>
          <a:ln/>
        </p:spPr>
        <p:txBody>
          <a:bodyPr wrap="square" lIns="0" tIns="0" rIns="0" bIns="0" rtlCol="0" anchor="ctr"/>
          <a:lstStyle/>
          <a:p>
            <a:pPr marL="0" indent="0" algn="ctr">
              <a:buNone/>
            </a:pPr>
            <a:endParaRPr lang="en-US" sz="1000" dirty="0"/>
          </a:p>
        </p:txBody>
      </p:sp>
      <p:sp>
        <p:nvSpPr>
          <p:cNvPr id="63" name="Shape 60"/>
          <p:cNvSpPr/>
          <p:nvPr/>
        </p:nvSpPr>
        <p:spPr>
          <a:xfrm>
            <a:off x="4608576" y="4069080"/>
            <a:ext cx="914400" cy="1051560"/>
          </a:xfrm>
          <a:prstGeom prst="roundRect">
            <a:avLst>
              <a:gd name="adj" fmla="val 8000"/>
            </a:avLst>
          </a:prstGeom>
          <a:solidFill>
            <a:srgbClr val="EEF1FF"/>
          </a:solidFill>
          <a:ln w="12700">
            <a:solidFill>
              <a:srgbClr val="D8DCF5"/>
            </a:solidFill>
            <a:prstDash val="solid"/>
          </a:ln>
        </p:spPr>
      </p:sp>
      <p:sp>
        <p:nvSpPr>
          <p:cNvPr id="64" name="Text 61"/>
          <p:cNvSpPr txBox="1"/>
          <p:nvPr/>
        </p:nvSpPr>
        <p:spPr>
          <a:xfrm>
            <a:off x="4608576" y="4123944"/>
            <a:ext cx="914400" cy="546811"/>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ㅘ</a:t>
            </a:r>
            <a:endParaRPr lang="en-US" sz="2600" dirty="0"/>
          </a:p>
        </p:txBody>
      </p:sp>
      <p:sp>
        <p:nvSpPr>
          <p:cNvPr id="65" name="Text 62"/>
          <p:cNvSpPr txBox="1"/>
          <p:nvPr/>
        </p:nvSpPr>
        <p:spPr>
          <a:xfrm>
            <a:off x="4608576" y="4647438"/>
            <a:ext cx="914400" cy="231343"/>
          </a:xfrm>
          <a:prstGeom prst="rect">
            <a:avLst/>
          </a:prstGeom>
          <a:noFill/>
          <a:ln/>
        </p:spPr>
        <p:txBody>
          <a:bodyPr wrap="square" lIns="0" tIns="0" rIns="0" bIns="0" rtlCol="0" anchor="ctr"/>
          <a:lstStyle/>
          <a:p>
            <a:pPr marL="0" indent="0" algn="ctr">
              <a:buNone/>
            </a:pPr>
            <a:r>
              <a:rPr lang="en-US" sz="1400" b="1" dirty="0">
                <a:solidFill>
                  <a:srgbClr val="4236F6"/>
                </a:solidFill>
                <a:latin typeface="Arial" pitchFamily="34" charset="0"/>
                <a:ea typeface="Arial" pitchFamily="34" charset="-122"/>
                <a:cs typeface="Arial" pitchFamily="34" charset="-120"/>
              </a:rPr>
              <a:t>ua</a:t>
            </a:r>
            <a:endParaRPr lang="en-US" sz="1400" dirty="0"/>
          </a:p>
        </p:txBody>
      </p:sp>
      <p:sp>
        <p:nvSpPr>
          <p:cNvPr id="66" name="Text 63"/>
          <p:cNvSpPr txBox="1"/>
          <p:nvPr/>
        </p:nvSpPr>
        <p:spPr>
          <a:xfrm>
            <a:off x="4608576" y="4847234"/>
            <a:ext cx="914400" cy="252374"/>
          </a:xfrm>
          <a:prstGeom prst="rect">
            <a:avLst/>
          </a:prstGeom>
          <a:noFill/>
          <a:ln/>
        </p:spPr>
        <p:txBody>
          <a:bodyPr wrap="square" lIns="0" tIns="0" rIns="0" bIns="0" rtlCol="0" anchor="ctr"/>
          <a:lstStyle/>
          <a:p>
            <a:pPr marL="0" indent="0" algn="ctr">
              <a:buNone/>
            </a:pPr>
            <a:endParaRPr lang="en-US" sz="1000" dirty="0"/>
          </a:p>
        </p:txBody>
      </p:sp>
      <p:sp>
        <p:nvSpPr>
          <p:cNvPr id="67" name="Shape 64"/>
          <p:cNvSpPr/>
          <p:nvPr/>
        </p:nvSpPr>
        <p:spPr>
          <a:xfrm>
            <a:off x="5623560" y="4069080"/>
            <a:ext cx="914400" cy="1051560"/>
          </a:xfrm>
          <a:prstGeom prst="roundRect">
            <a:avLst>
              <a:gd name="adj" fmla="val 8000"/>
            </a:avLst>
          </a:prstGeom>
          <a:solidFill>
            <a:srgbClr val="EEF1FF"/>
          </a:solidFill>
          <a:ln w="12700">
            <a:solidFill>
              <a:srgbClr val="D8DCF5"/>
            </a:solidFill>
            <a:prstDash val="solid"/>
          </a:ln>
        </p:spPr>
      </p:sp>
      <p:sp>
        <p:nvSpPr>
          <p:cNvPr id="68" name="Text 65"/>
          <p:cNvSpPr txBox="1"/>
          <p:nvPr/>
        </p:nvSpPr>
        <p:spPr>
          <a:xfrm>
            <a:off x="5623560" y="4123944"/>
            <a:ext cx="914400" cy="546811"/>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ㅝ</a:t>
            </a:r>
            <a:endParaRPr lang="en-US" sz="2600" dirty="0"/>
          </a:p>
        </p:txBody>
      </p:sp>
      <p:sp>
        <p:nvSpPr>
          <p:cNvPr id="69" name="Text 66"/>
          <p:cNvSpPr txBox="1"/>
          <p:nvPr/>
        </p:nvSpPr>
        <p:spPr>
          <a:xfrm>
            <a:off x="5623560" y="4647438"/>
            <a:ext cx="914400" cy="231343"/>
          </a:xfrm>
          <a:prstGeom prst="rect">
            <a:avLst/>
          </a:prstGeom>
          <a:noFill/>
          <a:ln/>
        </p:spPr>
        <p:txBody>
          <a:bodyPr wrap="square" lIns="0" tIns="0" rIns="0" bIns="0" rtlCol="0" anchor="ctr"/>
          <a:lstStyle/>
          <a:p>
            <a:pPr marL="0" indent="0" algn="ctr">
              <a:buNone/>
            </a:pPr>
            <a:r>
              <a:rPr lang="en-US" sz="1400" b="1" dirty="0">
                <a:solidFill>
                  <a:srgbClr val="4236F6"/>
                </a:solidFill>
                <a:latin typeface="Arial" pitchFamily="34" charset="0"/>
                <a:ea typeface="Arial" pitchFamily="34" charset="-122"/>
                <a:cs typeface="Arial" pitchFamily="34" charset="-120"/>
              </a:rPr>
              <a:t>uo</a:t>
            </a:r>
            <a:endParaRPr lang="en-US" sz="1400" dirty="0"/>
          </a:p>
        </p:txBody>
      </p:sp>
      <p:sp>
        <p:nvSpPr>
          <p:cNvPr id="70" name="Text 67"/>
          <p:cNvSpPr txBox="1"/>
          <p:nvPr/>
        </p:nvSpPr>
        <p:spPr>
          <a:xfrm>
            <a:off x="5623560" y="4847234"/>
            <a:ext cx="914400" cy="252374"/>
          </a:xfrm>
          <a:prstGeom prst="rect">
            <a:avLst/>
          </a:prstGeom>
          <a:noFill/>
          <a:ln/>
        </p:spPr>
        <p:txBody>
          <a:bodyPr wrap="square" lIns="0" tIns="0" rIns="0" bIns="0" rtlCol="0" anchor="ctr"/>
          <a:lstStyle/>
          <a:p>
            <a:pPr marL="0" indent="0" algn="ctr">
              <a:buNone/>
            </a:pPr>
            <a:endParaRPr lang="en-US" sz="1000" dirty="0"/>
          </a:p>
        </p:txBody>
      </p:sp>
      <p:sp>
        <p:nvSpPr>
          <p:cNvPr id="71" name="Shape 68"/>
          <p:cNvSpPr/>
          <p:nvPr/>
        </p:nvSpPr>
        <p:spPr>
          <a:xfrm>
            <a:off x="6638544" y="4069080"/>
            <a:ext cx="914400" cy="1051560"/>
          </a:xfrm>
          <a:prstGeom prst="roundRect">
            <a:avLst>
              <a:gd name="adj" fmla="val 8000"/>
            </a:avLst>
          </a:prstGeom>
          <a:solidFill>
            <a:srgbClr val="EEF1FF"/>
          </a:solidFill>
          <a:ln w="12700">
            <a:solidFill>
              <a:srgbClr val="D8DCF5"/>
            </a:solidFill>
            <a:prstDash val="solid"/>
          </a:ln>
        </p:spPr>
      </p:sp>
      <p:sp>
        <p:nvSpPr>
          <p:cNvPr id="72" name="Text 69"/>
          <p:cNvSpPr txBox="1"/>
          <p:nvPr/>
        </p:nvSpPr>
        <p:spPr>
          <a:xfrm>
            <a:off x="6638544" y="4123944"/>
            <a:ext cx="914400" cy="546811"/>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ㅙ</a:t>
            </a:r>
            <a:endParaRPr lang="en-US" sz="2600" dirty="0"/>
          </a:p>
        </p:txBody>
      </p:sp>
      <p:sp>
        <p:nvSpPr>
          <p:cNvPr id="73" name="Text 70"/>
          <p:cNvSpPr txBox="1"/>
          <p:nvPr/>
        </p:nvSpPr>
        <p:spPr>
          <a:xfrm>
            <a:off x="6638544" y="4647438"/>
            <a:ext cx="914400" cy="231343"/>
          </a:xfrm>
          <a:prstGeom prst="rect">
            <a:avLst/>
          </a:prstGeom>
          <a:noFill/>
          <a:ln/>
        </p:spPr>
        <p:txBody>
          <a:bodyPr wrap="square" lIns="0" tIns="0" rIns="0" bIns="0" rtlCol="0" anchor="ctr"/>
          <a:lstStyle/>
          <a:p>
            <a:pPr marL="0" indent="0" algn="ctr">
              <a:buNone/>
            </a:pPr>
            <a:r>
              <a:rPr lang="en-US" sz="1400" b="1" dirty="0">
                <a:solidFill>
                  <a:srgbClr val="4236F6"/>
                </a:solidFill>
                <a:latin typeface="Arial" pitchFamily="34" charset="0"/>
                <a:ea typeface="Arial" pitchFamily="34" charset="-122"/>
                <a:cs typeface="Arial" pitchFamily="34" charset="-120"/>
              </a:rPr>
              <a:t>ue</a:t>
            </a:r>
            <a:endParaRPr lang="en-US" sz="1400" dirty="0"/>
          </a:p>
        </p:txBody>
      </p:sp>
      <p:sp>
        <p:nvSpPr>
          <p:cNvPr id="74" name="Text 71"/>
          <p:cNvSpPr txBox="1"/>
          <p:nvPr/>
        </p:nvSpPr>
        <p:spPr>
          <a:xfrm>
            <a:off x="6638544" y="4847234"/>
            <a:ext cx="914400" cy="252374"/>
          </a:xfrm>
          <a:prstGeom prst="rect">
            <a:avLst/>
          </a:prstGeom>
          <a:noFill/>
          <a:ln/>
        </p:spPr>
        <p:txBody>
          <a:bodyPr wrap="square" lIns="0" tIns="0" rIns="0" bIns="0" rtlCol="0" anchor="ctr"/>
          <a:lstStyle/>
          <a:p>
            <a:pPr marL="0" indent="0" algn="ctr">
              <a:buNone/>
            </a:pPr>
            <a:endParaRPr lang="en-US" sz="1000" dirty="0"/>
          </a:p>
        </p:txBody>
      </p:sp>
      <p:sp>
        <p:nvSpPr>
          <p:cNvPr id="75" name="Shape 72"/>
          <p:cNvSpPr/>
          <p:nvPr/>
        </p:nvSpPr>
        <p:spPr>
          <a:xfrm>
            <a:off x="7653528" y="4069080"/>
            <a:ext cx="914400" cy="1051560"/>
          </a:xfrm>
          <a:prstGeom prst="roundRect">
            <a:avLst>
              <a:gd name="adj" fmla="val 8000"/>
            </a:avLst>
          </a:prstGeom>
          <a:solidFill>
            <a:srgbClr val="EEF1FF"/>
          </a:solidFill>
          <a:ln w="12700">
            <a:solidFill>
              <a:srgbClr val="D8DCF5"/>
            </a:solidFill>
            <a:prstDash val="solid"/>
          </a:ln>
        </p:spPr>
      </p:sp>
      <p:sp>
        <p:nvSpPr>
          <p:cNvPr id="76" name="Text 73"/>
          <p:cNvSpPr txBox="1"/>
          <p:nvPr/>
        </p:nvSpPr>
        <p:spPr>
          <a:xfrm>
            <a:off x="7653528" y="4123944"/>
            <a:ext cx="914400" cy="546811"/>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ㅚ</a:t>
            </a:r>
            <a:endParaRPr lang="en-US" sz="2600" dirty="0"/>
          </a:p>
        </p:txBody>
      </p:sp>
      <p:sp>
        <p:nvSpPr>
          <p:cNvPr id="77" name="Text 74"/>
          <p:cNvSpPr txBox="1"/>
          <p:nvPr/>
        </p:nvSpPr>
        <p:spPr>
          <a:xfrm>
            <a:off x="7653528" y="4647438"/>
            <a:ext cx="914400" cy="231343"/>
          </a:xfrm>
          <a:prstGeom prst="rect">
            <a:avLst/>
          </a:prstGeom>
          <a:noFill/>
          <a:ln/>
        </p:spPr>
        <p:txBody>
          <a:bodyPr wrap="square" lIns="0" tIns="0" rIns="0" bIns="0" rtlCol="0" anchor="ctr"/>
          <a:lstStyle/>
          <a:p>
            <a:pPr marL="0" indent="0" algn="ctr">
              <a:buNone/>
            </a:pPr>
            <a:r>
              <a:rPr lang="en-US" sz="1400" b="1" dirty="0">
                <a:solidFill>
                  <a:srgbClr val="4236F6"/>
                </a:solidFill>
                <a:latin typeface="Arial" pitchFamily="34" charset="0"/>
                <a:ea typeface="Arial" pitchFamily="34" charset="-122"/>
                <a:cs typeface="Arial" pitchFamily="34" charset="-120"/>
              </a:rPr>
              <a:t>ue</a:t>
            </a:r>
            <a:endParaRPr lang="en-US" sz="1400" dirty="0"/>
          </a:p>
        </p:txBody>
      </p:sp>
      <p:sp>
        <p:nvSpPr>
          <p:cNvPr id="78" name="Text 75"/>
          <p:cNvSpPr txBox="1"/>
          <p:nvPr/>
        </p:nvSpPr>
        <p:spPr>
          <a:xfrm>
            <a:off x="7653528" y="4847234"/>
            <a:ext cx="914400" cy="252374"/>
          </a:xfrm>
          <a:prstGeom prst="rect">
            <a:avLst/>
          </a:prstGeom>
          <a:noFill/>
          <a:ln/>
        </p:spPr>
        <p:txBody>
          <a:bodyPr wrap="square" lIns="0" tIns="0" rIns="0" bIns="0" rtlCol="0" anchor="ctr"/>
          <a:lstStyle/>
          <a:p>
            <a:pPr marL="0" indent="0" algn="ctr">
              <a:buNone/>
            </a:pPr>
            <a:endParaRPr lang="en-US" sz="1000" dirty="0"/>
          </a:p>
        </p:txBody>
      </p:sp>
      <p:sp>
        <p:nvSpPr>
          <p:cNvPr id="79" name="Shape 76"/>
          <p:cNvSpPr/>
          <p:nvPr/>
        </p:nvSpPr>
        <p:spPr>
          <a:xfrm>
            <a:off x="8668512" y="4069080"/>
            <a:ext cx="914400" cy="1051560"/>
          </a:xfrm>
          <a:prstGeom prst="roundRect">
            <a:avLst>
              <a:gd name="adj" fmla="val 8000"/>
            </a:avLst>
          </a:prstGeom>
          <a:solidFill>
            <a:srgbClr val="EEF1FF"/>
          </a:solidFill>
          <a:ln w="12700">
            <a:solidFill>
              <a:srgbClr val="D8DCF5"/>
            </a:solidFill>
            <a:prstDash val="solid"/>
          </a:ln>
        </p:spPr>
      </p:sp>
      <p:sp>
        <p:nvSpPr>
          <p:cNvPr id="80" name="Text 77"/>
          <p:cNvSpPr txBox="1"/>
          <p:nvPr/>
        </p:nvSpPr>
        <p:spPr>
          <a:xfrm>
            <a:off x="8668512" y="4123944"/>
            <a:ext cx="914400" cy="546811"/>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ㅞ</a:t>
            </a:r>
            <a:endParaRPr lang="en-US" sz="2600" dirty="0"/>
          </a:p>
        </p:txBody>
      </p:sp>
      <p:sp>
        <p:nvSpPr>
          <p:cNvPr id="81" name="Text 78"/>
          <p:cNvSpPr txBox="1"/>
          <p:nvPr/>
        </p:nvSpPr>
        <p:spPr>
          <a:xfrm>
            <a:off x="8668512" y="4647438"/>
            <a:ext cx="914400" cy="231343"/>
          </a:xfrm>
          <a:prstGeom prst="rect">
            <a:avLst/>
          </a:prstGeom>
          <a:noFill/>
          <a:ln/>
        </p:spPr>
        <p:txBody>
          <a:bodyPr wrap="square" lIns="0" tIns="0" rIns="0" bIns="0" rtlCol="0" anchor="ctr"/>
          <a:lstStyle/>
          <a:p>
            <a:pPr marL="0" indent="0" algn="ctr">
              <a:buNone/>
            </a:pPr>
            <a:r>
              <a:rPr lang="en-US" sz="1400" b="1" dirty="0">
                <a:solidFill>
                  <a:srgbClr val="4236F6"/>
                </a:solidFill>
                <a:latin typeface="Arial" pitchFamily="34" charset="0"/>
                <a:ea typeface="Arial" pitchFamily="34" charset="-122"/>
                <a:cs typeface="Arial" pitchFamily="34" charset="-120"/>
              </a:rPr>
              <a:t>ue</a:t>
            </a:r>
            <a:endParaRPr lang="en-US" sz="1400" dirty="0"/>
          </a:p>
        </p:txBody>
      </p:sp>
      <p:sp>
        <p:nvSpPr>
          <p:cNvPr id="82" name="Text 79"/>
          <p:cNvSpPr txBox="1"/>
          <p:nvPr/>
        </p:nvSpPr>
        <p:spPr>
          <a:xfrm>
            <a:off x="8668512" y="4847234"/>
            <a:ext cx="914400" cy="252374"/>
          </a:xfrm>
          <a:prstGeom prst="rect">
            <a:avLst/>
          </a:prstGeom>
          <a:noFill/>
          <a:ln/>
        </p:spPr>
        <p:txBody>
          <a:bodyPr wrap="square" lIns="0" tIns="0" rIns="0" bIns="0" rtlCol="0" anchor="ctr"/>
          <a:lstStyle/>
          <a:p>
            <a:pPr marL="0" indent="0" algn="ctr">
              <a:buNone/>
            </a:pPr>
            <a:endParaRPr lang="en-US" sz="1000" dirty="0"/>
          </a:p>
        </p:txBody>
      </p:sp>
      <p:sp>
        <p:nvSpPr>
          <p:cNvPr id="83" name="Shape 80"/>
          <p:cNvSpPr/>
          <p:nvPr/>
        </p:nvSpPr>
        <p:spPr>
          <a:xfrm>
            <a:off x="9683496" y="4069080"/>
            <a:ext cx="914400" cy="1051560"/>
          </a:xfrm>
          <a:prstGeom prst="roundRect">
            <a:avLst>
              <a:gd name="adj" fmla="val 8000"/>
            </a:avLst>
          </a:prstGeom>
          <a:solidFill>
            <a:srgbClr val="EEF1FF"/>
          </a:solidFill>
          <a:ln w="12700">
            <a:solidFill>
              <a:srgbClr val="D8DCF5"/>
            </a:solidFill>
            <a:prstDash val="solid"/>
          </a:ln>
        </p:spPr>
      </p:sp>
      <p:sp>
        <p:nvSpPr>
          <p:cNvPr id="84" name="Text 81"/>
          <p:cNvSpPr txBox="1"/>
          <p:nvPr/>
        </p:nvSpPr>
        <p:spPr>
          <a:xfrm>
            <a:off x="9683496" y="4123944"/>
            <a:ext cx="914400" cy="546811"/>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ㅟ</a:t>
            </a:r>
            <a:endParaRPr lang="en-US" sz="2600" dirty="0"/>
          </a:p>
        </p:txBody>
      </p:sp>
      <p:sp>
        <p:nvSpPr>
          <p:cNvPr id="85" name="Text 82"/>
          <p:cNvSpPr txBox="1"/>
          <p:nvPr/>
        </p:nvSpPr>
        <p:spPr>
          <a:xfrm>
            <a:off x="9683496" y="4647438"/>
            <a:ext cx="914400" cy="231343"/>
          </a:xfrm>
          <a:prstGeom prst="rect">
            <a:avLst/>
          </a:prstGeom>
          <a:noFill/>
          <a:ln/>
        </p:spPr>
        <p:txBody>
          <a:bodyPr wrap="square" lIns="0" tIns="0" rIns="0" bIns="0" rtlCol="0" anchor="ctr"/>
          <a:lstStyle/>
          <a:p>
            <a:pPr marL="0" indent="0" algn="ctr">
              <a:buNone/>
            </a:pPr>
            <a:r>
              <a:rPr lang="en-US" sz="1400" b="1" dirty="0">
                <a:solidFill>
                  <a:srgbClr val="4236F6"/>
                </a:solidFill>
                <a:latin typeface="Arial" pitchFamily="34" charset="0"/>
                <a:ea typeface="Arial" pitchFamily="34" charset="-122"/>
                <a:cs typeface="Arial" pitchFamily="34" charset="-120"/>
              </a:rPr>
              <a:t>ui</a:t>
            </a:r>
            <a:endParaRPr lang="en-US" sz="1400" dirty="0"/>
          </a:p>
        </p:txBody>
      </p:sp>
      <p:sp>
        <p:nvSpPr>
          <p:cNvPr id="86" name="Text 83"/>
          <p:cNvSpPr txBox="1"/>
          <p:nvPr/>
        </p:nvSpPr>
        <p:spPr>
          <a:xfrm>
            <a:off x="9683496" y="4847234"/>
            <a:ext cx="914400" cy="252374"/>
          </a:xfrm>
          <a:prstGeom prst="rect">
            <a:avLst/>
          </a:prstGeom>
          <a:noFill/>
          <a:ln/>
        </p:spPr>
        <p:txBody>
          <a:bodyPr wrap="square" lIns="0" tIns="0" rIns="0" bIns="0" rtlCol="0" anchor="ctr"/>
          <a:lstStyle/>
          <a:p>
            <a:pPr marL="0" indent="0" algn="ctr">
              <a:buNone/>
            </a:pPr>
            <a:r>
              <a:rPr lang="en-US" sz="1000" dirty="0">
                <a:solidFill>
                  <a:srgbClr val="5C5F6B"/>
                </a:solidFill>
                <a:latin typeface="Arial" pitchFamily="34" charset="0"/>
                <a:ea typeface="Arial" pitchFamily="34" charset="-122"/>
                <a:cs typeface="Arial" pitchFamily="34" charset="-120"/>
              </a:rPr>
              <a:t>u redonda</a:t>
            </a:r>
            <a:endParaRPr lang="en-US" sz="1000" dirty="0"/>
          </a:p>
        </p:txBody>
      </p:sp>
      <p:sp>
        <p:nvSpPr>
          <p:cNvPr id="87" name="Shape 84"/>
          <p:cNvSpPr/>
          <p:nvPr/>
        </p:nvSpPr>
        <p:spPr>
          <a:xfrm>
            <a:off x="10698480" y="4069080"/>
            <a:ext cx="914400" cy="1051560"/>
          </a:xfrm>
          <a:prstGeom prst="roundRect">
            <a:avLst>
              <a:gd name="adj" fmla="val 8000"/>
            </a:avLst>
          </a:prstGeom>
          <a:solidFill>
            <a:srgbClr val="EEF1FF"/>
          </a:solidFill>
          <a:ln w="12700">
            <a:solidFill>
              <a:srgbClr val="D8DCF5"/>
            </a:solidFill>
            <a:prstDash val="solid"/>
          </a:ln>
        </p:spPr>
      </p:sp>
      <p:sp>
        <p:nvSpPr>
          <p:cNvPr id="88" name="Text 85"/>
          <p:cNvSpPr txBox="1"/>
          <p:nvPr/>
        </p:nvSpPr>
        <p:spPr>
          <a:xfrm>
            <a:off x="10698480" y="4123944"/>
            <a:ext cx="914400" cy="546811"/>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ㅢ</a:t>
            </a:r>
            <a:endParaRPr lang="en-US" sz="2600" dirty="0"/>
          </a:p>
        </p:txBody>
      </p:sp>
      <p:sp>
        <p:nvSpPr>
          <p:cNvPr id="89" name="Text 86"/>
          <p:cNvSpPr txBox="1"/>
          <p:nvPr/>
        </p:nvSpPr>
        <p:spPr>
          <a:xfrm>
            <a:off x="10698480" y="4647438"/>
            <a:ext cx="914400" cy="231343"/>
          </a:xfrm>
          <a:prstGeom prst="rect">
            <a:avLst/>
          </a:prstGeom>
          <a:noFill/>
          <a:ln/>
        </p:spPr>
        <p:txBody>
          <a:bodyPr wrap="square" lIns="0" tIns="0" rIns="0" bIns="0" rtlCol="0" anchor="ctr"/>
          <a:lstStyle/>
          <a:p>
            <a:pPr marL="0" indent="0" algn="ctr">
              <a:buNone/>
            </a:pPr>
            <a:r>
              <a:rPr lang="en-US" sz="1400" b="1" dirty="0">
                <a:solidFill>
                  <a:srgbClr val="4236F6"/>
                </a:solidFill>
                <a:latin typeface="Arial" pitchFamily="34" charset="0"/>
                <a:ea typeface="Arial" pitchFamily="34" charset="-122"/>
                <a:cs typeface="Arial" pitchFamily="34" charset="-120"/>
              </a:rPr>
              <a:t>u+i</a:t>
            </a:r>
            <a:endParaRPr lang="en-US" sz="1400" dirty="0"/>
          </a:p>
        </p:txBody>
      </p:sp>
      <p:sp>
        <p:nvSpPr>
          <p:cNvPr id="90" name="Text 87"/>
          <p:cNvSpPr txBox="1"/>
          <p:nvPr/>
        </p:nvSpPr>
        <p:spPr>
          <a:xfrm>
            <a:off x="10698480" y="4847234"/>
            <a:ext cx="914400" cy="252374"/>
          </a:xfrm>
          <a:prstGeom prst="rect">
            <a:avLst/>
          </a:prstGeom>
          <a:noFill/>
          <a:ln/>
        </p:spPr>
        <p:txBody>
          <a:bodyPr wrap="square" lIns="0" tIns="0" rIns="0" bIns="0" rtlCol="0" anchor="ctr"/>
          <a:lstStyle/>
          <a:p>
            <a:pPr marL="0" indent="0" algn="ctr">
              <a:buNone/>
            </a:pPr>
            <a:r>
              <a:rPr lang="en-US" sz="1000" dirty="0">
                <a:solidFill>
                  <a:srgbClr val="5C5F6B"/>
                </a:solidFill>
                <a:latin typeface="Arial" pitchFamily="34" charset="0"/>
                <a:ea typeface="Arial" pitchFamily="34" charset="-122"/>
                <a:cs typeface="Arial" pitchFamily="34" charset="-120"/>
              </a:rPr>
              <a:t>u plana</a:t>
            </a:r>
            <a:endParaRPr lang="en-US" sz="1000" dirty="0"/>
          </a:p>
        </p:txBody>
      </p:sp>
      <p:sp>
        <p:nvSpPr>
          <p:cNvPr id="91" name="Text 88"/>
          <p:cNvSpPr txBox="1"/>
          <p:nvPr/>
        </p:nvSpPr>
        <p:spPr>
          <a:xfrm>
            <a:off x="548640" y="5349240"/>
            <a:ext cx="11064240" cy="457200"/>
          </a:xfrm>
          <a:prstGeom prst="rect">
            <a:avLst/>
          </a:prstGeom>
          <a:noFill/>
          <a:ln/>
        </p:spPr>
        <p:txBody>
          <a:bodyPr wrap="square" lIns="0" tIns="0" rIns="0" bIns="0" rtlCol="0" anchor="ctr"/>
          <a:lstStyle/>
          <a:p>
            <a:pPr marL="0" indent="0">
              <a:buNone/>
            </a:pPr>
            <a:r>
              <a:rPr lang="en-US" sz="1200" i="1" dirty="0">
                <a:solidFill>
                  <a:srgbClr val="5C5F6B"/>
                </a:solidFill>
                <a:latin typeface="Arial" pitchFamily="34" charset="0"/>
                <a:ea typeface="Arial" pitchFamily="34" charset="-122"/>
                <a:cs typeface="Arial" pitchFamily="34" charset="-120"/>
              </a:rPr>
              <a:t>Lectura coral: primero las 10 básicas, luego las compuestas. Truco: ㅑ ㅕ ㅛ ㅠ son las básicas con una rayita extra = sonido “i” delante.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310896"/>
          </a:xfrm>
          <a:prstGeom prst="rect">
            <a:avLst/>
          </a:prstGeom>
          <a:noFill/>
          <a:ln/>
        </p:spPr>
        <p:txBody>
          <a:bodyPr wrap="square" lIns="0" tIns="0" rIns="0" bIns="0" rtlCol="0" anchor="ctr"/>
          <a:lstStyle/>
          <a:p>
            <a:pPr marL="0" indent="0">
              <a:buNone/>
            </a:pPr>
            <a:r>
              <a:rPr lang="en-US" sz="1200" b="1" kern="0" spc="300" dirty="0">
                <a:solidFill>
                  <a:srgbClr val="4236F6"/>
                </a:solidFill>
                <a:latin typeface="Arial" pitchFamily="34" charset="0"/>
                <a:ea typeface="Arial" pitchFamily="34" charset="-122"/>
                <a:cs typeface="Arial" pitchFamily="34" charset="-120"/>
              </a:rPr>
              <a:t>0 · EL ALFABETO COMPLETO · 한글</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marL="0" indent="0">
              <a:buNone/>
            </a:pPr>
            <a:r>
              <a:rPr lang="en-US" sz="3200" b="1" dirty="0">
                <a:solidFill>
                  <a:srgbClr val="0A0A0F"/>
                </a:solidFill>
                <a:latin typeface="Arial" pitchFamily="34" charset="0"/>
                <a:ea typeface="Arial" pitchFamily="34" charset="-122"/>
                <a:cs typeface="Arial" pitchFamily="34" charset="-120"/>
              </a:rPr>
              <a:t>Las 19 consonantes — dibujan la forma de tu boca</a:t>
            </a:r>
            <a:endParaRPr lang="en-US" sz="3200" dirty="0"/>
          </a:p>
        </p:txBody>
      </p:sp>
      <p:pic>
        <p:nvPicPr>
          <p:cNvPr id="4" name="Image 0" descr="C:\Users\Chingu\AppData\Local\Temp\claude\C--Users-Chingu-Desktop-ACADEMIASEULWEB\d4111e1b-5523-44ea-97b2-b1a1d9545b9e\scratchpad\igpost\sello-azul.png"/>
          <p:cNvPicPr>
            <a:picLocks noChangeAspect="1"/>
          </p:cNvPicPr>
          <p:nvPr/>
        </p:nvPicPr>
        <p:blipFill>
          <a:blip r:embed="rId3"/>
          <a:stretch>
            <a:fillRect/>
          </a:stretch>
        </p:blipFill>
        <p:spPr>
          <a:xfrm>
            <a:off x="11475720" y="6236208"/>
            <a:ext cx="457200" cy="438912"/>
          </a:xfrm>
          <a:prstGeom prst="rect">
            <a:avLst/>
          </a:prstGeom>
        </p:spPr>
      </p:pic>
      <p:sp>
        <p:nvSpPr>
          <p:cNvPr id="5" name="Text 2"/>
          <p:cNvSpPr txBox="1"/>
          <p:nvPr/>
        </p:nvSpPr>
        <p:spPr>
          <a:xfrm>
            <a:off x="548640" y="1298448"/>
            <a:ext cx="5486400" cy="274320"/>
          </a:xfrm>
          <a:prstGeom prst="rect">
            <a:avLst/>
          </a:prstGeom>
          <a:noFill/>
          <a:ln/>
        </p:spPr>
        <p:txBody>
          <a:bodyPr wrap="square" lIns="0" tIns="0" rIns="0" bIns="0" rtlCol="0" anchor="ctr"/>
          <a:lstStyle/>
          <a:p>
            <a:pPr marL="0" indent="0">
              <a:buNone/>
            </a:pPr>
            <a:r>
              <a:rPr lang="en-US" sz="1100" b="1" kern="0" spc="200" dirty="0">
                <a:solidFill>
                  <a:srgbClr val="5C5F6B"/>
                </a:solidFill>
                <a:latin typeface="Arial" pitchFamily="34" charset="0"/>
                <a:ea typeface="Arial" pitchFamily="34" charset="-122"/>
                <a:cs typeface="Arial" pitchFamily="34" charset="-120"/>
              </a:rPr>
              <a:t>14 BÁSICAS</a:t>
            </a:r>
            <a:endParaRPr lang="en-US" sz="1100" dirty="0"/>
          </a:p>
        </p:txBody>
      </p:sp>
      <p:sp>
        <p:nvSpPr>
          <p:cNvPr id="6" name="Shape 3"/>
          <p:cNvSpPr/>
          <p:nvPr/>
        </p:nvSpPr>
        <p:spPr>
          <a:xfrm>
            <a:off x="548640" y="1600200"/>
            <a:ext cx="1490472" cy="1097280"/>
          </a:xfrm>
          <a:prstGeom prst="roundRect">
            <a:avLst>
              <a:gd name="adj" fmla="val 6667"/>
            </a:avLst>
          </a:prstGeom>
          <a:solidFill>
            <a:srgbClr val="EEF1FF"/>
          </a:solidFill>
          <a:ln w="12700">
            <a:solidFill>
              <a:srgbClr val="D8DCF5"/>
            </a:solidFill>
            <a:prstDash val="solid"/>
          </a:ln>
        </p:spPr>
      </p:sp>
      <p:sp>
        <p:nvSpPr>
          <p:cNvPr id="7" name="Text 4"/>
          <p:cNvSpPr txBox="1"/>
          <p:nvPr/>
        </p:nvSpPr>
        <p:spPr>
          <a:xfrm>
            <a:off x="548640" y="1655064"/>
            <a:ext cx="1490472" cy="570586"/>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ㄱ</a:t>
            </a:r>
            <a:endParaRPr lang="en-US" sz="2600" dirty="0"/>
          </a:p>
        </p:txBody>
      </p:sp>
      <p:sp>
        <p:nvSpPr>
          <p:cNvPr id="8" name="Text 5"/>
          <p:cNvSpPr txBox="1"/>
          <p:nvPr/>
        </p:nvSpPr>
        <p:spPr>
          <a:xfrm>
            <a:off x="548640" y="2203704"/>
            <a:ext cx="1490472" cy="241402"/>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g / k</a:t>
            </a:r>
            <a:endParaRPr lang="en-US" sz="1300" dirty="0"/>
          </a:p>
        </p:txBody>
      </p:sp>
      <p:sp>
        <p:nvSpPr>
          <p:cNvPr id="9" name="Text 6"/>
          <p:cNvSpPr txBox="1"/>
          <p:nvPr/>
        </p:nvSpPr>
        <p:spPr>
          <a:xfrm>
            <a:off x="548640" y="2412187"/>
            <a:ext cx="1490472" cy="263347"/>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g suave</a:t>
            </a:r>
            <a:endParaRPr lang="en-US" sz="1100" dirty="0"/>
          </a:p>
        </p:txBody>
      </p:sp>
      <p:sp>
        <p:nvSpPr>
          <p:cNvPr id="10" name="Shape 7"/>
          <p:cNvSpPr/>
          <p:nvPr/>
        </p:nvSpPr>
        <p:spPr>
          <a:xfrm>
            <a:off x="2144268" y="1600200"/>
            <a:ext cx="1490472" cy="1097280"/>
          </a:xfrm>
          <a:prstGeom prst="roundRect">
            <a:avLst>
              <a:gd name="adj" fmla="val 6667"/>
            </a:avLst>
          </a:prstGeom>
          <a:solidFill>
            <a:srgbClr val="EEF1FF"/>
          </a:solidFill>
          <a:ln w="12700">
            <a:solidFill>
              <a:srgbClr val="D8DCF5"/>
            </a:solidFill>
            <a:prstDash val="solid"/>
          </a:ln>
        </p:spPr>
      </p:sp>
      <p:sp>
        <p:nvSpPr>
          <p:cNvPr id="11" name="Text 8"/>
          <p:cNvSpPr txBox="1"/>
          <p:nvPr/>
        </p:nvSpPr>
        <p:spPr>
          <a:xfrm>
            <a:off x="2144268" y="1655064"/>
            <a:ext cx="1490472" cy="570586"/>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ㄴ</a:t>
            </a:r>
            <a:endParaRPr lang="en-US" sz="2600" dirty="0"/>
          </a:p>
        </p:txBody>
      </p:sp>
      <p:sp>
        <p:nvSpPr>
          <p:cNvPr id="12" name="Text 9"/>
          <p:cNvSpPr txBox="1"/>
          <p:nvPr/>
        </p:nvSpPr>
        <p:spPr>
          <a:xfrm>
            <a:off x="2144268" y="2203704"/>
            <a:ext cx="1490472" cy="241402"/>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n</a:t>
            </a:r>
            <a:endParaRPr lang="en-US" sz="1300" dirty="0"/>
          </a:p>
        </p:txBody>
      </p:sp>
      <p:sp>
        <p:nvSpPr>
          <p:cNvPr id="13" name="Text 10"/>
          <p:cNvSpPr txBox="1"/>
          <p:nvPr/>
        </p:nvSpPr>
        <p:spPr>
          <a:xfrm>
            <a:off x="2144268" y="2412187"/>
            <a:ext cx="1490472" cy="263347"/>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n</a:t>
            </a:r>
            <a:endParaRPr lang="en-US" sz="1100" dirty="0"/>
          </a:p>
        </p:txBody>
      </p:sp>
      <p:sp>
        <p:nvSpPr>
          <p:cNvPr id="14" name="Shape 11"/>
          <p:cNvSpPr/>
          <p:nvPr/>
        </p:nvSpPr>
        <p:spPr>
          <a:xfrm>
            <a:off x="3739896" y="1600200"/>
            <a:ext cx="1490472" cy="1097280"/>
          </a:xfrm>
          <a:prstGeom prst="roundRect">
            <a:avLst>
              <a:gd name="adj" fmla="val 6667"/>
            </a:avLst>
          </a:prstGeom>
          <a:solidFill>
            <a:srgbClr val="EEF1FF"/>
          </a:solidFill>
          <a:ln w="12700">
            <a:solidFill>
              <a:srgbClr val="D8DCF5"/>
            </a:solidFill>
            <a:prstDash val="solid"/>
          </a:ln>
        </p:spPr>
      </p:sp>
      <p:sp>
        <p:nvSpPr>
          <p:cNvPr id="15" name="Text 12"/>
          <p:cNvSpPr txBox="1"/>
          <p:nvPr/>
        </p:nvSpPr>
        <p:spPr>
          <a:xfrm>
            <a:off x="3739896" y="1655064"/>
            <a:ext cx="1490472" cy="570586"/>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ㄷ</a:t>
            </a:r>
            <a:endParaRPr lang="en-US" sz="2600" dirty="0"/>
          </a:p>
        </p:txBody>
      </p:sp>
      <p:sp>
        <p:nvSpPr>
          <p:cNvPr id="16" name="Text 13"/>
          <p:cNvSpPr txBox="1"/>
          <p:nvPr/>
        </p:nvSpPr>
        <p:spPr>
          <a:xfrm>
            <a:off x="3739896" y="2203704"/>
            <a:ext cx="1490472" cy="241402"/>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d / t</a:t>
            </a:r>
            <a:endParaRPr lang="en-US" sz="1300" dirty="0"/>
          </a:p>
        </p:txBody>
      </p:sp>
      <p:sp>
        <p:nvSpPr>
          <p:cNvPr id="17" name="Text 14"/>
          <p:cNvSpPr txBox="1"/>
          <p:nvPr/>
        </p:nvSpPr>
        <p:spPr>
          <a:xfrm>
            <a:off x="3739896" y="2412187"/>
            <a:ext cx="1490472" cy="263347"/>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d suave</a:t>
            </a:r>
            <a:endParaRPr lang="en-US" sz="1100" dirty="0"/>
          </a:p>
        </p:txBody>
      </p:sp>
      <p:sp>
        <p:nvSpPr>
          <p:cNvPr id="18" name="Shape 15"/>
          <p:cNvSpPr/>
          <p:nvPr/>
        </p:nvSpPr>
        <p:spPr>
          <a:xfrm>
            <a:off x="5335524" y="1600200"/>
            <a:ext cx="1490472" cy="1097280"/>
          </a:xfrm>
          <a:prstGeom prst="roundRect">
            <a:avLst>
              <a:gd name="adj" fmla="val 6667"/>
            </a:avLst>
          </a:prstGeom>
          <a:solidFill>
            <a:srgbClr val="EEF1FF"/>
          </a:solidFill>
          <a:ln w="12700">
            <a:solidFill>
              <a:srgbClr val="D8DCF5"/>
            </a:solidFill>
            <a:prstDash val="solid"/>
          </a:ln>
        </p:spPr>
      </p:sp>
      <p:sp>
        <p:nvSpPr>
          <p:cNvPr id="19" name="Text 16"/>
          <p:cNvSpPr txBox="1"/>
          <p:nvPr/>
        </p:nvSpPr>
        <p:spPr>
          <a:xfrm>
            <a:off x="5335524" y="1655064"/>
            <a:ext cx="1490472" cy="570586"/>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ㄹ</a:t>
            </a:r>
            <a:endParaRPr lang="en-US" sz="2600" dirty="0"/>
          </a:p>
        </p:txBody>
      </p:sp>
      <p:sp>
        <p:nvSpPr>
          <p:cNvPr id="20" name="Text 17"/>
          <p:cNvSpPr txBox="1"/>
          <p:nvPr/>
        </p:nvSpPr>
        <p:spPr>
          <a:xfrm>
            <a:off x="5335524" y="2203704"/>
            <a:ext cx="1490472" cy="241402"/>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r / l</a:t>
            </a:r>
            <a:endParaRPr lang="en-US" sz="1300" dirty="0"/>
          </a:p>
        </p:txBody>
      </p:sp>
      <p:sp>
        <p:nvSpPr>
          <p:cNvPr id="21" name="Text 18"/>
          <p:cNvSpPr txBox="1"/>
          <p:nvPr/>
        </p:nvSpPr>
        <p:spPr>
          <a:xfrm>
            <a:off x="5335524" y="2412187"/>
            <a:ext cx="1490472" cy="263347"/>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r · l al final</a:t>
            </a:r>
            <a:endParaRPr lang="en-US" sz="1100" dirty="0"/>
          </a:p>
        </p:txBody>
      </p:sp>
      <p:sp>
        <p:nvSpPr>
          <p:cNvPr id="22" name="Shape 19"/>
          <p:cNvSpPr/>
          <p:nvPr/>
        </p:nvSpPr>
        <p:spPr>
          <a:xfrm>
            <a:off x="6931152" y="1600200"/>
            <a:ext cx="1490472" cy="1097280"/>
          </a:xfrm>
          <a:prstGeom prst="roundRect">
            <a:avLst>
              <a:gd name="adj" fmla="val 6667"/>
            </a:avLst>
          </a:prstGeom>
          <a:solidFill>
            <a:srgbClr val="EEF1FF"/>
          </a:solidFill>
          <a:ln w="12700">
            <a:solidFill>
              <a:srgbClr val="D8DCF5"/>
            </a:solidFill>
            <a:prstDash val="solid"/>
          </a:ln>
        </p:spPr>
      </p:sp>
      <p:sp>
        <p:nvSpPr>
          <p:cNvPr id="23" name="Text 20"/>
          <p:cNvSpPr txBox="1"/>
          <p:nvPr/>
        </p:nvSpPr>
        <p:spPr>
          <a:xfrm>
            <a:off x="6931152" y="1655064"/>
            <a:ext cx="1490472" cy="570586"/>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ㅁ</a:t>
            </a:r>
            <a:endParaRPr lang="en-US" sz="2600" dirty="0"/>
          </a:p>
        </p:txBody>
      </p:sp>
      <p:sp>
        <p:nvSpPr>
          <p:cNvPr id="24" name="Text 21"/>
          <p:cNvSpPr txBox="1"/>
          <p:nvPr/>
        </p:nvSpPr>
        <p:spPr>
          <a:xfrm>
            <a:off x="6931152" y="2203704"/>
            <a:ext cx="1490472" cy="241402"/>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m</a:t>
            </a:r>
            <a:endParaRPr lang="en-US" sz="1300" dirty="0"/>
          </a:p>
        </p:txBody>
      </p:sp>
      <p:sp>
        <p:nvSpPr>
          <p:cNvPr id="25" name="Text 22"/>
          <p:cNvSpPr txBox="1"/>
          <p:nvPr/>
        </p:nvSpPr>
        <p:spPr>
          <a:xfrm>
            <a:off x="6931152" y="2412187"/>
            <a:ext cx="1490472" cy="263347"/>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m</a:t>
            </a:r>
            <a:endParaRPr lang="en-US" sz="1100" dirty="0"/>
          </a:p>
        </p:txBody>
      </p:sp>
      <p:sp>
        <p:nvSpPr>
          <p:cNvPr id="26" name="Shape 23"/>
          <p:cNvSpPr/>
          <p:nvPr/>
        </p:nvSpPr>
        <p:spPr>
          <a:xfrm>
            <a:off x="8526780" y="1600200"/>
            <a:ext cx="1490472" cy="1097280"/>
          </a:xfrm>
          <a:prstGeom prst="roundRect">
            <a:avLst>
              <a:gd name="adj" fmla="val 6667"/>
            </a:avLst>
          </a:prstGeom>
          <a:solidFill>
            <a:srgbClr val="EEF1FF"/>
          </a:solidFill>
          <a:ln w="12700">
            <a:solidFill>
              <a:srgbClr val="D8DCF5"/>
            </a:solidFill>
            <a:prstDash val="solid"/>
          </a:ln>
        </p:spPr>
      </p:sp>
      <p:sp>
        <p:nvSpPr>
          <p:cNvPr id="27" name="Text 24"/>
          <p:cNvSpPr txBox="1"/>
          <p:nvPr/>
        </p:nvSpPr>
        <p:spPr>
          <a:xfrm>
            <a:off x="8526780" y="1655064"/>
            <a:ext cx="1490472" cy="570586"/>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ㅂ</a:t>
            </a:r>
            <a:endParaRPr lang="en-US" sz="2600" dirty="0"/>
          </a:p>
        </p:txBody>
      </p:sp>
      <p:sp>
        <p:nvSpPr>
          <p:cNvPr id="28" name="Text 25"/>
          <p:cNvSpPr txBox="1"/>
          <p:nvPr/>
        </p:nvSpPr>
        <p:spPr>
          <a:xfrm>
            <a:off x="8526780" y="2203704"/>
            <a:ext cx="1490472" cy="241402"/>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b / p</a:t>
            </a:r>
            <a:endParaRPr lang="en-US" sz="1300" dirty="0"/>
          </a:p>
        </p:txBody>
      </p:sp>
      <p:sp>
        <p:nvSpPr>
          <p:cNvPr id="29" name="Text 26"/>
          <p:cNvSpPr txBox="1"/>
          <p:nvPr/>
        </p:nvSpPr>
        <p:spPr>
          <a:xfrm>
            <a:off x="8526780" y="2412187"/>
            <a:ext cx="1490472" cy="263347"/>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b suave</a:t>
            </a:r>
            <a:endParaRPr lang="en-US" sz="1100" dirty="0"/>
          </a:p>
        </p:txBody>
      </p:sp>
      <p:sp>
        <p:nvSpPr>
          <p:cNvPr id="30" name="Shape 27"/>
          <p:cNvSpPr/>
          <p:nvPr/>
        </p:nvSpPr>
        <p:spPr>
          <a:xfrm>
            <a:off x="10122408" y="1600200"/>
            <a:ext cx="1490472" cy="1097280"/>
          </a:xfrm>
          <a:prstGeom prst="roundRect">
            <a:avLst>
              <a:gd name="adj" fmla="val 6667"/>
            </a:avLst>
          </a:prstGeom>
          <a:solidFill>
            <a:srgbClr val="EEF1FF"/>
          </a:solidFill>
          <a:ln w="12700">
            <a:solidFill>
              <a:srgbClr val="D8DCF5"/>
            </a:solidFill>
            <a:prstDash val="solid"/>
          </a:ln>
        </p:spPr>
      </p:sp>
      <p:sp>
        <p:nvSpPr>
          <p:cNvPr id="31" name="Text 28"/>
          <p:cNvSpPr txBox="1"/>
          <p:nvPr/>
        </p:nvSpPr>
        <p:spPr>
          <a:xfrm>
            <a:off x="10122408" y="1655064"/>
            <a:ext cx="1490472" cy="570586"/>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ㅅ</a:t>
            </a:r>
            <a:endParaRPr lang="en-US" sz="2600" dirty="0"/>
          </a:p>
        </p:txBody>
      </p:sp>
      <p:sp>
        <p:nvSpPr>
          <p:cNvPr id="32" name="Text 29"/>
          <p:cNvSpPr txBox="1"/>
          <p:nvPr/>
        </p:nvSpPr>
        <p:spPr>
          <a:xfrm>
            <a:off x="10122408" y="2203704"/>
            <a:ext cx="1490472" cy="241402"/>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s</a:t>
            </a:r>
            <a:endParaRPr lang="en-US" sz="1300" dirty="0"/>
          </a:p>
        </p:txBody>
      </p:sp>
      <p:sp>
        <p:nvSpPr>
          <p:cNvPr id="33" name="Text 30"/>
          <p:cNvSpPr txBox="1"/>
          <p:nvPr/>
        </p:nvSpPr>
        <p:spPr>
          <a:xfrm>
            <a:off x="10122408" y="2412187"/>
            <a:ext cx="1490472" cy="263347"/>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s</a:t>
            </a:r>
            <a:endParaRPr lang="en-US" sz="1100" dirty="0"/>
          </a:p>
        </p:txBody>
      </p:sp>
      <p:sp>
        <p:nvSpPr>
          <p:cNvPr id="34" name="Shape 31"/>
          <p:cNvSpPr/>
          <p:nvPr/>
        </p:nvSpPr>
        <p:spPr>
          <a:xfrm>
            <a:off x="548640" y="2825496"/>
            <a:ext cx="1490472" cy="1097280"/>
          </a:xfrm>
          <a:prstGeom prst="roundRect">
            <a:avLst>
              <a:gd name="adj" fmla="val 6667"/>
            </a:avLst>
          </a:prstGeom>
          <a:solidFill>
            <a:srgbClr val="EEF1FF"/>
          </a:solidFill>
          <a:ln w="12700">
            <a:solidFill>
              <a:srgbClr val="D8DCF5"/>
            </a:solidFill>
            <a:prstDash val="solid"/>
          </a:ln>
        </p:spPr>
      </p:sp>
      <p:sp>
        <p:nvSpPr>
          <p:cNvPr id="35" name="Text 32"/>
          <p:cNvSpPr txBox="1"/>
          <p:nvPr/>
        </p:nvSpPr>
        <p:spPr>
          <a:xfrm>
            <a:off x="548640" y="2880360"/>
            <a:ext cx="1490472" cy="570586"/>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ㅇ</a:t>
            </a:r>
            <a:endParaRPr lang="en-US" sz="2600" dirty="0"/>
          </a:p>
        </p:txBody>
      </p:sp>
      <p:sp>
        <p:nvSpPr>
          <p:cNvPr id="36" name="Text 33"/>
          <p:cNvSpPr txBox="1"/>
          <p:nvPr/>
        </p:nvSpPr>
        <p:spPr>
          <a:xfrm>
            <a:off x="548640" y="3429000"/>
            <a:ext cx="1490472" cy="241402"/>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 / ng</a:t>
            </a:r>
            <a:endParaRPr lang="en-US" sz="1300" dirty="0"/>
          </a:p>
        </p:txBody>
      </p:sp>
      <p:sp>
        <p:nvSpPr>
          <p:cNvPr id="37" name="Text 34"/>
          <p:cNvSpPr txBox="1"/>
          <p:nvPr/>
        </p:nvSpPr>
        <p:spPr>
          <a:xfrm>
            <a:off x="548640" y="3637483"/>
            <a:ext cx="1490472" cy="263347"/>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muda · ng final</a:t>
            </a:r>
            <a:endParaRPr lang="en-US" sz="1100" dirty="0"/>
          </a:p>
        </p:txBody>
      </p:sp>
      <p:sp>
        <p:nvSpPr>
          <p:cNvPr id="38" name="Shape 35"/>
          <p:cNvSpPr/>
          <p:nvPr/>
        </p:nvSpPr>
        <p:spPr>
          <a:xfrm>
            <a:off x="2144268" y="2825496"/>
            <a:ext cx="1490472" cy="1097280"/>
          </a:xfrm>
          <a:prstGeom prst="roundRect">
            <a:avLst>
              <a:gd name="adj" fmla="val 6667"/>
            </a:avLst>
          </a:prstGeom>
          <a:solidFill>
            <a:srgbClr val="EEF1FF"/>
          </a:solidFill>
          <a:ln w="12700">
            <a:solidFill>
              <a:srgbClr val="D8DCF5"/>
            </a:solidFill>
            <a:prstDash val="solid"/>
          </a:ln>
        </p:spPr>
      </p:sp>
      <p:sp>
        <p:nvSpPr>
          <p:cNvPr id="39" name="Text 36"/>
          <p:cNvSpPr txBox="1"/>
          <p:nvPr/>
        </p:nvSpPr>
        <p:spPr>
          <a:xfrm>
            <a:off x="2144268" y="2880360"/>
            <a:ext cx="1490472" cy="570586"/>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ㅈ</a:t>
            </a:r>
            <a:endParaRPr lang="en-US" sz="2600" dirty="0"/>
          </a:p>
        </p:txBody>
      </p:sp>
      <p:sp>
        <p:nvSpPr>
          <p:cNvPr id="40" name="Text 37"/>
          <p:cNvSpPr txBox="1"/>
          <p:nvPr/>
        </p:nvSpPr>
        <p:spPr>
          <a:xfrm>
            <a:off x="2144268" y="3429000"/>
            <a:ext cx="1490472" cy="241402"/>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ch</a:t>
            </a:r>
            <a:endParaRPr lang="en-US" sz="1300" dirty="0"/>
          </a:p>
        </p:txBody>
      </p:sp>
      <p:sp>
        <p:nvSpPr>
          <p:cNvPr id="41" name="Text 38"/>
          <p:cNvSpPr txBox="1"/>
          <p:nvPr/>
        </p:nvSpPr>
        <p:spPr>
          <a:xfrm>
            <a:off x="2144268" y="3637483"/>
            <a:ext cx="1490472" cy="263347"/>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ch suave</a:t>
            </a:r>
            <a:endParaRPr lang="en-US" sz="1100" dirty="0"/>
          </a:p>
        </p:txBody>
      </p:sp>
      <p:sp>
        <p:nvSpPr>
          <p:cNvPr id="42" name="Shape 39"/>
          <p:cNvSpPr/>
          <p:nvPr/>
        </p:nvSpPr>
        <p:spPr>
          <a:xfrm>
            <a:off x="3739896" y="2825496"/>
            <a:ext cx="1490472" cy="1097280"/>
          </a:xfrm>
          <a:prstGeom prst="roundRect">
            <a:avLst>
              <a:gd name="adj" fmla="val 6667"/>
            </a:avLst>
          </a:prstGeom>
          <a:solidFill>
            <a:srgbClr val="EEF1FF"/>
          </a:solidFill>
          <a:ln w="12700">
            <a:solidFill>
              <a:srgbClr val="D8DCF5"/>
            </a:solidFill>
            <a:prstDash val="solid"/>
          </a:ln>
        </p:spPr>
      </p:sp>
      <p:sp>
        <p:nvSpPr>
          <p:cNvPr id="43" name="Text 40"/>
          <p:cNvSpPr txBox="1"/>
          <p:nvPr/>
        </p:nvSpPr>
        <p:spPr>
          <a:xfrm>
            <a:off x="3739896" y="2880360"/>
            <a:ext cx="1490472" cy="570586"/>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ㅊ</a:t>
            </a:r>
            <a:endParaRPr lang="en-US" sz="2600" dirty="0"/>
          </a:p>
        </p:txBody>
      </p:sp>
      <p:sp>
        <p:nvSpPr>
          <p:cNvPr id="44" name="Text 41"/>
          <p:cNvSpPr txBox="1"/>
          <p:nvPr/>
        </p:nvSpPr>
        <p:spPr>
          <a:xfrm>
            <a:off x="3739896" y="3429000"/>
            <a:ext cx="1490472" cy="241402"/>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ch</a:t>
            </a:r>
            <a:endParaRPr lang="en-US" sz="1300" dirty="0"/>
          </a:p>
        </p:txBody>
      </p:sp>
      <p:sp>
        <p:nvSpPr>
          <p:cNvPr id="45" name="Text 42"/>
          <p:cNvSpPr txBox="1"/>
          <p:nvPr/>
        </p:nvSpPr>
        <p:spPr>
          <a:xfrm>
            <a:off x="3739896" y="3637483"/>
            <a:ext cx="1490472" cy="263347"/>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con aire</a:t>
            </a:r>
            <a:endParaRPr lang="en-US" sz="1100" dirty="0"/>
          </a:p>
        </p:txBody>
      </p:sp>
      <p:sp>
        <p:nvSpPr>
          <p:cNvPr id="46" name="Shape 43"/>
          <p:cNvSpPr/>
          <p:nvPr/>
        </p:nvSpPr>
        <p:spPr>
          <a:xfrm>
            <a:off x="5335524" y="2825496"/>
            <a:ext cx="1490472" cy="1097280"/>
          </a:xfrm>
          <a:prstGeom prst="roundRect">
            <a:avLst>
              <a:gd name="adj" fmla="val 6667"/>
            </a:avLst>
          </a:prstGeom>
          <a:solidFill>
            <a:srgbClr val="EEF1FF"/>
          </a:solidFill>
          <a:ln w="12700">
            <a:solidFill>
              <a:srgbClr val="D8DCF5"/>
            </a:solidFill>
            <a:prstDash val="solid"/>
          </a:ln>
        </p:spPr>
      </p:sp>
      <p:sp>
        <p:nvSpPr>
          <p:cNvPr id="47" name="Text 44"/>
          <p:cNvSpPr txBox="1"/>
          <p:nvPr/>
        </p:nvSpPr>
        <p:spPr>
          <a:xfrm>
            <a:off x="5335524" y="2880360"/>
            <a:ext cx="1490472" cy="570586"/>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ㅋ</a:t>
            </a:r>
            <a:endParaRPr lang="en-US" sz="2600" dirty="0"/>
          </a:p>
        </p:txBody>
      </p:sp>
      <p:sp>
        <p:nvSpPr>
          <p:cNvPr id="48" name="Text 45"/>
          <p:cNvSpPr txBox="1"/>
          <p:nvPr/>
        </p:nvSpPr>
        <p:spPr>
          <a:xfrm>
            <a:off x="5335524" y="3429000"/>
            <a:ext cx="1490472" cy="241402"/>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k</a:t>
            </a:r>
            <a:endParaRPr lang="en-US" sz="1300" dirty="0"/>
          </a:p>
        </p:txBody>
      </p:sp>
      <p:sp>
        <p:nvSpPr>
          <p:cNvPr id="49" name="Text 46"/>
          <p:cNvSpPr txBox="1"/>
          <p:nvPr/>
        </p:nvSpPr>
        <p:spPr>
          <a:xfrm>
            <a:off x="5335524" y="3637483"/>
            <a:ext cx="1490472" cy="263347"/>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con aire</a:t>
            </a:r>
            <a:endParaRPr lang="en-US" sz="1100" dirty="0"/>
          </a:p>
        </p:txBody>
      </p:sp>
      <p:sp>
        <p:nvSpPr>
          <p:cNvPr id="50" name="Shape 47"/>
          <p:cNvSpPr/>
          <p:nvPr/>
        </p:nvSpPr>
        <p:spPr>
          <a:xfrm>
            <a:off x="6931152" y="2825496"/>
            <a:ext cx="1490472" cy="1097280"/>
          </a:xfrm>
          <a:prstGeom prst="roundRect">
            <a:avLst>
              <a:gd name="adj" fmla="val 6667"/>
            </a:avLst>
          </a:prstGeom>
          <a:solidFill>
            <a:srgbClr val="EEF1FF"/>
          </a:solidFill>
          <a:ln w="12700">
            <a:solidFill>
              <a:srgbClr val="D8DCF5"/>
            </a:solidFill>
            <a:prstDash val="solid"/>
          </a:ln>
        </p:spPr>
      </p:sp>
      <p:sp>
        <p:nvSpPr>
          <p:cNvPr id="51" name="Text 48"/>
          <p:cNvSpPr txBox="1"/>
          <p:nvPr/>
        </p:nvSpPr>
        <p:spPr>
          <a:xfrm>
            <a:off x="6931152" y="2880360"/>
            <a:ext cx="1490472" cy="570586"/>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ㅌ</a:t>
            </a:r>
            <a:endParaRPr lang="en-US" sz="2600" dirty="0"/>
          </a:p>
        </p:txBody>
      </p:sp>
      <p:sp>
        <p:nvSpPr>
          <p:cNvPr id="52" name="Text 49"/>
          <p:cNvSpPr txBox="1"/>
          <p:nvPr/>
        </p:nvSpPr>
        <p:spPr>
          <a:xfrm>
            <a:off x="6931152" y="3429000"/>
            <a:ext cx="1490472" cy="241402"/>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t</a:t>
            </a:r>
            <a:endParaRPr lang="en-US" sz="1300" dirty="0"/>
          </a:p>
        </p:txBody>
      </p:sp>
      <p:sp>
        <p:nvSpPr>
          <p:cNvPr id="53" name="Text 50"/>
          <p:cNvSpPr txBox="1"/>
          <p:nvPr/>
        </p:nvSpPr>
        <p:spPr>
          <a:xfrm>
            <a:off x="6931152" y="3637483"/>
            <a:ext cx="1490472" cy="263347"/>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con aire</a:t>
            </a:r>
            <a:endParaRPr lang="en-US" sz="1100" dirty="0"/>
          </a:p>
        </p:txBody>
      </p:sp>
      <p:sp>
        <p:nvSpPr>
          <p:cNvPr id="54" name="Shape 51"/>
          <p:cNvSpPr/>
          <p:nvPr/>
        </p:nvSpPr>
        <p:spPr>
          <a:xfrm>
            <a:off x="8526780" y="2825496"/>
            <a:ext cx="1490472" cy="1097280"/>
          </a:xfrm>
          <a:prstGeom prst="roundRect">
            <a:avLst>
              <a:gd name="adj" fmla="val 6667"/>
            </a:avLst>
          </a:prstGeom>
          <a:solidFill>
            <a:srgbClr val="EEF1FF"/>
          </a:solidFill>
          <a:ln w="12700">
            <a:solidFill>
              <a:srgbClr val="D8DCF5"/>
            </a:solidFill>
            <a:prstDash val="solid"/>
          </a:ln>
        </p:spPr>
      </p:sp>
      <p:sp>
        <p:nvSpPr>
          <p:cNvPr id="55" name="Text 52"/>
          <p:cNvSpPr txBox="1"/>
          <p:nvPr/>
        </p:nvSpPr>
        <p:spPr>
          <a:xfrm>
            <a:off x="8526780" y="2880360"/>
            <a:ext cx="1490472" cy="570586"/>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ㅍ</a:t>
            </a:r>
            <a:endParaRPr lang="en-US" sz="2600" dirty="0"/>
          </a:p>
        </p:txBody>
      </p:sp>
      <p:sp>
        <p:nvSpPr>
          <p:cNvPr id="56" name="Text 53"/>
          <p:cNvSpPr txBox="1"/>
          <p:nvPr/>
        </p:nvSpPr>
        <p:spPr>
          <a:xfrm>
            <a:off x="8526780" y="3429000"/>
            <a:ext cx="1490472" cy="241402"/>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p</a:t>
            </a:r>
            <a:endParaRPr lang="en-US" sz="1300" dirty="0"/>
          </a:p>
        </p:txBody>
      </p:sp>
      <p:sp>
        <p:nvSpPr>
          <p:cNvPr id="57" name="Text 54"/>
          <p:cNvSpPr txBox="1"/>
          <p:nvPr/>
        </p:nvSpPr>
        <p:spPr>
          <a:xfrm>
            <a:off x="8526780" y="3637483"/>
            <a:ext cx="1490472" cy="263347"/>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con aire</a:t>
            </a:r>
            <a:endParaRPr lang="en-US" sz="1100" dirty="0"/>
          </a:p>
        </p:txBody>
      </p:sp>
      <p:sp>
        <p:nvSpPr>
          <p:cNvPr id="58" name="Shape 55"/>
          <p:cNvSpPr/>
          <p:nvPr/>
        </p:nvSpPr>
        <p:spPr>
          <a:xfrm>
            <a:off x="10122408" y="2825496"/>
            <a:ext cx="1490472" cy="1097280"/>
          </a:xfrm>
          <a:prstGeom prst="roundRect">
            <a:avLst>
              <a:gd name="adj" fmla="val 6667"/>
            </a:avLst>
          </a:prstGeom>
          <a:solidFill>
            <a:srgbClr val="EEF1FF"/>
          </a:solidFill>
          <a:ln w="12700">
            <a:solidFill>
              <a:srgbClr val="D8DCF5"/>
            </a:solidFill>
            <a:prstDash val="solid"/>
          </a:ln>
        </p:spPr>
      </p:sp>
      <p:sp>
        <p:nvSpPr>
          <p:cNvPr id="59" name="Text 56"/>
          <p:cNvSpPr txBox="1"/>
          <p:nvPr/>
        </p:nvSpPr>
        <p:spPr>
          <a:xfrm>
            <a:off x="10122408" y="2880360"/>
            <a:ext cx="1490472" cy="570586"/>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ㅎ</a:t>
            </a:r>
            <a:endParaRPr lang="en-US" sz="2600" dirty="0"/>
          </a:p>
        </p:txBody>
      </p:sp>
      <p:sp>
        <p:nvSpPr>
          <p:cNvPr id="60" name="Text 57"/>
          <p:cNvSpPr txBox="1"/>
          <p:nvPr/>
        </p:nvSpPr>
        <p:spPr>
          <a:xfrm>
            <a:off x="10122408" y="3429000"/>
            <a:ext cx="1490472" cy="241402"/>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j</a:t>
            </a:r>
            <a:endParaRPr lang="en-US" sz="1300" dirty="0"/>
          </a:p>
        </p:txBody>
      </p:sp>
      <p:sp>
        <p:nvSpPr>
          <p:cNvPr id="61" name="Text 58"/>
          <p:cNvSpPr txBox="1"/>
          <p:nvPr/>
        </p:nvSpPr>
        <p:spPr>
          <a:xfrm>
            <a:off x="10122408" y="3637483"/>
            <a:ext cx="1490472" cy="263347"/>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j suave</a:t>
            </a:r>
            <a:endParaRPr lang="en-US" sz="1100" dirty="0"/>
          </a:p>
        </p:txBody>
      </p:sp>
      <p:sp>
        <p:nvSpPr>
          <p:cNvPr id="62" name="Text 59"/>
          <p:cNvSpPr txBox="1"/>
          <p:nvPr/>
        </p:nvSpPr>
        <p:spPr>
          <a:xfrm>
            <a:off x="548640" y="4005072"/>
            <a:ext cx="10058400" cy="274320"/>
          </a:xfrm>
          <a:prstGeom prst="rect">
            <a:avLst/>
          </a:prstGeom>
          <a:noFill/>
          <a:ln/>
        </p:spPr>
        <p:txBody>
          <a:bodyPr wrap="square" lIns="0" tIns="0" rIns="0" bIns="0" rtlCol="0" anchor="ctr"/>
          <a:lstStyle/>
          <a:p>
            <a:pPr marL="0" indent="0">
              <a:buNone/>
            </a:pPr>
            <a:r>
              <a:rPr lang="en-US" sz="1100" b="1" kern="0" spc="200" dirty="0">
                <a:solidFill>
                  <a:srgbClr val="5C5F6B"/>
                </a:solidFill>
                <a:latin typeface="Arial" pitchFamily="34" charset="0"/>
                <a:ea typeface="Arial" pitchFamily="34" charset="-122"/>
                <a:cs typeface="Arial" pitchFamily="34" charset="-120"/>
              </a:rPr>
              <a:t>5 TENSAS (DOBLES) — secas, sin aire, como diciendo la sílaba un poquito enojado</a:t>
            </a:r>
            <a:endParaRPr lang="en-US" sz="1100" dirty="0"/>
          </a:p>
        </p:txBody>
      </p:sp>
      <p:sp>
        <p:nvSpPr>
          <p:cNvPr id="63" name="Shape 60"/>
          <p:cNvSpPr/>
          <p:nvPr/>
        </p:nvSpPr>
        <p:spPr>
          <a:xfrm>
            <a:off x="548640" y="4297680"/>
            <a:ext cx="2148840" cy="1005840"/>
          </a:xfrm>
          <a:prstGeom prst="roundRect">
            <a:avLst>
              <a:gd name="adj" fmla="val 7273"/>
            </a:avLst>
          </a:prstGeom>
          <a:solidFill>
            <a:srgbClr val="EEF1FF"/>
          </a:solidFill>
          <a:ln w="12700">
            <a:solidFill>
              <a:srgbClr val="D8DCF5"/>
            </a:solidFill>
            <a:prstDash val="solid"/>
          </a:ln>
        </p:spPr>
      </p:sp>
      <p:sp>
        <p:nvSpPr>
          <p:cNvPr id="64" name="Text 61"/>
          <p:cNvSpPr txBox="1"/>
          <p:nvPr/>
        </p:nvSpPr>
        <p:spPr>
          <a:xfrm>
            <a:off x="548640" y="4352544"/>
            <a:ext cx="2148840" cy="523037"/>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ㄲ</a:t>
            </a:r>
            <a:endParaRPr lang="en-US" sz="2600" dirty="0"/>
          </a:p>
        </p:txBody>
      </p:sp>
      <p:sp>
        <p:nvSpPr>
          <p:cNvPr id="65" name="Text 62"/>
          <p:cNvSpPr txBox="1"/>
          <p:nvPr/>
        </p:nvSpPr>
        <p:spPr>
          <a:xfrm>
            <a:off x="548640" y="4850892"/>
            <a:ext cx="2148840" cy="221285"/>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k seca</a:t>
            </a:r>
            <a:endParaRPr lang="en-US" sz="1300" dirty="0"/>
          </a:p>
        </p:txBody>
      </p:sp>
      <p:sp>
        <p:nvSpPr>
          <p:cNvPr id="66" name="Text 63"/>
          <p:cNvSpPr txBox="1"/>
          <p:nvPr/>
        </p:nvSpPr>
        <p:spPr>
          <a:xfrm>
            <a:off x="548640" y="5042002"/>
            <a:ext cx="2148840" cy="241402"/>
          </a:xfrm>
          <a:prstGeom prst="rect">
            <a:avLst/>
          </a:prstGeom>
          <a:noFill/>
          <a:ln/>
        </p:spPr>
        <p:txBody>
          <a:bodyPr wrap="square" lIns="0" tIns="0" rIns="0" bIns="0" rtlCol="0" anchor="ctr"/>
          <a:lstStyle/>
          <a:p>
            <a:pPr marL="0" indent="0" algn="ctr">
              <a:buNone/>
            </a:pPr>
            <a:r>
              <a:rPr lang="en-US" sz="1300" dirty="0">
                <a:solidFill>
                  <a:srgbClr val="5C5F6B"/>
                </a:solidFill>
                <a:latin typeface="Arial" pitchFamily="34" charset="0"/>
                <a:ea typeface="Arial" pitchFamily="34" charset="-122"/>
                <a:cs typeface="Arial" pitchFamily="34" charset="-120"/>
              </a:rPr>
              <a:t>까</a:t>
            </a:r>
            <a:endParaRPr lang="en-US" sz="1300" dirty="0"/>
          </a:p>
        </p:txBody>
      </p:sp>
      <p:sp>
        <p:nvSpPr>
          <p:cNvPr id="67" name="Shape 64"/>
          <p:cNvSpPr/>
          <p:nvPr/>
        </p:nvSpPr>
        <p:spPr>
          <a:xfrm>
            <a:off x="2834640" y="4297680"/>
            <a:ext cx="2148840" cy="1005840"/>
          </a:xfrm>
          <a:prstGeom prst="roundRect">
            <a:avLst>
              <a:gd name="adj" fmla="val 7273"/>
            </a:avLst>
          </a:prstGeom>
          <a:solidFill>
            <a:srgbClr val="EEF1FF"/>
          </a:solidFill>
          <a:ln w="12700">
            <a:solidFill>
              <a:srgbClr val="D8DCF5"/>
            </a:solidFill>
            <a:prstDash val="solid"/>
          </a:ln>
        </p:spPr>
      </p:sp>
      <p:sp>
        <p:nvSpPr>
          <p:cNvPr id="68" name="Text 65"/>
          <p:cNvSpPr txBox="1"/>
          <p:nvPr/>
        </p:nvSpPr>
        <p:spPr>
          <a:xfrm>
            <a:off x="2834640" y="4352544"/>
            <a:ext cx="2148840" cy="523037"/>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ㄸ</a:t>
            </a:r>
            <a:endParaRPr lang="en-US" sz="2600" dirty="0"/>
          </a:p>
        </p:txBody>
      </p:sp>
      <p:sp>
        <p:nvSpPr>
          <p:cNvPr id="69" name="Text 66"/>
          <p:cNvSpPr txBox="1"/>
          <p:nvPr/>
        </p:nvSpPr>
        <p:spPr>
          <a:xfrm>
            <a:off x="2834640" y="4850892"/>
            <a:ext cx="2148840" cy="221285"/>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t seca</a:t>
            </a:r>
            <a:endParaRPr lang="en-US" sz="1300" dirty="0"/>
          </a:p>
        </p:txBody>
      </p:sp>
      <p:sp>
        <p:nvSpPr>
          <p:cNvPr id="70" name="Text 67"/>
          <p:cNvSpPr txBox="1"/>
          <p:nvPr/>
        </p:nvSpPr>
        <p:spPr>
          <a:xfrm>
            <a:off x="2834640" y="5042002"/>
            <a:ext cx="2148840" cy="241402"/>
          </a:xfrm>
          <a:prstGeom prst="rect">
            <a:avLst/>
          </a:prstGeom>
          <a:noFill/>
          <a:ln/>
        </p:spPr>
        <p:txBody>
          <a:bodyPr wrap="square" lIns="0" tIns="0" rIns="0" bIns="0" rtlCol="0" anchor="ctr"/>
          <a:lstStyle/>
          <a:p>
            <a:pPr marL="0" indent="0" algn="ctr">
              <a:buNone/>
            </a:pPr>
            <a:r>
              <a:rPr lang="en-US" sz="1300" dirty="0">
                <a:solidFill>
                  <a:srgbClr val="5C5F6B"/>
                </a:solidFill>
                <a:latin typeface="Arial" pitchFamily="34" charset="0"/>
                <a:ea typeface="Arial" pitchFamily="34" charset="-122"/>
                <a:cs typeface="Arial" pitchFamily="34" charset="-120"/>
              </a:rPr>
              <a:t>따</a:t>
            </a:r>
            <a:endParaRPr lang="en-US" sz="1300" dirty="0"/>
          </a:p>
        </p:txBody>
      </p:sp>
      <p:sp>
        <p:nvSpPr>
          <p:cNvPr id="71" name="Shape 68"/>
          <p:cNvSpPr/>
          <p:nvPr/>
        </p:nvSpPr>
        <p:spPr>
          <a:xfrm>
            <a:off x="5120640" y="4297680"/>
            <a:ext cx="2148840" cy="1005840"/>
          </a:xfrm>
          <a:prstGeom prst="roundRect">
            <a:avLst>
              <a:gd name="adj" fmla="val 7273"/>
            </a:avLst>
          </a:prstGeom>
          <a:solidFill>
            <a:srgbClr val="EEF1FF"/>
          </a:solidFill>
          <a:ln w="12700">
            <a:solidFill>
              <a:srgbClr val="D8DCF5"/>
            </a:solidFill>
            <a:prstDash val="solid"/>
          </a:ln>
        </p:spPr>
      </p:sp>
      <p:sp>
        <p:nvSpPr>
          <p:cNvPr id="72" name="Text 69"/>
          <p:cNvSpPr txBox="1"/>
          <p:nvPr/>
        </p:nvSpPr>
        <p:spPr>
          <a:xfrm>
            <a:off x="5120640" y="4352544"/>
            <a:ext cx="2148840" cy="523037"/>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ㅃ</a:t>
            </a:r>
            <a:endParaRPr lang="en-US" sz="2600" dirty="0"/>
          </a:p>
        </p:txBody>
      </p:sp>
      <p:sp>
        <p:nvSpPr>
          <p:cNvPr id="73" name="Text 70"/>
          <p:cNvSpPr txBox="1"/>
          <p:nvPr/>
        </p:nvSpPr>
        <p:spPr>
          <a:xfrm>
            <a:off x="5120640" y="4850892"/>
            <a:ext cx="2148840" cy="221285"/>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p seca</a:t>
            </a:r>
            <a:endParaRPr lang="en-US" sz="1300" dirty="0"/>
          </a:p>
        </p:txBody>
      </p:sp>
      <p:sp>
        <p:nvSpPr>
          <p:cNvPr id="74" name="Text 71"/>
          <p:cNvSpPr txBox="1"/>
          <p:nvPr/>
        </p:nvSpPr>
        <p:spPr>
          <a:xfrm>
            <a:off x="5120640" y="5042002"/>
            <a:ext cx="2148840" cy="241402"/>
          </a:xfrm>
          <a:prstGeom prst="rect">
            <a:avLst/>
          </a:prstGeom>
          <a:noFill/>
          <a:ln/>
        </p:spPr>
        <p:txBody>
          <a:bodyPr wrap="square" lIns="0" tIns="0" rIns="0" bIns="0" rtlCol="0" anchor="ctr"/>
          <a:lstStyle/>
          <a:p>
            <a:pPr marL="0" indent="0" algn="ctr">
              <a:buNone/>
            </a:pPr>
            <a:r>
              <a:rPr lang="en-US" sz="1300" dirty="0">
                <a:solidFill>
                  <a:srgbClr val="5C5F6B"/>
                </a:solidFill>
                <a:latin typeface="Arial" pitchFamily="34" charset="0"/>
                <a:ea typeface="Arial" pitchFamily="34" charset="-122"/>
                <a:cs typeface="Arial" pitchFamily="34" charset="-120"/>
              </a:rPr>
              <a:t>빠</a:t>
            </a:r>
            <a:endParaRPr lang="en-US" sz="1300" dirty="0"/>
          </a:p>
        </p:txBody>
      </p:sp>
      <p:sp>
        <p:nvSpPr>
          <p:cNvPr id="75" name="Shape 72"/>
          <p:cNvSpPr/>
          <p:nvPr/>
        </p:nvSpPr>
        <p:spPr>
          <a:xfrm>
            <a:off x="7406640" y="4297680"/>
            <a:ext cx="2148840" cy="1005840"/>
          </a:xfrm>
          <a:prstGeom prst="roundRect">
            <a:avLst>
              <a:gd name="adj" fmla="val 7273"/>
            </a:avLst>
          </a:prstGeom>
          <a:solidFill>
            <a:srgbClr val="EEF1FF"/>
          </a:solidFill>
          <a:ln w="12700">
            <a:solidFill>
              <a:srgbClr val="D8DCF5"/>
            </a:solidFill>
            <a:prstDash val="solid"/>
          </a:ln>
        </p:spPr>
      </p:sp>
      <p:sp>
        <p:nvSpPr>
          <p:cNvPr id="76" name="Text 73"/>
          <p:cNvSpPr txBox="1"/>
          <p:nvPr/>
        </p:nvSpPr>
        <p:spPr>
          <a:xfrm>
            <a:off x="7406640" y="4352544"/>
            <a:ext cx="2148840" cy="523037"/>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ㅆ</a:t>
            </a:r>
            <a:endParaRPr lang="en-US" sz="2600" dirty="0"/>
          </a:p>
        </p:txBody>
      </p:sp>
      <p:sp>
        <p:nvSpPr>
          <p:cNvPr id="77" name="Text 74"/>
          <p:cNvSpPr txBox="1"/>
          <p:nvPr/>
        </p:nvSpPr>
        <p:spPr>
          <a:xfrm>
            <a:off x="7406640" y="4850892"/>
            <a:ext cx="2148840" cy="221285"/>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s tensa</a:t>
            </a:r>
            <a:endParaRPr lang="en-US" sz="1300" dirty="0"/>
          </a:p>
        </p:txBody>
      </p:sp>
      <p:sp>
        <p:nvSpPr>
          <p:cNvPr id="78" name="Text 75"/>
          <p:cNvSpPr txBox="1"/>
          <p:nvPr/>
        </p:nvSpPr>
        <p:spPr>
          <a:xfrm>
            <a:off x="7406640" y="5042002"/>
            <a:ext cx="2148840" cy="241402"/>
          </a:xfrm>
          <a:prstGeom prst="rect">
            <a:avLst/>
          </a:prstGeom>
          <a:noFill/>
          <a:ln/>
        </p:spPr>
        <p:txBody>
          <a:bodyPr wrap="square" lIns="0" tIns="0" rIns="0" bIns="0" rtlCol="0" anchor="ctr"/>
          <a:lstStyle/>
          <a:p>
            <a:pPr marL="0" indent="0" algn="ctr">
              <a:buNone/>
            </a:pPr>
            <a:r>
              <a:rPr lang="en-US" sz="1300" dirty="0">
                <a:solidFill>
                  <a:srgbClr val="5C5F6B"/>
                </a:solidFill>
                <a:latin typeface="Arial" pitchFamily="34" charset="0"/>
                <a:ea typeface="Arial" pitchFamily="34" charset="-122"/>
                <a:cs typeface="Arial" pitchFamily="34" charset="-120"/>
              </a:rPr>
              <a:t>싸</a:t>
            </a:r>
            <a:endParaRPr lang="en-US" sz="1300" dirty="0"/>
          </a:p>
        </p:txBody>
      </p:sp>
      <p:sp>
        <p:nvSpPr>
          <p:cNvPr id="79" name="Shape 76"/>
          <p:cNvSpPr/>
          <p:nvPr/>
        </p:nvSpPr>
        <p:spPr>
          <a:xfrm>
            <a:off x="9692640" y="4297680"/>
            <a:ext cx="2148840" cy="1005840"/>
          </a:xfrm>
          <a:prstGeom prst="roundRect">
            <a:avLst>
              <a:gd name="adj" fmla="val 7273"/>
            </a:avLst>
          </a:prstGeom>
          <a:solidFill>
            <a:srgbClr val="EEF1FF"/>
          </a:solidFill>
          <a:ln w="12700">
            <a:solidFill>
              <a:srgbClr val="D8DCF5"/>
            </a:solidFill>
            <a:prstDash val="solid"/>
          </a:ln>
        </p:spPr>
      </p:sp>
      <p:sp>
        <p:nvSpPr>
          <p:cNvPr id="80" name="Text 77"/>
          <p:cNvSpPr txBox="1"/>
          <p:nvPr/>
        </p:nvSpPr>
        <p:spPr>
          <a:xfrm>
            <a:off x="9692640" y="4352544"/>
            <a:ext cx="2148840" cy="523037"/>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ㅉ</a:t>
            </a:r>
            <a:endParaRPr lang="en-US" sz="2600" dirty="0"/>
          </a:p>
        </p:txBody>
      </p:sp>
      <p:sp>
        <p:nvSpPr>
          <p:cNvPr id="81" name="Text 78"/>
          <p:cNvSpPr txBox="1"/>
          <p:nvPr/>
        </p:nvSpPr>
        <p:spPr>
          <a:xfrm>
            <a:off x="9692640" y="4850892"/>
            <a:ext cx="2148840" cy="221285"/>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ch tensa</a:t>
            </a:r>
            <a:endParaRPr lang="en-US" sz="1300" dirty="0"/>
          </a:p>
        </p:txBody>
      </p:sp>
      <p:sp>
        <p:nvSpPr>
          <p:cNvPr id="82" name="Text 79"/>
          <p:cNvSpPr txBox="1"/>
          <p:nvPr/>
        </p:nvSpPr>
        <p:spPr>
          <a:xfrm>
            <a:off x="9692640" y="5042002"/>
            <a:ext cx="2148840" cy="241402"/>
          </a:xfrm>
          <a:prstGeom prst="rect">
            <a:avLst/>
          </a:prstGeom>
          <a:noFill/>
          <a:ln/>
        </p:spPr>
        <p:txBody>
          <a:bodyPr wrap="square" lIns="0" tIns="0" rIns="0" bIns="0" rtlCol="0" anchor="ctr"/>
          <a:lstStyle/>
          <a:p>
            <a:pPr marL="0" indent="0" algn="ctr">
              <a:buNone/>
            </a:pPr>
            <a:r>
              <a:rPr lang="en-US" sz="1300" dirty="0">
                <a:solidFill>
                  <a:srgbClr val="5C5F6B"/>
                </a:solidFill>
                <a:latin typeface="Arial" pitchFamily="34" charset="0"/>
                <a:ea typeface="Arial" pitchFamily="34" charset="-122"/>
                <a:cs typeface="Arial" pitchFamily="34" charset="-120"/>
              </a:rPr>
              <a:t>짜</a:t>
            </a:r>
            <a:endParaRPr lang="en-US" sz="1300" dirty="0"/>
          </a:p>
        </p:txBody>
      </p:sp>
      <p:sp>
        <p:nvSpPr>
          <p:cNvPr id="83" name="Text 80"/>
          <p:cNvSpPr txBox="1"/>
          <p:nvPr/>
        </p:nvSpPr>
        <p:spPr>
          <a:xfrm>
            <a:off x="548640" y="5440680"/>
            <a:ext cx="11064240" cy="365760"/>
          </a:xfrm>
          <a:prstGeom prst="rect">
            <a:avLst/>
          </a:prstGeom>
          <a:noFill/>
          <a:ln/>
        </p:spPr>
        <p:txBody>
          <a:bodyPr wrap="square" lIns="0" tIns="0" rIns="0" bIns="0" rtlCol="0" anchor="ctr"/>
          <a:lstStyle/>
          <a:p>
            <a:pPr marL="0" indent="0">
              <a:buNone/>
            </a:pPr>
            <a:r>
              <a:rPr lang="en-US" sz="1200" i="1" dirty="0">
                <a:solidFill>
                  <a:srgbClr val="5C5F6B"/>
                </a:solidFill>
                <a:latin typeface="Arial" pitchFamily="34" charset="0"/>
                <a:ea typeface="Arial" pitchFamily="34" charset="-122"/>
                <a:cs typeface="Arial" pitchFamily="34" charset="-120"/>
              </a:rPr>
              <a:t>Con aire (ㅊ ㅋ ㅌ ㅍ) = pon la mano frente a la boca y siente el soplo. Tensas = cero soplo.</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310896"/>
          </a:xfrm>
          <a:prstGeom prst="rect">
            <a:avLst/>
          </a:prstGeom>
          <a:noFill/>
          <a:ln/>
        </p:spPr>
        <p:txBody>
          <a:bodyPr wrap="square" lIns="0" tIns="0" rIns="0" bIns="0" rtlCol="0" anchor="ctr"/>
          <a:lstStyle/>
          <a:p>
            <a:pPr marL="0" indent="0">
              <a:buNone/>
            </a:pPr>
            <a:r>
              <a:rPr lang="en-US" sz="1200" b="1" kern="0" spc="300" dirty="0">
                <a:solidFill>
                  <a:srgbClr val="4236F6"/>
                </a:solidFill>
                <a:latin typeface="Arial" pitchFamily="34" charset="0"/>
                <a:ea typeface="Arial" pitchFamily="34" charset="-122"/>
                <a:cs typeface="Arial" pitchFamily="34" charset="-120"/>
              </a:rPr>
              <a:t>0 · EL BATCHIM · 받침</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marL="0" indent="0">
              <a:buNone/>
            </a:pPr>
            <a:r>
              <a:rPr lang="en-US" sz="3200" b="1" dirty="0">
                <a:solidFill>
                  <a:srgbClr val="0A0A0F"/>
                </a:solidFill>
                <a:latin typeface="Arial" pitchFamily="34" charset="0"/>
                <a:ea typeface="Arial" pitchFamily="34" charset="-122"/>
                <a:cs typeface="Arial" pitchFamily="34" charset="-120"/>
              </a:rPr>
              <a:t>La consonante de abajo — solo 7 SONIDOS posibles</a:t>
            </a:r>
            <a:endParaRPr lang="en-US" sz="3200" dirty="0"/>
          </a:p>
        </p:txBody>
      </p:sp>
      <p:pic>
        <p:nvPicPr>
          <p:cNvPr id="4" name="Image 0" descr="C:\Users\Chingu\AppData\Local\Temp\claude\C--Users-Chingu-Desktop-ACADEMIASEULWEB\d4111e1b-5523-44ea-97b2-b1a1d9545b9e\scratchpad\igpost\sello-azul.png"/>
          <p:cNvPicPr>
            <a:picLocks noChangeAspect="1"/>
          </p:cNvPicPr>
          <p:nvPr/>
        </p:nvPicPr>
        <p:blipFill>
          <a:blip r:embed="rId3"/>
          <a:stretch>
            <a:fillRect/>
          </a:stretch>
        </p:blipFill>
        <p:spPr>
          <a:xfrm>
            <a:off x="11475720" y="6236208"/>
            <a:ext cx="457200" cy="438912"/>
          </a:xfrm>
          <a:prstGeom prst="rect">
            <a:avLst/>
          </a:prstGeom>
        </p:spPr>
      </p:pic>
      <p:sp>
        <p:nvSpPr>
          <p:cNvPr id="5" name="Shape 2"/>
          <p:cNvSpPr/>
          <p:nvPr/>
        </p:nvSpPr>
        <p:spPr>
          <a:xfrm>
            <a:off x="548640" y="1554480"/>
            <a:ext cx="1490472" cy="1417320"/>
          </a:xfrm>
          <a:prstGeom prst="roundRect">
            <a:avLst>
              <a:gd name="adj" fmla="val 5161"/>
            </a:avLst>
          </a:prstGeom>
          <a:solidFill>
            <a:srgbClr val="EEF1FF"/>
          </a:solidFill>
          <a:ln w="12700">
            <a:solidFill>
              <a:srgbClr val="D8DCF5"/>
            </a:solidFill>
            <a:prstDash val="solid"/>
          </a:ln>
        </p:spPr>
      </p:sp>
      <p:sp>
        <p:nvSpPr>
          <p:cNvPr id="6" name="Text 3"/>
          <p:cNvSpPr txBox="1"/>
          <p:nvPr/>
        </p:nvSpPr>
        <p:spPr>
          <a:xfrm>
            <a:off x="548640" y="1609344"/>
            <a:ext cx="1490472" cy="737006"/>
          </a:xfrm>
          <a:prstGeom prst="rect">
            <a:avLst/>
          </a:prstGeom>
          <a:noFill/>
          <a:ln/>
        </p:spPr>
        <p:txBody>
          <a:bodyPr wrap="square" lIns="0" tIns="0" rIns="0" bIns="0" rtlCol="0" anchor="ctr"/>
          <a:lstStyle/>
          <a:p>
            <a:pPr marL="0" indent="0" algn="ctr">
              <a:buNone/>
            </a:pPr>
            <a:r>
              <a:rPr lang="en-US" sz="2000" b="1" dirty="0">
                <a:solidFill>
                  <a:srgbClr val="0A0A0F"/>
                </a:solidFill>
                <a:latin typeface="Malgun Gothic" pitchFamily="34" charset="0"/>
                <a:ea typeface="Malgun Gothic" pitchFamily="34" charset="-122"/>
                <a:cs typeface="Malgun Gothic" pitchFamily="34" charset="-120"/>
              </a:rPr>
              <a:t>ㄱ ㅋ ㄲ</a:t>
            </a:r>
            <a:endParaRPr lang="en-US" sz="2000" dirty="0"/>
          </a:p>
        </p:txBody>
      </p:sp>
      <p:sp>
        <p:nvSpPr>
          <p:cNvPr id="7" name="Text 4"/>
          <p:cNvSpPr txBox="1"/>
          <p:nvPr/>
        </p:nvSpPr>
        <p:spPr>
          <a:xfrm>
            <a:off x="548640" y="2334006"/>
            <a:ext cx="1490472" cy="311810"/>
          </a:xfrm>
          <a:prstGeom prst="rect">
            <a:avLst/>
          </a:prstGeom>
          <a:noFill/>
          <a:ln/>
        </p:spPr>
        <p:txBody>
          <a:bodyPr wrap="square" lIns="0" tIns="0" rIns="0" bIns="0" rtlCol="0" anchor="ctr"/>
          <a:lstStyle/>
          <a:p>
            <a:pPr marL="0" indent="0" algn="ctr">
              <a:buNone/>
            </a:pPr>
            <a:r>
              <a:rPr lang="en-US" sz="1400" b="1" dirty="0">
                <a:solidFill>
                  <a:srgbClr val="4236F6"/>
                </a:solidFill>
                <a:latin typeface="Arial" pitchFamily="34" charset="0"/>
                <a:ea typeface="Arial" pitchFamily="34" charset="-122"/>
                <a:cs typeface="Arial" pitchFamily="34" charset="-120"/>
              </a:rPr>
              <a:t>[k]</a:t>
            </a:r>
            <a:endParaRPr lang="en-US" sz="1400" dirty="0"/>
          </a:p>
        </p:txBody>
      </p:sp>
      <p:sp>
        <p:nvSpPr>
          <p:cNvPr id="8" name="Text 5"/>
          <p:cNvSpPr txBox="1"/>
          <p:nvPr/>
        </p:nvSpPr>
        <p:spPr>
          <a:xfrm>
            <a:off x="548640" y="2603297"/>
            <a:ext cx="1490472" cy="340157"/>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책 · 부엌</a:t>
            </a:r>
            <a:endParaRPr lang="en-US" sz="1100" dirty="0"/>
          </a:p>
        </p:txBody>
      </p:sp>
      <p:sp>
        <p:nvSpPr>
          <p:cNvPr id="9" name="Shape 6"/>
          <p:cNvSpPr/>
          <p:nvPr/>
        </p:nvSpPr>
        <p:spPr>
          <a:xfrm>
            <a:off x="2144268" y="1554480"/>
            <a:ext cx="1490472" cy="1417320"/>
          </a:xfrm>
          <a:prstGeom prst="roundRect">
            <a:avLst>
              <a:gd name="adj" fmla="val 5161"/>
            </a:avLst>
          </a:prstGeom>
          <a:solidFill>
            <a:srgbClr val="EEF1FF"/>
          </a:solidFill>
          <a:ln w="12700">
            <a:solidFill>
              <a:srgbClr val="D8DCF5"/>
            </a:solidFill>
            <a:prstDash val="solid"/>
          </a:ln>
        </p:spPr>
      </p:sp>
      <p:sp>
        <p:nvSpPr>
          <p:cNvPr id="10" name="Text 7"/>
          <p:cNvSpPr txBox="1"/>
          <p:nvPr/>
        </p:nvSpPr>
        <p:spPr>
          <a:xfrm>
            <a:off x="2144268" y="1609344"/>
            <a:ext cx="1490472" cy="737006"/>
          </a:xfrm>
          <a:prstGeom prst="rect">
            <a:avLst/>
          </a:prstGeom>
          <a:noFill/>
          <a:ln/>
        </p:spPr>
        <p:txBody>
          <a:bodyPr wrap="square" lIns="0" tIns="0" rIns="0" bIns="0" rtlCol="0" anchor="ctr"/>
          <a:lstStyle/>
          <a:p>
            <a:pPr marL="0" indent="0" algn="ctr">
              <a:buNone/>
            </a:pPr>
            <a:r>
              <a:rPr lang="en-US" sz="2000" b="1" dirty="0">
                <a:solidFill>
                  <a:srgbClr val="0A0A0F"/>
                </a:solidFill>
                <a:latin typeface="Malgun Gothic" pitchFamily="34" charset="0"/>
                <a:ea typeface="Malgun Gothic" pitchFamily="34" charset="-122"/>
                <a:cs typeface="Malgun Gothic" pitchFamily="34" charset="-120"/>
              </a:rPr>
              <a:t>ㄴ</a:t>
            </a:r>
            <a:endParaRPr lang="en-US" sz="2000" dirty="0"/>
          </a:p>
        </p:txBody>
      </p:sp>
      <p:sp>
        <p:nvSpPr>
          <p:cNvPr id="11" name="Text 8"/>
          <p:cNvSpPr txBox="1"/>
          <p:nvPr/>
        </p:nvSpPr>
        <p:spPr>
          <a:xfrm>
            <a:off x="2144268" y="2334006"/>
            <a:ext cx="1490472" cy="311810"/>
          </a:xfrm>
          <a:prstGeom prst="rect">
            <a:avLst/>
          </a:prstGeom>
          <a:noFill/>
          <a:ln/>
        </p:spPr>
        <p:txBody>
          <a:bodyPr wrap="square" lIns="0" tIns="0" rIns="0" bIns="0" rtlCol="0" anchor="ctr"/>
          <a:lstStyle/>
          <a:p>
            <a:pPr marL="0" indent="0" algn="ctr">
              <a:buNone/>
            </a:pPr>
            <a:r>
              <a:rPr lang="en-US" sz="1400" b="1" dirty="0">
                <a:solidFill>
                  <a:srgbClr val="4236F6"/>
                </a:solidFill>
                <a:latin typeface="Arial" pitchFamily="34" charset="0"/>
                <a:ea typeface="Arial" pitchFamily="34" charset="-122"/>
                <a:cs typeface="Arial" pitchFamily="34" charset="-120"/>
              </a:rPr>
              <a:t>[n]</a:t>
            </a:r>
            <a:endParaRPr lang="en-US" sz="1400" dirty="0"/>
          </a:p>
        </p:txBody>
      </p:sp>
      <p:sp>
        <p:nvSpPr>
          <p:cNvPr id="12" name="Text 9"/>
          <p:cNvSpPr txBox="1"/>
          <p:nvPr/>
        </p:nvSpPr>
        <p:spPr>
          <a:xfrm>
            <a:off x="2144268" y="2603297"/>
            <a:ext cx="1490472" cy="340157"/>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산 · 손</a:t>
            </a:r>
            <a:endParaRPr lang="en-US" sz="1100" dirty="0"/>
          </a:p>
        </p:txBody>
      </p:sp>
      <p:sp>
        <p:nvSpPr>
          <p:cNvPr id="13" name="Shape 10"/>
          <p:cNvSpPr/>
          <p:nvPr/>
        </p:nvSpPr>
        <p:spPr>
          <a:xfrm>
            <a:off x="3739896" y="1554480"/>
            <a:ext cx="1490472" cy="1417320"/>
          </a:xfrm>
          <a:prstGeom prst="roundRect">
            <a:avLst>
              <a:gd name="adj" fmla="val 5161"/>
            </a:avLst>
          </a:prstGeom>
          <a:solidFill>
            <a:srgbClr val="EEF1FF"/>
          </a:solidFill>
          <a:ln w="12700">
            <a:solidFill>
              <a:srgbClr val="D8DCF5"/>
            </a:solidFill>
            <a:prstDash val="solid"/>
          </a:ln>
        </p:spPr>
      </p:sp>
      <p:sp>
        <p:nvSpPr>
          <p:cNvPr id="14" name="Text 11"/>
          <p:cNvSpPr txBox="1"/>
          <p:nvPr/>
        </p:nvSpPr>
        <p:spPr>
          <a:xfrm>
            <a:off x="3739896" y="1609344"/>
            <a:ext cx="1490472" cy="737006"/>
          </a:xfrm>
          <a:prstGeom prst="rect">
            <a:avLst/>
          </a:prstGeom>
          <a:noFill/>
          <a:ln/>
        </p:spPr>
        <p:txBody>
          <a:bodyPr wrap="square" lIns="0" tIns="0" rIns="0" bIns="0" rtlCol="0" anchor="ctr"/>
          <a:lstStyle/>
          <a:p>
            <a:pPr marL="0" indent="0" algn="ctr">
              <a:buNone/>
            </a:pPr>
            <a:r>
              <a:rPr lang="en-US" sz="2000" b="1" dirty="0">
                <a:solidFill>
                  <a:srgbClr val="0A0A0F"/>
                </a:solidFill>
                <a:latin typeface="Malgun Gothic" pitchFamily="34" charset="0"/>
                <a:ea typeface="Malgun Gothic" pitchFamily="34" charset="-122"/>
                <a:cs typeface="Malgun Gothic" pitchFamily="34" charset="-120"/>
              </a:rPr>
              <a:t>ㄷㅅㅆㅈㅊㅌㅎ</a:t>
            </a:r>
            <a:endParaRPr lang="en-US" sz="2000" dirty="0"/>
          </a:p>
        </p:txBody>
      </p:sp>
      <p:sp>
        <p:nvSpPr>
          <p:cNvPr id="15" name="Text 12"/>
          <p:cNvSpPr txBox="1"/>
          <p:nvPr/>
        </p:nvSpPr>
        <p:spPr>
          <a:xfrm>
            <a:off x="3739896" y="2334006"/>
            <a:ext cx="1490472" cy="311810"/>
          </a:xfrm>
          <a:prstGeom prst="rect">
            <a:avLst/>
          </a:prstGeom>
          <a:noFill/>
          <a:ln/>
        </p:spPr>
        <p:txBody>
          <a:bodyPr wrap="square" lIns="0" tIns="0" rIns="0" bIns="0" rtlCol="0" anchor="ctr"/>
          <a:lstStyle/>
          <a:p>
            <a:pPr marL="0" indent="0" algn="ctr">
              <a:buNone/>
            </a:pPr>
            <a:r>
              <a:rPr lang="en-US" sz="1400" b="1" dirty="0">
                <a:solidFill>
                  <a:srgbClr val="4236F6"/>
                </a:solidFill>
                <a:latin typeface="Arial" pitchFamily="34" charset="0"/>
                <a:ea typeface="Arial" pitchFamily="34" charset="-122"/>
                <a:cs typeface="Arial" pitchFamily="34" charset="-120"/>
              </a:rPr>
              <a:t>[t]</a:t>
            </a:r>
            <a:endParaRPr lang="en-US" sz="1400" dirty="0"/>
          </a:p>
        </p:txBody>
      </p:sp>
      <p:sp>
        <p:nvSpPr>
          <p:cNvPr id="16" name="Text 13"/>
          <p:cNvSpPr txBox="1"/>
          <p:nvPr/>
        </p:nvSpPr>
        <p:spPr>
          <a:xfrm>
            <a:off x="3739896" y="2603297"/>
            <a:ext cx="1490472" cy="340157"/>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옷 · 꽃</a:t>
            </a:r>
            <a:endParaRPr lang="en-US" sz="1100" dirty="0"/>
          </a:p>
        </p:txBody>
      </p:sp>
      <p:sp>
        <p:nvSpPr>
          <p:cNvPr id="17" name="Shape 14"/>
          <p:cNvSpPr/>
          <p:nvPr/>
        </p:nvSpPr>
        <p:spPr>
          <a:xfrm>
            <a:off x="5335524" y="1554480"/>
            <a:ext cx="1490472" cy="1417320"/>
          </a:xfrm>
          <a:prstGeom prst="roundRect">
            <a:avLst>
              <a:gd name="adj" fmla="val 5161"/>
            </a:avLst>
          </a:prstGeom>
          <a:solidFill>
            <a:srgbClr val="EEF1FF"/>
          </a:solidFill>
          <a:ln w="12700">
            <a:solidFill>
              <a:srgbClr val="D8DCF5"/>
            </a:solidFill>
            <a:prstDash val="solid"/>
          </a:ln>
        </p:spPr>
      </p:sp>
      <p:sp>
        <p:nvSpPr>
          <p:cNvPr id="18" name="Text 15"/>
          <p:cNvSpPr txBox="1"/>
          <p:nvPr/>
        </p:nvSpPr>
        <p:spPr>
          <a:xfrm>
            <a:off x="5335524" y="1609344"/>
            <a:ext cx="1490472" cy="737006"/>
          </a:xfrm>
          <a:prstGeom prst="rect">
            <a:avLst/>
          </a:prstGeom>
          <a:noFill/>
          <a:ln/>
        </p:spPr>
        <p:txBody>
          <a:bodyPr wrap="square" lIns="0" tIns="0" rIns="0" bIns="0" rtlCol="0" anchor="ctr"/>
          <a:lstStyle/>
          <a:p>
            <a:pPr marL="0" indent="0" algn="ctr">
              <a:buNone/>
            </a:pPr>
            <a:r>
              <a:rPr lang="en-US" sz="2000" b="1" dirty="0">
                <a:solidFill>
                  <a:srgbClr val="0A0A0F"/>
                </a:solidFill>
                <a:latin typeface="Malgun Gothic" pitchFamily="34" charset="0"/>
                <a:ea typeface="Malgun Gothic" pitchFamily="34" charset="-122"/>
                <a:cs typeface="Malgun Gothic" pitchFamily="34" charset="-120"/>
              </a:rPr>
              <a:t>ㄹ</a:t>
            </a:r>
            <a:endParaRPr lang="en-US" sz="2000" dirty="0"/>
          </a:p>
        </p:txBody>
      </p:sp>
      <p:sp>
        <p:nvSpPr>
          <p:cNvPr id="19" name="Text 16"/>
          <p:cNvSpPr txBox="1"/>
          <p:nvPr/>
        </p:nvSpPr>
        <p:spPr>
          <a:xfrm>
            <a:off x="5335524" y="2334006"/>
            <a:ext cx="1490472" cy="311810"/>
          </a:xfrm>
          <a:prstGeom prst="rect">
            <a:avLst/>
          </a:prstGeom>
          <a:noFill/>
          <a:ln/>
        </p:spPr>
        <p:txBody>
          <a:bodyPr wrap="square" lIns="0" tIns="0" rIns="0" bIns="0" rtlCol="0" anchor="ctr"/>
          <a:lstStyle/>
          <a:p>
            <a:pPr marL="0" indent="0" algn="ctr">
              <a:buNone/>
            </a:pPr>
            <a:r>
              <a:rPr lang="en-US" sz="1400" b="1" dirty="0">
                <a:solidFill>
                  <a:srgbClr val="4236F6"/>
                </a:solidFill>
                <a:latin typeface="Arial" pitchFamily="34" charset="0"/>
                <a:ea typeface="Arial" pitchFamily="34" charset="-122"/>
                <a:cs typeface="Arial" pitchFamily="34" charset="-120"/>
              </a:rPr>
              <a:t>[l]</a:t>
            </a:r>
            <a:endParaRPr lang="en-US" sz="1400" dirty="0"/>
          </a:p>
        </p:txBody>
      </p:sp>
      <p:sp>
        <p:nvSpPr>
          <p:cNvPr id="20" name="Text 17"/>
          <p:cNvSpPr txBox="1"/>
          <p:nvPr/>
        </p:nvSpPr>
        <p:spPr>
          <a:xfrm>
            <a:off x="5335524" y="2603297"/>
            <a:ext cx="1490472" cy="340157"/>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물 · 일</a:t>
            </a:r>
            <a:endParaRPr lang="en-US" sz="1100" dirty="0"/>
          </a:p>
        </p:txBody>
      </p:sp>
      <p:sp>
        <p:nvSpPr>
          <p:cNvPr id="21" name="Shape 18"/>
          <p:cNvSpPr/>
          <p:nvPr/>
        </p:nvSpPr>
        <p:spPr>
          <a:xfrm>
            <a:off x="6931152" y="1554480"/>
            <a:ext cx="1490472" cy="1417320"/>
          </a:xfrm>
          <a:prstGeom prst="roundRect">
            <a:avLst>
              <a:gd name="adj" fmla="val 5161"/>
            </a:avLst>
          </a:prstGeom>
          <a:solidFill>
            <a:srgbClr val="EEF1FF"/>
          </a:solidFill>
          <a:ln w="12700">
            <a:solidFill>
              <a:srgbClr val="D8DCF5"/>
            </a:solidFill>
            <a:prstDash val="solid"/>
          </a:ln>
        </p:spPr>
      </p:sp>
      <p:sp>
        <p:nvSpPr>
          <p:cNvPr id="22" name="Text 19"/>
          <p:cNvSpPr txBox="1"/>
          <p:nvPr/>
        </p:nvSpPr>
        <p:spPr>
          <a:xfrm>
            <a:off x="6931152" y="1609344"/>
            <a:ext cx="1490472" cy="737006"/>
          </a:xfrm>
          <a:prstGeom prst="rect">
            <a:avLst/>
          </a:prstGeom>
          <a:noFill/>
          <a:ln/>
        </p:spPr>
        <p:txBody>
          <a:bodyPr wrap="square" lIns="0" tIns="0" rIns="0" bIns="0" rtlCol="0" anchor="ctr"/>
          <a:lstStyle/>
          <a:p>
            <a:pPr marL="0" indent="0" algn="ctr">
              <a:buNone/>
            </a:pPr>
            <a:r>
              <a:rPr lang="en-US" sz="2000" b="1" dirty="0">
                <a:solidFill>
                  <a:srgbClr val="0A0A0F"/>
                </a:solidFill>
                <a:latin typeface="Malgun Gothic" pitchFamily="34" charset="0"/>
                <a:ea typeface="Malgun Gothic" pitchFamily="34" charset="-122"/>
                <a:cs typeface="Malgun Gothic" pitchFamily="34" charset="-120"/>
              </a:rPr>
              <a:t>ㅁ</a:t>
            </a:r>
            <a:endParaRPr lang="en-US" sz="2000" dirty="0"/>
          </a:p>
        </p:txBody>
      </p:sp>
      <p:sp>
        <p:nvSpPr>
          <p:cNvPr id="23" name="Text 20"/>
          <p:cNvSpPr txBox="1"/>
          <p:nvPr/>
        </p:nvSpPr>
        <p:spPr>
          <a:xfrm>
            <a:off x="6931152" y="2334006"/>
            <a:ext cx="1490472" cy="311810"/>
          </a:xfrm>
          <a:prstGeom prst="rect">
            <a:avLst/>
          </a:prstGeom>
          <a:noFill/>
          <a:ln/>
        </p:spPr>
        <p:txBody>
          <a:bodyPr wrap="square" lIns="0" tIns="0" rIns="0" bIns="0" rtlCol="0" anchor="ctr"/>
          <a:lstStyle/>
          <a:p>
            <a:pPr marL="0" indent="0" algn="ctr">
              <a:buNone/>
            </a:pPr>
            <a:r>
              <a:rPr lang="en-US" sz="1400" b="1" dirty="0">
                <a:solidFill>
                  <a:srgbClr val="4236F6"/>
                </a:solidFill>
                <a:latin typeface="Arial" pitchFamily="34" charset="0"/>
                <a:ea typeface="Arial" pitchFamily="34" charset="-122"/>
                <a:cs typeface="Arial" pitchFamily="34" charset="-120"/>
              </a:rPr>
              <a:t>[m]</a:t>
            </a:r>
            <a:endParaRPr lang="en-US" sz="1400" dirty="0"/>
          </a:p>
        </p:txBody>
      </p:sp>
      <p:sp>
        <p:nvSpPr>
          <p:cNvPr id="24" name="Text 21"/>
          <p:cNvSpPr txBox="1"/>
          <p:nvPr/>
        </p:nvSpPr>
        <p:spPr>
          <a:xfrm>
            <a:off x="6931152" y="2603297"/>
            <a:ext cx="1490472" cy="340157"/>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엄마 · 밤</a:t>
            </a:r>
            <a:endParaRPr lang="en-US" sz="1100" dirty="0"/>
          </a:p>
        </p:txBody>
      </p:sp>
      <p:sp>
        <p:nvSpPr>
          <p:cNvPr id="25" name="Shape 22"/>
          <p:cNvSpPr/>
          <p:nvPr/>
        </p:nvSpPr>
        <p:spPr>
          <a:xfrm>
            <a:off x="8526780" y="1554480"/>
            <a:ext cx="1490472" cy="1417320"/>
          </a:xfrm>
          <a:prstGeom prst="roundRect">
            <a:avLst>
              <a:gd name="adj" fmla="val 5161"/>
            </a:avLst>
          </a:prstGeom>
          <a:solidFill>
            <a:srgbClr val="EEF1FF"/>
          </a:solidFill>
          <a:ln w="12700">
            <a:solidFill>
              <a:srgbClr val="D8DCF5"/>
            </a:solidFill>
            <a:prstDash val="solid"/>
          </a:ln>
        </p:spPr>
      </p:sp>
      <p:sp>
        <p:nvSpPr>
          <p:cNvPr id="26" name="Text 23"/>
          <p:cNvSpPr txBox="1"/>
          <p:nvPr/>
        </p:nvSpPr>
        <p:spPr>
          <a:xfrm>
            <a:off x="8526780" y="1609344"/>
            <a:ext cx="1490472" cy="737006"/>
          </a:xfrm>
          <a:prstGeom prst="rect">
            <a:avLst/>
          </a:prstGeom>
          <a:noFill/>
          <a:ln/>
        </p:spPr>
        <p:txBody>
          <a:bodyPr wrap="square" lIns="0" tIns="0" rIns="0" bIns="0" rtlCol="0" anchor="ctr"/>
          <a:lstStyle/>
          <a:p>
            <a:pPr marL="0" indent="0" algn="ctr">
              <a:buNone/>
            </a:pPr>
            <a:r>
              <a:rPr lang="en-US" sz="2000" b="1" dirty="0">
                <a:solidFill>
                  <a:srgbClr val="0A0A0F"/>
                </a:solidFill>
                <a:latin typeface="Malgun Gothic" pitchFamily="34" charset="0"/>
                <a:ea typeface="Malgun Gothic" pitchFamily="34" charset="-122"/>
                <a:cs typeface="Malgun Gothic" pitchFamily="34" charset="-120"/>
              </a:rPr>
              <a:t>ㅂ ㅍ</a:t>
            </a:r>
            <a:endParaRPr lang="en-US" sz="2000" dirty="0"/>
          </a:p>
        </p:txBody>
      </p:sp>
      <p:sp>
        <p:nvSpPr>
          <p:cNvPr id="27" name="Text 24"/>
          <p:cNvSpPr txBox="1"/>
          <p:nvPr/>
        </p:nvSpPr>
        <p:spPr>
          <a:xfrm>
            <a:off x="8526780" y="2334006"/>
            <a:ext cx="1490472" cy="311810"/>
          </a:xfrm>
          <a:prstGeom prst="rect">
            <a:avLst/>
          </a:prstGeom>
          <a:noFill/>
          <a:ln/>
        </p:spPr>
        <p:txBody>
          <a:bodyPr wrap="square" lIns="0" tIns="0" rIns="0" bIns="0" rtlCol="0" anchor="ctr"/>
          <a:lstStyle/>
          <a:p>
            <a:pPr marL="0" indent="0" algn="ctr">
              <a:buNone/>
            </a:pPr>
            <a:r>
              <a:rPr lang="en-US" sz="1400" b="1" dirty="0">
                <a:solidFill>
                  <a:srgbClr val="4236F6"/>
                </a:solidFill>
                <a:latin typeface="Arial" pitchFamily="34" charset="0"/>
                <a:ea typeface="Arial" pitchFamily="34" charset="-122"/>
                <a:cs typeface="Arial" pitchFamily="34" charset="-120"/>
              </a:rPr>
              <a:t>[p]</a:t>
            </a:r>
            <a:endParaRPr lang="en-US" sz="1400" dirty="0"/>
          </a:p>
        </p:txBody>
      </p:sp>
      <p:sp>
        <p:nvSpPr>
          <p:cNvPr id="28" name="Text 25"/>
          <p:cNvSpPr txBox="1"/>
          <p:nvPr/>
        </p:nvSpPr>
        <p:spPr>
          <a:xfrm>
            <a:off x="8526780" y="2603297"/>
            <a:ext cx="1490472" cy="340157"/>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밥 · 앞</a:t>
            </a:r>
            <a:endParaRPr lang="en-US" sz="1100" dirty="0"/>
          </a:p>
        </p:txBody>
      </p:sp>
      <p:sp>
        <p:nvSpPr>
          <p:cNvPr id="29" name="Shape 26"/>
          <p:cNvSpPr/>
          <p:nvPr/>
        </p:nvSpPr>
        <p:spPr>
          <a:xfrm>
            <a:off x="10122408" y="1554480"/>
            <a:ext cx="1490472" cy="1417320"/>
          </a:xfrm>
          <a:prstGeom prst="roundRect">
            <a:avLst>
              <a:gd name="adj" fmla="val 5161"/>
            </a:avLst>
          </a:prstGeom>
          <a:solidFill>
            <a:srgbClr val="EEF1FF"/>
          </a:solidFill>
          <a:ln w="12700">
            <a:solidFill>
              <a:srgbClr val="D8DCF5"/>
            </a:solidFill>
            <a:prstDash val="solid"/>
          </a:ln>
        </p:spPr>
      </p:sp>
      <p:sp>
        <p:nvSpPr>
          <p:cNvPr id="30" name="Text 27"/>
          <p:cNvSpPr txBox="1"/>
          <p:nvPr/>
        </p:nvSpPr>
        <p:spPr>
          <a:xfrm>
            <a:off x="10122408" y="1609344"/>
            <a:ext cx="1490472" cy="737006"/>
          </a:xfrm>
          <a:prstGeom prst="rect">
            <a:avLst/>
          </a:prstGeom>
          <a:noFill/>
          <a:ln/>
        </p:spPr>
        <p:txBody>
          <a:bodyPr wrap="square" lIns="0" tIns="0" rIns="0" bIns="0" rtlCol="0" anchor="ctr"/>
          <a:lstStyle/>
          <a:p>
            <a:pPr marL="0" indent="0" algn="ctr">
              <a:buNone/>
            </a:pPr>
            <a:r>
              <a:rPr lang="en-US" sz="2000" b="1" dirty="0">
                <a:solidFill>
                  <a:srgbClr val="0A0A0F"/>
                </a:solidFill>
                <a:latin typeface="Malgun Gothic" pitchFamily="34" charset="0"/>
                <a:ea typeface="Malgun Gothic" pitchFamily="34" charset="-122"/>
                <a:cs typeface="Malgun Gothic" pitchFamily="34" charset="-120"/>
              </a:rPr>
              <a:t>ㅇ</a:t>
            </a:r>
            <a:endParaRPr lang="en-US" sz="2000" dirty="0"/>
          </a:p>
        </p:txBody>
      </p:sp>
      <p:sp>
        <p:nvSpPr>
          <p:cNvPr id="31" name="Text 28"/>
          <p:cNvSpPr txBox="1"/>
          <p:nvPr/>
        </p:nvSpPr>
        <p:spPr>
          <a:xfrm>
            <a:off x="10122408" y="2334006"/>
            <a:ext cx="1490472" cy="311810"/>
          </a:xfrm>
          <a:prstGeom prst="rect">
            <a:avLst/>
          </a:prstGeom>
          <a:noFill/>
          <a:ln/>
        </p:spPr>
        <p:txBody>
          <a:bodyPr wrap="square" lIns="0" tIns="0" rIns="0" bIns="0" rtlCol="0" anchor="ctr"/>
          <a:lstStyle/>
          <a:p>
            <a:pPr marL="0" indent="0" algn="ctr">
              <a:buNone/>
            </a:pPr>
            <a:r>
              <a:rPr lang="en-US" sz="1400" b="1" dirty="0">
                <a:solidFill>
                  <a:srgbClr val="4236F6"/>
                </a:solidFill>
                <a:latin typeface="Arial" pitchFamily="34" charset="0"/>
                <a:ea typeface="Arial" pitchFamily="34" charset="-122"/>
                <a:cs typeface="Arial" pitchFamily="34" charset="-120"/>
              </a:rPr>
              <a:t>[ng]</a:t>
            </a:r>
            <a:endParaRPr lang="en-US" sz="1400" dirty="0"/>
          </a:p>
        </p:txBody>
      </p:sp>
      <p:sp>
        <p:nvSpPr>
          <p:cNvPr id="32" name="Text 29"/>
          <p:cNvSpPr txBox="1"/>
          <p:nvPr/>
        </p:nvSpPr>
        <p:spPr>
          <a:xfrm>
            <a:off x="10122408" y="2603297"/>
            <a:ext cx="1490472" cy="340157"/>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빵 · 공</a:t>
            </a:r>
            <a:endParaRPr lang="en-US" sz="1100" dirty="0"/>
          </a:p>
        </p:txBody>
      </p:sp>
      <p:sp>
        <p:nvSpPr>
          <p:cNvPr id="33" name="Text 30"/>
          <p:cNvSpPr txBox="1"/>
          <p:nvPr/>
        </p:nvSpPr>
        <p:spPr>
          <a:xfrm>
            <a:off x="548640" y="3154680"/>
            <a:ext cx="11064240" cy="548640"/>
          </a:xfrm>
          <a:prstGeom prst="rect">
            <a:avLst/>
          </a:prstGeom>
          <a:noFill/>
          <a:ln/>
        </p:spPr>
        <p:txBody>
          <a:bodyPr wrap="square" lIns="0" tIns="0" rIns="0" bIns="0" rtlCol="0" anchor="ctr"/>
          <a:lstStyle/>
          <a:p>
            <a:pPr marL="0" indent="0">
              <a:buNone/>
            </a:pPr>
            <a:r>
              <a:rPr lang="en-US" sz="1300" dirty="0">
                <a:solidFill>
                  <a:srgbClr val="0A0A0F"/>
                </a:solidFill>
                <a:latin typeface="Arial" pitchFamily="34" charset="0"/>
                <a:ea typeface="Arial" pitchFamily="34" charset="-122"/>
                <a:cs typeface="Arial" pitchFamily="34" charset="-120"/>
              </a:rPr>
              <a:t>Aunque se escriban muchas letras distintas, al final de la sílaba solo se OYEN estos 7 sonidos. Por eso 옷, 꽃 y 낮 terminan igual: [t].</a:t>
            </a:r>
            <a:endParaRPr lang="en-US" sz="1300" dirty="0"/>
          </a:p>
        </p:txBody>
      </p:sp>
      <p:sp>
        <p:nvSpPr>
          <p:cNvPr id="34" name="Shape 31"/>
          <p:cNvSpPr/>
          <p:nvPr/>
        </p:nvSpPr>
        <p:spPr>
          <a:xfrm>
            <a:off x="548640" y="3886200"/>
            <a:ext cx="11064240" cy="1143000"/>
          </a:xfrm>
          <a:prstGeom prst="roundRect">
            <a:avLst>
              <a:gd name="adj" fmla="val 6400"/>
            </a:avLst>
          </a:prstGeom>
          <a:solidFill>
            <a:srgbClr val="003478"/>
          </a:solidFill>
          <a:ln/>
        </p:spPr>
      </p:sp>
      <p:sp>
        <p:nvSpPr>
          <p:cNvPr id="35" name="Text 32"/>
          <p:cNvSpPr txBox="1"/>
          <p:nvPr/>
        </p:nvSpPr>
        <p:spPr>
          <a:xfrm>
            <a:off x="822960" y="4041648"/>
            <a:ext cx="10515600" cy="868680"/>
          </a:xfrm>
          <a:prstGeom prst="rect">
            <a:avLst/>
          </a:prstGeom>
          <a:noFill/>
          <a:ln/>
        </p:spPr>
        <p:txBody>
          <a:bodyPr wrap="square" lIns="0" tIns="0" rIns="0" bIns="0" rtlCol="0" anchor="ctr"/>
          <a:lstStyle/>
          <a:p>
            <a:pPr marL="0" indent="0">
              <a:buNone/>
            </a:pPr>
            <a:r>
              <a:rPr lang="en-US" sz="1300" b="1" dirty="0">
                <a:solidFill>
                  <a:srgbClr val="D4AF37"/>
                </a:solidFill>
                <a:latin typeface="Arial" pitchFamily="34" charset="0"/>
                <a:ea typeface="Arial" pitchFamily="34" charset="-122"/>
                <a:cs typeface="Arial" pitchFamily="34" charset="-120"/>
              </a:rPr>
              <a:t>Doble batchim ㄺ (nota de la clase 10)</a:t>
            </a:r>
            <a:endParaRPr lang="en-US" sz="1300" dirty="0"/>
          </a:p>
          <a:p>
            <a:pPr marL="0" indent="0">
              <a:buNone/>
            </a:pPr>
            <a:r>
              <a:rPr lang="en-US" sz="1300" dirty="0">
                <a:solidFill>
                  <a:srgbClr val="FFFFFF"/>
                </a:solidFill>
                <a:latin typeface="Arial" pitchFamily="34" charset="0"/>
                <a:ea typeface="Arial" pitchFamily="34" charset="-122"/>
                <a:cs typeface="Arial" pitchFamily="34" charset="-120"/>
              </a:rPr>
              <a:t>+ vocal → suenan los dos, el ㄱ salta a la sílaba siguiente:  </a:t>
            </a:r>
            <a:r>
              <a:rPr lang="en-US" sz="2000" b="1" dirty="0">
                <a:solidFill>
                  <a:srgbClr val="D4AF37"/>
                </a:solidFill>
                <a:latin typeface="Malgun Gothic" pitchFamily="34" charset="0"/>
                <a:ea typeface="Malgun Gothic" pitchFamily="34" charset="-122"/>
                <a:cs typeface="Malgun Gothic" pitchFamily="34" charset="-120"/>
              </a:rPr>
              <a:t>읽어요</a:t>
            </a:r>
            <a:r>
              <a:rPr lang="en-US" sz="1300" dirty="0">
                <a:solidFill>
                  <a:srgbClr val="C9CFFF"/>
                </a:solidFill>
                <a:latin typeface="Arial" pitchFamily="34" charset="0"/>
                <a:ea typeface="Arial" pitchFamily="34" charset="-122"/>
                <a:cs typeface="Arial" pitchFamily="34" charset="-120"/>
              </a:rPr>
              <a:t>  [il-go-io] leer</a:t>
            </a:r>
            <a:endParaRPr lang="en-US" sz="1300" dirty="0"/>
          </a:p>
          <a:p>
            <a:pPr marL="0" indent="0">
              <a:buNone/>
            </a:pPr>
            <a:r>
              <a:rPr lang="en-US" sz="1300" dirty="0">
                <a:solidFill>
                  <a:srgbClr val="FFFFFF"/>
                </a:solidFill>
                <a:latin typeface="Arial" pitchFamily="34" charset="0"/>
                <a:ea typeface="Arial" pitchFamily="34" charset="-122"/>
                <a:cs typeface="Arial" pitchFamily="34" charset="-120"/>
              </a:rPr>
              <a:t>al final o antes de consonante → suena solo el ㄱ:  </a:t>
            </a:r>
            <a:r>
              <a:rPr lang="en-US" sz="2000" b="1" dirty="0">
                <a:solidFill>
                  <a:srgbClr val="D4AF37"/>
                </a:solidFill>
                <a:latin typeface="Malgun Gothic" pitchFamily="34" charset="0"/>
                <a:ea typeface="Malgun Gothic" pitchFamily="34" charset="-122"/>
                <a:cs typeface="Malgun Gothic" pitchFamily="34" charset="-120"/>
              </a:rPr>
              <a:t>읽다</a:t>
            </a:r>
            <a:r>
              <a:rPr lang="en-US" sz="1300" dirty="0">
                <a:solidFill>
                  <a:srgbClr val="C9CFFF"/>
                </a:solidFill>
                <a:latin typeface="Arial" pitchFamily="34" charset="0"/>
                <a:ea typeface="Arial" pitchFamily="34" charset="-122"/>
                <a:cs typeface="Arial" pitchFamily="34" charset="-120"/>
              </a:rPr>
              <a:t>  [ik-ta]  ·  </a:t>
            </a:r>
            <a:r>
              <a:rPr lang="en-US" sz="2000" b="1" dirty="0">
                <a:solidFill>
                  <a:srgbClr val="D4AF37"/>
                </a:solidFill>
                <a:latin typeface="Malgun Gothic" pitchFamily="34" charset="0"/>
                <a:ea typeface="Malgun Gothic" pitchFamily="34" charset="-122"/>
                <a:cs typeface="Malgun Gothic" pitchFamily="34" charset="-120"/>
              </a:rPr>
              <a:t>닭</a:t>
            </a:r>
            <a:r>
              <a:rPr lang="en-US" sz="1300" dirty="0">
                <a:solidFill>
                  <a:srgbClr val="C9CFFF"/>
                </a:solidFill>
                <a:latin typeface="Arial" pitchFamily="34" charset="0"/>
                <a:ea typeface="Arial" pitchFamily="34" charset="-122"/>
                <a:cs typeface="Arial" pitchFamily="34" charset="-120"/>
              </a:rPr>
              <a:t>  [dak] pollo</a:t>
            </a:r>
            <a:endParaRPr lang="en-US" sz="1300" dirty="0"/>
          </a:p>
        </p:txBody>
      </p:sp>
      <p:sp>
        <p:nvSpPr>
          <p:cNvPr id="36" name="Shape 33"/>
          <p:cNvSpPr/>
          <p:nvPr/>
        </p:nvSpPr>
        <p:spPr>
          <a:xfrm>
            <a:off x="548640" y="5166360"/>
            <a:ext cx="11064240" cy="868680"/>
          </a:xfrm>
          <a:prstGeom prst="roundRect">
            <a:avLst>
              <a:gd name="adj" fmla="val 8421"/>
            </a:avLst>
          </a:prstGeom>
          <a:solidFill>
            <a:srgbClr val="EEF1FF"/>
          </a:solidFill>
          <a:ln w="12700">
            <a:solidFill>
              <a:srgbClr val="D8DCF5"/>
            </a:solidFill>
            <a:prstDash val="solid"/>
          </a:ln>
        </p:spPr>
      </p:sp>
      <p:sp>
        <p:nvSpPr>
          <p:cNvPr id="37" name="Text 34"/>
          <p:cNvSpPr txBox="1"/>
          <p:nvPr/>
        </p:nvSpPr>
        <p:spPr>
          <a:xfrm>
            <a:off x="822960" y="5321808"/>
            <a:ext cx="10515600" cy="594360"/>
          </a:xfrm>
          <a:prstGeom prst="rect">
            <a:avLst/>
          </a:prstGeom>
          <a:noFill/>
          <a:ln/>
        </p:spPr>
        <p:txBody>
          <a:bodyPr wrap="square" lIns="0" tIns="0" rIns="0" bIns="0" rtlCol="0" anchor="ctr"/>
          <a:lstStyle/>
          <a:p>
            <a:pPr marL="0" indent="0">
              <a:buNone/>
            </a:pPr>
            <a:r>
              <a:rPr lang="en-US" sz="1300" b="1" dirty="0">
                <a:solidFill>
                  <a:srgbClr val="0A0A0F"/>
                </a:solidFill>
                <a:latin typeface="Arial" pitchFamily="34" charset="0"/>
                <a:ea typeface="Arial" pitchFamily="34" charset="-122"/>
                <a:cs typeface="Arial" pitchFamily="34" charset="-120"/>
              </a:rPr>
              <a:t>El batchim es LA pista del examen:  </a:t>
            </a:r>
            <a:r>
              <a:rPr lang="en-US" sz="1500" b="1" dirty="0">
                <a:solidFill>
                  <a:srgbClr val="4236F6"/>
                </a:solidFill>
                <a:latin typeface="Malgun Gothic" pitchFamily="34" charset="0"/>
                <a:ea typeface="Malgun Gothic" pitchFamily="34" charset="-122"/>
                <a:cs typeface="Malgun Gothic" pitchFamily="34" charset="-120"/>
              </a:rPr>
              <a:t>이에요 / 예요</a:t>
            </a:r>
            <a:r>
              <a:rPr lang="en-US" sz="1300" dirty="0">
                <a:solidFill>
                  <a:srgbClr val="5C5F6B"/>
                </a:solidFill>
                <a:latin typeface="Arial" pitchFamily="34" charset="0"/>
                <a:ea typeface="Arial" pitchFamily="34" charset="-122"/>
                <a:cs typeface="Arial" pitchFamily="34" charset="-120"/>
              </a:rPr>
              <a:t>   ·   </a:t>
            </a:r>
            <a:r>
              <a:rPr lang="en-US" sz="1500" b="1" dirty="0">
                <a:solidFill>
                  <a:srgbClr val="4236F6"/>
                </a:solidFill>
                <a:latin typeface="Malgun Gothic" pitchFamily="34" charset="0"/>
                <a:ea typeface="Malgun Gothic" pitchFamily="34" charset="-122"/>
                <a:cs typeface="Malgun Gothic" pitchFamily="34" charset="-120"/>
              </a:rPr>
              <a:t>은 / 는</a:t>
            </a:r>
            <a:r>
              <a:rPr lang="en-US" sz="1300" dirty="0">
                <a:solidFill>
                  <a:srgbClr val="5C5F6B"/>
                </a:solidFill>
                <a:latin typeface="Arial" pitchFamily="34" charset="0"/>
                <a:ea typeface="Arial" pitchFamily="34" charset="-122"/>
                <a:cs typeface="Arial" pitchFamily="34" charset="-120"/>
              </a:rPr>
              <a:t>   ·   </a:t>
            </a:r>
            <a:r>
              <a:rPr lang="en-US" sz="1500" b="1" dirty="0">
                <a:solidFill>
                  <a:srgbClr val="4236F6"/>
                </a:solidFill>
                <a:latin typeface="Malgun Gothic" pitchFamily="34" charset="0"/>
                <a:ea typeface="Malgun Gothic" pitchFamily="34" charset="-122"/>
                <a:cs typeface="Malgun Gothic" pitchFamily="34" charset="-120"/>
              </a:rPr>
              <a:t>을 / 를</a:t>
            </a:r>
            <a:r>
              <a:rPr lang="en-US" sz="1300" dirty="0">
                <a:solidFill>
                  <a:srgbClr val="5C5F6B"/>
                </a:solidFill>
                <a:latin typeface="Arial" pitchFamily="34" charset="0"/>
                <a:ea typeface="Arial" pitchFamily="34" charset="-122"/>
                <a:cs typeface="Arial" pitchFamily="34" charset="-120"/>
              </a:rPr>
              <a:t>   — las tres se eligen mirando si la palabra termina en batchim o en vocal.</a:t>
            </a:r>
            <a:endParaRPr lang="en-US" sz="1300" dirty="0"/>
          </a:p>
        </p:txBody>
      </p:sp>
      <p:sp>
        <p:nvSpPr>
          <p:cNvPr id="38" name="TextBox 37">
            <a:extLst>
              <a:ext uri="{FF2B5EF4-FFF2-40B4-BE49-F238E27FC236}">
                <a16:creationId xmlns:a16="http://schemas.microsoft.com/office/drawing/2014/main" id="{19C9CD72-5C69-EB85-5D86-8AC7992250B0}"/>
              </a:ext>
            </a:extLst>
          </p:cNvPr>
          <p:cNvSpPr txBox="1"/>
          <p:nvPr/>
        </p:nvSpPr>
        <p:spPr>
          <a:xfrm>
            <a:off x="4706158" y="5618988"/>
            <a:ext cx="1742785" cy="1477328"/>
          </a:xfrm>
          <a:prstGeom prst="rect">
            <a:avLst/>
          </a:prstGeom>
          <a:noFill/>
        </p:spPr>
        <p:txBody>
          <a:bodyPr wrap="none" rtlCol="0">
            <a:spAutoFit/>
          </a:bodyPr>
          <a:lstStyle/>
          <a:p>
            <a:r>
              <a:rPr lang="ko-KR" altLang="es-CL" dirty="0"/>
              <a:t>받침           </a:t>
            </a:r>
            <a:r>
              <a:rPr lang="es-CL" altLang="ko-KR" dirty="0"/>
              <a:t>Vocal</a:t>
            </a:r>
          </a:p>
          <a:p>
            <a:r>
              <a:rPr lang="ko-KR" altLang="es-CL" dirty="0"/>
              <a:t>이에요      예요</a:t>
            </a:r>
            <a:endParaRPr lang="es-CL" altLang="ko-KR" dirty="0"/>
          </a:p>
          <a:p>
            <a:r>
              <a:rPr lang="ko-KR" altLang="es-CL" dirty="0"/>
              <a:t>은               는</a:t>
            </a:r>
            <a:endParaRPr lang="es-CL" altLang="ko-KR" dirty="0"/>
          </a:p>
          <a:p>
            <a:r>
              <a:rPr lang="ko-KR" altLang="es-CL" dirty="0"/>
              <a:t>을               를</a:t>
            </a:r>
            <a:endParaRPr lang="es-CL" altLang="ko-KR" dirty="0"/>
          </a:p>
          <a:p>
            <a:endParaRPr lang="es-CL" dirty="0"/>
          </a:p>
        </p:txBody>
      </p:sp>
      <p:sp>
        <p:nvSpPr>
          <p:cNvPr id="39" name="TextBox 38">
            <a:extLst>
              <a:ext uri="{FF2B5EF4-FFF2-40B4-BE49-F238E27FC236}">
                <a16:creationId xmlns:a16="http://schemas.microsoft.com/office/drawing/2014/main" id="{EE70609C-3E11-99A2-228A-73EA5C7A7D2E}"/>
              </a:ext>
            </a:extLst>
          </p:cNvPr>
          <p:cNvSpPr txBox="1"/>
          <p:nvPr/>
        </p:nvSpPr>
        <p:spPr>
          <a:xfrm>
            <a:off x="7601527" y="6035040"/>
            <a:ext cx="787395" cy="923330"/>
          </a:xfrm>
          <a:prstGeom prst="rect">
            <a:avLst/>
          </a:prstGeom>
          <a:noFill/>
        </p:spPr>
        <p:txBody>
          <a:bodyPr wrap="none" rtlCol="0">
            <a:spAutoFit/>
          </a:bodyPr>
          <a:lstStyle/>
          <a:p>
            <a:r>
              <a:rPr lang="ko-KR" altLang="es-CL" dirty="0"/>
              <a:t>책은</a:t>
            </a:r>
            <a:endParaRPr lang="es-CL" altLang="ko-KR" dirty="0"/>
          </a:p>
          <a:p>
            <a:r>
              <a:rPr lang="es-CL" altLang="ko-KR" dirty="0"/>
              <a:t>[</a:t>
            </a:r>
            <a:r>
              <a:rPr lang="ko-KR" altLang="es-CL" dirty="0"/>
              <a:t>채근</a:t>
            </a:r>
            <a:r>
              <a:rPr lang="es-CL" altLang="ko-KR" dirty="0"/>
              <a:t>]</a:t>
            </a:r>
          </a:p>
          <a:p>
            <a:endParaRPr lang="es-CL"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310896"/>
          </a:xfrm>
          <a:prstGeom prst="rect">
            <a:avLst/>
          </a:prstGeom>
          <a:noFill/>
          <a:ln/>
        </p:spPr>
        <p:txBody>
          <a:bodyPr wrap="square" lIns="0" tIns="0" rIns="0" bIns="0" rtlCol="0" anchor="ctr"/>
          <a:lstStyle/>
          <a:p>
            <a:pPr marL="0" indent="0">
              <a:buNone/>
            </a:pPr>
            <a:r>
              <a:rPr lang="en-US" sz="1200" b="1" kern="0" spc="300" dirty="0">
                <a:solidFill>
                  <a:srgbClr val="4236F6"/>
                </a:solidFill>
                <a:latin typeface="Arial" pitchFamily="34" charset="0"/>
                <a:ea typeface="Arial" pitchFamily="34" charset="-122"/>
                <a:cs typeface="Arial" pitchFamily="34" charset="-120"/>
              </a:rPr>
              <a:t>1과 · 안녕하세요</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marL="0" indent="0">
              <a:buNone/>
            </a:pPr>
            <a:r>
              <a:rPr lang="en-US" sz="3200" b="1" dirty="0">
                <a:solidFill>
                  <a:srgbClr val="0A0A0F"/>
                </a:solidFill>
                <a:latin typeface="Arial" pitchFamily="34" charset="0"/>
                <a:ea typeface="Arial" pitchFamily="34" charset="-122"/>
                <a:cs typeface="Arial" pitchFamily="34" charset="-120"/>
              </a:rPr>
              <a:t>Saludar y presentarte — tu primera conversación</a:t>
            </a:r>
            <a:endParaRPr lang="en-US" sz="3200" dirty="0"/>
          </a:p>
        </p:txBody>
      </p:sp>
      <p:pic>
        <p:nvPicPr>
          <p:cNvPr id="4" name="Image 0" descr="C:\Users\Chingu\AppData\Local\Temp\claude\C--Users-Chingu-Desktop-ACADEMIASEULWEB\d4111e1b-5523-44ea-97b2-b1a1d9545b9e\scratchpad\igpost\sello-azul.png"/>
          <p:cNvPicPr>
            <a:picLocks noChangeAspect="1"/>
          </p:cNvPicPr>
          <p:nvPr/>
        </p:nvPicPr>
        <p:blipFill>
          <a:blip r:embed="rId3"/>
          <a:stretch>
            <a:fillRect/>
          </a:stretch>
        </p:blipFill>
        <p:spPr>
          <a:xfrm>
            <a:off x="11475720" y="6236208"/>
            <a:ext cx="457200" cy="438912"/>
          </a:xfrm>
          <a:prstGeom prst="rect">
            <a:avLst/>
          </a:prstGeom>
        </p:spPr>
      </p:pic>
      <p:sp>
        <p:nvSpPr>
          <p:cNvPr id="5" name="Text 2"/>
          <p:cNvSpPr txBox="1"/>
          <p:nvPr/>
        </p:nvSpPr>
        <p:spPr>
          <a:xfrm>
            <a:off x="822960" y="1600200"/>
            <a:ext cx="10607040" cy="566928"/>
          </a:xfrm>
          <a:prstGeom prst="rect">
            <a:avLst/>
          </a:prstGeom>
          <a:noFill/>
          <a:ln/>
        </p:spPr>
        <p:txBody>
          <a:bodyPr wrap="square" lIns="0" tIns="0" rIns="0" bIns="0" rtlCol="0" anchor="ctr"/>
          <a:lstStyle/>
          <a:p>
            <a:pPr marL="0" indent="0">
              <a:buNone/>
            </a:pPr>
            <a:r>
              <a:rPr lang="en-US" sz="3200" b="1" dirty="0">
                <a:solidFill>
                  <a:srgbClr val="0A0A0F"/>
                </a:solidFill>
                <a:latin typeface="Malgun Gothic" pitchFamily="34" charset="0"/>
                <a:ea typeface="Malgun Gothic" pitchFamily="34" charset="-122"/>
                <a:cs typeface="Malgun Gothic" pitchFamily="34" charset="-120"/>
              </a:rPr>
              <a:t>안녕하세요?</a:t>
            </a:r>
            <a:r>
              <a:rPr lang="en-US" sz="1400" b="1" dirty="0">
                <a:solidFill>
                  <a:srgbClr val="4236F6"/>
                </a:solidFill>
                <a:latin typeface="Arial" pitchFamily="34" charset="0"/>
                <a:ea typeface="Arial" pitchFamily="34" charset="-122"/>
                <a:cs typeface="Arial" pitchFamily="34" charset="-120"/>
              </a:rPr>
              <a:t>   [an-niong-ja-se-io]</a:t>
            </a:r>
            <a:r>
              <a:rPr lang="en-US" sz="1400" i="1" dirty="0">
                <a:solidFill>
                  <a:srgbClr val="5C5F6B"/>
                </a:solidFill>
                <a:latin typeface="Arial" pitchFamily="34" charset="0"/>
                <a:ea typeface="Arial" pitchFamily="34" charset="-122"/>
                <a:cs typeface="Arial" pitchFamily="34" charset="-120"/>
              </a:rPr>
              <a:t>   hola (formal)</a:t>
            </a:r>
            <a:endParaRPr lang="en-US" sz="3200" dirty="0"/>
          </a:p>
        </p:txBody>
      </p:sp>
      <p:sp>
        <p:nvSpPr>
          <p:cNvPr id="6" name="Text 3"/>
          <p:cNvSpPr txBox="1"/>
          <p:nvPr/>
        </p:nvSpPr>
        <p:spPr>
          <a:xfrm>
            <a:off x="822960" y="2331720"/>
            <a:ext cx="10607040" cy="566928"/>
          </a:xfrm>
          <a:prstGeom prst="rect">
            <a:avLst/>
          </a:prstGeom>
          <a:noFill/>
          <a:ln/>
        </p:spPr>
        <p:txBody>
          <a:bodyPr wrap="square" lIns="0" tIns="0" rIns="0" bIns="0" rtlCol="0" anchor="ctr"/>
          <a:lstStyle/>
          <a:p>
            <a:pPr marL="0" indent="0">
              <a:buNone/>
            </a:pPr>
            <a:r>
              <a:rPr lang="en-US" sz="3200" b="1" dirty="0">
                <a:solidFill>
                  <a:srgbClr val="0A0A0F"/>
                </a:solidFill>
                <a:latin typeface="Malgun Gothic" pitchFamily="34" charset="0"/>
                <a:ea typeface="Malgun Gothic" pitchFamily="34" charset="-122"/>
                <a:cs typeface="Malgun Gothic" pitchFamily="34" charset="-120"/>
              </a:rPr>
              <a:t>저는 마리아예요.</a:t>
            </a:r>
            <a:r>
              <a:rPr lang="en-US" sz="1400" b="1" dirty="0">
                <a:solidFill>
                  <a:srgbClr val="4236F6"/>
                </a:solidFill>
                <a:latin typeface="Arial" pitchFamily="34" charset="0"/>
                <a:ea typeface="Arial" pitchFamily="34" charset="-122"/>
                <a:cs typeface="Arial" pitchFamily="34" charset="-120"/>
              </a:rPr>
              <a:t>   [cho-nun ma-ri-a-e-io]</a:t>
            </a:r>
            <a:r>
              <a:rPr lang="en-US" sz="1400" i="1" dirty="0">
                <a:solidFill>
                  <a:srgbClr val="5C5F6B"/>
                </a:solidFill>
                <a:latin typeface="Arial" pitchFamily="34" charset="0"/>
                <a:ea typeface="Arial" pitchFamily="34" charset="-122"/>
                <a:cs typeface="Arial" pitchFamily="34" charset="-120"/>
              </a:rPr>
              <a:t>   yo soy María</a:t>
            </a:r>
            <a:endParaRPr lang="en-US" sz="3200" dirty="0"/>
          </a:p>
        </p:txBody>
      </p:sp>
      <p:sp>
        <p:nvSpPr>
          <p:cNvPr id="7" name="Text 4"/>
          <p:cNvSpPr txBox="1"/>
          <p:nvPr/>
        </p:nvSpPr>
        <p:spPr>
          <a:xfrm>
            <a:off x="822960" y="3063240"/>
            <a:ext cx="10607040" cy="566928"/>
          </a:xfrm>
          <a:prstGeom prst="rect">
            <a:avLst/>
          </a:prstGeom>
          <a:noFill/>
          <a:ln/>
        </p:spPr>
        <p:txBody>
          <a:bodyPr wrap="square" lIns="0" tIns="0" rIns="0" bIns="0" rtlCol="0" anchor="ctr"/>
          <a:lstStyle/>
          <a:p>
            <a:pPr marL="0" indent="0">
              <a:buNone/>
            </a:pPr>
            <a:r>
              <a:rPr lang="en-US" sz="3200" b="1" dirty="0">
                <a:solidFill>
                  <a:srgbClr val="0A0A0F"/>
                </a:solidFill>
                <a:latin typeface="Malgun Gothic" pitchFamily="34" charset="0"/>
                <a:ea typeface="Malgun Gothic" pitchFamily="34" charset="-122"/>
                <a:cs typeface="Malgun Gothic" pitchFamily="34" charset="-120"/>
              </a:rPr>
              <a:t>이름이 뭐예요?</a:t>
            </a:r>
            <a:r>
              <a:rPr lang="en-US" sz="1400" b="1" dirty="0">
                <a:solidFill>
                  <a:srgbClr val="4236F6"/>
                </a:solidFill>
                <a:latin typeface="Arial" pitchFamily="34" charset="0"/>
                <a:ea typeface="Arial" pitchFamily="34" charset="-122"/>
                <a:cs typeface="Arial" pitchFamily="34" charset="-120"/>
              </a:rPr>
              <a:t>   [i-ru-mi mo-e-io]</a:t>
            </a:r>
            <a:r>
              <a:rPr lang="en-US" sz="1400" i="1" dirty="0">
                <a:solidFill>
                  <a:srgbClr val="5C5F6B"/>
                </a:solidFill>
                <a:latin typeface="Arial" pitchFamily="34" charset="0"/>
                <a:ea typeface="Arial" pitchFamily="34" charset="-122"/>
                <a:cs typeface="Arial" pitchFamily="34" charset="-120"/>
              </a:rPr>
              <a:t>   ¿cómo te llamas?</a:t>
            </a:r>
            <a:endParaRPr lang="en-US" sz="3200" dirty="0"/>
          </a:p>
        </p:txBody>
      </p:sp>
      <p:sp>
        <p:nvSpPr>
          <p:cNvPr id="8" name="Text 5"/>
          <p:cNvSpPr txBox="1"/>
          <p:nvPr/>
        </p:nvSpPr>
        <p:spPr>
          <a:xfrm>
            <a:off x="822960" y="3794760"/>
            <a:ext cx="10607040" cy="566928"/>
          </a:xfrm>
          <a:prstGeom prst="rect">
            <a:avLst/>
          </a:prstGeom>
          <a:noFill/>
          <a:ln/>
        </p:spPr>
        <p:txBody>
          <a:bodyPr wrap="square" lIns="0" tIns="0" rIns="0" bIns="0" rtlCol="0" anchor="ctr"/>
          <a:lstStyle/>
          <a:p>
            <a:pPr marL="0" indent="0">
              <a:buNone/>
            </a:pPr>
            <a:r>
              <a:rPr lang="en-US" sz="3200" b="1" dirty="0">
                <a:solidFill>
                  <a:srgbClr val="0A0A0F"/>
                </a:solidFill>
                <a:latin typeface="Malgun Gothic" pitchFamily="34" charset="0"/>
                <a:ea typeface="Malgun Gothic" pitchFamily="34" charset="-122"/>
                <a:cs typeface="Malgun Gothic" pitchFamily="34" charset="-120"/>
              </a:rPr>
              <a:t>만나서 반갑습니다.</a:t>
            </a:r>
            <a:r>
              <a:rPr lang="en-US" sz="1400" b="1" dirty="0">
                <a:solidFill>
                  <a:srgbClr val="4236F6"/>
                </a:solidFill>
                <a:latin typeface="Arial" pitchFamily="34" charset="0"/>
                <a:ea typeface="Arial" pitchFamily="34" charset="-122"/>
                <a:cs typeface="Arial" pitchFamily="34" charset="-120"/>
              </a:rPr>
              <a:t>   [man-na-so ban-gap-sum-ni-da]</a:t>
            </a:r>
            <a:r>
              <a:rPr lang="en-US" sz="1400" i="1" dirty="0">
                <a:solidFill>
                  <a:srgbClr val="5C5F6B"/>
                </a:solidFill>
                <a:latin typeface="Arial" pitchFamily="34" charset="0"/>
                <a:ea typeface="Arial" pitchFamily="34" charset="-122"/>
                <a:cs typeface="Arial" pitchFamily="34" charset="-120"/>
              </a:rPr>
              <a:t>   mucho gusto</a:t>
            </a:r>
            <a:endParaRPr lang="en-US" sz="3200" dirty="0"/>
          </a:p>
        </p:txBody>
      </p:sp>
      <p:sp>
        <p:nvSpPr>
          <p:cNvPr id="9" name="Shape 6"/>
          <p:cNvSpPr/>
          <p:nvPr/>
        </p:nvSpPr>
        <p:spPr>
          <a:xfrm>
            <a:off x="822960" y="4892040"/>
            <a:ext cx="10515600" cy="1051560"/>
          </a:xfrm>
          <a:prstGeom prst="roundRect">
            <a:avLst>
              <a:gd name="adj" fmla="val 6957"/>
            </a:avLst>
          </a:prstGeom>
          <a:solidFill>
            <a:srgbClr val="EEF1FF"/>
          </a:solidFill>
          <a:ln w="12700">
            <a:solidFill>
              <a:srgbClr val="D8DCF5"/>
            </a:solidFill>
            <a:prstDash val="solid"/>
          </a:ln>
        </p:spPr>
      </p:sp>
      <p:sp>
        <p:nvSpPr>
          <p:cNvPr id="10" name="Text 7"/>
          <p:cNvSpPr txBox="1"/>
          <p:nvPr/>
        </p:nvSpPr>
        <p:spPr>
          <a:xfrm>
            <a:off x="1097280" y="5138928"/>
            <a:ext cx="10058400" cy="548640"/>
          </a:xfrm>
          <a:prstGeom prst="rect">
            <a:avLst/>
          </a:prstGeom>
          <a:noFill/>
          <a:ln/>
        </p:spPr>
        <p:txBody>
          <a:bodyPr wrap="square" lIns="0" tIns="0" rIns="0" bIns="0" rtlCol="0" anchor="ctr"/>
          <a:lstStyle/>
          <a:p>
            <a:pPr marL="0" indent="0">
              <a:buNone/>
            </a:pPr>
            <a:r>
              <a:rPr lang="en-US" sz="1800" b="1" dirty="0">
                <a:solidFill>
                  <a:srgbClr val="4236F6"/>
                </a:solidFill>
                <a:latin typeface="Malgun Gothic" pitchFamily="34" charset="0"/>
                <a:ea typeface="Malgun Gothic" pitchFamily="34" charset="-122"/>
                <a:cs typeface="Malgun Gothic" pitchFamily="34" charset="-120"/>
              </a:rPr>
              <a:t>저</a:t>
            </a:r>
            <a:r>
              <a:rPr lang="en-US" sz="1400" dirty="0">
                <a:solidFill>
                  <a:srgbClr val="0A0A0F"/>
                </a:solidFill>
                <a:latin typeface="Arial" pitchFamily="34" charset="0"/>
                <a:ea typeface="Arial" pitchFamily="34" charset="-122"/>
                <a:cs typeface="Arial" pitchFamily="34" charset="-120"/>
              </a:rPr>
              <a:t> = yo (formal)   ·   </a:t>
            </a:r>
            <a:r>
              <a:rPr lang="en-US" sz="1800" b="1" dirty="0">
                <a:solidFill>
                  <a:srgbClr val="4236F6"/>
                </a:solidFill>
                <a:latin typeface="Malgun Gothic" pitchFamily="34" charset="0"/>
                <a:ea typeface="Malgun Gothic" pitchFamily="34" charset="-122"/>
                <a:cs typeface="Malgun Gothic" pitchFamily="34" charset="-120"/>
              </a:rPr>
              <a:t>나</a:t>
            </a:r>
            <a:r>
              <a:rPr lang="en-US" sz="1400" dirty="0">
                <a:solidFill>
                  <a:srgbClr val="0A0A0F"/>
                </a:solidFill>
                <a:latin typeface="Arial" pitchFamily="34" charset="0"/>
                <a:ea typeface="Arial" pitchFamily="34" charset="-122"/>
                <a:cs typeface="Arial" pitchFamily="34" charset="-120"/>
              </a:rPr>
              <a:t> = yo (informal)   ·   </a:t>
            </a:r>
            <a:r>
              <a:rPr lang="en-US" sz="1800" b="1" dirty="0">
                <a:solidFill>
                  <a:srgbClr val="4236F6"/>
                </a:solidFill>
                <a:latin typeface="Malgun Gothic" pitchFamily="34" charset="0"/>
                <a:ea typeface="Malgun Gothic" pitchFamily="34" charset="-122"/>
                <a:cs typeface="Malgun Gothic" pitchFamily="34" charset="-120"/>
              </a:rPr>
              <a:t>~예요 / 이에요</a:t>
            </a:r>
            <a:r>
              <a:rPr lang="en-US" sz="1400" dirty="0">
                <a:solidFill>
                  <a:srgbClr val="0A0A0F"/>
                </a:solidFill>
                <a:latin typeface="Arial" pitchFamily="34" charset="0"/>
                <a:ea typeface="Arial" pitchFamily="34" charset="-122"/>
                <a:cs typeface="Arial" pitchFamily="34" charset="-120"/>
              </a:rPr>
              <a:t> = soy / es</a:t>
            </a:r>
            <a:endParaRPr lang="en-US" sz="1800" dirty="0"/>
          </a:p>
        </p:txBody>
      </p:sp>
      <p:sp>
        <p:nvSpPr>
          <p:cNvPr id="11" name="TextBox 10">
            <a:extLst>
              <a:ext uri="{FF2B5EF4-FFF2-40B4-BE49-F238E27FC236}">
                <a16:creationId xmlns:a16="http://schemas.microsoft.com/office/drawing/2014/main" id="{95866D4A-0EB7-E243-8A70-9C0733FB81AD}"/>
              </a:ext>
            </a:extLst>
          </p:cNvPr>
          <p:cNvSpPr txBox="1"/>
          <p:nvPr/>
        </p:nvSpPr>
        <p:spPr>
          <a:xfrm>
            <a:off x="9393381" y="1337024"/>
            <a:ext cx="1656415" cy="1477328"/>
          </a:xfrm>
          <a:prstGeom prst="rect">
            <a:avLst/>
          </a:prstGeom>
          <a:noFill/>
        </p:spPr>
        <p:txBody>
          <a:bodyPr wrap="none" rtlCol="0">
            <a:spAutoFit/>
          </a:bodyPr>
          <a:lstStyle/>
          <a:p>
            <a:r>
              <a:rPr lang="ko-KR" altLang="es-CL" dirty="0"/>
              <a:t>반말 </a:t>
            </a:r>
            <a:r>
              <a:rPr lang="es-CL" altLang="ko-KR" dirty="0"/>
              <a:t>= informal</a:t>
            </a:r>
          </a:p>
          <a:p>
            <a:r>
              <a:rPr lang="ko-KR" altLang="es-CL" dirty="0"/>
              <a:t>안녕</a:t>
            </a:r>
            <a:endParaRPr lang="es-CL" altLang="ko-KR" dirty="0"/>
          </a:p>
          <a:p>
            <a:r>
              <a:rPr lang="ko-KR" altLang="es-CL" dirty="0"/>
              <a:t>나는 마리아야</a:t>
            </a:r>
            <a:endParaRPr lang="es-CL" altLang="ko-KR" dirty="0"/>
          </a:p>
          <a:p>
            <a:r>
              <a:rPr lang="ko-KR" altLang="es-CL" dirty="0"/>
              <a:t>이름이 뭐야</a:t>
            </a:r>
            <a:endParaRPr lang="es-CL" altLang="ko-KR" dirty="0"/>
          </a:p>
          <a:p>
            <a:r>
              <a:rPr lang="ko-KR" altLang="es-CL" dirty="0"/>
              <a:t>반가워</a:t>
            </a:r>
            <a:endParaRPr lang="es-CL"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310896"/>
          </a:xfrm>
          <a:prstGeom prst="rect">
            <a:avLst/>
          </a:prstGeom>
          <a:noFill/>
          <a:ln/>
        </p:spPr>
        <p:txBody>
          <a:bodyPr wrap="square" lIns="0" tIns="0" rIns="0" bIns="0" rtlCol="0" anchor="ctr"/>
          <a:lstStyle/>
          <a:p>
            <a:pPr marL="0" indent="0">
              <a:buNone/>
            </a:pPr>
            <a:r>
              <a:rPr lang="en-US" sz="1200" b="1" kern="0" spc="300" dirty="0">
                <a:solidFill>
                  <a:srgbClr val="4236F6"/>
                </a:solidFill>
                <a:latin typeface="Arial" pitchFamily="34" charset="0"/>
                <a:ea typeface="Arial" pitchFamily="34" charset="-122"/>
                <a:cs typeface="Arial" pitchFamily="34" charset="-120"/>
              </a:rPr>
              <a:t>1과 · LOS 4 NIVELES</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marL="0" indent="0">
              <a:buNone/>
            </a:pPr>
            <a:r>
              <a:rPr lang="en-US" sz="3200" b="1" dirty="0">
                <a:solidFill>
                  <a:srgbClr val="0A0A0F"/>
                </a:solidFill>
                <a:latin typeface="Arial" pitchFamily="34" charset="0"/>
                <a:ea typeface="Arial" pitchFamily="34" charset="-122"/>
                <a:cs typeface="Arial" pitchFamily="34" charset="-120"/>
              </a:rPr>
              <a:t>Un mismo verbo, cuatro tonos — nuestro nivel es -요</a:t>
            </a:r>
            <a:endParaRPr lang="en-US" sz="3200" dirty="0"/>
          </a:p>
        </p:txBody>
      </p:sp>
      <p:pic>
        <p:nvPicPr>
          <p:cNvPr id="4" name="Image 0" descr="C:\Users\Chingu\AppData\Local\Temp\claude\C--Users-Chingu-Desktop-ACADEMIASEULWEB\d4111e1b-5523-44ea-97b2-b1a1d9545b9e\scratchpad\igpost\sello-azul.png"/>
          <p:cNvPicPr>
            <a:picLocks noChangeAspect="1"/>
          </p:cNvPicPr>
          <p:nvPr/>
        </p:nvPicPr>
        <p:blipFill>
          <a:blip r:embed="rId3"/>
          <a:stretch>
            <a:fillRect/>
          </a:stretch>
        </p:blipFill>
        <p:spPr>
          <a:xfrm>
            <a:off x="11475720" y="6236208"/>
            <a:ext cx="457200" cy="438912"/>
          </a:xfrm>
          <a:prstGeom prst="rect">
            <a:avLst/>
          </a:prstGeom>
        </p:spPr>
      </p:pic>
      <p:sp>
        <p:nvSpPr>
          <p:cNvPr id="5" name="Shape 2"/>
          <p:cNvSpPr/>
          <p:nvPr/>
        </p:nvSpPr>
        <p:spPr>
          <a:xfrm>
            <a:off x="548640" y="1508760"/>
            <a:ext cx="2651760" cy="1325880"/>
          </a:xfrm>
          <a:prstGeom prst="roundRect">
            <a:avLst>
              <a:gd name="adj" fmla="val 5517"/>
            </a:avLst>
          </a:prstGeom>
          <a:solidFill>
            <a:srgbClr val="EEF1FF"/>
          </a:solidFill>
          <a:ln w="12700">
            <a:solidFill>
              <a:srgbClr val="D8DCF5"/>
            </a:solidFill>
            <a:prstDash val="solid"/>
          </a:ln>
        </p:spPr>
      </p:sp>
      <p:sp>
        <p:nvSpPr>
          <p:cNvPr id="6" name="Text 3"/>
          <p:cNvSpPr txBox="1"/>
          <p:nvPr/>
        </p:nvSpPr>
        <p:spPr>
          <a:xfrm>
            <a:off x="548640" y="1563624"/>
            <a:ext cx="2651760" cy="689458"/>
          </a:xfrm>
          <a:prstGeom prst="rect">
            <a:avLst/>
          </a:prstGeom>
          <a:noFill/>
          <a:ln/>
        </p:spPr>
        <p:txBody>
          <a:bodyPr wrap="square" lIns="0" tIns="0" rIns="0" bIns="0" rtlCol="0" anchor="ctr"/>
          <a:lstStyle/>
          <a:p>
            <a:pPr marL="0" indent="0" algn="ctr">
              <a:buNone/>
            </a:pPr>
            <a:r>
              <a:rPr lang="en-US" sz="3000" b="1" dirty="0">
                <a:solidFill>
                  <a:srgbClr val="0A0A0F"/>
                </a:solidFill>
                <a:latin typeface="Malgun Gothic" pitchFamily="34" charset="0"/>
                <a:ea typeface="Malgun Gothic" pitchFamily="34" charset="-122"/>
                <a:cs typeface="Malgun Gothic" pitchFamily="34" charset="-120"/>
              </a:rPr>
              <a:t>가</a:t>
            </a:r>
            <a:endParaRPr lang="en-US" sz="3000" dirty="0"/>
          </a:p>
        </p:txBody>
      </p:sp>
      <p:sp>
        <p:nvSpPr>
          <p:cNvPr id="7" name="Text 4"/>
          <p:cNvSpPr txBox="1"/>
          <p:nvPr/>
        </p:nvSpPr>
        <p:spPr>
          <a:xfrm>
            <a:off x="548640" y="2237994"/>
            <a:ext cx="2651760" cy="291694"/>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[ga] · 반말</a:t>
            </a:r>
            <a:endParaRPr lang="en-US" sz="1100" dirty="0"/>
          </a:p>
        </p:txBody>
      </p:sp>
      <p:sp>
        <p:nvSpPr>
          <p:cNvPr id="8" name="Text 5"/>
          <p:cNvSpPr txBox="1"/>
          <p:nvPr/>
        </p:nvSpPr>
        <p:spPr>
          <a:xfrm>
            <a:off x="548640" y="2489911"/>
            <a:ext cx="2651760" cy="318211"/>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informal · amigos íntimos · menores</a:t>
            </a:r>
            <a:endParaRPr lang="en-US" sz="1100" dirty="0"/>
          </a:p>
        </p:txBody>
      </p:sp>
      <p:sp>
        <p:nvSpPr>
          <p:cNvPr id="9" name="Shape 6"/>
          <p:cNvSpPr/>
          <p:nvPr/>
        </p:nvSpPr>
        <p:spPr>
          <a:xfrm>
            <a:off x="3353105" y="1508760"/>
            <a:ext cx="2651760" cy="1325880"/>
          </a:xfrm>
          <a:prstGeom prst="roundRect">
            <a:avLst>
              <a:gd name="adj" fmla="val 5517"/>
            </a:avLst>
          </a:prstGeom>
          <a:solidFill>
            <a:srgbClr val="EEF1FF"/>
          </a:solidFill>
          <a:ln w="12700">
            <a:solidFill>
              <a:srgbClr val="D8DCF5"/>
            </a:solidFill>
            <a:prstDash val="solid"/>
          </a:ln>
        </p:spPr>
      </p:sp>
      <p:sp>
        <p:nvSpPr>
          <p:cNvPr id="10" name="Text 7"/>
          <p:cNvSpPr txBox="1"/>
          <p:nvPr/>
        </p:nvSpPr>
        <p:spPr>
          <a:xfrm>
            <a:off x="3353105" y="1563624"/>
            <a:ext cx="2651760" cy="689458"/>
          </a:xfrm>
          <a:prstGeom prst="rect">
            <a:avLst/>
          </a:prstGeom>
          <a:noFill/>
          <a:ln/>
        </p:spPr>
        <p:txBody>
          <a:bodyPr wrap="square" lIns="0" tIns="0" rIns="0" bIns="0" rtlCol="0" anchor="ctr"/>
          <a:lstStyle/>
          <a:p>
            <a:pPr marL="0" indent="0" algn="ctr">
              <a:buNone/>
            </a:pPr>
            <a:r>
              <a:rPr lang="en-US" sz="3000" b="1" dirty="0">
                <a:solidFill>
                  <a:srgbClr val="0A0A0F"/>
                </a:solidFill>
                <a:latin typeface="Malgun Gothic" pitchFamily="34" charset="0"/>
                <a:ea typeface="Malgun Gothic" pitchFamily="34" charset="-122"/>
                <a:cs typeface="Malgun Gothic" pitchFamily="34" charset="-120"/>
              </a:rPr>
              <a:t>가요</a:t>
            </a:r>
            <a:endParaRPr lang="en-US" sz="3000" dirty="0"/>
          </a:p>
        </p:txBody>
      </p:sp>
      <p:sp>
        <p:nvSpPr>
          <p:cNvPr id="11" name="Text 8"/>
          <p:cNvSpPr txBox="1"/>
          <p:nvPr/>
        </p:nvSpPr>
        <p:spPr>
          <a:xfrm>
            <a:off x="3353105" y="2237994"/>
            <a:ext cx="2651760" cy="291694"/>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[ga-io] · semi-formal</a:t>
            </a:r>
            <a:endParaRPr lang="en-US" sz="1100" dirty="0"/>
          </a:p>
        </p:txBody>
      </p:sp>
      <p:sp>
        <p:nvSpPr>
          <p:cNvPr id="12" name="Text 9"/>
          <p:cNvSpPr txBox="1"/>
          <p:nvPr/>
        </p:nvSpPr>
        <p:spPr>
          <a:xfrm>
            <a:off x="3353105" y="2489911"/>
            <a:ext cx="2651760" cy="318211"/>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el día a día · NUESTRO nivel</a:t>
            </a:r>
            <a:endParaRPr lang="en-US" sz="1100" dirty="0"/>
          </a:p>
        </p:txBody>
      </p:sp>
      <p:sp>
        <p:nvSpPr>
          <p:cNvPr id="13" name="Shape 10"/>
          <p:cNvSpPr/>
          <p:nvPr/>
        </p:nvSpPr>
        <p:spPr>
          <a:xfrm>
            <a:off x="6157570" y="1508760"/>
            <a:ext cx="2651760" cy="1325880"/>
          </a:xfrm>
          <a:prstGeom prst="roundRect">
            <a:avLst>
              <a:gd name="adj" fmla="val 5517"/>
            </a:avLst>
          </a:prstGeom>
          <a:solidFill>
            <a:srgbClr val="EEF1FF"/>
          </a:solidFill>
          <a:ln w="12700">
            <a:solidFill>
              <a:srgbClr val="D8DCF5"/>
            </a:solidFill>
            <a:prstDash val="solid"/>
          </a:ln>
        </p:spPr>
      </p:sp>
      <p:sp>
        <p:nvSpPr>
          <p:cNvPr id="14" name="Text 11"/>
          <p:cNvSpPr txBox="1"/>
          <p:nvPr/>
        </p:nvSpPr>
        <p:spPr>
          <a:xfrm>
            <a:off x="6157570" y="1563624"/>
            <a:ext cx="2651760" cy="689458"/>
          </a:xfrm>
          <a:prstGeom prst="rect">
            <a:avLst/>
          </a:prstGeom>
          <a:noFill/>
          <a:ln/>
        </p:spPr>
        <p:txBody>
          <a:bodyPr wrap="square" lIns="0" tIns="0" rIns="0" bIns="0" rtlCol="0" anchor="ctr"/>
          <a:lstStyle/>
          <a:p>
            <a:pPr marL="0" indent="0" algn="ctr">
              <a:buNone/>
            </a:pPr>
            <a:r>
              <a:rPr lang="en-US" sz="3000" b="1" dirty="0">
                <a:solidFill>
                  <a:srgbClr val="0A0A0F"/>
                </a:solidFill>
                <a:latin typeface="Malgun Gothic" pitchFamily="34" charset="0"/>
                <a:ea typeface="Malgun Gothic" pitchFamily="34" charset="-122"/>
                <a:cs typeface="Malgun Gothic" pitchFamily="34" charset="-120"/>
              </a:rPr>
              <a:t>갑니다</a:t>
            </a:r>
            <a:endParaRPr lang="en-US" sz="3000" dirty="0"/>
          </a:p>
        </p:txBody>
      </p:sp>
      <p:sp>
        <p:nvSpPr>
          <p:cNvPr id="15" name="Text 12"/>
          <p:cNvSpPr txBox="1"/>
          <p:nvPr/>
        </p:nvSpPr>
        <p:spPr>
          <a:xfrm>
            <a:off x="6157570" y="2237994"/>
            <a:ext cx="2651760" cy="291694"/>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[gam-ni-da] · formal</a:t>
            </a:r>
            <a:endParaRPr lang="en-US" sz="1100" dirty="0"/>
          </a:p>
        </p:txBody>
      </p:sp>
      <p:sp>
        <p:nvSpPr>
          <p:cNvPr id="16" name="Text 13"/>
          <p:cNvSpPr txBox="1"/>
          <p:nvPr/>
        </p:nvSpPr>
        <p:spPr>
          <a:xfrm>
            <a:off x="6157570" y="2489911"/>
            <a:ext cx="2651760" cy="318211"/>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noticias · presentaciones · trabajo</a:t>
            </a:r>
            <a:endParaRPr lang="en-US" sz="1100" dirty="0"/>
          </a:p>
        </p:txBody>
      </p:sp>
      <p:sp>
        <p:nvSpPr>
          <p:cNvPr id="17" name="Shape 14"/>
          <p:cNvSpPr/>
          <p:nvPr/>
        </p:nvSpPr>
        <p:spPr>
          <a:xfrm>
            <a:off x="8962034" y="1508760"/>
            <a:ext cx="2651760" cy="1325880"/>
          </a:xfrm>
          <a:prstGeom prst="roundRect">
            <a:avLst>
              <a:gd name="adj" fmla="val 5517"/>
            </a:avLst>
          </a:prstGeom>
          <a:solidFill>
            <a:srgbClr val="EEF1FF"/>
          </a:solidFill>
          <a:ln w="12700">
            <a:solidFill>
              <a:srgbClr val="D8DCF5"/>
            </a:solidFill>
            <a:prstDash val="solid"/>
          </a:ln>
        </p:spPr>
      </p:sp>
      <p:sp>
        <p:nvSpPr>
          <p:cNvPr id="18" name="Text 15"/>
          <p:cNvSpPr txBox="1"/>
          <p:nvPr/>
        </p:nvSpPr>
        <p:spPr>
          <a:xfrm>
            <a:off x="8962034" y="1563624"/>
            <a:ext cx="2651760" cy="689458"/>
          </a:xfrm>
          <a:prstGeom prst="rect">
            <a:avLst/>
          </a:prstGeom>
          <a:noFill/>
          <a:ln/>
        </p:spPr>
        <p:txBody>
          <a:bodyPr wrap="square" lIns="0" tIns="0" rIns="0" bIns="0" rtlCol="0" anchor="ctr"/>
          <a:lstStyle/>
          <a:p>
            <a:pPr marL="0" indent="0" algn="ctr">
              <a:buNone/>
            </a:pPr>
            <a:r>
              <a:rPr lang="en-US" sz="3000" b="1" dirty="0">
                <a:solidFill>
                  <a:srgbClr val="0A0A0F"/>
                </a:solidFill>
                <a:latin typeface="Malgun Gothic" pitchFamily="34" charset="0"/>
                <a:ea typeface="Malgun Gothic" pitchFamily="34" charset="-122"/>
                <a:cs typeface="Malgun Gothic" pitchFamily="34" charset="-120"/>
              </a:rPr>
              <a:t>가세요</a:t>
            </a:r>
            <a:endParaRPr lang="en-US" sz="3000" dirty="0"/>
          </a:p>
        </p:txBody>
      </p:sp>
      <p:sp>
        <p:nvSpPr>
          <p:cNvPr id="19" name="Text 16"/>
          <p:cNvSpPr txBox="1"/>
          <p:nvPr/>
        </p:nvSpPr>
        <p:spPr>
          <a:xfrm>
            <a:off x="8962034" y="2237994"/>
            <a:ext cx="2651760" cy="291694"/>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[ga-se-io] · honorífico</a:t>
            </a:r>
            <a:endParaRPr lang="en-US" sz="1100" dirty="0"/>
          </a:p>
        </p:txBody>
      </p:sp>
      <p:sp>
        <p:nvSpPr>
          <p:cNvPr id="20" name="Text 17"/>
          <p:cNvSpPr txBox="1"/>
          <p:nvPr/>
        </p:nvSpPr>
        <p:spPr>
          <a:xfrm>
            <a:off x="8962034" y="2489911"/>
            <a:ext cx="2651760" cy="318211"/>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abuelos · muy respetados</a:t>
            </a:r>
            <a:endParaRPr lang="en-US" sz="1100" dirty="0"/>
          </a:p>
        </p:txBody>
      </p:sp>
      <p:sp>
        <p:nvSpPr>
          <p:cNvPr id="21" name="Text 18"/>
          <p:cNvSpPr txBox="1"/>
          <p:nvPr/>
        </p:nvSpPr>
        <p:spPr>
          <a:xfrm>
            <a:off x="822960" y="3017520"/>
            <a:ext cx="10607040" cy="566928"/>
          </a:xfrm>
          <a:prstGeom prst="rect">
            <a:avLst/>
          </a:prstGeom>
          <a:noFill/>
          <a:ln/>
        </p:spPr>
        <p:txBody>
          <a:bodyPr wrap="square" lIns="0" tIns="0" rIns="0" bIns="0" rtlCol="0" anchor="ctr"/>
          <a:lstStyle/>
          <a:p>
            <a:pPr marL="0" indent="0">
              <a:buNone/>
            </a:pPr>
            <a:r>
              <a:rPr lang="en-US" sz="2800" b="1" dirty="0">
                <a:solidFill>
                  <a:srgbClr val="0A0A0F"/>
                </a:solidFill>
                <a:latin typeface="Malgun Gothic" pitchFamily="34" charset="0"/>
                <a:ea typeface="Malgun Gothic" pitchFamily="34" charset="-122"/>
                <a:cs typeface="Malgun Gothic" pitchFamily="34" charset="-120"/>
              </a:rPr>
              <a:t>여보세요.</a:t>
            </a:r>
            <a:r>
              <a:rPr lang="en-US" sz="1400" b="1" dirty="0">
                <a:solidFill>
                  <a:srgbClr val="4236F6"/>
                </a:solidFill>
                <a:latin typeface="Arial" pitchFamily="34" charset="0"/>
                <a:ea typeface="Arial" pitchFamily="34" charset="-122"/>
                <a:cs typeface="Arial" pitchFamily="34" charset="-120"/>
              </a:rPr>
              <a:t>   [io-bo-se-io]</a:t>
            </a:r>
            <a:r>
              <a:rPr lang="en-US" sz="1400" i="1" dirty="0">
                <a:solidFill>
                  <a:srgbClr val="5C5F6B"/>
                </a:solidFill>
                <a:latin typeface="Arial" pitchFamily="34" charset="0"/>
                <a:ea typeface="Arial" pitchFamily="34" charset="-122"/>
                <a:cs typeface="Arial" pitchFamily="34" charset="-120"/>
              </a:rPr>
              <a:t>   ¿aló? — SOLO al contestar el teléfono</a:t>
            </a:r>
            <a:endParaRPr lang="en-US" sz="2800" dirty="0"/>
          </a:p>
        </p:txBody>
      </p:sp>
      <p:sp>
        <p:nvSpPr>
          <p:cNvPr id="22" name="Shape 19"/>
          <p:cNvSpPr/>
          <p:nvPr/>
        </p:nvSpPr>
        <p:spPr>
          <a:xfrm>
            <a:off x="548640" y="3703320"/>
            <a:ext cx="11064240" cy="640080"/>
          </a:xfrm>
          <a:prstGeom prst="roundRect">
            <a:avLst>
              <a:gd name="adj" fmla="val 11429"/>
            </a:avLst>
          </a:prstGeom>
          <a:solidFill>
            <a:srgbClr val="EEF1FF"/>
          </a:solidFill>
          <a:ln w="12700">
            <a:solidFill>
              <a:srgbClr val="D8DCF5"/>
            </a:solidFill>
            <a:prstDash val="solid"/>
          </a:ln>
        </p:spPr>
      </p:sp>
      <p:sp>
        <p:nvSpPr>
          <p:cNvPr id="23" name="Text 20"/>
          <p:cNvSpPr txBox="1"/>
          <p:nvPr/>
        </p:nvSpPr>
        <p:spPr>
          <a:xfrm>
            <a:off x="822960" y="3858768"/>
            <a:ext cx="10515600" cy="365760"/>
          </a:xfrm>
          <a:prstGeom prst="rect">
            <a:avLst/>
          </a:prstGeom>
          <a:noFill/>
          <a:ln/>
        </p:spPr>
        <p:txBody>
          <a:bodyPr wrap="square" lIns="0" tIns="0" rIns="0" bIns="0" rtlCol="0" anchor="ctr"/>
          <a:lstStyle/>
          <a:p>
            <a:pPr marL="0" indent="0">
              <a:buNone/>
            </a:pPr>
            <a:r>
              <a:rPr lang="en-US" sz="1800" b="1" dirty="0">
                <a:solidFill>
                  <a:srgbClr val="4236F6"/>
                </a:solidFill>
                <a:latin typeface="Malgun Gothic" pitchFamily="34" charset="0"/>
                <a:ea typeface="Malgun Gothic" pitchFamily="34" charset="-122"/>
                <a:cs typeface="Malgun Gothic" pitchFamily="34" charset="-120"/>
              </a:rPr>
              <a:t>저</a:t>
            </a:r>
            <a:r>
              <a:rPr lang="en-US" sz="1300" dirty="0">
                <a:solidFill>
                  <a:srgbClr val="0A0A0F"/>
                </a:solidFill>
                <a:latin typeface="Arial" pitchFamily="34" charset="0"/>
                <a:ea typeface="Arial" pitchFamily="34" charset="-122"/>
                <a:cs typeface="Arial" pitchFamily="34" charset="-120"/>
              </a:rPr>
              <a:t> = yo (formal) · </a:t>
            </a:r>
            <a:r>
              <a:rPr lang="en-US" sz="1800" b="1" dirty="0">
                <a:solidFill>
                  <a:srgbClr val="4236F6"/>
                </a:solidFill>
                <a:latin typeface="Malgun Gothic" pitchFamily="34" charset="0"/>
                <a:ea typeface="Malgun Gothic" pitchFamily="34" charset="-122"/>
                <a:cs typeface="Malgun Gothic" pitchFamily="34" charset="-120"/>
              </a:rPr>
              <a:t>나</a:t>
            </a:r>
            <a:r>
              <a:rPr lang="en-US" sz="1300" dirty="0">
                <a:solidFill>
                  <a:srgbClr val="0A0A0F"/>
                </a:solidFill>
                <a:latin typeface="Arial" pitchFamily="34" charset="0"/>
                <a:ea typeface="Arial" pitchFamily="34" charset="-122"/>
                <a:cs typeface="Arial" pitchFamily="34" charset="-120"/>
              </a:rPr>
              <a:t> = yo (informal). Con desconocidos y en clase: </a:t>
            </a:r>
            <a:r>
              <a:rPr lang="en-US" sz="1800" b="1" dirty="0">
                <a:solidFill>
                  <a:srgbClr val="4236F6"/>
                </a:solidFill>
                <a:latin typeface="Malgun Gothic" pitchFamily="34" charset="0"/>
                <a:ea typeface="Malgun Gothic" pitchFamily="34" charset="-122"/>
                <a:cs typeface="Malgun Gothic" pitchFamily="34" charset="-120"/>
              </a:rPr>
              <a:t>저</a:t>
            </a:r>
            <a:r>
              <a:rPr lang="en-US" sz="1300" dirty="0">
                <a:solidFill>
                  <a:srgbClr val="0A0A0F"/>
                </a:solidFill>
                <a:latin typeface="Arial" pitchFamily="34" charset="0"/>
                <a:ea typeface="Arial" pitchFamily="34" charset="-122"/>
                <a:cs typeface="Arial" pitchFamily="34" charset="-120"/>
              </a:rPr>
              <a:t>.</a:t>
            </a:r>
            <a:endParaRPr lang="en-US" sz="1800" dirty="0"/>
          </a:p>
        </p:txBody>
      </p:sp>
      <p:sp>
        <p:nvSpPr>
          <p:cNvPr id="24" name="Shape 21"/>
          <p:cNvSpPr/>
          <p:nvPr/>
        </p:nvSpPr>
        <p:spPr>
          <a:xfrm>
            <a:off x="548640" y="4526280"/>
            <a:ext cx="11064240" cy="1417320"/>
          </a:xfrm>
          <a:prstGeom prst="roundRect">
            <a:avLst>
              <a:gd name="adj" fmla="val 5161"/>
            </a:avLst>
          </a:prstGeom>
          <a:solidFill>
            <a:srgbClr val="EEF1FF"/>
          </a:solidFill>
          <a:ln w="12700">
            <a:solidFill>
              <a:srgbClr val="D8DCF5"/>
            </a:solidFill>
            <a:prstDash val="solid"/>
          </a:ln>
        </p:spPr>
      </p:sp>
      <p:sp>
        <p:nvSpPr>
          <p:cNvPr id="25" name="Text 22"/>
          <p:cNvSpPr txBox="1"/>
          <p:nvPr/>
        </p:nvSpPr>
        <p:spPr>
          <a:xfrm>
            <a:off x="822960" y="4617720"/>
            <a:ext cx="10515600" cy="292608"/>
          </a:xfrm>
          <a:prstGeom prst="rect">
            <a:avLst/>
          </a:prstGeom>
          <a:noFill/>
          <a:ln/>
        </p:spPr>
        <p:txBody>
          <a:bodyPr wrap="square" lIns="0" tIns="0" rIns="0" bIns="0" rtlCol="0" anchor="ctr"/>
          <a:lstStyle/>
          <a:p>
            <a:pPr marL="0" indent="0">
              <a:buNone/>
            </a:pPr>
            <a:r>
              <a:rPr lang="en-US" sz="1200" b="1" kern="0" spc="200" dirty="0">
                <a:solidFill>
                  <a:srgbClr val="003478"/>
                </a:solidFill>
                <a:latin typeface="Arial" pitchFamily="34" charset="0"/>
                <a:ea typeface="Arial" pitchFamily="34" charset="-122"/>
                <a:cs typeface="Arial" pitchFamily="34" charset="-120"/>
              </a:rPr>
              <a:t>✏️  PRACTICA TÚ · GUÍA DE ESTUDIO · CAPÍTULO 1</a:t>
            </a:r>
            <a:r>
              <a:rPr lang="en-US" sz="1100" i="1" dirty="0">
                <a:solidFill>
                  <a:srgbClr val="5C5F6B"/>
                </a:solidFill>
                <a:latin typeface="Arial" pitchFamily="34" charset="0"/>
                <a:ea typeface="Arial" pitchFamily="34" charset="-122"/>
                <a:cs typeface="Arial" pitchFamily="34" charset="-120"/>
              </a:rPr>
              <a:t>   (respuestas al final)</a:t>
            </a:r>
            <a:endParaRPr lang="en-US" sz="1200" dirty="0"/>
          </a:p>
        </p:txBody>
      </p:sp>
      <p:sp>
        <p:nvSpPr>
          <p:cNvPr id="26" name="Text 23"/>
          <p:cNvSpPr txBox="1"/>
          <p:nvPr/>
        </p:nvSpPr>
        <p:spPr>
          <a:xfrm>
            <a:off x="822960" y="4937760"/>
            <a:ext cx="10515600" cy="310896"/>
          </a:xfrm>
          <a:prstGeom prst="rect">
            <a:avLst/>
          </a:prstGeom>
          <a:noFill/>
          <a:ln/>
        </p:spPr>
        <p:txBody>
          <a:bodyPr wrap="square" lIns="0" tIns="0" rIns="0" bIns="0" rtlCol="0" anchor="ctr"/>
          <a:lstStyle/>
          <a:p>
            <a:pPr marL="0" indent="0">
              <a:buNone/>
            </a:pPr>
            <a:r>
              <a:rPr lang="en-US" sz="1400" dirty="0">
                <a:solidFill>
                  <a:srgbClr val="0A0A0F"/>
                </a:solidFill>
                <a:latin typeface="Malgun Gothic" pitchFamily="34" charset="0"/>
                <a:ea typeface="Malgun Gothic" pitchFamily="34" charset="-122"/>
                <a:cs typeface="Malgun Gothic" pitchFamily="34" charset="-120"/>
              </a:rPr>
              <a:t>1.  Preséntate con tu nombre real: “저는 ______예요.”</a:t>
            </a:r>
            <a:endParaRPr lang="en-US" sz="1400" dirty="0"/>
          </a:p>
        </p:txBody>
      </p:sp>
      <p:sp>
        <p:nvSpPr>
          <p:cNvPr id="27" name="Text 24"/>
          <p:cNvSpPr txBox="1"/>
          <p:nvPr/>
        </p:nvSpPr>
        <p:spPr>
          <a:xfrm>
            <a:off x="822960" y="5257800"/>
            <a:ext cx="10515600" cy="310896"/>
          </a:xfrm>
          <a:prstGeom prst="rect">
            <a:avLst/>
          </a:prstGeom>
          <a:noFill/>
          <a:ln/>
        </p:spPr>
        <p:txBody>
          <a:bodyPr wrap="square" lIns="0" tIns="0" rIns="0" bIns="0" rtlCol="0" anchor="ctr"/>
          <a:lstStyle/>
          <a:p>
            <a:pPr marL="0" indent="0">
              <a:buNone/>
            </a:pPr>
            <a:r>
              <a:rPr lang="en-US" sz="1400" dirty="0">
                <a:solidFill>
                  <a:srgbClr val="0A0A0F"/>
                </a:solidFill>
                <a:latin typeface="Malgun Gothic" pitchFamily="34" charset="0"/>
                <a:ea typeface="Malgun Gothic" pitchFamily="34" charset="-122"/>
                <a:cs typeface="Malgun Gothic" pitchFamily="34" charset="-120"/>
              </a:rPr>
              <a:t>2.  ¿Qué dices al contestar el teléfono?</a:t>
            </a:r>
            <a:endParaRPr lang="en-US" sz="1400" dirty="0"/>
          </a:p>
        </p:txBody>
      </p:sp>
      <p:sp>
        <p:nvSpPr>
          <p:cNvPr id="28" name="Text 25"/>
          <p:cNvSpPr txBox="1"/>
          <p:nvPr/>
        </p:nvSpPr>
        <p:spPr>
          <a:xfrm>
            <a:off x="822960" y="5577840"/>
            <a:ext cx="10515600" cy="310896"/>
          </a:xfrm>
          <a:prstGeom prst="rect">
            <a:avLst/>
          </a:prstGeom>
          <a:noFill/>
          <a:ln/>
        </p:spPr>
        <p:txBody>
          <a:bodyPr wrap="square" lIns="0" tIns="0" rIns="0" bIns="0" rtlCol="0" anchor="ctr"/>
          <a:lstStyle/>
          <a:p>
            <a:pPr marL="0" indent="0">
              <a:buNone/>
            </a:pPr>
            <a:r>
              <a:rPr lang="en-US" sz="1400" dirty="0">
                <a:solidFill>
                  <a:srgbClr val="0A0A0F"/>
                </a:solidFill>
                <a:latin typeface="Malgun Gothic" pitchFamily="34" charset="0"/>
                <a:ea typeface="Malgun Gothic" pitchFamily="34" charset="-122"/>
                <a:cs typeface="Malgun Gothic" pitchFamily="34" charset="-120"/>
              </a:rPr>
              <a:t>3.  ¿Qué forma usarías con tu abuela coreana: 가요 o 가세요?</a:t>
            </a:r>
            <a:endParaRPr lang="en-US" sz="1400" dirty="0"/>
          </a:p>
        </p:txBody>
      </p:sp>
      <p:sp>
        <p:nvSpPr>
          <p:cNvPr id="29" name="TextBox 28">
            <a:extLst>
              <a:ext uri="{FF2B5EF4-FFF2-40B4-BE49-F238E27FC236}">
                <a16:creationId xmlns:a16="http://schemas.microsoft.com/office/drawing/2014/main" id="{CD633775-F20E-31FE-0C97-FDC8B844D2ED}"/>
              </a:ext>
            </a:extLst>
          </p:cNvPr>
          <p:cNvSpPr txBox="1"/>
          <p:nvPr/>
        </p:nvSpPr>
        <p:spPr>
          <a:xfrm>
            <a:off x="7002780" y="3008376"/>
            <a:ext cx="2588273" cy="646331"/>
          </a:xfrm>
          <a:prstGeom prst="rect">
            <a:avLst/>
          </a:prstGeom>
          <a:noFill/>
        </p:spPr>
        <p:txBody>
          <a:bodyPr wrap="none" rtlCol="0">
            <a:spAutoFit/>
          </a:bodyPr>
          <a:lstStyle/>
          <a:p>
            <a:r>
              <a:rPr lang="es-CL" dirty="0"/>
              <a:t>‘</a:t>
            </a:r>
            <a:r>
              <a:rPr lang="ko-KR" altLang="es-CL" dirty="0"/>
              <a:t>가다</a:t>
            </a:r>
            <a:r>
              <a:rPr lang="es-CL" altLang="ko-KR" dirty="0"/>
              <a:t>’ = verbo ir infinitivo</a:t>
            </a:r>
            <a:endParaRPr lang="es-CL" dirty="0"/>
          </a:p>
          <a:p>
            <a:r>
              <a:rPr lang="es-CL" dirty="0"/>
              <a:t>‘</a:t>
            </a:r>
            <a:r>
              <a:rPr lang="ko-KR" altLang="es-CL" dirty="0"/>
              <a:t>가</a:t>
            </a:r>
            <a:r>
              <a:rPr lang="ko-KR" altLang="es-CL" dirty="0">
                <a:solidFill>
                  <a:srgbClr val="FF0000"/>
                </a:solidFill>
                <a:highlight>
                  <a:srgbClr val="FFFF00"/>
                </a:highlight>
              </a:rPr>
              <a:t>다</a:t>
            </a:r>
            <a:r>
              <a:rPr lang="es-CL" altLang="ko-KR" dirty="0"/>
              <a:t>’ + -</a:t>
            </a:r>
            <a:r>
              <a:rPr lang="ko-KR" altLang="es-CL" dirty="0"/>
              <a:t>아요 </a:t>
            </a:r>
            <a:r>
              <a:rPr lang="es-CL" altLang="ko-KR" dirty="0"/>
              <a:t>= </a:t>
            </a:r>
            <a:r>
              <a:rPr lang="ko-KR" altLang="es-CL" dirty="0"/>
              <a:t>가요</a:t>
            </a:r>
            <a:endParaRPr lang="es-CL" dirty="0"/>
          </a:p>
        </p:txBody>
      </p:sp>
      <p:sp>
        <p:nvSpPr>
          <p:cNvPr id="30" name="TextBox 29">
            <a:extLst>
              <a:ext uri="{FF2B5EF4-FFF2-40B4-BE49-F238E27FC236}">
                <a16:creationId xmlns:a16="http://schemas.microsoft.com/office/drawing/2014/main" id="{0EEE120A-18DA-4BED-86A8-4BF5EFA3CFA0}"/>
              </a:ext>
            </a:extLst>
          </p:cNvPr>
          <p:cNvSpPr txBox="1"/>
          <p:nvPr/>
        </p:nvSpPr>
        <p:spPr>
          <a:xfrm>
            <a:off x="6591300" y="5093208"/>
            <a:ext cx="1628972" cy="369332"/>
          </a:xfrm>
          <a:prstGeom prst="rect">
            <a:avLst/>
          </a:prstGeom>
          <a:noFill/>
        </p:spPr>
        <p:txBody>
          <a:bodyPr wrap="none" rtlCol="0">
            <a:spAutoFit/>
          </a:bodyPr>
          <a:lstStyle/>
          <a:p>
            <a:r>
              <a:rPr lang="ko-KR" altLang="es-CL" dirty="0"/>
              <a:t>여보세요 </a:t>
            </a:r>
            <a:r>
              <a:rPr lang="es-CL" altLang="ko-KR" dirty="0"/>
              <a:t>Alo? </a:t>
            </a:r>
            <a:endParaRPr lang="es-CL"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310896"/>
          </a:xfrm>
          <a:prstGeom prst="rect">
            <a:avLst/>
          </a:prstGeom>
          <a:noFill/>
          <a:ln/>
        </p:spPr>
        <p:txBody>
          <a:bodyPr wrap="square" lIns="0" tIns="0" rIns="0" bIns="0" rtlCol="0" anchor="ctr"/>
          <a:lstStyle/>
          <a:p>
            <a:pPr marL="0" indent="0">
              <a:buNone/>
            </a:pPr>
            <a:r>
              <a:rPr lang="en-US" sz="1200" b="1" kern="0" spc="300" dirty="0">
                <a:solidFill>
                  <a:srgbClr val="4236F6"/>
                </a:solidFill>
                <a:latin typeface="Arial" pitchFamily="34" charset="0"/>
                <a:ea typeface="Arial" pitchFamily="34" charset="-122"/>
                <a:cs typeface="Arial" pitchFamily="34" charset="-120"/>
              </a:rPr>
              <a:t>2과 · 3과 · 이게 뭐예요?</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marL="0" indent="0">
              <a:buNone/>
            </a:pPr>
            <a:r>
              <a:rPr lang="en-US" sz="3200" b="1" dirty="0">
                <a:solidFill>
                  <a:srgbClr val="0A0A0F"/>
                </a:solidFill>
                <a:latin typeface="Arial" pitchFamily="34" charset="0"/>
                <a:ea typeface="Arial" pitchFamily="34" charset="-122"/>
                <a:cs typeface="Arial" pitchFamily="34" charset="-120"/>
              </a:rPr>
              <a:t>Preguntar qué es cualquier cosa — y responder</a:t>
            </a:r>
            <a:endParaRPr lang="en-US" sz="3200" dirty="0"/>
          </a:p>
        </p:txBody>
      </p:sp>
      <p:pic>
        <p:nvPicPr>
          <p:cNvPr id="4" name="Image 0" descr="C:\Users\Chingu\AppData\Local\Temp\claude\C--Users-Chingu-Desktop-ACADEMIASEULWEB\d4111e1b-5523-44ea-97b2-b1a1d9545b9e\scratchpad\igpost\sello-azul.png"/>
          <p:cNvPicPr>
            <a:picLocks noChangeAspect="1"/>
          </p:cNvPicPr>
          <p:nvPr/>
        </p:nvPicPr>
        <p:blipFill>
          <a:blip r:embed="rId3"/>
          <a:stretch>
            <a:fillRect/>
          </a:stretch>
        </p:blipFill>
        <p:spPr>
          <a:xfrm>
            <a:off x="11475720" y="6236208"/>
            <a:ext cx="457200" cy="438912"/>
          </a:xfrm>
          <a:prstGeom prst="rect">
            <a:avLst/>
          </a:prstGeom>
        </p:spPr>
      </p:pic>
      <p:sp>
        <p:nvSpPr>
          <p:cNvPr id="5" name="Text 2"/>
          <p:cNvSpPr txBox="1"/>
          <p:nvPr/>
        </p:nvSpPr>
        <p:spPr>
          <a:xfrm>
            <a:off x="822960" y="1600200"/>
            <a:ext cx="10607040" cy="566928"/>
          </a:xfrm>
          <a:prstGeom prst="rect">
            <a:avLst/>
          </a:prstGeom>
          <a:noFill/>
          <a:ln/>
        </p:spPr>
        <p:txBody>
          <a:bodyPr wrap="square" lIns="0" tIns="0" rIns="0" bIns="0" rtlCol="0" anchor="ctr"/>
          <a:lstStyle/>
          <a:p>
            <a:pPr marL="0" indent="0">
              <a:buNone/>
            </a:pPr>
            <a:r>
              <a:rPr lang="en-US" sz="3200" b="1" dirty="0">
                <a:solidFill>
                  <a:srgbClr val="0A0A0F"/>
                </a:solidFill>
                <a:latin typeface="Malgun Gothic" pitchFamily="34" charset="0"/>
                <a:ea typeface="Malgun Gothic" pitchFamily="34" charset="-122"/>
                <a:cs typeface="Malgun Gothic" pitchFamily="34" charset="-120"/>
              </a:rPr>
              <a:t>이게 뭐예요?</a:t>
            </a:r>
            <a:r>
              <a:rPr lang="en-US" sz="1400" b="1" dirty="0">
                <a:solidFill>
                  <a:srgbClr val="4236F6"/>
                </a:solidFill>
                <a:latin typeface="Arial" pitchFamily="34" charset="0"/>
                <a:ea typeface="Arial" pitchFamily="34" charset="-122"/>
                <a:cs typeface="Arial" pitchFamily="34" charset="-120"/>
              </a:rPr>
              <a:t>   [i-gue mo-e-io]</a:t>
            </a:r>
            <a:r>
              <a:rPr lang="en-US" sz="1400" i="1" dirty="0">
                <a:solidFill>
                  <a:srgbClr val="5C5F6B"/>
                </a:solidFill>
                <a:latin typeface="Arial" pitchFamily="34" charset="0"/>
                <a:ea typeface="Arial" pitchFamily="34" charset="-122"/>
                <a:cs typeface="Arial" pitchFamily="34" charset="-120"/>
              </a:rPr>
              <a:t>   ¿qué es esto?</a:t>
            </a:r>
            <a:endParaRPr lang="en-US" sz="3200" dirty="0"/>
          </a:p>
        </p:txBody>
      </p:sp>
      <p:sp>
        <p:nvSpPr>
          <p:cNvPr id="6" name="Text 3"/>
          <p:cNvSpPr txBox="1"/>
          <p:nvPr/>
        </p:nvSpPr>
        <p:spPr>
          <a:xfrm>
            <a:off x="822960" y="2331720"/>
            <a:ext cx="10607040" cy="566928"/>
          </a:xfrm>
          <a:prstGeom prst="rect">
            <a:avLst/>
          </a:prstGeom>
          <a:noFill/>
          <a:ln/>
        </p:spPr>
        <p:txBody>
          <a:bodyPr wrap="square" lIns="0" tIns="0" rIns="0" bIns="0" rtlCol="0" anchor="ctr"/>
          <a:lstStyle/>
          <a:p>
            <a:pPr marL="0" indent="0">
              <a:buNone/>
            </a:pPr>
            <a:r>
              <a:rPr lang="en-US" sz="3200" b="1" dirty="0">
                <a:solidFill>
                  <a:srgbClr val="0A0A0F"/>
                </a:solidFill>
                <a:latin typeface="Malgun Gothic" pitchFamily="34" charset="0"/>
                <a:ea typeface="Malgun Gothic" pitchFamily="34" charset="-122"/>
                <a:cs typeface="Malgun Gothic" pitchFamily="34" charset="-120"/>
              </a:rPr>
              <a:t>책이에요.</a:t>
            </a:r>
            <a:r>
              <a:rPr lang="en-US" sz="1400" b="1" dirty="0">
                <a:solidFill>
                  <a:srgbClr val="4236F6"/>
                </a:solidFill>
                <a:latin typeface="Arial" pitchFamily="34" charset="0"/>
                <a:ea typeface="Arial" pitchFamily="34" charset="-122"/>
                <a:cs typeface="Arial" pitchFamily="34" charset="-120"/>
              </a:rPr>
              <a:t>   [che-gui-e-io]</a:t>
            </a:r>
            <a:r>
              <a:rPr lang="en-US" sz="1400" i="1" dirty="0">
                <a:solidFill>
                  <a:srgbClr val="5C5F6B"/>
                </a:solidFill>
                <a:latin typeface="Arial" pitchFamily="34" charset="0"/>
                <a:ea typeface="Arial" pitchFamily="34" charset="-122"/>
                <a:cs typeface="Arial" pitchFamily="34" charset="-120"/>
              </a:rPr>
              <a:t>   es un libro</a:t>
            </a:r>
            <a:endParaRPr lang="en-US" sz="3200" dirty="0"/>
          </a:p>
        </p:txBody>
      </p:sp>
      <p:sp>
        <p:nvSpPr>
          <p:cNvPr id="7" name="Text 4"/>
          <p:cNvSpPr txBox="1"/>
          <p:nvPr/>
        </p:nvSpPr>
        <p:spPr>
          <a:xfrm>
            <a:off x="822960" y="3063240"/>
            <a:ext cx="10607040" cy="566928"/>
          </a:xfrm>
          <a:prstGeom prst="rect">
            <a:avLst/>
          </a:prstGeom>
          <a:noFill/>
          <a:ln/>
        </p:spPr>
        <p:txBody>
          <a:bodyPr wrap="square" lIns="0" tIns="0" rIns="0" bIns="0" rtlCol="0" anchor="ctr"/>
          <a:lstStyle/>
          <a:p>
            <a:pPr marL="0" indent="0">
              <a:buNone/>
            </a:pPr>
            <a:r>
              <a:rPr lang="en-US" sz="3200" b="1" dirty="0">
                <a:solidFill>
                  <a:srgbClr val="0A0A0F"/>
                </a:solidFill>
                <a:latin typeface="Malgun Gothic" pitchFamily="34" charset="0"/>
                <a:ea typeface="Malgun Gothic" pitchFamily="34" charset="-122"/>
                <a:cs typeface="Malgun Gothic" pitchFamily="34" charset="-120"/>
              </a:rPr>
              <a:t>빵이에요?  네, 빵이에요.</a:t>
            </a:r>
            <a:r>
              <a:rPr lang="en-US" sz="1400" b="1" dirty="0">
                <a:solidFill>
                  <a:srgbClr val="4236F6"/>
                </a:solidFill>
                <a:latin typeface="Arial" pitchFamily="34" charset="0"/>
                <a:ea typeface="Arial" pitchFamily="34" charset="-122"/>
                <a:cs typeface="Arial" pitchFamily="34" charset="-120"/>
              </a:rPr>
              <a:t>   [pang-i-e-io]</a:t>
            </a:r>
            <a:r>
              <a:rPr lang="en-US" sz="1400" i="1" dirty="0">
                <a:solidFill>
                  <a:srgbClr val="5C5F6B"/>
                </a:solidFill>
                <a:latin typeface="Arial" pitchFamily="34" charset="0"/>
                <a:ea typeface="Arial" pitchFamily="34" charset="-122"/>
                <a:cs typeface="Arial" pitchFamily="34" charset="-120"/>
              </a:rPr>
              <a:t>   ¿es pan? — sí, es pan</a:t>
            </a:r>
            <a:endParaRPr lang="en-US" sz="3200" dirty="0"/>
          </a:p>
        </p:txBody>
      </p:sp>
      <p:sp>
        <p:nvSpPr>
          <p:cNvPr id="8" name="Text 5"/>
          <p:cNvSpPr txBox="1"/>
          <p:nvPr/>
        </p:nvSpPr>
        <p:spPr>
          <a:xfrm>
            <a:off x="822960" y="3794760"/>
            <a:ext cx="10607040" cy="566928"/>
          </a:xfrm>
          <a:prstGeom prst="rect">
            <a:avLst/>
          </a:prstGeom>
          <a:noFill/>
          <a:ln/>
        </p:spPr>
        <p:txBody>
          <a:bodyPr wrap="square" lIns="0" tIns="0" rIns="0" bIns="0" rtlCol="0" anchor="ctr"/>
          <a:lstStyle/>
          <a:p>
            <a:pPr marL="0" indent="0">
              <a:buNone/>
            </a:pPr>
            <a:r>
              <a:rPr lang="en-US" sz="3200" b="1" dirty="0">
                <a:solidFill>
                  <a:srgbClr val="0A0A0F"/>
                </a:solidFill>
                <a:latin typeface="Malgun Gothic" pitchFamily="34" charset="0"/>
                <a:ea typeface="Malgun Gothic" pitchFamily="34" charset="-122"/>
                <a:cs typeface="Malgun Gothic" pitchFamily="34" charset="-120"/>
              </a:rPr>
              <a:t>아니요, 주스예요.</a:t>
            </a:r>
            <a:r>
              <a:rPr lang="en-US" sz="1400" b="1" dirty="0">
                <a:solidFill>
                  <a:srgbClr val="4236F6"/>
                </a:solidFill>
                <a:latin typeface="Arial" pitchFamily="34" charset="0"/>
                <a:ea typeface="Arial" pitchFamily="34" charset="-122"/>
                <a:cs typeface="Arial" pitchFamily="34" charset="-120"/>
              </a:rPr>
              <a:t>   [a-ni-io, chu-su-e-io]</a:t>
            </a:r>
            <a:r>
              <a:rPr lang="en-US" sz="1400" i="1" dirty="0">
                <a:solidFill>
                  <a:srgbClr val="5C5F6B"/>
                </a:solidFill>
                <a:latin typeface="Arial" pitchFamily="34" charset="0"/>
                <a:ea typeface="Arial" pitchFamily="34" charset="-122"/>
                <a:cs typeface="Arial" pitchFamily="34" charset="-120"/>
              </a:rPr>
              <a:t>   no, es jugo</a:t>
            </a:r>
            <a:endParaRPr lang="en-US" sz="3200" dirty="0"/>
          </a:p>
        </p:txBody>
      </p:sp>
      <p:sp>
        <p:nvSpPr>
          <p:cNvPr id="9" name="Shape 6"/>
          <p:cNvSpPr/>
          <p:nvPr/>
        </p:nvSpPr>
        <p:spPr>
          <a:xfrm>
            <a:off x="822960" y="4892040"/>
            <a:ext cx="10515600" cy="1051560"/>
          </a:xfrm>
          <a:prstGeom prst="roundRect">
            <a:avLst>
              <a:gd name="adj" fmla="val 6957"/>
            </a:avLst>
          </a:prstGeom>
          <a:solidFill>
            <a:srgbClr val="EEF1FF"/>
          </a:solidFill>
          <a:ln w="12700">
            <a:solidFill>
              <a:srgbClr val="D8DCF5"/>
            </a:solidFill>
            <a:prstDash val="solid"/>
          </a:ln>
        </p:spPr>
      </p:sp>
      <p:sp>
        <p:nvSpPr>
          <p:cNvPr id="10" name="Text 7"/>
          <p:cNvSpPr txBox="1"/>
          <p:nvPr/>
        </p:nvSpPr>
        <p:spPr>
          <a:xfrm>
            <a:off x="1097280" y="5138928"/>
            <a:ext cx="10058400" cy="548640"/>
          </a:xfrm>
          <a:prstGeom prst="rect">
            <a:avLst/>
          </a:prstGeom>
          <a:noFill/>
          <a:ln/>
        </p:spPr>
        <p:txBody>
          <a:bodyPr wrap="square" lIns="0" tIns="0" rIns="0" bIns="0" rtlCol="0" anchor="ctr"/>
          <a:lstStyle/>
          <a:p>
            <a:pPr marL="0" indent="0">
              <a:buNone/>
            </a:pPr>
            <a:r>
              <a:rPr lang="en-US" sz="1400" b="1" dirty="0">
                <a:solidFill>
                  <a:srgbClr val="0A0A0F"/>
                </a:solidFill>
                <a:latin typeface="Arial" pitchFamily="34" charset="0"/>
                <a:ea typeface="Arial" pitchFamily="34" charset="-122"/>
                <a:cs typeface="Arial" pitchFamily="34" charset="-120"/>
              </a:rPr>
              <a:t>La regla de oro:  </a:t>
            </a:r>
            <a:r>
              <a:rPr lang="en-US" sz="1600" b="1" dirty="0">
                <a:solidFill>
                  <a:srgbClr val="4236F6"/>
                </a:solidFill>
                <a:latin typeface="Malgun Gothic" pitchFamily="34" charset="0"/>
                <a:ea typeface="Malgun Gothic" pitchFamily="34" charset="-122"/>
                <a:cs typeface="Malgun Gothic" pitchFamily="34" charset="-120"/>
              </a:rPr>
              <a:t>termina en batchim → 이에요</a:t>
            </a:r>
            <a:r>
              <a:rPr lang="en-US" sz="1300" dirty="0">
                <a:solidFill>
                  <a:srgbClr val="5C5F6B"/>
                </a:solidFill>
                <a:latin typeface="Malgun Gothic" pitchFamily="34" charset="0"/>
                <a:ea typeface="Malgun Gothic" pitchFamily="34" charset="-122"/>
                <a:cs typeface="Malgun Gothic" pitchFamily="34" charset="-120"/>
              </a:rPr>
              <a:t>  (책이에요)   ·   </a:t>
            </a:r>
            <a:r>
              <a:rPr lang="en-US" sz="1600" b="1" dirty="0">
                <a:solidFill>
                  <a:srgbClr val="4236F6"/>
                </a:solidFill>
                <a:latin typeface="Malgun Gothic" pitchFamily="34" charset="0"/>
                <a:ea typeface="Malgun Gothic" pitchFamily="34" charset="-122"/>
                <a:cs typeface="Malgun Gothic" pitchFamily="34" charset="-120"/>
              </a:rPr>
              <a:t>termina en vocal → 예요</a:t>
            </a:r>
            <a:r>
              <a:rPr lang="en-US" sz="1300" dirty="0">
                <a:solidFill>
                  <a:srgbClr val="5C5F6B"/>
                </a:solidFill>
                <a:latin typeface="Malgun Gothic" pitchFamily="34" charset="0"/>
                <a:ea typeface="Malgun Gothic" pitchFamily="34" charset="-122"/>
                <a:cs typeface="Malgun Gothic" pitchFamily="34" charset="-120"/>
              </a:rPr>
              <a:t>  (우유예요)</a:t>
            </a:r>
            <a:endParaRPr lang="en-US" sz="1400" dirty="0"/>
          </a:p>
        </p:txBody>
      </p:sp>
      <p:sp>
        <p:nvSpPr>
          <p:cNvPr id="11" name="TextBox 10">
            <a:extLst>
              <a:ext uri="{FF2B5EF4-FFF2-40B4-BE49-F238E27FC236}">
                <a16:creationId xmlns:a16="http://schemas.microsoft.com/office/drawing/2014/main" id="{2103CBFB-4BD8-5781-1B84-42753FC77619}"/>
              </a:ext>
            </a:extLst>
          </p:cNvPr>
          <p:cNvSpPr txBox="1"/>
          <p:nvPr/>
        </p:nvSpPr>
        <p:spPr>
          <a:xfrm>
            <a:off x="7564582" y="1353928"/>
            <a:ext cx="1858201" cy="1200329"/>
          </a:xfrm>
          <a:prstGeom prst="rect">
            <a:avLst/>
          </a:prstGeom>
          <a:noFill/>
        </p:spPr>
        <p:txBody>
          <a:bodyPr wrap="none" rtlCol="0">
            <a:spAutoFit/>
          </a:bodyPr>
          <a:lstStyle/>
          <a:p>
            <a:r>
              <a:rPr lang="ko-KR" altLang="es-CL" sz="2400" dirty="0"/>
              <a:t>이게 </a:t>
            </a:r>
            <a:r>
              <a:rPr lang="es-CL" altLang="ko-KR" sz="2400" dirty="0"/>
              <a:t>= esto</a:t>
            </a:r>
          </a:p>
          <a:p>
            <a:r>
              <a:rPr lang="ko-KR" altLang="es-CL" sz="2400" dirty="0"/>
              <a:t>저게 </a:t>
            </a:r>
            <a:r>
              <a:rPr lang="es-CL" altLang="ko-KR" sz="2400" dirty="0"/>
              <a:t>= aquel</a:t>
            </a:r>
          </a:p>
          <a:p>
            <a:r>
              <a:rPr lang="ko-KR" altLang="es-CL" sz="2400" dirty="0"/>
              <a:t>그게 </a:t>
            </a:r>
            <a:r>
              <a:rPr lang="es-CL" altLang="ko-KR" sz="2400" dirty="0"/>
              <a:t>= eso</a:t>
            </a:r>
            <a:endParaRPr lang="es-CL" sz="2400" dirty="0"/>
          </a:p>
        </p:txBody>
      </p:sp>
      <p:sp>
        <p:nvSpPr>
          <p:cNvPr id="12" name="TextBox 11">
            <a:extLst>
              <a:ext uri="{FF2B5EF4-FFF2-40B4-BE49-F238E27FC236}">
                <a16:creationId xmlns:a16="http://schemas.microsoft.com/office/drawing/2014/main" id="{6FA487AC-E817-4930-CA1E-8A7EBABDC3F1}"/>
              </a:ext>
            </a:extLst>
          </p:cNvPr>
          <p:cNvSpPr txBox="1"/>
          <p:nvPr/>
        </p:nvSpPr>
        <p:spPr>
          <a:xfrm>
            <a:off x="5108329" y="2436983"/>
            <a:ext cx="1604927" cy="461665"/>
          </a:xfrm>
          <a:prstGeom prst="rect">
            <a:avLst/>
          </a:prstGeom>
          <a:noFill/>
        </p:spPr>
        <p:txBody>
          <a:bodyPr wrap="none" rtlCol="0">
            <a:spAutoFit/>
          </a:bodyPr>
          <a:lstStyle/>
          <a:p>
            <a:r>
              <a:rPr lang="es-CL" sz="2400" dirty="0"/>
              <a:t>[</a:t>
            </a:r>
            <a:r>
              <a:rPr lang="ko-KR" altLang="es-CL" sz="2400" dirty="0"/>
              <a:t>채기에요</a:t>
            </a:r>
            <a:r>
              <a:rPr lang="es-CL" altLang="ko-KR" sz="2400" dirty="0"/>
              <a:t>]</a:t>
            </a:r>
            <a:endParaRPr lang="es-CL" sz="2400" dirty="0"/>
          </a:p>
        </p:txBody>
      </p:sp>
      <p:sp>
        <p:nvSpPr>
          <p:cNvPr id="13" name="TextBox 12">
            <a:extLst>
              <a:ext uri="{FF2B5EF4-FFF2-40B4-BE49-F238E27FC236}">
                <a16:creationId xmlns:a16="http://schemas.microsoft.com/office/drawing/2014/main" id="{58B5AC59-4F79-BF95-92B4-AAAD71A3EB6D}"/>
              </a:ext>
            </a:extLst>
          </p:cNvPr>
          <p:cNvSpPr txBox="1"/>
          <p:nvPr/>
        </p:nvSpPr>
        <p:spPr>
          <a:xfrm>
            <a:off x="9129435" y="1779722"/>
            <a:ext cx="3304174" cy="2862322"/>
          </a:xfrm>
          <a:prstGeom prst="rect">
            <a:avLst/>
          </a:prstGeom>
          <a:noFill/>
        </p:spPr>
        <p:txBody>
          <a:bodyPr wrap="none" rtlCol="0">
            <a:spAutoFit/>
          </a:bodyPr>
          <a:lstStyle/>
          <a:p>
            <a:r>
              <a:rPr lang="ko-KR" altLang="es-CL" dirty="0"/>
              <a:t>응</a:t>
            </a:r>
            <a:r>
              <a:rPr lang="es-CL" altLang="ko-KR" dirty="0"/>
              <a:t> = si</a:t>
            </a:r>
          </a:p>
          <a:p>
            <a:r>
              <a:rPr lang="ko-KR" altLang="es-CL" dirty="0"/>
              <a:t>어</a:t>
            </a:r>
            <a:r>
              <a:rPr lang="es-CL" altLang="ko-KR" dirty="0"/>
              <a:t> = si</a:t>
            </a:r>
          </a:p>
          <a:p>
            <a:endParaRPr lang="es-CL" altLang="ko-KR" dirty="0"/>
          </a:p>
          <a:p>
            <a:r>
              <a:rPr lang="ko-KR" altLang="es-CL" dirty="0"/>
              <a:t>아니 </a:t>
            </a:r>
            <a:r>
              <a:rPr lang="es-CL" altLang="ko-KR" dirty="0"/>
              <a:t>= no</a:t>
            </a:r>
          </a:p>
          <a:p>
            <a:r>
              <a:rPr lang="ko-KR" altLang="es-CL" dirty="0"/>
              <a:t>아니에요</a:t>
            </a:r>
            <a:r>
              <a:rPr lang="es-CL" altLang="ko-KR" dirty="0"/>
              <a:t>. = no soy</a:t>
            </a:r>
          </a:p>
          <a:p>
            <a:r>
              <a:rPr lang="ko-KR" altLang="es-CL" dirty="0"/>
              <a:t>안</a:t>
            </a:r>
            <a:r>
              <a:rPr lang="es-CL" altLang="ko-KR" dirty="0"/>
              <a:t>/</a:t>
            </a:r>
            <a:r>
              <a:rPr lang="ko-KR" altLang="es-CL" dirty="0"/>
              <a:t>못 </a:t>
            </a:r>
            <a:r>
              <a:rPr lang="es-CL" altLang="ko-KR" dirty="0"/>
              <a:t>= negación antes del verbo</a:t>
            </a:r>
          </a:p>
          <a:p>
            <a:r>
              <a:rPr lang="ko-KR" altLang="es-CL" dirty="0"/>
              <a:t>안 가요</a:t>
            </a:r>
            <a:r>
              <a:rPr lang="es-CL" altLang="ko-KR" dirty="0"/>
              <a:t>. No voy (puedes)</a:t>
            </a:r>
          </a:p>
          <a:p>
            <a:r>
              <a:rPr lang="ko-KR" altLang="es-CL" dirty="0"/>
              <a:t>못 가요</a:t>
            </a:r>
            <a:r>
              <a:rPr lang="es-CL" altLang="ko-KR" dirty="0"/>
              <a:t>. No voy (no puedes)</a:t>
            </a:r>
          </a:p>
          <a:p>
            <a:r>
              <a:rPr lang="ko-KR" altLang="es-CL" dirty="0"/>
              <a:t>안 먹어요 </a:t>
            </a:r>
            <a:r>
              <a:rPr lang="es-CL" altLang="ko-KR" dirty="0"/>
              <a:t>= No comer</a:t>
            </a:r>
          </a:p>
          <a:p>
            <a:r>
              <a:rPr lang="ko-KR" altLang="es-CL" dirty="0"/>
              <a:t>못 먹어요 </a:t>
            </a:r>
            <a:r>
              <a:rPr lang="es-CL" altLang="ko-KR" dirty="0"/>
              <a:t>= No puedo comer</a:t>
            </a:r>
            <a:endParaRPr lang="es-CL"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310896"/>
          </a:xfrm>
          <a:prstGeom prst="rect">
            <a:avLst/>
          </a:prstGeom>
          <a:noFill/>
          <a:ln/>
        </p:spPr>
        <p:txBody>
          <a:bodyPr wrap="square" lIns="0" tIns="0" rIns="0" bIns="0" rtlCol="0" anchor="ctr"/>
          <a:lstStyle/>
          <a:p>
            <a:pPr marL="0" indent="0">
              <a:buNone/>
            </a:pPr>
            <a:r>
              <a:rPr lang="en-US" sz="1200" b="1" kern="0" spc="300" dirty="0">
                <a:solidFill>
                  <a:srgbClr val="4236F6"/>
                </a:solidFill>
                <a:latin typeface="Arial" pitchFamily="34" charset="0"/>
                <a:ea typeface="Arial" pitchFamily="34" charset="-122"/>
                <a:cs typeface="Arial" pitchFamily="34" charset="-120"/>
              </a:rPr>
              <a:t>2과 · 3과 · 이에요 / 예요</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marL="0" indent="0">
              <a:buNone/>
            </a:pPr>
            <a:r>
              <a:rPr lang="en-US" sz="3200" b="1" dirty="0">
                <a:solidFill>
                  <a:srgbClr val="0A0A0F"/>
                </a:solidFill>
                <a:latin typeface="Arial" pitchFamily="34" charset="0"/>
                <a:ea typeface="Arial" pitchFamily="34" charset="-122"/>
                <a:cs typeface="Arial" pitchFamily="34" charset="-120"/>
              </a:rPr>
              <a:t>La misma regla te sirve tres veces</a:t>
            </a:r>
            <a:endParaRPr lang="en-US" sz="3200" dirty="0"/>
          </a:p>
        </p:txBody>
      </p:sp>
      <p:pic>
        <p:nvPicPr>
          <p:cNvPr id="4" name="Image 0" descr="C:\Users\Chingu\AppData\Local\Temp\claude\C--Users-Chingu-Desktop-ACADEMIASEULWEB\d4111e1b-5523-44ea-97b2-b1a1d9545b9e\scratchpad\igpost\sello-azul.png"/>
          <p:cNvPicPr>
            <a:picLocks noChangeAspect="1"/>
          </p:cNvPicPr>
          <p:nvPr/>
        </p:nvPicPr>
        <p:blipFill>
          <a:blip r:embed="rId3"/>
          <a:stretch>
            <a:fillRect/>
          </a:stretch>
        </p:blipFill>
        <p:spPr>
          <a:xfrm>
            <a:off x="11475720" y="6236208"/>
            <a:ext cx="457200" cy="438912"/>
          </a:xfrm>
          <a:prstGeom prst="rect">
            <a:avLst/>
          </a:prstGeom>
        </p:spPr>
      </p:pic>
      <p:sp>
        <p:nvSpPr>
          <p:cNvPr id="5" name="Text 2"/>
          <p:cNvSpPr txBox="1"/>
          <p:nvPr/>
        </p:nvSpPr>
        <p:spPr>
          <a:xfrm>
            <a:off x="822960" y="1554480"/>
            <a:ext cx="10607040" cy="566928"/>
          </a:xfrm>
          <a:prstGeom prst="rect">
            <a:avLst/>
          </a:prstGeom>
          <a:noFill/>
          <a:ln/>
        </p:spPr>
        <p:txBody>
          <a:bodyPr wrap="square" lIns="0" tIns="0" rIns="0" bIns="0" rtlCol="0" anchor="ctr"/>
          <a:lstStyle/>
          <a:p>
            <a:pPr marL="0" indent="0">
              <a:buNone/>
            </a:pPr>
            <a:r>
              <a:rPr lang="en-US" sz="2800" b="1" dirty="0">
                <a:solidFill>
                  <a:srgbClr val="0A0A0F"/>
                </a:solidFill>
                <a:latin typeface="Malgun Gothic" pitchFamily="34" charset="0"/>
                <a:ea typeface="Malgun Gothic" pitchFamily="34" charset="-122"/>
                <a:cs typeface="Malgun Gothic" pitchFamily="34" charset="-120"/>
              </a:rPr>
              <a:t>그림이에요.</a:t>
            </a:r>
            <a:r>
              <a:rPr lang="en-US" sz="1400" b="1" dirty="0">
                <a:solidFill>
                  <a:srgbClr val="4236F6"/>
                </a:solidFill>
                <a:latin typeface="Arial" pitchFamily="34" charset="0"/>
                <a:ea typeface="Arial" pitchFamily="34" charset="-122"/>
                <a:cs typeface="Arial" pitchFamily="34" charset="-120"/>
              </a:rPr>
              <a:t>   [gu-ri-mi-e-io]</a:t>
            </a:r>
            <a:r>
              <a:rPr lang="en-US" sz="1400" i="1" dirty="0">
                <a:solidFill>
                  <a:srgbClr val="5C5F6B"/>
                </a:solidFill>
                <a:latin typeface="Arial" pitchFamily="34" charset="0"/>
                <a:ea typeface="Arial" pitchFamily="34" charset="-122"/>
                <a:cs typeface="Arial" pitchFamily="34" charset="-120"/>
              </a:rPr>
              <a:t>   es un dibujo (그림 termina en ㅁ → 이에요)</a:t>
            </a:r>
            <a:endParaRPr lang="en-US" sz="2800" dirty="0"/>
          </a:p>
        </p:txBody>
      </p:sp>
      <p:sp>
        <p:nvSpPr>
          <p:cNvPr id="6" name="Text 3"/>
          <p:cNvSpPr txBox="1"/>
          <p:nvPr/>
        </p:nvSpPr>
        <p:spPr>
          <a:xfrm>
            <a:off x="822960" y="2194560"/>
            <a:ext cx="10607040" cy="566928"/>
          </a:xfrm>
          <a:prstGeom prst="rect">
            <a:avLst/>
          </a:prstGeom>
          <a:noFill/>
          <a:ln/>
        </p:spPr>
        <p:txBody>
          <a:bodyPr wrap="square" lIns="0" tIns="0" rIns="0" bIns="0" rtlCol="0" anchor="ctr"/>
          <a:lstStyle/>
          <a:p>
            <a:pPr marL="0" indent="0">
              <a:buNone/>
            </a:pPr>
            <a:r>
              <a:rPr lang="en-US" sz="2800" b="1" dirty="0">
                <a:solidFill>
                  <a:srgbClr val="0A0A0F"/>
                </a:solidFill>
                <a:latin typeface="Malgun Gothic" pitchFamily="34" charset="0"/>
                <a:ea typeface="Malgun Gothic" pitchFamily="34" charset="-122"/>
                <a:cs typeface="Malgun Gothic" pitchFamily="34" charset="-120"/>
              </a:rPr>
              <a:t>사과예요.</a:t>
            </a:r>
            <a:r>
              <a:rPr lang="en-US" sz="1400" b="1" dirty="0">
                <a:solidFill>
                  <a:srgbClr val="4236F6"/>
                </a:solidFill>
                <a:latin typeface="Arial" pitchFamily="34" charset="0"/>
                <a:ea typeface="Arial" pitchFamily="34" charset="-122"/>
                <a:cs typeface="Arial" pitchFamily="34" charset="-120"/>
              </a:rPr>
              <a:t>   [sa-gua-e-io]</a:t>
            </a:r>
            <a:r>
              <a:rPr lang="en-US" sz="1400" i="1" dirty="0">
                <a:solidFill>
                  <a:srgbClr val="5C5F6B"/>
                </a:solidFill>
                <a:latin typeface="Arial" pitchFamily="34" charset="0"/>
                <a:ea typeface="Arial" pitchFamily="34" charset="-122"/>
                <a:cs typeface="Arial" pitchFamily="34" charset="-120"/>
              </a:rPr>
              <a:t>   es una manzana (사과 termina en vocal → 예요)</a:t>
            </a:r>
            <a:endParaRPr lang="en-US" sz="2800" dirty="0"/>
          </a:p>
        </p:txBody>
      </p:sp>
      <p:sp>
        <p:nvSpPr>
          <p:cNvPr id="7" name="Text 4"/>
          <p:cNvSpPr txBox="1"/>
          <p:nvPr/>
        </p:nvSpPr>
        <p:spPr>
          <a:xfrm>
            <a:off x="822960" y="2834640"/>
            <a:ext cx="10607040" cy="566928"/>
          </a:xfrm>
          <a:prstGeom prst="rect">
            <a:avLst/>
          </a:prstGeom>
          <a:noFill/>
          <a:ln/>
        </p:spPr>
        <p:txBody>
          <a:bodyPr wrap="square" lIns="0" tIns="0" rIns="0" bIns="0" rtlCol="0" anchor="ctr"/>
          <a:lstStyle/>
          <a:p>
            <a:pPr marL="0" indent="0">
              <a:buNone/>
            </a:pPr>
            <a:r>
              <a:rPr lang="en-US" sz="2800" b="1" dirty="0">
                <a:solidFill>
                  <a:srgbClr val="0A0A0F"/>
                </a:solidFill>
                <a:latin typeface="Malgun Gothic" pitchFamily="34" charset="0"/>
                <a:ea typeface="Malgun Gothic" pitchFamily="34" charset="-122"/>
                <a:cs typeface="Malgun Gothic" pitchFamily="34" charset="-120"/>
              </a:rPr>
              <a:t>물이에요? — 아니요, 맥주예요.</a:t>
            </a:r>
            <a:r>
              <a:rPr lang="en-US" sz="1400" b="1" dirty="0">
                <a:solidFill>
                  <a:srgbClr val="4236F6"/>
                </a:solidFill>
                <a:latin typeface="Arial" pitchFamily="34" charset="0"/>
                <a:ea typeface="Arial" pitchFamily="34" charset="-122"/>
                <a:cs typeface="Arial" pitchFamily="34" charset="-120"/>
              </a:rPr>
              <a:t>   [mu-ri-e-io / mek-chu-e-io]</a:t>
            </a:r>
            <a:r>
              <a:rPr lang="en-US" sz="1400" i="1" dirty="0">
                <a:solidFill>
                  <a:srgbClr val="5C5F6B"/>
                </a:solidFill>
                <a:latin typeface="Arial" pitchFamily="34" charset="0"/>
                <a:ea typeface="Arial" pitchFamily="34" charset="-122"/>
                <a:cs typeface="Arial" pitchFamily="34" charset="-120"/>
              </a:rPr>
              <a:t>   ¿es agua? — no, es cerveza</a:t>
            </a:r>
            <a:endParaRPr lang="en-US" sz="2800" dirty="0"/>
          </a:p>
        </p:txBody>
      </p:sp>
      <p:sp>
        <p:nvSpPr>
          <p:cNvPr id="8" name="Shape 5"/>
          <p:cNvSpPr/>
          <p:nvPr/>
        </p:nvSpPr>
        <p:spPr>
          <a:xfrm>
            <a:off x="548640" y="3611880"/>
            <a:ext cx="11064240" cy="731520"/>
          </a:xfrm>
          <a:prstGeom prst="roundRect">
            <a:avLst>
              <a:gd name="adj" fmla="val 10000"/>
            </a:avLst>
          </a:prstGeom>
          <a:solidFill>
            <a:srgbClr val="EEF1FF"/>
          </a:solidFill>
          <a:ln w="12700">
            <a:solidFill>
              <a:srgbClr val="D8DCF5"/>
            </a:solidFill>
            <a:prstDash val="solid"/>
          </a:ln>
        </p:spPr>
      </p:sp>
      <p:sp>
        <p:nvSpPr>
          <p:cNvPr id="9" name="Text 6"/>
          <p:cNvSpPr txBox="1"/>
          <p:nvPr/>
        </p:nvSpPr>
        <p:spPr>
          <a:xfrm>
            <a:off x="822960" y="3767328"/>
            <a:ext cx="10515600" cy="457200"/>
          </a:xfrm>
          <a:prstGeom prst="rect">
            <a:avLst/>
          </a:prstGeom>
          <a:noFill/>
          <a:ln/>
        </p:spPr>
        <p:txBody>
          <a:bodyPr wrap="square" lIns="0" tIns="0" rIns="0" bIns="0" rtlCol="0" anchor="ctr"/>
          <a:lstStyle/>
          <a:p>
            <a:pPr marL="0" indent="0">
              <a:buNone/>
            </a:pPr>
            <a:r>
              <a:rPr lang="en-US" sz="1300" b="1" dirty="0">
                <a:solidFill>
                  <a:srgbClr val="0A0A0F"/>
                </a:solidFill>
                <a:latin typeface="Arial" pitchFamily="34" charset="0"/>
                <a:ea typeface="Arial" pitchFamily="34" charset="-122"/>
                <a:cs typeface="Arial" pitchFamily="34" charset="-120"/>
              </a:rPr>
              <a:t>Batchim → </a:t>
            </a:r>
            <a:r>
              <a:rPr lang="en-US" sz="1700" b="1" dirty="0">
                <a:solidFill>
                  <a:srgbClr val="4236F6"/>
                </a:solidFill>
                <a:latin typeface="Malgun Gothic" pitchFamily="34" charset="0"/>
                <a:ea typeface="Malgun Gothic" pitchFamily="34" charset="-122"/>
                <a:cs typeface="Malgun Gothic" pitchFamily="34" charset="-120"/>
              </a:rPr>
              <a:t>이에요</a:t>
            </a:r>
            <a:r>
              <a:rPr lang="en-US" sz="1300" b="1" dirty="0">
                <a:solidFill>
                  <a:srgbClr val="0A0A0F"/>
                </a:solidFill>
                <a:latin typeface="Arial" pitchFamily="34" charset="0"/>
                <a:ea typeface="Arial" pitchFamily="34" charset="-122"/>
                <a:cs typeface="Arial" pitchFamily="34" charset="-120"/>
              </a:rPr>
              <a:t>  ·  Vocal → </a:t>
            </a:r>
            <a:r>
              <a:rPr lang="en-US" sz="1700" b="1" dirty="0">
                <a:solidFill>
                  <a:srgbClr val="4236F6"/>
                </a:solidFill>
                <a:latin typeface="Malgun Gothic" pitchFamily="34" charset="0"/>
                <a:ea typeface="Malgun Gothic" pitchFamily="34" charset="-122"/>
                <a:cs typeface="Malgun Gothic" pitchFamily="34" charset="-120"/>
              </a:rPr>
              <a:t>예요</a:t>
            </a:r>
            <a:r>
              <a:rPr lang="en-US" sz="1300" dirty="0">
                <a:solidFill>
                  <a:srgbClr val="5C5F6B"/>
                </a:solidFill>
                <a:latin typeface="Arial" pitchFamily="34" charset="0"/>
                <a:ea typeface="Arial" pitchFamily="34" charset="-122"/>
                <a:cs typeface="Arial" pitchFamily="34" charset="-120"/>
              </a:rPr>
              <a:t>   Esta MISMA regla batchim/vocal vuelve en 은/는 y en 을/를: apréndela una vez y úsala tres veces.</a:t>
            </a:r>
            <a:endParaRPr lang="en-US" sz="1300" dirty="0"/>
          </a:p>
        </p:txBody>
      </p:sp>
      <p:sp>
        <p:nvSpPr>
          <p:cNvPr id="10" name="Shape 7"/>
          <p:cNvSpPr/>
          <p:nvPr/>
        </p:nvSpPr>
        <p:spPr>
          <a:xfrm>
            <a:off x="548640" y="4526280"/>
            <a:ext cx="11064240" cy="1417320"/>
          </a:xfrm>
          <a:prstGeom prst="roundRect">
            <a:avLst>
              <a:gd name="adj" fmla="val 5161"/>
            </a:avLst>
          </a:prstGeom>
          <a:solidFill>
            <a:srgbClr val="EEF1FF"/>
          </a:solidFill>
          <a:ln w="12700">
            <a:solidFill>
              <a:srgbClr val="D8DCF5"/>
            </a:solidFill>
            <a:prstDash val="solid"/>
          </a:ln>
        </p:spPr>
      </p:sp>
      <p:sp>
        <p:nvSpPr>
          <p:cNvPr id="11" name="Text 8"/>
          <p:cNvSpPr txBox="1"/>
          <p:nvPr/>
        </p:nvSpPr>
        <p:spPr>
          <a:xfrm>
            <a:off x="822960" y="4617720"/>
            <a:ext cx="10515600" cy="292608"/>
          </a:xfrm>
          <a:prstGeom prst="rect">
            <a:avLst/>
          </a:prstGeom>
          <a:noFill/>
          <a:ln/>
        </p:spPr>
        <p:txBody>
          <a:bodyPr wrap="square" lIns="0" tIns="0" rIns="0" bIns="0" rtlCol="0" anchor="ctr"/>
          <a:lstStyle/>
          <a:p>
            <a:pPr marL="0" indent="0">
              <a:buNone/>
            </a:pPr>
            <a:r>
              <a:rPr lang="en-US" sz="1200" b="1" kern="0" spc="200" dirty="0">
                <a:solidFill>
                  <a:srgbClr val="003478"/>
                </a:solidFill>
                <a:latin typeface="Arial" pitchFamily="34" charset="0"/>
                <a:ea typeface="Arial" pitchFamily="34" charset="-122"/>
                <a:cs typeface="Arial" pitchFamily="34" charset="-120"/>
              </a:rPr>
              <a:t>✏️  PRACTICA TÚ · GUÍA DE ESTUDIO · CAPÍTULO 2</a:t>
            </a:r>
            <a:r>
              <a:rPr lang="en-US" sz="1100" i="1" dirty="0">
                <a:solidFill>
                  <a:srgbClr val="5C5F6B"/>
                </a:solidFill>
                <a:latin typeface="Arial" pitchFamily="34" charset="0"/>
                <a:ea typeface="Arial" pitchFamily="34" charset="-122"/>
                <a:cs typeface="Arial" pitchFamily="34" charset="-120"/>
              </a:rPr>
              <a:t>   (respuestas al final)</a:t>
            </a:r>
            <a:endParaRPr lang="en-US" sz="1200" dirty="0"/>
          </a:p>
        </p:txBody>
      </p:sp>
      <p:sp>
        <p:nvSpPr>
          <p:cNvPr id="12" name="Text 9"/>
          <p:cNvSpPr txBox="1"/>
          <p:nvPr/>
        </p:nvSpPr>
        <p:spPr>
          <a:xfrm>
            <a:off x="822960" y="4937760"/>
            <a:ext cx="10515600" cy="310896"/>
          </a:xfrm>
          <a:prstGeom prst="rect">
            <a:avLst/>
          </a:prstGeom>
          <a:noFill/>
          <a:ln/>
        </p:spPr>
        <p:txBody>
          <a:bodyPr wrap="square" lIns="0" tIns="0" rIns="0" bIns="0" rtlCol="0" anchor="ctr"/>
          <a:lstStyle/>
          <a:p>
            <a:pPr marL="0" indent="0">
              <a:buNone/>
            </a:pPr>
            <a:r>
              <a:rPr lang="en-US" sz="1400" dirty="0">
                <a:solidFill>
                  <a:srgbClr val="0A0A0F"/>
                </a:solidFill>
                <a:latin typeface="Malgun Gothic" pitchFamily="34" charset="0"/>
                <a:ea typeface="Malgun Gothic" pitchFamily="34" charset="-122"/>
                <a:cs typeface="Malgun Gothic" pitchFamily="34" charset="-120"/>
              </a:rPr>
              <a:t>1.  ¿“Es un dibujo” se dice 그림이에요 o 그림예요? ¿Por qué?</a:t>
            </a:r>
            <a:endParaRPr lang="en-US" sz="1400" dirty="0"/>
          </a:p>
        </p:txBody>
      </p:sp>
      <p:sp>
        <p:nvSpPr>
          <p:cNvPr id="13" name="Text 10"/>
          <p:cNvSpPr txBox="1"/>
          <p:nvPr/>
        </p:nvSpPr>
        <p:spPr>
          <a:xfrm>
            <a:off x="822960" y="5257800"/>
            <a:ext cx="10515600" cy="310896"/>
          </a:xfrm>
          <a:prstGeom prst="rect">
            <a:avLst/>
          </a:prstGeom>
          <a:noFill/>
          <a:ln/>
        </p:spPr>
        <p:txBody>
          <a:bodyPr wrap="square" lIns="0" tIns="0" rIns="0" bIns="0" rtlCol="0" anchor="ctr"/>
          <a:lstStyle/>
          <a:p>
            <a:pPr marL="0" indent="0">
              <a:buNone/>
            </a:pPr>
            <a:r>
              <a:rPr lang="en-US" sz="1400" dirty="0">
                <a:solidFill>
                  <a:srgbClr val="0A0A0F"/>
                </a:solidFill>
                <a:latin typeface="Malgun Gothic" pitchFamily="34" charset="0"/>
                <a:ea typeface="Malgun Gothic" pitchFamily="34" charset="-122"/>
                <a:cs typeface="Malgun Gothic" pitchFamily="34" charset="-120"/>
              </a:rPr>
              <a:t>2.  Pregunta “¿qué es esto?” y responde “es una manzana”.</a:t>
            </a:r>
            <a:endParaRPr lang="en-US" sz="1400" dirty="0"/>
          </a:p>
        </p:txBody>
      </p:sp>
      <p:sp>
        <p:nvSpPr>
          <p:cNvPr id="14" name="Text 11"/>
          <p:cNvSpPr txBox="1"/>
          <p:nvPr/>
        </p:nvSpPr>
        <p:spPr>
          <a:xfrm>
            <a:off x="822960" y="5577840"/>
            <a:ext cx="10515600" cy="310896"/>
          </a:xfrm>
          <a:prstGeom prst="rect">
            <a:avLst/>
          </a:prstGeom>
          <a:noFill/>
          <a:ln/>
        </p:spPr>
        <p:txBody>
          <a:bodyPr wrap="square" lIns="0" tIns="0" rIns="0" bIns="0" rtlCol="0" anchor="ctr"/>
          <a:lstStyle/>
          <a:p>
            <a:pPr marL="0" indent="0">
              <a:buNone/>
            </a:pPr>
            <a:r>
              <a:rPr lang="en-US" sz="1400" dirty="0">
                <a:solidFill>
                  <a:srgbClr val="0A0A0F"/>
                </a:solidFill>
                <a:latin typeface="Malgun Gothic" pitchFamily="34" charset="0"/>
                <a:ea typeface="Malgun Gothic" pitchFamily="34" charset="-122"/>
                <a:cs typeface="Malgun Gothic" pitchFamily="34" charset="-120"/>
              </a:rPr>
              <a:t>3.  “¿Es agua? — No, es cerveza” — dilo completo en coreano.</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310896"/>
          </a:xfrm>
          <a:prstGeom prst="rect">
            <a:avLst/>
          </a:prstGeom>
          <a:noFill/>
          <a:ln/>
        </p:spPr>
        <p:txBody>
          <a:bodyPr wrap="square" lIns="0" tIns="0" rIns="0" bIns="0" rtlCol="0" anchor="ctr"/>
          <a:lstStyle/>
          <a:p>
            <a:pPr marL="0" indent="0">
              <a:buNone/>
            </a:pPr>
            <a:r>
              <a:rPr lang="en-US" sz="1200" b="1" kern="0" spc="300" dirty="0">
                <a:solidFill>
                  <a:srgbClr val="4236F6"/>
                </a:solidFill>
                <a:latin typeface="Arial" pitchFamily="34" charset="0"/>
                <a:ea typeface="Arial" pitchFamily="34" charset="-122"/>
                <a:cs typeface="Arial" pitchFamily="34" charset="-120"/>
              </a:rPr>
              <a:t>4과 · 우리 엄마예요</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marL="0" indent="0">
              <a:buNone/>
            </a:pPr>
            <a:r>
              <a:rPr lang="en-US" sz="3200" b="1" dirty="0">
                <a:solidFill>
                  <a:srgbClr val="0A0A0F"/>
                </a:solidFill>
                <a:latin typeface="Arial" pitchFamily="34" charset="0"/>
                <a:ea typeface="Arial" pitchFamily="34" charset="-122"/>
                <a:cs typeface="Arial" pitchFamily="34" charset="-120"/>
              </a:rPr>
              <a:t>La familia — y el famoso 우리</a:t>
            </a:r>
            <a:endParaRPr lang="en-US" sz="3200" dirty="0"/>
          </a:p>
        </p:txBody>
      </p:sp>
      <p:pic>
        <p:nvPicPr>
          <p:cNvPr id="4" name="Image 0" descr="C:\Users\Chingu\AppData\Local\Temp\claude\C--Users-Chingu-Desktop-ACADEMIASEULWEB\d4111e1b-5523-44ea-97b2-b1a1d9545b9e\scratchpad\igpost\sello-azul.png"/>
          <p:cNvPicPr>
            <a:picLocks noChangeAspect="1"/>
          </p:cNvPicPr>
          <p:nvPr/>
        </p:nvPicPr>
        <p:blipFill>
          <a:blip r:embed="rId3"/>
          <a:stretch>
            <a:fillRect/>
          </a:stretch>
        </p:blipFill>
        <p:spPr>
          <a:xfrm>
            <a:off x="11475720" y="6236208"/>
            <a:ext cx="457200" cy="438912"/>
          </a:xfrm>
          <a:prstGeom prst="rect">
            <a:avLst/>
          </a:prstGeom>
        </p:spPr>
      </p:pic>
      <p:sp>
        <p:nvSpPr>
          <p:cNvPr id="5" name="Shape 2"/>
          <p:cNvSpPr/>
          <p:nvPr/>
        </p:nvSpPr>
        <p:spPr>
          <a:xfrm>
            <a:off x="822960" y="1600200"/>
            <a:ext cx="3429000" cy="1325880"/>
          </a:xfrm>
          <a:prstGeom prst="roundRect">
            <a:avLst>
              <a:gd name="adj" fmla="val 5517"/>
            </a:avLst>
          </a:prstGeom>
          <a:solidFill>
            <a:srgbClr val="EEF1FF"/>
          </a:solidFill>
          <a:ln w="12700">
            <a:solidFill>
              <a:srgbClr val="D8DCF5"/>
            </a:solidFill>
            <a:prstDash val="solid"/>
          </a:ln>
        </p:spPr>
      </p:sp>
      <p:sp>
        <p:nvSpPr>
          <p:cNvPr id="6" name="Text 3"/>
          <p:cNvSpPr txBox="1"/>
          <p:nvPr/>
        </p:nvSpPr>
        <p:spPr>
          <a:xfrm>
            <a:off x="822960" y="1655064"/>
            <a:ext cx="3429000" cy="689458"/>
          </a:xfrm>
          <a:prstGeom prst="rect">
            <a:avLst/>
          </a:prstGeom>
          <a:noFill/>
          <a:ln/>
        </p:spPr>
        <p:txBody>
          <a:bodyPr wrap="square" lIns="0" tIns="0" rIns="0" bIns="0" rtlCol="0" anchor="ctr"/>
          <a:lstStyle/>
          <a:p>
            <a:pPr marL="0" indent="0" algn="ctr">
              <a:buNone/>
            </a:pPr>
            <a:r>
              <a:rPr lang="en-US" sz="2800" b="1" dirty="0">
                <a:solidFill>
                  <a:srgbClr val="0A0A0F"/>
                </a:solidFill>
                <a:latin typeface="Malgun Gothic" pitchFamily="34" charset="0"/>
                <a:ea typeface="Malgun Gothic" pitchFamily="34" charset="-122"/>
                <a:cs typeface="Malgun Gothic" pitchFamily="34" charset="-120"/>
              </a:rPr>
              <a:t>엄마</a:t>
            </a:r>
            <a:endParaRPr lang="en-US" sz="2800" dirty="0"/>
          </a:p>
        </p:txBody>
      </p:sp>
      <p:sp>
        <p:nvSpPr>
          <p:cNvPr id="7" name="Text 4"/>
          <p:cNvSpPr txBox="1"/>
          <p:nvPr/>
        </p:nvSpPr>
        <p:spPr>
          <a:xfrm>
            <a:off x="822960" y="2329434"/>
            <a:ext cx="3429000" cy="291694"/>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om-ma</a:t>
            </a:r>
            <a:endParaRPr lang="en-US" sz="1100" dirty="0"/>
          </a:p>
        </p:txBody>
      </p:sp>
      <p:sp>
        <p:nvSpPr>
          <p:cNvPr id="8" name="Text 5"/>
          <p:cNvSpPr txBox="1"/>
          <p:nvPr/>
        </p:nvSpPr>
        <p:spPr>
          <a:xfrm>
            <a:off x="822960" y="2581351"/>
            <a:ext cx="3429000" cy="318211"/>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mamá</a:t>
            </a:r>
            <a:endParaRPr lang="en-US" sz="1100" dirty="0"/>
          </a:p>
        </p:txBody>
      </p:sp>
      <p:sp>
        <p:nvSpPr>
          <p:cNvPr id="9" name="Shape 6"/>
          <p:cNvSpPr/>
          <p:nvPr/>
        </p:nvSpPr>
        <p:spPr>
          <a:xfrm>
            <a:off x="4526280" y="1600200"/>
            <a:ext cx="3429000" cy="1325880"/>
          </a:xfrm>
          <a:prstGeom prst="roundRect">
            <a:avLst>
              <a:gd name="adj" fmla="val 5517"/>
            </a:avLst>
          </a:prstGeom>
          <a:solidFill>
            <a:srgbClr val="EEF1FF"/>
          </a:solidFill>
          <a:ln w="12700">
            <a:solidFill>
              <a:srgbClr val="D8DCF5"/>
            </a:solidFill>
            <a:prstDash val="solid"/>
          </a:ln>
        </p:spPr>
      </p:sp>
      <p:sp>
        <p:nvSpPr>
          <p:cNvPr id="10" name="Text 7"/>
          <p:cNvSpPr txBox="1"/>
          <p:nvPr/>
        </p:nvSpPr>
        <p:spPr>
          <a:xfrm>
            <a:off x="4526280" y="1655064"/>
            <a:ext cx="3429000" cy="689458"/>
          </a:xfrm>
          <a:prstGeom prst="rect">
            <a:avLst/>
          </a:prstGeom>
          <a:noFill/>
          <a:ln/>
        </p:spPr>
        <p:txBody>
          <a:bodyPr wrap="square" lIns="0" tIns="0" rIns="0" bIns="0" rtlCol="0" anchor="ctr"/>
          <a:lstStyle/>
          <a:p>
            <a:pPr marL="0" indent="0" algn="ctr">
              <a:buNone/>
            </a:pPr>
            <a:r>
              <a:rPr lang="en-US" sz="2800" b="1" dirty="0">
                <a:solidFill>
                  <a:srgbClr val="0A0A0F"/>
                </a:solidFill>
                <a:latin typeface="Malgun Gothic" pitchFamily="34" charset="0"/>
                <a:ea typeface="Malgun Gothic" pitchFamily="34" charset="-122"/>
                <a:cs typeface="Malgun Gothic" pitchFamily="34" charset="-120"/>
              </a:rPr>
              <a:t>아빠</a:t>
            </a:r>
            <a:endParaRPr lang="en-US" sz="2800" dirty="0"/>
          </a:p>
        </p:txBody>
      </p:sp>
      <p:sp>
        <p:nvSpPr>
          <p:cNvPr id="11" name="Text 8"/>
          <p:cNvSpPr txBox="1"/>
          <p:nvPr/>
        </p:nvSpPr>
        <p:spPr>
          <a:xfrm>
            <a:off x="4526280" y="2329434"/>
            <a:ext cx="3429000" cy="291694"/>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a-pa</a:t>
            </a:r>
            <a:endParaRPr lang="en-US" sz="1100" dirty="0"/>
          </a:p>
        </p:txBody>
      </p:sp>
      <p:sp>
        <p:nvSpPr>
          <p:cNvPr id="12" name="Text 9"/>
          <p:cNvSpPr txBox="1"/>
          <p:nvPr/>
        </p:nvSpPr>
        <p:spPr>
          <a:xfrm>
            <a:off x="4526280" y="2581351"/>
            <a:ext cx="3429000" cy="318211"/>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papá</a:t>
            </a:r>
            <a:endParaRPr lang="en-US" sz="1100" dirty="0"/>
          </a:p>
        </p:txBody>
      </p:sp>
      <p:sp>
        <p:nvSpPr>
          <p:cNvPr id="13" name="Shape 10"/>
          <p:cNvSpPr/>
          <p:nvPr/>
        </p:nvSpPr>
        <p:spPr>
          <a:xfrm>
            <a:off x="8229600" y="1600200"/>
            <a:ext cx="3429000" cy="1325880"/>
          </a:xfrm>
          <a:prstGeom prst="roundRect">
            <a:avLst>
              <a:gd name="adj" fmla="val 5517"/>
            </a:avLst>
          </a:prstGeom>
          <a:solidFill>
            <a:srgbClr val="EEF1FF"/>
          </a:solidFill>
          <a:ln w="12700">
            <a:solidFill>
              <a:srgbClr val="D8DCF5"/>
            </a:solidFill>
            <a:prstDash val="solid"/>
          </a:ln>
        </p:spPr>
      </p:sp>
      <p:sp>
        <p:nvSpPr>
          <p:cNvPr id="14" name="Text 11"/>
          <p:cNvSpPr txBox="1"/>
          <p:nvPr/>
        </p:nvSpPr>
        <p:spPr>
          <a:xfrm>
            <a:off x="8229600" y="1655064"/>
            <a:ext cx="3429000" cy="689458"/>
          </a:xfrm>
          <a:prstGeom prst="rect">
            <a:avLst/>
          </a:prstGeom>
          <a:noFill/>
          <a:ln/>
        </p:spPr>
        <p:txBody>
          <a:bodyPr wrap="square" lIns="0" tIns="0" rIns="0" bIns="0" rtlCol="0" anchor="ctr"/>
          <a:lstStyle/>
          <a:p>
            <a:pPr marL="0" indent="0" algn="ctr">
              <a:buNone/>
            </a:pPr>
            <a:r>
              <a:rPr lang="en-US" sz="2800" b="1" dirty="0">
                <a:solidFill>
                  <a:srgbClr val="0A0A0F"/>
                </a:solidFill>
                <a:latin typeface="Malgun Gothic" pitchFamily="34" charset="0"/>
                <a:ea typeface="Malgun Gothic" pitchFamily="34" charset="-122"/>
                <a:cs typeface="Malgun Gothic" pitchFamily="34" charset="-120"/>
              </a:rPr>
              <a:t>할아버지</a:t>
            </a:r>
            <a:endParaRPr lang="en-US" sz="2800" dirty="0"/>
          </a:p>
        </p:txBody>
      </p:sp>
      <p:sp>
        <p:nvSpPr>
          <p:cNvPr id="15" name="Text 12"/>
          <p:cNvSpPr txBox="1"/>
          <p:nvPr/>
        </p:nvSpPr>
        <p:spPr>
          <a:xfrm>
            <a:off x="8229600" y="2329434"/>
            <a:ext cx="3429000" cy="291694"/>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ja-ra-bo-chi</a:t>
            </a:r>
            <a:endParaRPr lang="en-US" sz="1100" dirty="0"/>
          </a:p>
        </p:txBody>
      </p:sp>
      <p:sp>
        <p:nvSpPr>
          <p:cNvPr id="16" name="Text 13"/>
          <p:cNvSpPr txBox="1"/>
          <p:nvPr/>
        </p:nvSpPr>
        <p:spPr>
          <a:xfrm>
            <a:off x="8229600" y="2581351"/>
            <a:ext cx="3429000" cy="318211"/>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abuelo</a:t>
            </a:r>
            <a:endParaRPr lang="en-US" sz="1100" dirty="0"/>
          </a:p>
        </p:txBody>
      </p:sp>
      <p:sp>
        <p:nvSpPr>
          <p:cNvPr id="17" name="Shape 14"/>
          <p:cNvSpPr/>
          <p:nvPr/>
        </p:nvSpPr>
        <p:spPr>
          <a:xfrm>
            <a:off x="822960" y="3200400"/>
            <a:ext cx="3429000" cy="1325880"/>
          </a:xfrm>
          <a:prstGeom prst="roundRect">
            <a:avLst>
              <a:gd name="adj" fmla="val 5517"/>
            </a:avLst>
          </a:prstGeom>
          <a:solidFill>
            <a:srgbClr val="EEF1FF"/>
          </a:solidFill>
          <a:ln w="12700">
            <a:solidFill>
              <a:srgbClr val="D8DCF5"/>
            </a:solidFill>
            <a:prstDash val="solid"/>
          </a:ln>
        </p:spPr>
      </p:sp>
      <p:sp>
        <p:nvSpPr>
          <p:cNvPr id="18" name="Text 15"/>
          <p:cNvSpPr txBox="1"/>
          <p:nvPr/>
        </p:nvSpPr>
        <p:spPr>
          <a:xfrm>
            <a:off x="822960" y="3255264"/>
            <a:ext cx="3429000" cy="689458"/>
          </a:xfrm>
          <a:prstGeom prst="rect">
            <a:avLst/>
          </a:prstGeom>
          <a:noFill/>
          <a:ln/>
        </p:spPr>
        <p:txBody>
          <a:bodyPr wrap="square" lIns="0" tIns="0" rIns="0" bIns="0" rtlCol="0" anchor="ctr"/>
          <a:lstStyle/>
          <a:p>
            <a:pPr marL="0" indent="0" algn="ctr">
              <a:buNone/>
            </a:pPr>
            <a:r>
              <a:rPr lang="en-US" sz="2800" b="1" dirty="0">
                <a:solidFill>
                  <a:srgbClr val="0A0A0F"/>
                </a:solidFill>
                <a:latin typeface="Malgun Gothic" pitchFamily="34" charset="0"/>
                <a:ea typeface="Malgun Gothic" pitchFamily="34" charset="-122"/>
                <a:cs typeface="Malgun Gothic" pitchFamily="34" charset="-120"/>
              </a:rPr>
              <a:t>할머니</a:t>
            </a:r>
            <a:endParaRPr lang="en-US" sz="2800" dirty="0"/>
          </a:p>
        </p:txBody>
      </p:sp>
      <p:sp>
        <p:nvSpPr>
          <p:cNvPr id="19" name="Text 16"/>
          <p:cNvSpPr txBox="1"/>
          <p:nvPr/>
        </p:nvSpPr>
        <p:spPr>
          <a:xfrm>
            <a:off x="822960" y="3929634"/>
            <a:ext cx="3429000" cy="291694"/>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jal-mo-ni</a:t>
            </a:r>
            <a:endParaRPr lang="en-US" sz="1100" dirty="0"/>
          </a:p>
        </p:txBody>
      </p:sp>
      <p:sp>
        <p:nvSpPr>
          <p:cNvPr id="20" name="Text 17"/>
          <p:cNvSpPr txBox="1"/>
          <p:nvPr/>
        </p:nvSpPr>
        <p:spPr>
          <a:xfrm>
            <a:off x="822960" y="4181551"/>
            <a:ext cx="3429000" cy="318211"/>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abuela</a:t>
            </a:r>
            <a:endParaRPr lang="en-US" sz="1100" dirty="0"/>
          </a:p>
        </p:txBody>
      </p:sp>
      <p:sp>
        <p:nvSpPr>
          <p:cNvPr id="21" name="Shape 18"/>
          <p:cNvSpPr/>
          <p:nvPr/>
        </p:nvSpPr>
        <p:spPr>
          <a:xfrm>
            <a:off x="4526280" y="3200400"/>
            <a:ext cx="3429000" cy="1325880"/>
          </a:xfrm>
          <a:prstGeom prst="roundRect">
            <a:avLst>
              <a:gd name="adj" fmla="val 5517"/>
            </a:avLst>
          </a:prstGeom>
          <a:solidFill>
            <a:srgbClr val="EEF1FF"/>
          </a:solidFill>
          <a:ln w="12700">
            <a:solidFill>
              <a:srgbClr val="D8DCF5"/>
            </a:solidFill>
            <a:prstDash val="solid"/>
          </a:ln>
        </p:spPr>
      </p:sp>
      <p:sp>
        <p:nvSpPr>
          <p:cNvPr id="22" name="Text 19"/>
          <p:cNvSpPr txBox="1"/>
          <p:nvPr/>
        </p:nvSpPr>
        <p:spPr>
          <a:xfrm>
            <a:off x="4526280" y="3255264"/>
            <a:ext cx="3429000" cy="689458"/>
          </a:xfrm>
          <a:prstGeom prst="rect">
            <a:avLst/>
          </a:prstGeom>
          <a:noFill/>
          <a:ln/>
        </p:spPr>
        <p:txBody>
          <a:bodyPr wrap="square" lIns="0" tIns="0" rIns="0" bIns="0" rtlCol="0" anchor="ctr"/>
          <a:lstStyle/>
          <a:p>
            <a:pPr marL="0" indent="0" algn="ctr">
              <a:buNone/>
            </a:pPr>
            <a:r>
              <a:rPr lang="en-US" sz="2800" b="1" dirty="0">
                <a:solidFill>
                  <a:srgbClr val="0A0A0F"/>
                </a:solidFill>
                <a:latin typeface="Malgun Gothic" pitchFamily="34" charset="0"/>
                <a:ea typeface="Malgun Gothic" pitchFamily="34" charset="-122"/>
                <a:cs typeface="Malgun Gothic" pitchFamily="34" charset="-120"/>
              </a:rPr>
              <a:t>동생</a:t>
            </a:r>
            <a:endParaRPr lang="en-US" sz="2800" dirty="0"/>
          </a:p>
        </p:txBody>
      </p:sp>
      <p:sp>
        <p:nvSpPr>
          <p:cNvPr id="23" name="Text 20"/>
          <p:cNvSpPr txBox="1"/>
          <p:nvPr/>
        </p:nvSpPr>
        <p:spPr>
          <a:xfrm>
            <a:off x="4526280" y="3929634"/>
            <a:ext cx="3429000" cy="291694"/>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dong-seng</a:t>
            </a:r>
            <a:endParaRPr lang="en-US" sz="1100" dirty="0"/>
          </a:p>
        </p:txBody>
      </p:sp>
      <p:sp>
        <p:nvSpPr>
          <p:cNvPr id="24" name="Text 21"/>
          <p:cNvSpPr txBox="1"/>
          <p:nvPr/>
        </p:nvSpPr>
        <p:spPr>
          <a:xfrm>
            <a:off x="4526280" y="4181551"/>
            <a:ext cx="3429000" cy="318211"/>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hermano/a menor</a:t>
            </a:r>
            <a:endParaRPr lang="en-US" sz="1100" dirty="0"/>
          </a:p>
        </p:txBody>
      </p:sp>
      <p:sp>
        <p:nvSpPr>
          <p:cNvPr id="25" name="Shape 22"/>
          <p:cNvSpPr/>
          <p:nvPr/>
        </p:nvSpPr>
        <p:spPr>
          <a:xfrm>
            <a:off x="8229600" y="3200400"/>
            <a:ext cx="3429000" cy="1325880"/>
          </a:xfrm>
          <a:prstGeom prst="roundRect">
            <a:avLst>
              <a:gd name="adj" fmla="val 5517"/>
            </a:avLst>
          </a:prstGeom>
          <a:solidFill>
            <a:srgbClr val="EEF1FF"/>
          </a:solidFill>
          <a:ln w="12700">
            <a:solidFill>
              <a:srgbClr val="D8DCF5"/>
            </a:solidFill>
            <a:prstDash val="solid"/>
          </a:ln>
        </p:spPr>
      </p:sp>
      <p:sp>
        <p:nvSpPr>
          <p:cNvPr id="26" name="Text 23"/>
          <p:cNvSpPr txBox="1"/>
          <p:nvPr/>
        </p:nvSpPr>
        <p:spPr>
          <a:xfrm>
            <a:off x="8229600" y="3255264"/>
            <a:ext cx="3429000" cy="689458"/>
          </a:xfrm>
          <a:prstGeom prst="rect">
            <a:avLst/>
          </a:prstGeom>
          <a:noFill/>
          <a:ln/>
        </p:spPr>
        <p:txBody>
          <a:bodyPr wrap="square" lIns="0" tIns="0" rIns="0" bIns="0" rtlCol="0" anchor="ctr"/>
          <a:lstStyle/>
          <a:p>
            <a:pPr marL="0" indent="0" algn="ctr">
              <a:buNone/>
            </a:pPr>
            <a:r>
              <a:rPr lang="en-US" sz="2800" b="1" dirty="0">
                <a:solidFill>
                  <a:srgbClr val="0A0A0F"/>
                </a:solidFill>
                <a:latin typeface="Malgun Gothic" pitchFamily="34" charset="0"/>
                <a:ea typeface="Malgun Gothic" pitchFamily="34" charset="-122"/>
                <a:cs typeface="Malgun Gothic" pitchFamily="34" charset="-120"/>
              </a:rPr>
              <a:t>가족</a:t>
            </a:r>
            <a:endParaRPr lang="en-US" sz="2800" dirty="0"/>
          </a:p>
        </p:txBody>
      </p:sp>
      <p:sp>
        <p:nvSpPr>
          <p:cNvPr id="27" name="Text 24"/>
          <p:cNvSpPr txBox="1"/>
          <p:nvPr/>
        </p:nvSpPr>
        <p:spPr>
          <a:xfrm>
            <a:off x="8229600" y="3929634"/>
            <a:ext cx="3429000" cy="291694"/>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ga-chok</a:t>
            </a:r>
            <a:endParaRPr lang="en-US" sz="1100" dirty="0"/>
          </a:p>
        </p:txBody>
      </p:sp>
      <p:sp>
        <p:nvSpPr>
          <p:cNvPr id="28" name="Text 25"/>
          <p:cNvSpPr txBox="1"/>
          <p:nvPr/>
        </p:nvSpPr>
        <p:spPr>
          <a:xfrm>
            <a:off x="8229600" y="4181551"/>
            <a:ext cx="3429000" cy="318211"/>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familia</a:t>
            </a:r>
            <a:endParaRPr lang="en-US" sz="1100" dirty="0"/>
          </a:p>
        </p:txBody>
      </p:sp>
      <p:sp>
        <p:nvSpPr>
          <p:cNvPr id="29" name="Shape 26"/>
          <p:cNvSpPr/>
          <p:nvPr/>
        </p:nvSpPr>
        <p:spPr>
          <a:xfrm>
            <a:off x="822960" y="5074920"/>
            <a:ext cx="10515600" cy="960120"/>
          </a:xfrm>
          <a:prstGeom prst="roundRect">
            <a:avLst>
              <a:gd name="adj" fmla="val 7619"/>
            </a:avLst>
          </a:prstGeom>
          <a:solidFill>
            <a:srgbClr val="003478"/>
          </a:solidFill>
          <a:ln/>
        </p:spPr>
      </p:sp>
      <p:sp>
        <p:nvSpPr>
          <p:cNvPr id="30" name="Text 27"/>
          <p:cNvSpPr txBox="1"/>
          <p:nvPr/>
        </p:nvSpPr>
        <p:spPr>
          <a:xfrm>
            <a:off x="1097280" y="5257800"/>
            <a:ext cx="10058400" cy="640080"/>
          </a:xfrm>
          <a:prstGeom prst="rect">
            <a:avLst/>
          </a:prstGeom>
          <a:noFill/>
          <a:ln/>
        </p:spPr>
        <p:txBody>
          <a:bodyPr wrap="square" lIns="0" tIns="0" rIns="0" bIns="0" rtlCol="0" anchor="ctr"/>
          <a:lstStyle/>
          <a:p>
            <a:pPr marL="0" indent="0">
              <a:buNone/>
            </a:pPr>
            <a:r>
              <a:rPr lang="en-US" sz="1800" b="1" dirty="0">
                <a:solidFill>
                  <a:srgbClr val="D4AF37"/>
                </a:solidFill>
                <a:latin typeface="Malgun Gothic" pitchFamily="34" charset="0"/>
                <a:ea typeface="Malgun Gothic" pitchFamily="34" charset="-122"/>
                <a:cs typeface="Malgun Gothic" pitchFamily="34" charset="-120"/>
              </a:rPr>
              <a:t>우리 엄마</a:t>
            </a:r>
            <a:r>
              <a:rPr lang="en-US" sz="1300" dirty="0">
                <a:solidFill>
                  <a:srgbClr val="FFFFFF"/>
                </a:solidFill>
                <a:latin typeface="Arial" pitchFamily="34" charset="0"/>
                <a:ea typeface="Arial" pitchFamily="34" charset="-122"/>
                <a:cs typeface="Arial" pitchFamily="34" charset="-120"/>
              </a:rPr>
              <a:t> = “nuestra mamá” — en coreano la familia (y el país, y la escuela) siempre es “nuestra”, no “mía”. Corea piensa en equipo.</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310896"/>
          </a:xfrm>
          <a:prstGeom prst="rect">
            <a:avLst/>
          </a:prstGeom>
          <a:noFill/>
          <a:ln/>
        </p:spPr>
        <p:txBody>
          <a:bodyPr wrap="square" lIns="0" tIns="0" rIns="0" bIns="0" rtlCol="0" anchor="ctr"/>
          <a:lstStyle/>
          <a:p>
            <a:pPr marL="0" indent="0">
              <a:buNone/>
            </a:pPr>
            <a:r>
              <a:rPr lang="en-US" sz="1200" b="1" kern="0" spc="300" dirty="0">
                <a:solidFill>
                  <a:srgbClr val="4236F6"/>
                </a:solidFill>
                <a:latin typeface="Arial" pitchFamily="34" charset="0"/>
                <a:ea typeface="Arial" pitchFamily="34" charset="-122"/>
                <a:cs typeface="Arial" pitchFamily="34" charset="-120"/>
              </a:rPr>
              <a:t>4과 · 누구예요?</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marL="0" indent="0">
              <a:buNone/>
            </a:pPr>
            <a:r>
              <a:rPr lang="en-US" sz="3200" b="1" dirty="0">
                <a:solidFill>
                  <a:srgbClr val="0A0A0F"/>
                </a:solidFill>
                <a:latin typeface="Arial" pitchFamily="34" charset="0"/>
                <a:ea typeface="Arial" pitchFamily="34" charset="-122"/>
                <a:cs typeface="Arial" pitchFamily="34" charset="-120"/>
              </a:rPr>
              <a:t>Presentar a la familia — con 우리 y con 제</a:t>
            </a:r>
            <a:endParaRPr lang="en-US" sz="3200" dirty="0"/>
          </a:p>
        </p:txBody>
      </p:sp>
      <p:pic>
        <p:nvPicPr>
          <p:cNvPr id="4" name="Image 0" descr="C:\Users\Chingu\AppData\Local\Temp\claude\C--Users-Chingu-Desktop-ACADEMIASEULWEB\d4111e1b-5523-44ea-97b2-b1a1d9545b9e\scratchpad\igpost\sello-azul.png"/>
          <p:cNvPicPr>
            <a:picLocks noChangeAspect="1"/>
          </p:cNvPicPr>
          <p:nvPr/>
        </p:nvPicPr>
        <p:blipFill>
          <a:blip r:embed="rId3"/>
          <a:stretch>
            <a:fillRect/>
          </a:stretch>
        </p:blipFill>
        <p:spPr>
          <a:xfrm>
            <a:off x="11475720" y="6236208"/>
            <a:ext cx="457200" cy="438912"/>
          </a:xfrm>
          <a:prstGeom prst="rect">
            <a:avLst/>
          </a:prstGeom>
        </p:spPr>
      </p:pic>
      <p:sp>
        <p:nvSpPr>
          <p:cNvPr id="5" name="Text 2"/>
          <p:cNvSpPr txBox="1"/>
          <p:nvPr/>
        </p:nvSpPr>
        <p:spPr>
          <a:xfrm>
            <a:off x="822960" y="1554480"/>
            <a:ext cx="10607040" cy="566928"/>
          </a:xfrm>
          <a:prstGeom prst="rect">
            <a:avLst/>
          </a:prstGeom>
          <a:noFill/>
          <a:ln/>
        </p:spPr>
        <p:txBody>
          <a:bodyPr wrap="square" lIns="0" tIns="0" rIns="0" bIns="0" rtlCol="0" anchor="ctr"/>
          <a:lstStyle/>
          <a:p>
            <a:pPr marL="0" indent="0">
              <a:buNone/>
            </a:pPr>
            <a:r>
              <a:rPr lang="en-US" sz="2800" b="1" dirty="0">
                <a:solidFill>
                  <a:srgbClr val="0A0A0F"/>
                </a:solidFill>
                <a:latin typeface="Malgun Gothic" pitchFamily="34" charset="0"/>
                <a:ea typeface="Malgun Gothic" pitchFamily="34" charset="-122"/>
                <a:cs typeface="Malgun Gothic" pitchFamily="34" charset="-120"/>
              </a:rPr>
              <a:t>우리 엄마예요.</a:t>
            </a:r>
            <a:r>
              <a:rPr lang="en-US" sz="1400" b="1" dirty="0">
                <a:solidFill>
                  <a:srgbClr val="4236F6"/>
                </a:solidFill>
                <a:latin typeface="Arial" pitchFamily="34" charset="0"/>
                <a:ea typeface="Arial" pitchFamily="34" charset="-122"/>
                <a:cs typeface="Arial" pitchFamily="34" charset="-120"/>
              </a:rPr>
              <a:t>   [u-ri om-ma-e-io]</a:t>
            </a:r>
            <a:r>
              <a:rPr lang="en-US" sz="1400" i="1" dirty="0">
                <a:solidFill>
                  <a:srgbClr val="5C5F6B"/>
                </a:solidFill>
                <a:latin typeface="Arial" pitchFamily="34" charset="0"/>
                <a:ea typeface="Arial" pitchFamily="34" charset="-122"/>
                <a:cs typeface="Arial" pitchFamily="34" charset="-120"/>
              </a:rPr>
              <a:t>   es mi (“nuestra”) mamá</a:t>
            </a:r>
            <a:endParaRPr lang="en-US" sz="2800" dirty="0"/>
          </a:p>
        </p:txBody>
      </p:sp>
      <p:sp>
        <p:nvSpPr>
          <p:cNvPr id="6" name="Text 3"/>
          <p:cNvSpPr txBox="1"/>
          <p:nvPr/>
        </p:nvSpPr>
        <p:spPr>
          <a:xfrm>
            <a:off x="822960" y="2194560"/>
            <a:ext cx="10607040" cy="566928"/>
          </a:xfrm>
          <a:prstGeom prst="rect">
            <a:avLst/>
          </a:prstGeom>
          <a:noFill/>
          <a:ln/>
        </p:spPr>
        <p:txBody>
          <a:bodyPr wrap="square" lIns="0" tIns="0" rIns="0" bIns="0" rtlCol="0" anchor="ctr"/>
          <a:lstStyle/>
          <a:p>
            <a:pPr marL="0" indent="0">
              <a:buNone/>
            </a:pPr>
            <a:r>
              <a:rPr lang="en-US" sz="2800" b="1" dirty="0">
                <a:solidFill>
                  <a:srgbClr val="0A0A0F"/>
                </a:solidFill>
                <a:latin typeface="Malgun Gothic" pitchFamily="34" charset="0"/>
                <a:ea typeface="Malgun Gothic" pitchFamily="34" charset="-122"/>
                <a:cs typeface="Malgun Gothic" pitchFamily="34" charset="-120"/>
              </a:rPr>
              <a:t>누구예요?</a:t>
            </a:r>
            <a:r>
              <a:rPr lang="en-US" sz="1400" b="1" dirty="0">
                <a:solidFill>
                  <a:srgbClr val="4236F6"/>
                </a:solidFill>
                <a:latin typeface="Arial" pitchFamily="34" charset="0"/>
                <a:ea typeface="Arial" pitchFamily="34" charset="-122"/>
                <a:cs typeface="Arial" pitchFamily="34" charset="-120"/>
              </a:rPr>
              <a:t>   [nu-gu-e-io]</a:t>
            </a:r>
            <a:r>
              <a:rPr lang="en-US" sz="1400" i="1" dirty="0">
                <a:solidFill>
                  <a:srgbClr val="5C5F6B"/>
                </a:solidFill>
                <a:latin typeface="Arial" pitchFamily="34" charset="0"/>
                <a:ea typeface="Arial" pitchFamily="34" charset="-122"/>
                <a:cs typeface="Arial" pitchFamily="34" charset="-120"/>
              </a:rPr>
              <a:t>   ¿quién es?</a:t>
            </a:r>
            <a:endParaRPr lang="en-US" sz="2800" dirty="0"/>
          </a:p>
        </p:txBody>
      </p:sp>
      <p:sp>
        <p:nvSpPr>
          <p:cNvPr id="7" name="Text 4"/>
          <p:cNvSpPr txBox="1"/>
          <p:nvPr/>
        </p:nvSpPr>
        <p:spPr>
          <a:xfrm>
            <a:off x="822960" y="2834640"/>
            <a:ext cx="10607040" cy="566928"/>
          </a:xfrm>
          <a:prstGeom prst="rect">
            <a:avLst/>
          </a:prstGeom>
          <a:noFill/>
          <a:ln/>
        </p:spPr>
        <p:txBody>
          <a:bodyPr wrap="square" lIns="0" tIns="0" rIns="0" bIns="0" rtlCol="0" anchor="ctr"/>
          <a:lstStyle/>
          <a:p>
            <a:pPr marL="0" indent="0">
              <a:buNone/>
            </a:pPr>
            <a:r>
              <a:rPr lang="en-US" sz="2800" b="1" dirty="0">
                <a:solidFill>
                  <a:srgbClr val="0A0A0F"/>
                </a:solidFill>
                <a:latin typeface="Malgun Gothic" pitchFamily="34" charset="0"/>
                <a:ea typeface="Malgun Gothic" pitchFamily="34" charset="-122"/>
                <a:cs typeface="Malgun Gothic" pitchFamily="34" charset="-120"/>
              </a:rPr>
              <a:t>제 동생이에요.</a:t>
            </a:r>
            <a:r>
              <a:rPr lang="en-US" sz="1400" b="1" dirty="0">
                <a:solidFill>
                  <a:srgbClr val="4236F6"/>
                </a:solidFill>
                <a:latin typeface="Arial" pitchFamily="34" charset="0"/>
                <a:ea typeface="Arial" pitchFamily="34" charset="-122"/>
                <a:cs typeface="Arial" pitchFamily="34" charset="-120"/>
              </a:rPr>
              <a:t>   [che dong-seng-i-e-io]</a:t>
            </a:r>
            <a:r>
              <a:rPr lang="en-US" sz="1400" i="1" dirty="0">
                <a:solidFill>
                  <a:srgbClr val="5C5F6B"/>
                </a:solidFill>
                <a:latin typeface="Arial" pitchFamily="34" charset="0"/>
                <a:ea typeface="Arial" pitchFamily="34" charset="-122"/>
                <a:cs typeface="Arial" pitchFamily="34" charset="-120"/>
              </a:rPr>
              <a:t>   es mi hermano menor (제 = mi, formal)</a:t>
            </a:r>
            <a:endParaRPr lang="en-US" sz="2800" dirty="0"/>
          </a:p>
        </p:txBody>
      </p:sp>
      <p:sp>
        <p:nvSpPr>
          <p:cNvPr id="8" name="Shape 5"/>
          <p:cNvSpPr/>
          <p:nvPr/>
        </p:nvSpPr>
        <p:spPr>
          <a:xfrm>
            <a:off x="548640" y="3611880"/>
            <a:ext cx="11064240" cy="731520"/>
          </a:xfrm>
          <a:prstGeom prst="roundRect">
            <a:avLst>
              <a:gd name="adj" fmla="val 10000"/>
            </a:avLst>
          </a:prstGeom>
          <a:solidFill>
            <a:srgbClr val="EEF1FF"/>
          </a:solidFill>
          <a:ln w="12700">
            <a:solidFill>
              <a:srgbClr val="D8DCF5"/>
            </a:solidFill>
            <a:prstDash val="solid"/>
          </a:ln>
        </p:spPr>
      </p:sp>
      <p:sp>
        <p:nvSpPr>
          <p:cNvPr id="9" name="Text 6"/>
          <p:cNvSpPr txBox="1"/>
          <p:nvPr/>
        </p:nvSpPr>
        <p:spPr>
          <a:xfrm>
            <a:off x="822960" y="3767328"/>
            <a:ext cx="10515600" cy="457200"/>
          </a:xfrm>
          <a:prstGeom prst="rect">
            <a:avLst/>
          </a:prstGeom>
          <a:noFill/>
          <a:ln/>
        </p:spPr>
        <p:txBody>
          <a:bodyPr wrap="square" lIns="0" tIns="0" rIns="0" bIns="0" rtlCol="0" anchor="ctr"/>
          <a:lstStyle/>
          <a:p>
            <a:pPr marL="0" indent="0">
              <a:buNone/>
            </a:pPr>
            <a:r>
              <a:rPr lang="en-US" sz="1800" b="1" dirty="0">
                <a:solidFill>
                  <a:srgbClr val="4236F6"/>
                </a:solidFill>
                <a:latin typeface="Malgun Gothic" pitchFamily="34" charset="0"/>
                <a:ea typeface="Malgun Gothic" pitchFamily="34" charset="-122"/>
                <a:cs typeface="Malgun Gothic" pitchFamily="34" charset="-120"/>
              </a:rPr>
              <a:t>우리</a:t>
            </a:r>
            <a:r>
              <a:rPr lang="en-US" sz="1300" dirty="0">
                <a:solidFill>
                  <a:srgbClr val="0A0A0F"/>
                </a:solidFill>
                <a:latin typeface="Arial" pitchFamily="34" charset="0"/>
                <a:ea typeface="Arial" pitchFamily="34" charset="-122"/>
                <a:cs typeface="Arial" pitchFamily="34" charset="-120"/>
              </a:rPr>
              <a:t> (“nuestro”) reemplaza a “mi” con familia, casa, país y escuela: </a:t>
            </a:r>
            <a:r>
              <a:rPr lang="en-US" sz="1600" b="1" dirty="0">
                <a:solidFill>
                  <a:srgbClr val="4236F6"/>
                </a:solidFill>
                <a:latin typeface="Malgun Gothic" pitchFamily="34" charset="0"/>
                <a:ea typeface="Malgun Gothic" pitchFamily="34" charset="-122"/>
                <a:cs typeface="Malgun Gothic" pitchFamily="34" charset="-120"/>
              </a:rPr>
              <a:t>우리 엄마 · 우리 집 · 우리나라</a:t>
            </a:r>
            <a:r>
              <a:rPr lang="en-US" sz="1300" dirty="0">
                <a:solidFill>
                  <a:srgbClr val="5C5F6B"/>
                </a:solidFill>
                <a:latin typeface="Arial" pitchFamily="34" charset="0"/>
                <a:ea typeface="Arial" pitchFamily="34" charset="-122"/>
                <a:cs typeface="Arial" pitchFamily="34" charset="-120"/>
              </a:rPr>
              <a:t>. Decir “MI mamá” suena egoísta — Corea piensa en equipo.</a:t>
            </a:r>
            <a:endParaRPr lang="en-US" sz="1800" dirty="0"/>
          </a:p>
        </p:txBody>
      </p:sp>
      <p:sp>
        <p:nvSpPr>
          <p:cNvPr id="10" name="Shape 7"/>
          <p:cNvSpPr/>
          <p:nvPr/>
        </p:nvSpPr>
        <p:spPr>
          <a:xfrm>
            <a:off x="548640" y="4526280"/>
            <a:ext cx="11064240" cy="1417320"/>
          </a:xfrm>
          <a:prstGeom prst="roundRect">
            <a:avLst>
              <a:gd name="adj" fmla="val 5161"/>
            </a:avLst>
          </a:prstGeom>
          <a:solidFill>
            <a:srgbClr val="EEF1FF"/>
          </a:solidFill>
          <a:ln w="12700">
            <a:solidFill>
              <a:srgbClr val="D8DCF5"/>
            </a:solidFill>
            <a:prstDash val="solid"/>
          </a:ln>
        </p:spPr>
      </p:sp>
      <p:sp>
        <p:nvSpPr>
          <p:cNvPr id="11" name="Text 8"/>
          <p:cNvSpPr txBox="1"/>
          <p:nvPr/>
        </p:nvSpPr>
        <p:spPr>
          <a:xfrm>
            <a:off x="822960" y="4617720"/>
            <a:ext cx="10515600" cy="292608"/>
          </a:xfrm>
          <a:prstGeom prst="rect">
            <a:avLst/>
          </a:prstGeom>
          <a:noFill/>
          <a:ln/>
        </p:spPr>
        <p:txBody>
          <a:bodyPr wrap="square" lIns="0" tIns="0" rIns="0" bIns="0" rtlCol="0" anchor="ctr"/>
          <a:lstStyle/>
          <a:p>
            <a:pPr marL="0" indent="0">
              <a:buNone/>
            </a:pPr>
            <a:r>
              <a:rPr lang="en-US" sz="1200" b="1" kern="0" spc="200" dirty="0">
                <a:solidFill>
                  <a:srgbClr val="003478"/>
                </a:solidFill>
                <a:latin typeface="Arial" pitchFamily="34" charset="0"/>
                <a:ea typeface="Arial" pitchFamily="34" charset="-122"/>
                <a:cs typeface="Arial" pitchFamily="34" charset="-120"/>
              </a:rPr>
              <a:t>✏️  PRACTICA TÚ · GUÍA DE ESTUDIO · CAPÍTULO 3</a:t>
            </a:r>
            <a:r>
              <a:rPr lang="en-US" sz="1100" i="1" dirty="0">
                <a:solidFill>
                  <a:srgbClr val="5C5F6B"/>
                </a:solidFill>
                <a:latin typeface="Arial" pitchFamily="34" charset="0"/>
                <a:ea typeface="Arial" pitchFamily="34" charset="-122"/>
                <a:cs typeface="Arial" pitchFamily="34" charset="-120"/>
              </a:rPr>
              <a:t>   (respuestas al final)</a:t>
            </a:r>
            <a:endParaRPr lang="en-US" sz="1200" dirty="0"/>
          </a:p>
        </p:txBody>
      </p:sp>
      <p:sp>
        <p:nvSpPr>
          <p:cNvPr id="12" name="Text 9"/>
          <p:cNvSpPr txBox="1"/>
          <p:nvPr/>
        </p:nvSpPr>
        <p:spPr>
          <a:xfrm>
            <a:off x="822960" y="4937760"/>
            <a:ext cx="10515600" cy="310896"/>
          </a:xfrm>
          <a:prstGeom prst="rect">
            <a:avLst/>
          </a:prstGeom>
          <a:noFill/>
          <a:ln/>
        </p:spPr>
        <p:txBody>
          <a:bodyPr wrap="square" lIns="0" tIns="0" rIns="0" bIns="0" rtlCol="0" anchor="ctr"/>
          <a:lstStyle/>
          <a:p>
            <a:pPr marL="0" indent="0">
              <a:buNone/>
            </a:pPr>
            <a:r>
              <a:rPr lang="en-US" sz="1400" dirty="0">
                <a:solidFill>
                  <a:srgbClr val="0A0A0F"/>
                </a:solidFill>
                <a:latin typeface="Malgun Gothic" pitchFamily="34" charset="0"/>
                <a:ea typeface="Malgun Gothic" pitchFamily="34" charset="-122"/>
                <a:cs typeface="Malgun Gothic" pitchFamily="34" charset="-120"/>
              </a:rPr>
              <a:t>1.  Presenta a tu papá con foto: “우리 ____예요.”</a:t>
            </a:r>
            <a:endParaRPr lang="en-US" sz="1400" dirty="0"/>
          </a:p>
        </p:txBody>
      </p:sp>
      <p:sp>
        <p:nvSpPr>
          <p:cNvPr id="13" name="Text 10"/>
          <p:cNvSpPr txBox="1"/>
          <p:nvPr/>
        </p:nvSpPr>
        <p:spPr>
          <a:xfrm>
            <a:off x="822960" y="5257800"/>
            <a:ext cx="10515600" cy="310896"/>
          </a:xfrm>
          <a:prstGeom prst="rect">
            <a:avLst/>
          </a:prstGeom>
          <a:noFill/>
          <a:ln/>
        </p:spPr>
        <p:txBody>
          <a:bodyPr wrap="square" lIns="0" tIns="0" rIns="0" bIns="0" rtlCol="0" anchor="ctr"/>
          <a:lstStyle/>
          <a:p>
            <a:pPr marL="0" indent="0">
              <a:buNone/>
            </a:pPr>
            <a:r>
              <a:rPr lang="en-US" sz="1400" dirty="0">
                <a:solidFill>
                  <a:srgbClr val="0A0A0F"/>
                </a:solidFill>
                <a:latin typeface="Malgun Gothic" pitchFamily="34" charset="0"/>
                <a:ea typeface="Malgun Gothic" pitchFamily="34" charset="-122"/>
                <a:cs typeface="Malgun Gothic" pitchFamily="34" charset="-120"/>
              </a:rPr>
              <a:t>2.  ¿Quién es? → responde “es mi abuela”.</a:t>
            </a:r>
            <a:endParaRPr lang="en-US" sz="1400" dirty="0"/>
          </a:p>
        </p:txBody>
      </p:sp>
      <p:sp>
        <p:nvSpPr>
          <p:cNvPr id="14" name="Text 11"/>
          <p:cNvSpPr txBox="1"/>
          <p:nvPr/>
        </p:nvSpPr>
        <p:spPr>
          <a:xfrm>
            <a:off x="822960" y="5577840"/>
            <a:ext cx="10515600" cy="310896"/>
          </a:xfrm>
          <a:prstGeom prst="rect">
            <a:avLst/>
          </a:prstGeom>
          <a:noFill/>
          <a:ln/>
        </p:spPr>
        <p:txBody>
          <a:bodyPr wrap="square" lIns="0" tIns="0" rIns="0" bIns="0" rtlCol="0" anchor="ctr"/>
          <a:lstStyle/>
          <a:p>
            <a:pPr marL="0" indent="0">
              <a:buNone/>
            </a:pPr>
            <a:r>
              <a:rPr lang="en-US" sz="1400" dirty="0">
                <a:solidFill>
                  <a:srgbClr val="0A0A0F"/>
                </a:solidFill>
                <a:latin typeface="Malgun Gothic" pitchFamily="34" charset="0"/>
                <a:ea typeface="Malgun Gothic" pitchFamily="34" charset="-122"/>
                <a:cs typeface="Malgun Gothic" pitchFamily="34" charset="-120"/>
              </a:rPr>
              <a:t>3.  ¿Por qué los coreanos dicen 우리나라 (nuestro país) y no 제 나라?</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0033934-9AD8-5755-07FB-C6EE834FE644}"/>
              </a:ext>
            </a:extLst>
          </p:cNvPr>
          <p:cNvSpPr txBox="1"/>
          <p:nvPr/>
        </p:nvSpPr>
        <p:spPr>
          <a:xfrm>
            <a:off x="1265382" y="1080654"/>
            <a:ext cx="2619628" cy="3785652"/>
          </a:xfrm>
          <a:prstGeom prst="rect">
            <a:avLst/>
          </a:prstGeom>
          <a:noFill/>
        </p:spPr>
        <p:txBody>
          <a:bodyPr wrap="none" rtlCol="0">
            <a:spAutoFit/>
          </a:bodyPr>
          <a:lstStyle/>
          <a:p>
            <a:r>
              <a:rPr lang="ko-KR" altLang="es-CL" sz="2400" dirty="0"/>
              <a:t>보고 싶어요</a:t>
            </a:r>
            <a:r>
              <a:rPr lang="es-CL" altLang="ko-KR" sz="2400" dirty="0"/>
              <a:t>.</a:t>
            </a:r>
          </a:p>
          <a:p>
            <a:r>
              <a:rPr lang="es-CL" altLang="ko-KR" sz="2400" dirty="0"/>
              <a:t>Te extraño</a:t>
            </a:r>
          </a:p>
          <a:p>
            <a:r>
              <a:rPr lang="es-CL" altLang="ko-KR" sz="2400" dirty="0"/>
              <a:t>Te quiero ver</a:t>
            </a:r>
          </a:p>
          <a:p>
            <a:r>
              <a:rPr lang="ko-KR" altLang="es-CL" sz="2400" dirty="0"/>
              <a:t>제가 보고 싶어요</a:t>
            </a:r>
            <a:r>
              <a:rPr lang="es-CL" altLang="ko-KR" sz="2400" dirty="0"/>
              <a:t>?</a:t>
            </a:r>
          </a:p>
          <a:p>
            <a:r>
              <a:rPr lang="es-CL" altLang="ko-KR" sz="2400" dirty="0"/>
              <a:t>Me quieres ver</a:t>
            </a:r>
          </a:p>
          <a:p>
            <a:r>
              <a:rPr lang="ko-KR" altLang="es-CL" sz="2400" dirty="0"/>
              <a:t>네</a:t>
            </a:r>
            <a:r>
              <a:rPr lang="es-CL" altLang="ko-KR" sz="2400" dirty="0"/>
              <a:t>,</a:t>
            </a:r>
          </a:p>
          <a:p>
            <a:r>
              <a:rPr lang="es-CL" altLang="ko-KR" sz="2400" dirty="0"/>
              <a:t>Si</a:t>
            </a:r>
          </a:p>
          <a:p>
            <a:r>
              <a:rPr lang="ko-KR" altLang="es-CL" sz="2400" dirty="0"/>
              <a:t>직업이 뭐예요</a:t>
            </a:r>
            <a:r>
              <a:rPr lang="es-CL" altLang="ko-KR" sz="2400" dirty="0"/>
              <a:t>?</a:t>
            </a:r>
          </a:p>
          <a:p>
            <a:r>
              <a:rPr lang="es-CL" altLang="ko-KR" sz="2400" dirty="0"/>
              <a:t>Profesión que es</a:t>
            </a:r>
          </a:p>
          <a:p>
            <a:endParaRPr lang="es-CL" sz="2400" dirty="0"/>
          </a:p>
        </p:txBody>
      </p:sp>
      <p:pic>
        <p:nvPicPr>
          <p:cNvPr id="4" name="Picture 3">
            <a:extLst>
              <a:ext uri="{FF2B5EF4-FFF2-40B4-BE49-F238E27FC236}">
                <a16:creationId xmlns:a16="http://schemas.microsoft.com/office/drawing/2014/main" id="{BC29F2EE-B1B5-1864-6CFE-8D7483D5702A}"/>
              </a:ext>
            </a:extLst>
          </p:cNvPr>
          <p:cNvPicPr>
            <a:picLocks noChangeAspect="1"/>
          </p:cNvPicPr>
          <p:nvPr/>
        </p:nvPicPr>
        <p:blipFill>
          <a:blip r:embed="rId2"/>
          <a:stretch>
            <a:fillRect/>
          </a:stretch>
        </p:blipFill>
        <p:spPr>
          <a:xfrm>
            <a:off x="4541835" y="1217568"/>
            <a:ext cx="6230219" cy="2686425"/>
          </a:xfrm>
          <a:prstGeom prst="rect">
            <a:avLst/>
          </a:prstGeom>
        </p:spPr>
      </p:pic>
    </p:spTree>
    <p:extLst>
      <p:ext uri="{BB962C8B-B14F-4D97-AF65-F5344CB8AC3E}">
        <p14:creationId xmlns:p14="http://schemas.microsoft.com/office/powerpoint/2010/main" val="30751810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310896"/>
          </a:xfrm>
          <a:prstGeom prst="rect">
            <a:avLst/>
          </a:prstGeom>
          <a:noFill/>
          <a:ln/>
        </p:spPr>
        <p:txBody>
          <a:bodyPr wrap="square" lIns="0" tIns="0" rIns="0" bIns="0" rtlCol="0" anchor="ctr"/>
          <a:lstStyle/>
          <a:p>
            <a:pPr marL="0" indent="0">
              <a:buNone/>
            </a:pPr>
            <a:r>
              <a:rPr lang="en-US" sz="1200" b="1" kern="0" spc="300" dirty="0">
                <a:solidFill>
                  <a:srgbClr val="4236F6"/>
                </a:solidFill>
                <a:latin typeface="Arial" pitchFamily="34" charset="0"/>
                <a:ea typeface="Arial" pitchFamily="34" charset="-122"/>
                <a:cs typeface="Arial" pitchFamily="34" charset="-120"/>
              </a:rPr>
              <a:t>숫자 I · SINO-COREANOS</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marL="0" indent="0">
              <a:buNone/>
            </a:pPr>
            <a:r>
              <a:rPr lang="en-US" sz="3200" b="1" dirty="0">
                <a:solidFill>
                  <a:srgbClr val="0A0A0F"/>
                </a:solidFill>
                <a:latin typeface="Arial" pitchFamily="34" charset="0"/>
                <a:ea typeface="Arial" pitchFamily="34" charset="-122"/>
                <a:cs typeface="Arial" pitchFamily="34" charset="-120"/>
              </a:rPr>
              <a:t>일 이 삼 — los números de las fechas y el dinero</a:t>
            </a:r>
            <a:endParaRPr lang="en-US" sz="3200" dirty="0"/>
          </a:p>
        </p:txBody>
      </p:sp>
      <p:pic>
        <p:nvPicPr>
          <p:cNvPr id="4" name="Image 0" descr="C:\Users\Chingu\AppData\Local\Temp\claude\C--Users-Chingu-Desktop-ACADEMIASEULWEB\d4111e1b-5523-44ea-97b2-b1a1d9545b9e\scratchpad\igpost\sello-azul.png"/>
          <p:cNvPicPr>
            <a:picLocks noChangeAspect="1"/>
          </p:cNvPicPr>
          <p:nvPr/>
        </p:nvPicPr>
        <p:blipFill>
          <a:blip r:embed="rId3"/>
          <a:stretch>
            <a:fillRect/>
          </a:stretch>
        </p:blipFill>
        <p:spPr>
          <a:xfrm>
            <a:off x="11475720" y="6236208"/>
            <a:ext cx="457200" cy="438912"/>
          </a:xfrm>
          <a:prstGeom prst="rect">
            <a:avLst/>
          </a:prstGeom>
        </p:spPr>
      </p:pic>
      <p:sp>
        <p:nvSpPr>
          <p:cNvPr id="5" name="Shape 2"/>
          <p:cNvSpPr/>
          <p:nvPr/>
        </p:nvSpPr>
        <p:spPr>
          <a:xfrm>
            <a:off x="548640" y="1554480"/>
            <a:ext cx="2148840" cy="1170432"/>
          </a:xfrm>
          <a:prstGeom prst="roundRect">
            <a:avLst>
              <a:gd name="adj" fmla="val 6250"/>
            </a:avLst>
          </a:prstGeom>
          <a:solidFill>
            <a:srgbClr val="EEF1FF"/>
          </a:solidFill>
          <a:ln w="12700">
            <a:solidFill>
              <a:srgbClr val="D8DCF5"/>
            </a:solidFill>
            <a:prstDash val="solid"/>
          </a:ln>
        </p:spPr>
      </p:sp>
      <p:sp>
        <p:nvSpPr>
          <p:cNvPr id="6" name="Text 3"/>
          <p:cNvSpPr txBox="1"/>
          <p:nvPr/>
        </p:nvSpPr>
        <p:spPr>
          <a:xfrm>
            <a:off x="548640" y="1609344"/>
            <a:ext cx="2148840" cy="608625"/>
          </a:xfrm>
          <a:prstGeom prst="rect">
            <a:avLst/>
          </a:prstGeom>
          <a:noFill/>
          <a:ln/>
        </p:spPr>
        <p:txBody>
          <a:bodyPr wrap="square" lIns="0" tIns="0" rIns="0" bIns="0" rtlCol="0" anchor="ctr"/>
          <a:lstStyle/>
          <a:p>
            <a:pPr marL="0" indent="0" algn="ctr">
              <a:buNone/>
            </a:pPr>
            <a:r>
              <a:rPr lang="en-US" sz="3000" b="1" dirty="0">
                <a:solidFill>
                  <a:srgbClr val="0A0A0F"/>
                </a:solidFill>
                <a:latin typeface="Malgun Gothic" pitchFamily="34" charset="0"/>
                <a:ea typeface="Malgun Gothic" pitchFamily="34" charset="-122"/>
                <a:cs typeface="Malgun Gothic" pitchFamily="34" charset="-120"/>
              </a:rPr>
              <a:t>일</a:t>
            </a:r>
            <a:endParaRPr lang="en-US" sz="3000" dirty="0"/>
          </a:p>
        </p:txBody>
      </p:sp>
      <p:sp>
        <p:nvSpPr>
          <p:cNvPr id="7" name="Text 4"/>
          <p:cNvSpPr txBox="1"/>
          <p:nvPr/>
        </p:nvSpPr>
        <p:spPr>
          <a:xfrm>
            <a:off x="548640" y="2198218"/>
            <a:ext cx="2148840" cy="257495"/>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il</a:t>
            </a:r>
            <a:endParaRPr lang="en-US" sz="1300" dirty="0"/>
          </a:p>
        </p:txBody>
      </p:sp>
      <p:sp>
        <p:nvSpPr>
          <p:cNvPr id="8" name="Text 5"/>
          <p:cNvSpPr txBox="1"/>
          <p:nvPr/>
        </p:nvSpPr>
        <p:spPr>
          <a:xfrm>
            <a:off x="548640" y="2420600"/>
            <a:ext cx="2148840" cy="280904"/>
          </a:xfrm>
          <a:prstGeom prst="rect">
            <a:avLst/>
          </a:prstGeom>
          <a:noFill/>
          <a:ln/>
        </p:spPr>
        <p:txBody>
          <a:bodyPr wrap="square" lIns="0" tIns="0" rIns="0" bIns="0" rtlCol="0" anchor="ctr"/>
          <a:lstStyle/>
          <a:p>
            <a:pPr marL="0" indent="0" algn="ctr">
              <a:buNone/>
            </a:pPr>
            <a:r>
              <a:rPr lang="en-US" sz="1500" dirty="0">
                <a:solidFill>
                  <a:srgbClr val="5C5F6B"/>
                </a:solidFill>
                <a:latin typeface="Arial" pitchFamily="34" charset="0"/>
                <a:ea typeface="Arial" pitchFamily="34" charset="-122"/>
                <a:cs typeface="Arial" pitchFamily="34" charset="-120"/>
              </a:rPr>
              <a:t>1</a:t>
            </a:r>
            <a:endParaRPr lang="en-US" sz="1500" dirty="0"/>
          </a:p>
        </p:txBody>
      </p:sp>
      <p:sp>
        <p:nvSpPr>
          <p:cNvPr id="9" name="Shape 6"/>
          <p:cNvSpPr/>
          <p:nvPr/>
        </p:nvSpPr>
        <p:spPr>
          <a:xfrm>
            <a:off x="2834640" y="1554480"/>
            <a:ext cx="2148840" cy="1170432"/>
          </a:xfrm>
          <a:prstGeom prst="roundRect">
            <a:avLst>
              <a:gd name="adj" fmla="val 6250"/>
            </a:avLst>
          </a:prstGeom>
          <a:solidFill>
            <a:srgbClr val="EEF1FF"/>
          </a:solidFill>
          <a:ln w="12700">
            <a:solidFill>
              <a:srgbClr val="D8DCF5"/>
            </a:solidFill>
            <a:prstDash val="solid"/>
          </a:ln>
        </p:spPr>
      </p:sp>
      <p:sp>
        <p:nvSpPr>
          <p:cNvPr id="10" name="Text 7"/>
          <p:cNvSpPr txBox="1"/>
          <p:nvPr/>
        </p:nvSpPr>
        <p:spPr>
          <a:xfrm>
            <a:off x="2834640" y="1609344"/>
            <a:ext cx="2148840" cy="608625"/>
          </a:xfrm>
          <a:prstGeom prst="rect">
            <a:avLst/>
          </a:prstGeom>
          <a:noFill/>
          <a:ln/>
        </p:spPr>
        <p:txBody>
          <a:bodyPr wrap="square" lIns="0" tIns="0" rIns="0" bIns="0" rtlCol="0" anchor="ctr"/>
          <a:lstStyle/>
          <a:p>
            <a:pPr marL="0" indent="0" algn="ctr">
              <a:buNone/>
            </a:pPr>
            <a:r>
              <a:rPr lang="en-US" sz="3000" b="1" dirty="0">
                <a:solidFill>
                  <a:srgbClr val="0A0A0F"/>
                </a:solidFill>
                <a:latin typeface="Malgun Gothic" pitchFamily="34" charset="0"/>
                <a:ea typeface="Malgun Gothic" pitchFamily="34" charset="-122"/>
                <a:cs typeface="Malgun Gothic" pitchFamily="34" charset="-120"/>
              </a:rPr>
              <a:t>이</a:t>
            </a:r>
            <a:endParaRPr lang="en-US" sz="3000" dirty="0"/>
          </a:p>
        </p:txBody>
      </p:sp>
      <p:sp>
        <p:nvSpPr>
          <p:cNvPr id="11" name="Text 8"/>
          <p:cNvSpPr txBox="1"/>
          <p:nvPr/>
        </p:nvSpPr>
        <p:spPr>
          <a:xfrm>
            <a:off x="2834640" y="2198218"/>
            <a:ext cx="2148840" cy="257495"/>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i</a:t>
            </a:r>
            <a:endParaRPr lang="en-US" sz="1300" dirty="0"/>
          </a:p>
        </p:txBody>
      </p:sp>
      <p:sp>
        <p:nvSpPr>
          <p:cNvPr id="12" name="Text 9"/>
          <p:cNvSpPr txBox="1"/>
          <p:nvPr/>
        </p:nvSpPr>
        <p:spPr>
          <a:xfrm>
            <a:off x="2834640" y="2420600"/>
            <a:ext cx="2148840" cy="280904"/>
          </a:xfrm>
          <a:prstGeom prst="rect">
            <a:avLst/>
          </a:prstGeom>
          <a:noFill/>
          <a:ln/>
        </p:spPr>
        <p:txBody>
          <a:bodyPr wrap="square" lIns="0" tIns="0" rIns="0" bIns="0" rtlCol="0" anchor="ctr"/>
          <a:lstStyle/>
          <a:p>
            <a:pPr marL="0" indent="0" algn="ctr">
              <a:buNone/>
            </a:pPr>
            <a:r>
              <a:rPr lang="en-US" sz="1500" dirty="0">
                <a:solidFill>
                  <a:srgbClr val="5C5F6B"/>
                </a:solidFill>
                <a:latin typeface="Arial" pitchFamily="34" charset="0"/>
                <a:ea typeface="Arial" pitchFamily="34" charset="-122"/>
                <a:cs typeface="Arial" pitchFamily="34" charset="-120"/>
              </a:rPr>
              <a:t>2</a:t>
            </a:r>
            <a:endParaRPr lang="en-US" sz="1500" dirty="0"/>
          </a:p>
        </p:txBody>
      </p:sp>
      <p:sp>
        <p:nvSpPr>
          <p:cNvPr id="13" name="Shape 10"/>
          <p:cNvSpPr/>
          <p:nvPr/>
        </p:nvSpPr>
        <p:spPr>
          <a:xfrm>
            <a:off x="5120640" y="1554480"/>
            <a:ext cx="2148840" cy="1170432"/>
          </a:xfrm>
          <a:prstGeom prst="roundRect">
            <a:avLst>
              <a:gd name="adj" fmla="val 6250"/>
            </a:avLst>
          </a:prstGeom>
          <a:solidFill>
            <a:srgbClr val="EEF1FF"/>
          </a:solidFill>
          <a:ln w="12700">
            <a:solidFill>
              <a:srgbClr val="D8DCF5"/>
            </a:solidFill>
            <a:prstDash val="solid"/>
          </a:ln>
        </p:spPr>
      </p:sp>
      <p:sp>
        <p:nvSpPr>
          <p:cNvPr id="14" name="Text 11"/>
          <p:cNvSpPr txBox="1"/>
          <p:nvPr/>
        </p:nvSpPr>
        <p:spPr>
          <a:xfrm>
            <a:off x="5120640" y="1609344"/>
            <a:ext cx="2148840" cy="608625"/>
          </a:xfrm>
          <a:prstGeom prst="rect">
            <a:avLst/>
          </a:prstGeom>
          <a:noFill/>
          <a:ln/>
        </p:spPr>
        <p:txBody>
          <a:bodyPr wrap="square" lIns="0" tIns="0" rIns="0" bIns="0" rtlCol="0" anchor="ctr"/>
          <a:lstStyle/>
          <a:p>
            <a:pPr marL="0" indent="0" algn="ctr">
              <a:buNone/>
            </a:pPr>
            <a:r>
              <a:rPr lang="en-US" sz="3000" b="1" dirty="0">
                <a:solidFill>
                  <a:srgbClr val="0A0A0F"/>
                </a:solidFill>
                <a:latin typeface="Malgun Gothic" pitchFamily="34" charset="0"/>
                <a:ea typeface="Malgun Gothic" pitchFamily="34" charset="-122"/>
                <a:cs typeface="Malgun Gothic" pitchFamily="34" charset="-120"/>
              </a:rPr>
              <a:t>삼</a:t>
            </a:r>
            <a:endParaRPr lang="en-US" sz="3000" dirty="0"/>
          </a:p>
        </p:txBody>
      </p:sp>
      <p:sp>
        <p:nvSpPr>
          <p:cNvPr id="15" name="Text 12"/>
          <p:cNvSpPr txBox="1"/>
          <p:nvPr/>
        </p:nvSpPr>
        <p:spPr>
          <a:xfrm>
            <a:off x="5120640" y="2198218"/>
            <a:ext cx="2148840" cy="257495"/>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sam</a:t>
            </a:r>
            <a:endParaRPr lang="en-US" sz="1300" dirty="0"/>
          </a:p>
        </p:txBody>
      </p:sp>
      <p:sp>
        <p:nvSpPr>
          <p:cNvPr id="16" name="Text 13"/>
          <p:cNvSpPr txBox="1"/>
          <p:nvPr/>
        </p:nvSpPr>
        <p:spPr>
          <a:xfrm>
            <a:off x="5120640" y="2420600"/>
            <a:ext cx="2148840" cy="280904"/>
          </a:xfrm>
          <a:prstGeom prst="rect">
            <a:avLst/>
          </a:prstGeom>
          <a:noFill/>
          <a:ln/>
        </p:spPr>
        <p:txBody>
          <a:bodyPr wrap="square" lIns="0" tIns="0" rIns="0" bIns="0" rtlCol="0" anchor="ctr"/>
          <a:lstStyle/>
          <a:p>
            <a:pPr marL="0" indent="0" algn="ctr">
              <a:buNone/>
            </a:pPr>
            <a:r>
              <a:rPr lang="en-US" sz="1500" dirty="0">
                <a:solidFill>
                  <a:srgbClr val="5C5F6B"/>
                </a:solidFill>
                <a:latin typeface="Arial" pitchFamily="34" charset="0"/>
                <a:ea typeface="Arial" pitchFamily="34" charset="-122"/>
                <a:cs typeface="Arial" pitchFamily="34" charset="-120"/>
              </a:rPr>
              <a:t>3</a:t>
            </a:r>
            <a:endParaRPr lang="en-US" sz="1500" dirty="0"/>
          </a:p>
        </p:txBody>
      </p:sp>
      <p:sp>
        <p:nvSpPr>
          <p:cNvPr id="17" name="Shape 14"/>
          <p:cNvSpPr/>
          <p:nvPr/>
        </p:nvSpPr>
        <p:spPr>
          <a:xfrm>
            <a:off x="7406640" y="1554480"/>
            <a:ext cx="2148840" cy="1170432"/>
          </a:xfrm>
          <a:prstGeom prst="roundRect">
            <a:avLst>
              <a:gd name="adj" fmla="val 6250"/>
            </a:avLst>
          </a:prstGeom>
          <a:solidFill>
            <a:srgbClr val="EEF1FF"/>
          </a:solidFill>
          <a:ln w="12700">
            <a:solidFill>
              <a:srgbClr val="D8DCF5"/>
            </a:solidFill>
            <a:prstDash val="solid"/>
          </a:ln>
        </p:spPr>
      </p:sp>
      <p:sp>
        <p:nvSpPr>
          <p:cNvPr id="18" name="Text 15"/>
          <p:cNvSpPr txBox="1"/>
          <p:nvPr/>
        </p:nvSpPr>
        <p:spPr>
          <a:xfrm>
            <a:off x="7406640" y="1609344"/>
            <a:ext cx="2148840" cy="608625"/>
          </a:xfrm>
          <a:prstGeom prst="rect">
            <a:avLst/>
          </a:prstGeom>
          <a:noFill/>
          <a:ln/>
        </p:spPr>
        <p:txBody>
          <a:bodyPr wrap="square" lIns="0" tIns="0" rIns="0" bIns="0" rtlCol="0" anchor="ctr"/>
          <a:lstStyle/>
          <a:p>
            <a:pPr marL="0" indent="0" algn="ctr">
              <a:buNone/>
            </a:pPr>
            <a:r>
              <a:rPr lang="en-US" sz="3000" b="1" dirty="0">
                <a:solidFill>
                  <a:srgbClr val="0A0A0F"/>
                </a:solidFill>
                <a:latin typeface="Malgun Gothic" pitchFamily="34" charset="0"/>
                <a:ea typeface="Malgun Gothic" pitchFamily="34" charset="-122"/>
                <a:cs typeface="Malgun Gothic" pitchFamily="34" charset="-120"/>
              </a:rPr>
              <a:t>사</a:t>
            </a:r>
            <a:endParaRPr lang="en-US" sz="3000" dirty="0"/>
          </a:p>
        </p:txBody>
      </p:sp>
      <p:sp>
        <p:nvSpPr>
          <p:cNvPr id="19" name="Text 16"/>
          <p:cNvSpPr txBox="1"/>
          <p:nvPr/>
        </p:nvSpPr>
        <p:spPr>
          <a:xfrm>
            <a:off x="7406640" y="2198218"/>
            <a:ext cx="2148840" cy="257495"/>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sa</a:t>
            </a:r>
            <a:endParaRPr lang="en-US" sz="1300" dirty="0"/>
          </a:p>
        </p:txBody>
      </p:sp>
      <p:sp>
        <p:nvSpPr>
          <p:cNvPr id="20" name="Text 17"/>
          <p:cNvSpPr txBox="1"/>
          <p:nvPr/>
        </p:nvSpPr>
        <p:spPr>
          <a:xfrm>
            <a:off x="7406640" y="2420600"/>
            <a:ext cx="2148840" cy="280904"/>
          </a:xfrm>
          <a:prstGeom prst="rect">
            <a:avLst/>
          </a:prstGeom>
          <a:noFill/>
          <a:ln/>
        </p:spPr>
        <p:txBody>
          <a:bodyPr wrap="square" lIns="0" tIns="0" rIns="0" bIns="0" rtlCol="0" anchor="ctr"/>
          <a:lstStyle/>
          <a:p>
            <a:pPr marL="0" indent="0" algn="ctr">
              <a:buNone/>
            </a:pPr>
            <a:r>
              <a:rPr lang="en-US" sz="1500" dirty="0">
                <a:solidFill>
                  <a:srgbClr val="5C5F6B"/>
                </a:solidFill>
                <a:latin typeface="Arial" pitchFamily="34" charset="0"/>
                <a:ea typeface="Arial" pitchFamily="34" charset="-122"/>
                <a:cs typeface="Arial" pitchFamily="34" charset="-120"/>
              </a:rPr>
              <a:t>4</a:t>
            </a:r>
            <a:endParaRPr lang="en-US" sz="1500" dirty="0"/>
          </a:p>
        </p:txBody>
      </p:sp>
      <p:sp>
        <p:nvSpPr>
          <p:cNvPr id="21" name="Shape 18"/>
          <p:cNvSpPr/>
          <p:nvPr/>
        </p:nvSpPr>
        <p:spPr>
          <a:xfrm>
            <a:off x="9692640" y="1554480"/>
            <a:ext cx="2148840" cy="1170432"/>
          </a:xfrm>
          <a:prstGeom prst="roundRect">
            <a:avLst>
              <a:gd name="adj" fmla="val 6250"/>
            </a:avLst>
          </a:prstGeom>
          <a:solidFill>
            <a:srgbClr val="EEF1FF"/>
          </a:solidFill>
          <a:ln w="12700">
            <a:solidFill>
              <a:srgbClr val="D8DCF5"/>
            </a:solidFill>
            <a:prstDash val="solid"/>
          </a:ln>
        </p:spPr>
      </p:sp>
      <p:sp>
        <p:nvSpPr>
          <p:cNvPr id="22" name="Text 19"/>
          <p:cNvSpPr txBox="1"/>
          <p:nvPr/>
        </p:nvSpPr>
        <p:spPr>
          <a:xfrm>
            <a:off x="9692640" y="1609344"/>
            <a:ext cx="2148840" cy="608625"/>
          </a:xfrm>
          <a:prstGeom prst="rect">
            <a:avLst/>
          </a:prstGeom>
          <a:noFill/>
          <a:ln/>
        </p:spPr>
        <p:txBody>
          <a:bodyPr wrap="square" lIns="0" tIns="0" rIns="0" bIns="0" rtlCol="0" anchor="ctr"/>
          <a:lstStyle/>
          <a:p>
            <a:pPr marL="0" indent="0" algn="ctr">
              <a:buNone/>
            </a:pPr>
            <a:r>
              <a:rPr lang="en-US" sz="3000" b="1" dirty="0">
                <a:solidFill>
                  <a:srgbClr val="0A0A0F"/>
                </a:solidFill>
                <a:latin typeface="Malgun Gothic" pitchFamily="34" charset="0"/>
                <a:ea typeface="Malgun Gothic" pitchFamily="34" charset="-122"/>
                <a:cs typeface="Malgun Gothic" pitchFamily="34" charset="-120"/>
              </a:rPr>
              <a:t>오</a:t>
            </a:r>
            <a:endParaRPr lang="en-US" sz="3000" dirty="0"/>
          </a:p>
        </p:txBody>
      </p:sp>
      <p:sp>
        <p:nvSpPr>
          <p:cNvPr id="23" name="Text 20"/>
          <p:cNvSpPr txBox="1"/>
          <p:nvPr/>
        </p:nvSpPr>
        <p:spPr>
          <a:xfrm>
            <a:off x="9692640" y="2198218"/>
            <a:ext cx="2148840" cy="257495"/>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o</a:t>
            </a:r>
            <a:endParaRPr lang="en-US" sz="1300" dirty="0"/>
          </a:p>
        </p:txBody>
      </p:sp>
      <p:sp>
        <p:nvSpPr>
          <p:cNvPr id="24" name="Text 21"/>
          <p:cNvSpPr txBox="1"/>
          <p:nvPr/>
        </p:nvSpPr>
        <p:spPr>
          <a:xfrm>
            <a:off x="9692640" y="2420600"/>
            <a:ext cx="2148840" cy="280904"/>
          </a:xfrm>
          <a:prstGeom prst="rect">
            <a:avLst/>
          </a:prstGeom>
          <a:noFill/>
          <a:ln/>
        </p:spPr>
        <p:txBody>
          <a:bodyPr wrap="square" lIns="0" tIns="0" rIns="0" bIns="0" rtlCol="0" anchor="ctr"/>
          <a:lstStyle/>
          <a:p>
            <a:pPr marL="0" indent="0" algn="ctr">
              <a:buNone/>
            </a:pPr>
            <a:r>
              <a:rPr lang="en-US" sz="1500" dirty="0">
                <a:solidFill>
                  <a:srgbClr val="5C5F6B"/>
                </a:solidFill>
                <a:latin typeface="Arial" pitchFamily="34" charset="0"/>
                <a:ea typeface="Arial" pitchFamily="34" charset="-122"/>
                <a:cs typeface="Arial" pitchFamily="34" charset="-120"/>
              </a:rPr>
              <a:t>5</a:t>
            </a:r>
            <a:endParaRPr lang="en-US" sz="1500" dirty="0"/>
          </a:p>
        </p:txBody>
      </p:sp>
      <p:sp>
        <p:nvSpPr>
          <p:cNvPr id="25" name="Shape 22"/>
          <p:cNvSpPr/>
          <p:nvPr/>
        </p:nvSpPr>
        <p:spPr>
          <a:xfrm>
            <a:off x="548640" y="2953512"/>
            <a:ext cx="2148840" cy="1170432"/>
          </a:xfrm>
          <a:prstGeom prst="roundRect">
            <a:avLst>
              <a:gd name="adj" fmla="val 6250"/>
            </a:avLst>
          </a:prstGeom>
          <a:solidFill>
            <a:srgbClr val="EEF1FF"/>
          </a:solidFill>
          <a:ln w="12700">
            <a:solidFill>
              <a:srgbClr val="D8DCF5"/>
            </a:solidFill>
            <a:prstDash val="solid"/>
          </a:ln>
        </p:spPr>
      </p:sp>
      <p:sp>
        <p:nvSpPr>
          <p:cNvPr id="26" name="Text 23"/>
          <p:cNvSpPr txBox="1"/>
          <p:nvPr/>
        </p:nvSpPr>
        <p:spPr>
          <a:xfrm>
            <a:off x="548640" y="3008376"/>
            <a:ext cx="2148840" cy="608625"/>
          </a:xfrm>
          <a:prstGeom prst="rect">
            <a:avLst/>
          </a:prstGeom>
          <a:noFill/>
          <a:ln/>
        </p:spPr>
        <p:txBody>
          <a:bodyPr wrap="square" lIns="0" tIns="0" rIns="0" bIns="0" rtlCol="0" anchor="ctr"/>
          <a:lstStyle/>
          <a:p>
            <a:pPr marL="0" indent="0" algn="ctr">
              <a:buNone/>
            </a:pPr>
            <a:r>
              <a:rPr lang="en-US" sz="3000" b="1" dirty="0">
                <a:solidFill>
                  <a:srgbClr val="0A0A0F"/>
                </a:solidFill>
                <a:latin typeface="Malgun Gothic" pitchFamily="34" charset="0"/>
                <a:ea typeface="Malgun Gothic" pitchFamily="34" charset="-122"/>
                <a:cs typeface="Malgun Gothic" pitchFamily="34" charset="-120"/>
              </a:rPr>
              <a:t>육</a:t>
            </a:r>
            <a:endParaRPr lang="en-US" sz="3000" dirty="0"/>
          </a:p>
        </p:txBody>
      </p:sp>
      <p:sp>
        <p:nvSpPr>
          <p:cNvPr id="27" name="Text 24"/>
          <p:cNvSpPr txBox="1"/>
          <p:nvPr/>
        </p:nvSpPr>
        <p:spPr>
          <a:xfrm>
            <a:off x="548640" y="3597250"/>
            <a:ext cx="2148840" cy="257495"/>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iuk</a:t>
            </a:r>
            <a:endParaRPr lang="en-US" sz="1300" dirty="0"/>
          </a:p>
        </p:txBody>
      </p:sp>
      <p:sp>
        <p:nvSpPr>
          <p:cNvPr id="28" name="Text 25"/>
          <p:cNvSpPr txBox="1"/>
          <p:nvPr/>
        </p:nvSpPr>
        <p:spPr>
          <a:xfrm>
            <a:off x="548640" y="3819632"/>
            <a:ext cx="2148840" cy="280904"/>
          </a:xfrm>
          <a:prstGeom prst="rect">
            <a:avLst/>
          </a:prstGeom>
          <a:noFill/>
          <a:ln/>
        </p:spPr>
        <p:txBody>
          <a:bodyPr wrap="square" lIns="0" tIns="0" rIns="0" bIns="0" rtlCol="0" anchor="ctr"/>
          <a:lstStyle/>
          <a:p>
            <a:pPr marL="0" indent="0" algn="ctr">
              <a:buNone/>
            </a:pPr>
            <a:r>
              <a:rPr lang="en-US" sz="1500" dirty="0">
                <a:solidFill>
                  <a:srgbClr val="5C5F6B"/>
                </a:solidFill>
                <a:latin typeface="Arial" pitchFamily="34" charset="0"/>
                <a:ea typeface="Arial" pitchFamily="34" charset="-122"/>
                <a:cs typeface="Arial" pitchFamily="34" charset="-120"/>
              </a:rPr>
              <a:t>6</a:t>
            </a:r>
            <a:endParaRPr lang="en-US" sz="1500" dirty="0"/>
          </a:p>
        </p:txBody>
      </p:sp>
      <p:sp>
        <p:nvSpPr>
          <p:cNvPr id="29" name="Shape 26"/>
          <p:cNvSpPr/>
          <p:nvPr/>
        </p:nvSpPr>
        <p:spPr>
          <a:xfrm>
            <a:off x="2834640" y="2953512"/>
            <a:ext cx="2148840" cy="1170432"/>
          </a:xfrm>
          <a:prstGeom prst="roundRect">
            <a:avLst>
              <a:gd name="adj" fmla="val 6250"/>
            </a:avLst>
          </a:prstGeom>
          <a:solidFill>
            <a:srgbClr val="EEF1FF"/>
          </a:solidFill>
          <a:ln w="12700">
            <a:solidFill>
              <a:srgbClr val="D8DCF5"/>
            </a:solidFill>
            <a:prstDash val="solid"/>
          </a:ln>
        </p:spPr>
      </p:sp>
      <p:sp>
        <p:nvSpPr>
          <p:cNvPr id="30" name="Text 27"/>
          <p:cNvSpPr txBox="1"/>
          <p:nvPr/>
        </p:nvSpPr>
        <p:spPr>
          <a:xfrm>
            <a:off x="2834640" y="3008376"/>
            <a:ext cx="2148840" cy="608625"/>
          </a:xfrm>
          <a:prstGeom prst="rect">
            <a:avLst/>
          </a:prstGeom>
          <a:noFill/>
          <a:ln/>
        </p:spPr>
        <p:txBody>
          <a:bodyPr wrap="square" lIns="0" tIns="0" rIns="0" bIns="0" rtlCol="0" anchor="ctr"/>
          <a:lstStyle/>
          <a:p>
            <a:pPr marL="0" indent="0" algn="ctr">
              <a:buNone/>
            </a:pPr>
            <a:r>
              <a:rPr lang="en-US" sz="3000" b="1" dirty="0">
                <a:solidFill>
                  <a:srgbClr val="0A0A0F"/>
                </a:solidFill>
                <a:latin typeface="Malgun Gothic" pitchFamily="34" charset="0"/>
                <a:ea typeface="Malgun Gothic" pitchFamily="34" charset="-122"/>
                <a:cs typeface="Malgun Gothic" pitchFamily="34" charset="-120"/>
              </a:rPr>
              <a:t>칠</a:t>
            </a:r>
            <a:endParaRPr lang="en-US" sz="3000" dirty="0"/>
          </a:p>
        </p:txBody>
      </p:sp>
      <p:sp>
        <p:nvSpPr>
          <p:cNvPr id="31" name="Text 28"/>
          <p:cNvSpPr txBox="1"/>
          <p:nvPr/>
        </p:nvSpPr>
        <p:spPr>
          <a:xfrm>
            <a:off x="2834640" y="3597250"/>
            <a:ext cx="2148840" cy="257495"/>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chil</a:t>
            </a:r>
            <a:endParaRPr lang="en-US" sz="1300" dirty="0"/>
          </a:p>
        </p:txBody>
      </p:sp>
      <p:sp>
        <p:nvSpPr>
          <p:cNvPr id="32" name="Text 29"/>
          <p:cNvSpPr txBox="1"/>
          <p:nvPr/>
        </p:nvSpPr>
        <p:spPr>
          <a:xfrm>
            <a:off x="2834640" y="3819632"/>
            <a:ext cx="2148840" cy="280904"/>
          </a:xfrm>
          <a:prstGeom prst="rect">
            <a:avLst/>
          </a:prstGeom>
          <a:noFill/>
          <a:ln/>
        </p:spPr>
        <p:txBody>
          <a:bodyPr wrap="square" lIns="0" tIns="0" rIns="0" bIns="0" rtlCol="0" anchor="ctr"/>
          <a:lstStyle/>
          <a:p>
            <a:pPr marL="0" indent="0" algn="ctr">
              <a:buNone/>
            </a:pPr>
            <a:r>
              <a:rPr lang="en-US" sz="1500" dirty="0">
                <a:solidFill>
                  <a:srgbClr val="5C5F6B"/>
                </a:solidFill>
                <a:latin typeface="Arial" pitchFamily="34" charset="0"/>
                <a:ea typeface="Arial" pitchFamily="34" charset="-122"/>
                <a:cs typeface="Arial" pitchFamily="34" charset="-120"/>
              </a:rPr>
              <a:t>7</a:t>
            </a:r>
            <a:endParaRPr lang="en-US" sz="1500" dirty="0"/>
          </a:p>
        </p:txBody>
      </p:sp>
      <p:sp>
        <p:nvSpPr>
          <p:cNvPr id="33" name="Shape 30"/>
          <p:cNvSpPr/>
          <p:nvPr/>
        </p:nvSpPr>
        <p:spPr>
          <a:xfrm>
            <a:off x="5120640" y="2953512"/>
            <a:ext cx="2148840" cy="1170432"/>
          </a:xfrm>
          <a:prstGeom prst="roundRect">
            <a:avLst>
              <a:gd name="adj" fmla="val 6250"/>
            </a:avLst>
          </a:prstGeom>
          <a:solidFill>
            <a:srgbClr val="EEF1FF"/>
          </a:solidFill>
          <a:ln w="12700">
            <a:solidFill>
              <a:srgbClr val="D8DCF5"/>
            </a:solidFill>
            <a:prstDash val="solid"/>
          </a:ln>
        </p:spPr>
      </p:sp>
      <p:sp>
        <p:nvSpPr>
          <p:cNvPr id="34" name="Text 31"/>
          <p:cNvSpPr txBox="1"/>
          <p:nvPr/>
        </p:nvSpPr>
        <p:spPr>
          <a:xfrm>
            <a:off x="5120640" y="3008376"/>
            <a:ext cx="2148840" cy="608625"/>
          </a:xfrm>
          <a:prstGeom prst="rect">
            <a:avLst/>
          </a:prstGeom>
          <a:noFill/>
          <a:ln/>
        </p:spPr>
        <p:txBody>
          <a:bodyPr wrap="square" lIns="0" tIns="0" rIns="0" bIns="0" rtlCol="0" anchor="ctr"/>
          <a:lstStyle/>
          <a:p>
            <a:pPr marL="0" indent="0" algn="ctr">
              <a:buNone/>
            </a:pPr>
            <a:r>
              <a:rPr lang="en-US" sz="3000" b="1" dirty="0">
                <a:solidFill>
                  <a:srgbClr val="0A0A0F"/>
                </a:solidFill>
                <a:latin typeface="Malgun Gothic" pitchFamily="34" charset="0"/>
                <a:ea typeface="Malgun Gothic" pitchFamily="34" charset="-122"/>
                <a:cs typeface="Malgun Gothic" pitchFamily="34" charset="-120"/>
              </a:rPr>
              <a:t>팔</a:t>
            </a:r>
            <a:endParaRPr lang="en-US" sz="3000" dirty="0"/>
          </a:p>
        </p:txBody>
      </p:sp>
      <p:sp>
        <p:nvSpPr>
          <p:cNvPr id="35" name="Text 32"/>
          <p:cNvSpPr txBox="1"/>
          <p:nvPr/>
        </p:nvSpPr>
        <p:spPr>
          <a:xfrm>
            <a:off x="5120640" y="3597250"/>
            <a:ext cx="2148840" cy="257495"/>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pal</a:t>
            </a:r>
            <a:endParaRPr lang="en-US" sz="1300" dirty="0"/>
          </a:p>
        </p:txBody>
      </p:sp>
      <p:sp>
        <p:nvSpPr>
          <p:cNvPr id="36" name="Text 33"/>
          <p:cNvSpPr txBox="1"/>
          <p:nvPr/>
        </p:nvSpPr>
        <p:spPr>
          <a:xfrm>
            <a:off x="5120640" y="3819632"/>
            <a:ext cx="2148840" cy="280904"/>
          </a:xfrm>
          <a:prstGeom prst="rect">
            <a:avLst/>
          </a:prstGeom>
          <a:noFill/>
          <a:ln/>
        </p:spPr>
        <p:txBody>
          <a:bodyPr wrap="square" lIns="0" tIns="0" rIns="0" bIns="0" rtlCol="0" anchor="ctr"/>
          <a:lstStyle/>
          <a:p>
            <a:pPr marL="0" indent="0" algn="ctr">
              <a:buNone/>
            </a:pPr>
            <a:r>
              <a:rPr lang="en-US" sz="1500" dirty="0">
                <a:solidFill>
                  <a:srgbClr val="5C5F6B"/>
                </a:solidFill>
                <a:latin typeface="Arial" pitchFamily="34" charset="0"/>
                <a:ea typeface="Arial" pitchFamily="34" charset="-122"/>
                <a:cs typeface="Arial" pitchFamily="34" charset="-120"/>
              </a:rPr>
              <a:t>8</a:t>
            </a:r>
            <a:endParaRPr lang="en-US" sz="1500" dirty="0"/>
          </a:p>
        </p:txBody>
      </p:sp>
      <p:sp>
        <p:nvSpPr>
          <p:cNvPr id="37" name="Shape 34"/>
          <p:cNvSpPr/>
          <p:nvPr/>
        </p:nvSpPr>
        <p:spPr>
          <a:xfrm>
            <a:off x="7406640" y="2953512"/>
            <a:ext cx="2148840" cy="1170432"/>
          </a:xfrm>
          <a:prstGeom prst="roundRect">
            <a:avLst>
              <a:gd name="adj" fmla="val 6250"/>
            </a:avLst>
          </a:prstGeom>
          <a:solidFill>
            <a:srgbClr val="EEF1FF"/>
          </a:solidFill>
          <a:ln w="12700">
            <a:solidFill>
              <a:srgbClr val="D8DCF5"/>
            </a:solidFill>
            <a:prstDash val="solid"/>
          </a:ln>
        </p:spPr>
      </p:sp>
      <p:sp>
        <p:nvSpPr>
          <p:cNvPr id="38" name="Text 35"/>
          <p:cNvSpPr txBox="1"/>
          <p:nvPr/>
        </p:nvSpPr>
        <p:spPr>
          <a:xfrm>
            <a:off x="7406640" y="3008376"/>
            <a:ext cx="2148840" cy="608625"/>
          </a:xfrm>
          <a:prstGeom prst="rect">
            <a:avLst/>
          </a:prstGeom>
          <a:noFill/>
          <a:ln/>
        </p:spPr>
        <p:txBody>
          <a:bodyPr wrap="square" lIns="0" tIns="0" rIns="0" bIns="0" rtlCol="0" anchor="ctr"/>
          <a:lstStyle/>
          <a:p>
            <a:pPr marL="0" indent="0" algn="ctr">
              <a:buNone/>
            </a:pPr>
            <a:r>
              <a:rPr lang="en-US" sz="3000" b="1" dirty="0">
                <a:solidFill>
                  <a:srgbClr val="0A0A0F"/>
                </a:solidFill>
                <a:latin typeface="Malgun Gothic" pitchFamily="34" charset="0"/>
                <a:ea typeface="Malgun Gothic" pitchFamily="34" charset="-122"/>
                <a:cs typeface="Malgun Gothic" pitchFamily="34" charset="-120"/>
              </a:rPr>
              <a:t>구</a:t>
            </a:r>
            <a:endParaRPr lang="en-US" sz="3000" dirty="0"/>
          </a:p>
        </p:txBody>
      </p:sp>
      <p:sp>
        <p:nvSpPr>
          <p:cNvPr id="39" name="Text 36"/>
          <p:cNvSpPr txBox="1"/>
          <p:nvPr/>
        </p:nvSpPr>
        <p:spPr>
          <a:xfrm>
            <a:off x="7406640" y="3597250"/>
            <a:ext cx="2148840" cy="257495"/>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gu</a:t>
            </a:r>
            <a:endParaRPr lang="en-US" sz="1300" dirty="0"/>
          </a:p>
        </p:txBody>
      </p:sp>
      <p:sp>
        <p:nvSpPr>
          <p:cNvPr id="40" name="Text 37"/>
          <p:cNvSpPr txBox="1"/>
          <p:nvPr/>
        </p:nvSpPr>
        <p:spPr>
          <a:xfrm>
            <a:off x="7406640" y="3819632"/>
            <a:ext cx="2148840" cy="280904"/>
          </a:xfrm>
          <a:prstGeom prst="rect">
            <a:avLst/>
          </a:prstGeom>
          <a:noFill/>
          <a:ln/>
        </p:spPr>
        <p:txBody>
          <a:bodyPr wrap="square" lIns="0" tIns="0" rIns="0" bIns="0" rtlCol="0" anchor="ctr"/>
          <a:lstStyle/>
          <a:p>
            <a:pPr marL="0" indent="0" algn="ctr">
              <a:buNone/>
            </a:pPr>
            <a:r>
              <a:rPr lang="en-US" sz="1500" dirty="0">
                <a:solidFill>
                  <a:srgbClr val="5C5F6B"/>
                </a:solidFill>
                <a:latin typeface="Arial" pitchFamily="34" charset="0"/>
                <a:ea typeface="Arial" pitchFamily="34" charset="-122"/>
                <a:cs typeface="Arial" pitchFamily="34" charset="-120"/>
              </a:rPr>
              <a:t>9</a:t>
            </a:r>
            <a:endParaRPr lang="en-US" sz="1500" dirty="0"/>
          </a:p>
        </p:txBody>
      </p:sp>
      <p:sp>
        <p:nvSpPr>
          <p:cNvPr id="41" name="Shape 38"/>
          <p:cNvSpPr/>
          <p:nvPr/>
        </p:nvSpPr>
        <p:spPr>
          <a:xfrm>
            <a:off x="9692640" y="2953512"/>
            <a:ext cx="2148840" cy="1170432"/>
          </a:xfrm>
          <a:prstGeom prst="roundRect">
            <a:avLst>
              <a:gd name="adj" fmla="val 6250"/>
            </a:avLst>
          </a:prstGeom>
          <a:solidFill>
            <a:srgbClr val="EEF1FF"/>
          </a:solidFill>
          <a:ln w="12700">
            <a:solidFill>
              <a:srgbClr val="D8DCF5"/>
            </a:solidFill>
            <a:prstDash val="solid"/>
          </a:ln>
        </p:spPr>
      </p:sp>
      <p:sp>
        <p:nvSpPr>
          <p:cNvPr id="42" name="Text 39"/>
          <p:cNvSpPr txBox="1"/>
          <p:nvPr/>
        </p:nvSpPr>
        <p:spPr>
          <a:xfrm>
            <a:off x="9692640" y="3008376"/>
            <a:ext cx="2148840" cy="608625"/>
          </a:xfrm>
          <a:prstGeom prst="rect">
            <a:avLst/>
          </a:prstGeom>
          <a:noFill/>
          <a:ln/>
        </p:spPr>
        <p:txBody>
          <a:bodyPr wrap="square" lIns="0" tIns="0" rIns="0" bIns="0" rtlCol="0" anchor="ctr"/>
          <a:lstStyle/>
          <a:p>
            <a:pPr marL="0" indent="0" algn="ctr">
              <a:buNone/>
            </a:pPr>
            <a:r>
              <a:rPr lang="en-US" sz="3000" b="1" dirty="0">
                <a:solidFill>
                  <a:srgbClr val="0A0A0F"/>
                </a:solidFill>
                <a:latin typeface="Malgun Gothic" pitchFamily="34" charset="0"/>
                <a:ea typeface="Malgun Gothic" pitchFamily="34" charset="-122"/>
                <a:cs typeface="Malgun Gothic" pitchFamily="34" charset="-120"/>
              </a:rPr>
              <a:t>십</a:t>
            </a:r>
            <a:endParaRPr lang="en-US" sz="3000" dirty="0"/>
          </a:p>
        </p:txBody>
      </p:sp>
      <p:sp>
        <p:nvSpPr>
          <p:cNvPr id="43" name="Text 40"/>
          <p:cNvSpPr txBox="1"/>
          <p:nvPr/>
        </p:nvSpPr>
        <p:spPr>
          <a:xfrm>
            <a:off x="9692640" y="3597250"/>
            <a:ext cx="2148840" cy="257495"/>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ship</a:t>
            </a:r>
            <a:endParaRPr lang="en-US" sz="1300" dirty="0"/>
          </a:p>
        </p:txBody>
      </p:sp>
      <p:sp>
        <p:nvSpPr>
          <p:cNvPr id="44" name="Text 41"/>
          <p:cNvSpPr txBox="1"/>
          <p:nvPr/>
        </p:nvSpPr>
        <p:spPr>
          <a:xfrm>
            <a:off x="9692640" y="3819632"/>
            <a:ext cx="2148840" cy="280904"/>
          </a:xfrm>
          <a:prstGeom prst="rect">
            <a:avLst/>
          </a:prstGeom>
          <a:noFill/>
          <a:ln/>
        </p:spPr>
        <p:txBody>
          <a:bodyPr wrap="square" lIns="0" tIns="0" rIns="0" bIns="0" rtlCol="0" anchor="ctr"/>
          <a:lstStyle/>
          <a:p>
            <a:pPr marL="0" indent="0" algn="ctr">
              <a:buNone/>
            </a:pPr>
            <a:r>
              <a:rPr lang="en-US" sz="1500" dirty="0">
                <a:solidFill>
                  <a:srgbClr val="5C5F6B"/>
                </a:solidFill>
                <a:latin typeface="Arial" pitchFamily="34" charset="0"/>
                <a:ea typeface="Arial" pitchFamily="34" charset="-122"/>
                <a:cs typeface="Arial" pitchFamily="34" charset="-120"/>
              </a:rPr>
              <a:t>10</a:t>
            </a:r>
            <a:endParaRPr lang="en-US" sz="1500" dirty="0"/>
          </a:p>
        </p:txBody>
      </p:sp>
      <p:sp>
        <p:nvSpPr>
          <p:cNvPr id="45" name="Shape 42"/>
          <p:cNvSpPr/>
          <p:nvPr/>
        </p:nvSpPr>
        <p:spPr>
          <a:xfrm>
            <a:off x="548640" y="5120640"/>
            <a:ext cx="11064240" cy="960120"/>
          </a:xfrm>
          <a:prstGeom prst="roundRect">
            <a:avLst>
              <a:gd name="adj" fmla="val 7619"/>
            </a:avLst>
          </a:prstGeom>
          <a:solidFill>
            <a:srgbClr val="EEF1FF"/>
          </a:solidFill>
          <a:ln w="12700">
            <a:solidFill>
              <a:srgbClr val="D8DCF5"/>
            </a:solidFill>
            <a:prstDash val="solid"/>
          </a:ln>
        </p:spPr>
      </p:sp>
      <p:sp>
        <p:nvSpPr>
          <p:cNvPr id="46" name="Text 43"/>
          <p:cNvSpPr txBox="1"/>
          <p:nvPr/>
        </p:nvSpPr>
        <p:spPr>
          <a:xfrm>
            <a:off x="822960" y="5349240"/>
            <a:ext cx="10515600" cy="548640"/>
          </a:xfrm>
          <a:prstGeom prst="rect">
            <a:avLst/>
          </a:prstGeom>
          <a:noFill/>
          <a:ln/>
        </p:spPr>
        <p:txBody>
          <a:bodyPr wrap="square" lIns="0" tIns="0" rIns="0" bIns="0" rtlCol="0" anchor="ctr"/>
          <a:lstStyle/>
          <a:p>
            <a:pPr marL="0" indent="0">
              <a:buNone/>
            </a:pPr>
            <a:r>
              <a:rPr lang="en-US" sz="1400" b="1" dirty="0">
                <a:solidFill>
                  <a:srgbClr val="0A0A0F"/>
                </a:solidFill>
                <a:latin typeface="Arial" pitchFamily="34" charset="0"/>
                <a:ea typeface="Arial" pitchFamily="34" charset="-122"/>
                <a:cs typeface="Arial" pitchFamily="34" charset="-120"/>
              </a:rPr>
              <a:t>Se arman como LEGO:  </a:t>
            </a:r>
            <a:r>
              <a:rPr lang="en-US" sz="1700" b="1" dirty="0">
                <a:solidFill>
                  <a:srgbClr val="4236F6"/>
                </a:solidFill>
                <a:latin typeface="Malgun Gothic" pitchFamily="34" charset="0"/>
                <a:ea typeface="Malgun Gothic" pitchFamily="34" charset="-122"/>
                <a:cs typeface="Malgun Gothic" pitchFamily="34" charset="-120"/>
              </a:rPr>
              <a:t>27 = 이십칠</a:t>
            </a:r>
            <a:r>
              <a:rPr lang="en-US" sz="1300" dirty="0">
                <a:solidFill>
                  <a:srgbClr val="5C5F6B"/>
                </a:solidFill>
                <a:latin typeface="Arial" pitchFamily="34" charset="0"/>
                <a:ea typeface="Arial" pitchFamily="34" charset="-122"/>
                <a:cs typeface="Arial" pitchFamily="34" charset="-120"/>
              </a:rPr>
              <a:t> (2×10+7)   ·   Se usan para: fechas · dinero · minutos · teléfono</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310896"/>
          </a:xfrm>
          <a:prstGeom prst="rect">
            <a:avLst/>
          </a:prstGeom>
          <a:noFill/>
          <a:ln/>
        </p:spPr>
        <p:txBody>
          <a:bodyPr wrap="square" lIns="0" tIns="0" rIns="0" bIns="0" rtlCol="0" anchor="ctr"/>
          <a:lstStyle/>
          <a:p>
            <a:pPr marL="0" indent="0">
              <a:buNone/>
            </a:pPr>
            <a:r>
              <a:rPr lang="en-US" sz="1200" b="1" kern="0" spc="300" dirty="0">
                <a:solidFill>
                  <a:srgbClr val="4236F6"/>
                </a:solidFill>
                <a:latin typeface="Arial" pitchFamily="34" charset="0"/>
                <a:ea typeface="Arial" pitchFamily="34" charset="-122"/>
                <a:cs typeface="Arial" pitchFamily="34" charset="-120"/>
              </a:rPr>
              <a:t>숫자 II · NATIVOS + LA HORA</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marL="0" indent="0">
              <a:buNone/>
            </a:pPr>
            <a:r>
              <a:rPr lang="en-US" sz="3200" b="1" dirty="0">
                <a:solidFill>
                  <a:srgbClr val="0A0A0F"/>
                </a:solidFill>
                <a:latin typeface="Arial" pitchFamily="34" charset="0"/>
                <a:ea typeface="Arial" pitchFamily="34" charset="-122"/>
                <a:cs typeface="Arial" pitchFamily="34" charset="-120"/>
              </a:rPr>
              <a:t>하나 둘 셋 — contar, la edad y la hora</a:t>
            </a:r>
            <a:endParaRPr lang="en-US" sz="3200" dirty="0"/>
          </a:p>
        </p:txBody>
      </p:sp>
      <p:pic>
        <p:nvPicPr>
          <p:cNvPr id="4" name="Image 0" descr="C:\Users\Chingu\AppData\Local\Temp\claude\C--Users-Chingu-Desktop-ACADEMIASEULWEB\d4111e1b-5523-44ea-97b2-b1a1d9545b9e\scratchpad\igpost\sello-azul.png"/>
          <p:cNvPicPr>
            <a:picLocks noChangeAspect="1"/>
          </p:cNvPicPr>
          <p:nvPr/>
        </p:nvPicPr>
        <p:blipFill>
          <a:blip r:embed="rId3"/>
          <a:stretch>
            <a:fillRect/>
          </a:stretch>
        </p:blipFill>
        <p:spPr>
          <a:xfrm>
            <a:off x="11475720" y="6236208"/>
            <a:ext cx="457200" cy="438912"/>
          </a:xfrm>
          <a:prstGeom prst="rect">
            <a:avLst/>
          </a:prstGeom>
        </p:spPr>
      </p:pic>
      <p:sp>
        <p:nvSpPr>
          <p:cNvPr id="5" name="Shape 2"/>
          <p:cNvSpPr/>
          <p:nvPr/>
        </p:nvSpPr>
        <p:spPr>
          <a:xfrm>
            <a:off x="548640" y="1508760"/>
            <a:ext cx="2148840" cy="1097280"/>
          </a:xfrm>
          <a:prstGeom prst="roundRect">
            <a:avLst>
              <a:gd name="adj" fmla="val 6667"/>
            </a:avLst>
          </a:prstGeom>
          <a:solidFill>
            <a:srgbClr val="EEF1FF"/>
          </a:solidFill>
          <a:ln w="12700">
            <a:solidFill>
              <a:srgbClr val="D8DCF5"/>
            </a:solidFill>
            <a:prstDash val="solid"/>
          </a:ln>
        </p:spPr>
      </p:sp>
      <p:sp>
        <p:nvSpPr>
          <p:cNvPr id="6" name="Text 3"/>
          <p:cNvSpPr txBox="1"/>
          <p:nvPr/>
        </p:nvSpPr>
        <p:spPr>
          <a:xfrm>
            <a:off x="548640" y="1563624"/>
            <a:ext cx="2148840" cy="570586"/>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하나</a:t>
            </a:r>
            <a:endParaRPr lang="en-US" sz="2600" dirty="0"/>
          </a:p>
        </p:txBody>
      </p:sp>
      <p:sp>
        <p:nvSpPr>
          <p:cNvPr id="7" name="Text 4"/>
          <p:cNvSpPr txBox="1"/>
          <p:nvPr/>
        </p:nvSpPr>
        <p:spPr>
          <a:xfrm>
            <a:off x="548640" y="2112264"/>
            <a:ext cx="2148840" cy="241402"/>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ja-na</a:t>
            </a:r>
            <a:endParaRPr lang="en-US" sz="1300" dirty="0"/>
          </a:p>
        </p:txBody>
      </p:sp>
      <p:sp>
        <p:nvSpPr>
          <p:cNvPr id="8" name="Text 5"/>
          <p:cNvSpPr txBox="1"/>
          <p:nvPr/>
        </p:nvSpPr>
        <p:spPr>
          <a:xfrm>
            <a:off x="548640" y="2320747"/>
            <a:ext cx="2148840" cy="263347"/>
          </a:xfrm>
          <a:prstGeom prst="rect">
            <a:avLst/>
          </a:prstGeom>
          <a:noFill/>
          <a:ln/>
        </p:spPr>
        <p:txBody>
          <a:bodyPr wrap="square" lIns="0" tIns="0" rIns="0" bIns="0" rtlCol="0" anchor="ctr"/>
          <a:lstStyle/>
          <a:p>
            <a:pPr marL="0" indent="0" algn="ctr">
              <a:buNone/>
            </a:pPr>
            <a:r>
              <a:rPr lang="en-US" sz="1500" dirty="0">
                <a:solidFill>
                  <a:srgbClr val="5C5F6B"/>
                </a:solidFill>
                <a:latin typeface="Arial" pitchFamily="34" charset="0"/>
                <a:ea typeface="Arial" pitchFamily="34" charset="-122"/>
                <a:cs typeface="Arial" pitchFamily="34" charset="-120"/>
              </a:rPr>
              <a:t>1</a:t>
            </a:r>
            <a:endParaRPr lang="en-US" sz="1500" dirty="0"/>
          </a:p>
        </p:txBody>
      </p:sp>
      <p:sp>
        <p:nvSpPr>
          <p:cNvPr id="9" name="Shape 6"/>
          <p:cNvSpPr/>
          <p:nvPr/>
        </p:nvSpPr>
        <p:spPr>
          <a:xfrm>
            <a:off x="2834640" y="1508760"/>
            <a:ext cx="2148840" cy="1097280"/>
          </a:xfrm>
          <a:prstGeom prst="roundRect">
            <a:avLst>
              <a:gd name="adj" fmla="val 6667"/>
            </a:avLst>
          </a:prstGeom>
          <a:solidFill>
            <a:srgbClr val="EEF1FF"/>
          </a:solidFill>
          <a:ln w="12700">
            <a:solidFill>
              <a:srgbClr val="D8DCF5"/>
            </a:solidFill>
            <a:prstDash val="solid"/>
          </a:ln>
        </p:spPr>
      </p:sp>
      <p:sp>
        <p:nvSpPr>
          <p:cNvPr id="10" name="Text 7"/>
          <p:cNvSpPr txBox="1"/>
          <p:nvPr/>
        </p:nvSpPr>
        <p:spPr>
          <a:xfrm>
            <a:off x="2834640" y="1563624"/>
            <a:ext cx="2148840" cy="570586"/>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둘</a:t>
            </a:r>
            <a:endParaRPr lang="en-US" sz="2600" dirty="0"/>
          </a:p>
        </p:txBody>
      </p:sp>
      <p:sp>
        <p:nvSpPr>
          <p:cNvPr id="11" name="Text 8"/>
          <p:cNvSpPr txBox="1"/>
          <p:nvPr/>
        </p:nvSpPr>
        <p:spPr>
          <a:xfrm>
            <a:off x="2834640" y="2112264"/>
            <a:ext cx="2148840" cy="241402"/>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dul</a:t>
            </a:r>
            <a:endParaRPr lang="en-US" sz="1300" dirty="0"/>
          </a:p>
        </p:txBody>
      </p:sp>
      <p:sp>
        <p:nvSpPr>
          <p:cNvPr id="12" name="Text 9"/>
          <p:cNvSpPr txBox="1"/>
          <p:nvPr/>
        </p:nvSpPr>
        <p:spPr>
          <a:xfrm>
            <a:off x="2834640" y="2320747"/>
            <a:ext cx="2148840" cy="263347"/>
          </a:xfrm>
          <a:prstGeom prst="rect">
            <a:avLst/>
          </a:prstGeom>
          <a:noFill/>
          <a:ln/>
        </p:spPr>
        <p:txBody>
          <a:bodyPr wrap="square" lIns="0" tIns="0" rIns="0" bIns="0" rtlCol="0" anchor="ctr"/>
          <a:lstStyle/>
          <a:p>
            <a:pPr marL="0" indent="0" algn="ctr">
              <a:buNone/>
            </a:pPr>
            <a:r>
              <a:rPr lang="en-US" sz="1500" dirty="0">
                <a:solidFill>
                  <a:srgbClr val="5C5F6B"/>
                </a:solidFill>
                <a:latin typeface="Arial" pitchFamily="34" charset="0"/>
                <a:ea typeface="Arial" pitchFamily="34" charset="-122"/>
                <a:cs typeface="Arial" pitchFamily="34" charset="-120"/>
              </a:rPr>
              <a:t>2</a:t>
            </a:r>
            <a:endParaRPr lang="en-US" sz="1500" dirty="0"/>
          </a:p>
        </p:txBody>
      </p:sp>
      <p:sp>
        <p:nvSpPr>
          <p:cNvPr id="13" name="Shape 10"/>
          <p:cNvSpPr/>
          <p:nvPr/>
        </p:nvSpPr>
        <p:spPr>
          <a:xfrm>
            <a:off x="5120640" y="1508760"/>
            <a:ext cx="2148840" cy="1097280"/>
          </a:xfrm>
          <a:prstGeom prst="roundRect">
            <a:avLst>
              <a:gd name="adj" fmla="val 6667"/>
            </a:avLst>
          </a:prstGeom>
          <a:solidFill>
            <a:srgbClr val="EEF1FF"/>
          </a:solidFill>
          <a:ln w="12700">
            <a:solidFill>
              <a:srgbClr val="D8DCF5"/>
            </a:solidFill>
            <a:prstDash val="solid"/>
          </a:ln>
        </p:spPr>
      </p:sp>
      <p:sp>
        <p:nvSpPr>
          <p:cNvPr id="14" name="Text 11"/>
          <p:cNvSpPr txBox="1"/>
          <p:nvPr/>
        </p:nvSpPr>
        <p:spPr>
          <a:xfrm>
            <a:off x="5120640" y="1563624"/>
            <a:ext cx="2148840" cy="570586"/>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셋</a:t>
            </a:r>
            <a:endParaRPr lang="en-US" sz="2600" dirty="0"/>
          </a:p>
        </p:txBody>
      </p:sp>
      <p:sp>
        <p:nvSpPr>
          <p:cNvPr id="15" name="Text 12"/>
          <p:cNvSpPr txBox="1"/>
          <p:nvPr/>
        </p:nvSpPr>
        <p:spPr>
          <a:xfrm>
            <a:off x="5120640" y="2112264"/>
            <a:ext cx="2148840" cy="241402"/>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set</a:t>
            </a:r>
            <a:endParaRPr lang="en-US" sz="1300" dirty="0"/>
          </a:p>
        </p:txBody>
      </p:sp>
      <p:sp>
        <p:nvSpPr>
          <p:cNvPr id="16" name="Text 13"/>
          <p:cNvSpPr txBox="1"/>
          <p:nvPr/>
        </p:nvSpPr>
        <p:spPr>
          <a:xfrm>
            <a:off x="5120640" y="2320747"/>
            <a:ext cx="2148840" cy="263347"/>
          </a:xfrm>
          <a:prstGeom prst="rect">
            <a:avLst/>
          </a:prstGeom>
          <a:noFill/>
          <a:ln/>
        </p:spPr>
        <p:txBody>
          <a:bodyPr wrap="square" lIns="0" tIns="0" rIns="0" bIns="0" rtlCol="0" anchor="ctr"/>
          <a:lstStyle/>
          <a:p>
            <a:pPr marL="0" indent="0" algn="ctr">
              <a:buNone/>
            </a:pPr>
            <a:r>
              <a:rPr lang="en-US" sz="1500" dirty="0">
                <a:solidFill>
                  <a:srgbClr val="5C5F6B"/>
                </a:solidFill>
                <a:latin typeface="Arial" pitchFamily="34" charset="0"/>
                <a:ea typeface="Arial" pitchFamily="34" charset="-122"/>
                <a:cs typeface="Arial" pitchFamily="34" charset="-120"/>
              </a:rPr>
              <a:t>3</a:t>
            </a:r>
            <a:endParaRPr lang="en-US" sz="1500" dirty="0"/>
          </a:p>
        </p:txBody>
      </p:sp>
      <p:sp>
        <p:nvSpPr>
          <p:cNvPr id="17" name="Shape 14"/>
          <p:cNvSpPr/>
          <p:nvPr/>
        </p:nvSpPr>
        <p:spPr>
          <a:xfrm>
            <a:off x="7406640" y="1508760"/>
            <a:ext cx="2148840" cy="1097280"/>
          </a:xfrm>
          <a:prstGeom prst="roundRect">
            <a:avLst>
              <a:gd name="adj" fmla="val 6667"/>
            </a:avLst>
          </a:prstGeom>
          <a:solidFill>
            <a:srgbClr val="EEF1FF"/>
          </a:solidFill>
          <a:ln w="12700">
            <a:solidFill>
              <a:srgbClr val="D8DCF5"/>
            </a:solidFill>
            <a:prstDash val="solid"/>
          </a:ln>
        </p:spPr>
      </p:sp>
      <p:sp>
        <p:nvSpPr>
          <p:cNvPr id="18" name="Text 15"/>
          <p:cNvSpPr txBox="1"/>
          <p:nvPr/>
        </p:nvSpPr>
        <p:spPr>
          <a:xfrm>
            <a:off x="7406640" y="1563624"/>
            <a:ext cx="2148840" cy="570586"/>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넷</a:t>
            </a:r>
            <a:endParaRPr lang="en-US" sz="2600" dirty="0"/>
          </a:p>
        </p:txBody>
      </p:sp>
      <p:sp>
        <p:nvSpPr>
          <p:cNvPr id="19" name="Text 16"/>
          <p:cNvSpPr txBox="1"/>
          <p:nvPr/>
        </p:nvSpPr>
        <p:spPr>
          <a:xfrm>
            <a:off x="7406640" y="2112264"/>
            <a:ext cx="2148840" cy="241402"/>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net</a:t>
            </a:r>
            <a:endParaRPr lang="en-US" sz="1300" dirty="0"/>
          </a:p>
        </p:txBody>
      </p:sp>
      <p:sp>
        <p:nvSpPr>
          <p:cNvPr id="20" name="Text 17"/>
          <p:cNvSpPr txBox="1"/>
          <p:nvPr/>
        </p:nvSpPr>
        <p:spPr>
          <a:xfrm>
            <a:off x="7406640" y="2320747"/>
            <a:ext cx="2148840" cy="263347"/>
          </a:xfrm>
          <a:prstGeom prst="rect">
            <a:avLst/>
          </a:prstGeom>
          <a:noFill/>
          <a:ln/>
        </p:spPr>
        <p:txBody>
          <a:bodyPr wrap="square" lIns="0" tIns="0" rIns="0" bIns="0" rtlCol="0" anchor="ctr"/>
          <a:lstStyle/>
          <a:p>
            <a:pPr marL="0" indent="0" algn="ctr">
              <a:buNone/>
            </a:pPr>
            <a:r>
              <a:rPr lang="en-US" sz="1500" dirty="0">
                <a:solidFill>
                  <a:srgbClr val="5C5F6B"/>
                </a:solidFill>
                <a:latin typeface="Arial" pitchFamily="34" charset="0"/>
                <a:ea typeface="Arial" pitchFamily="34" charset="-122"/>
                <a:cs typeface="Arial" pitchFamily="34" charset="-120"/>
              </a:rPr>
              <a:t>4</a:t>
            </a:r>
            <a:endParaRPr lang="en-US" sz="1500" dirty="0"/>
          </a:p>
        </p:txBody>
      </p:sp>
      <p:sp>
        <p:nvSpPr>
          <p:cNvPr id="21" name="Shape 18"/>
          <p:cNvSpPr/>
          <p:nvPr/>
        </p:nvSpPr>
        <p:spPr>
          <a:xfrm>
            <a:off x="9692640" y="1508760"/>
            <a:ext cx="2148840" cy="1097280"/>
          </a:xfrm>
          <a:prstGeom prst="roundRect">
            <a:avLst>
              <a:gd name="adj" fmla="val 6667"/>
            </a:avLst>
          </a:prstGeom>
          <a:solidFill>
            <a:srgbClr val="EEF1FF"/>
          </a:solidFill>
          <a:ln w="12700">
            <a:solidFill>
              <a:srgbClr val="D8DCF5"/>
            </a:solidFill>
            <a:prstDash val="solid"/>
          </a:ln>
        </p:spPr>
      </p:sp>
      <p:sp>
        <p:nvSpPr>
          <p:cNvPr id="22" name="Text 19"/>
          <p:cNvSpPr txBox="1"/>
          <p:nvPr/>
        </p:nvSpPr>
        <p:spPr>
          <a:xfrm>
            <a:off x="9692640" y="1563624"/>
            <a:ext cx="2148840" cy="570586"/>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다섯</a:t>
            </a:r>
            <a:endParaRPr lang="en-US" sz="2600" dirty="0"/>
          </a:p>
        </p:txBody>
      </p:sp>
      <p:sp>
        <p:nvSpPr>
          <p:cNvPr id="23" name="Text 20"/>
          <p:cNvSpPr txBox="1"/>
          <p:nvPr/>
        </p:nvSpPr>
        <p:spPr>
          <a:xfrm>
            <a:off x="9692640" y="2112264"/>
            <a:ext cx="2148840" cy="241402"/>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da-sot</a:t>
            </a:r>
            <a:endParaRPr lang="en-US" sz="1300" dirty="0"/>
          </a:p>
        </p:txBody>
      </p:sp>
      <p:sp>
        <p:nvSpPr>
          <p:cNvPr id="24" name="Text 21"/>
          <p:cNvSpPr txBox="1"/>
          <p:nvPr/>
        </p:nvSpPr>
        <p:spPr>
          <a:xfrm>
            <a:off x="9692640" y="2320747"/>
            <a:ext cx="2148840" cy="263347"/>
          </a:xfrm>
          <a:prstGeom prst="rect">
            <a:avLst/>
          </a:prstGeom>
          <a:noFill/>
          <a:ln/>
        </p:spPr>
        <p:txBody>
          <a:bodyPr wrap="square" lIns="0" tIns="0" rIns="0" bIns="0" rtlCol="0" anchor="ctr"/>
          <a:lstStyle/>
          <a:p>
            <a:pPr marL="0" indent="0" algn="ctr">
              <a:buNone/>
            </a:pPr>
            <a:r>
              <a:rPr lang="en-US" sz="1500" dirty="0">
                <a:solidFill>
                  <a:srgbClr val="5C5F6B"/>
                </a:solidFill>
                <a:latin typeface="Arial" pitchFamily="34" charset="0"/>
                <a:ea typeface="Arial" pitchFamily="34" charset="-122"/>
                <a:cs typeface="Arial" pitchFamily="34" charset="-120"/>
              </a:rPr>
              <a:t>5</a:t>
            </a:r>
            <a:endParaRPr lang="en-US" sz="1500" dirty="0"/>
          </a:p>
        </p:txBody>
      </p:sp>
      <p:sp>
        <p:nvSpPr>
          <p:cNvPr id="25" name="Shape 22"/>
          <p:cNvSpPr/>
          <p:nvPr/>
        </p:nvSpPr>
        <p:spPr>
          <a:xfrm>
            <a:off x="548640" y="2788920"/>
            <a:ext cx="2148840" cy="1097280"/>
          </a:xfrm>
          <a:prstGeom prst="roundRect">
            <a:avLst>
              <a:gd name="adj" fmla="val 6667"/>
            </a:avLst>
          </a:prstGeom>
          <a:solidFill>
            <a:srgbClr val="EEF1FF"/>
          </a:solidFill>
          <a:ln w="12700">
            <a:solidFill>
              <a:srgbClr val="D8DCF5"/>
            </a:solidFill>
            <a:prstDash val="solid"/>
          </a:ln>
        </p:spPr>
      </p:sp>
      <p:sp>
        <p:nvSpPr>
          <p:cNvPr id="26" name="Text 23"/>
          <p:cNvSpPr txBox="1"/>
          <p:nvPr/>
        </p:nvSpPr>
        <p:spPr>
          <a:xfrm>
            <a:off x="548640" y="2843784"/>
            <a:ext cx="2148840" cy="570586"/>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여섯</a:t>
            </a:r>
            <a:endParaRPr lang="en-US" sz="2600" dirty="0"/>
          </a:p>
        </p:txBody>
      </p:sp>
      <p:sp>
        <p:nvSpPr>
          <p:cNvPr id="27" name="Text 24"/>
          <p:cNvSpPr txBox="1"/>
          <p:nvPr/>
        </p:nvSpPr>
        <p:spPr>
          <a:xfrm>
            <a:off x="548640" y="3392424"/>
            <a:ext cx="2148840" cy="241402"/>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io-sot</a:t>
            </a:r>
            <a:endParaRPr lang="en-US" sz="1300" dirty="0"/>
          </a:p>
        </p:txBody>
      </p:sp>
      <p:sp>
        <p:nvSpPr>
          <p:cNvPr id="28" name="Text 25"/>
          <p:cNvSpPr txBox="1"/>
          <p:nvPr/>
        </p:nvSpPr>
        <p:spPr>
          <a:xfrm>
            <a:off x="548640" y="3600907"/>
            <a:ext cx="2148840" cy="263347"/>
          </a:xfrm>
          <a:prstGeom prst="rect">
            <a:avLst/>
          </a:prstGeom>
          <a:noFill/>
          <a:ln/>
        </p:spPr>
        <p:txBody>
          <a:bodyPr wrap="square" lIns="0" tIns="0" rIns="0" bIns="0" rtlCol="0" anchor="ctr"/>
          <a:lstStyle/>
          <a:p>
            <a:pPr marL="0" indent="0" algn="ctr">
              <a:buNone/>
            </a:pPr>
            <a:r>
              <a:rPr lang="en-US" sz="1500" dirty="0">
                <a:solidFill>
                  <a:srgbClr val="5C5F6B"/>
                </a:solidFill>
                <a:latin typeface="Arial" pitchFamily="34" charset="0"/>
                <a:ea typeface="Arial" pitchFamily="34" charset="-122"/>
                <a:cs typeface="Arial" pitchFamily="34" charset="-120"/>
              </a:rPr>
              <a:t>6</a:t>
            </a:r>
            <a:endParaRPr lang="en-US" sz="1500" dirty="0"/>
          </a:p>
        </p:txBody>
      </p:sp>
      <p:sp>
        <p:nvSpPr>
          <p:cNvPr id="29" name="Shape 26"/>
          <p:cNvSpPr/>
          <p:nvPr/>
        </p:nvSpPr>
        <p:spPr>
          <a:xfrm>
            <a:off x="2834640" y="2788920"/>
            <a:ext cx="2148840" cy="1097280"/>
          </a:xfrm>
          <a:prstGeom prst="roundRect">
            <a:avLst>
              <a:gd name="adj" fmla="val 6667"/>
            </a:avLst>
          </a:prstGeom>
          <a:solidFill>
            <a:srgbClr val="EEF1FF"/>
          </a:solidFill>
          <a:ln w="12700">
            <a:solidFill>
              <a:srgbClr val="D8DCF5"/>
            </a:solidFill>
            <a:prstDash val="solid"/>
          </a:ln>
        </p:spPr>
      </p:sp>
      <p:sp>
        <p:nvSpPr>
          <p:cNvPr id="30" name="Text 27"/>
          <p:cNvSpPr txBox="1"/>
          <p:nvPr/>
        </p:nvSpPr>
        <p:spPr>
          <a:xfrm>
            <a:off x="2834640" y="2843784"/>
            <a:ext cx="2148840" cy="570586"/>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일곱</a:t>
            </a:r>
            <a:endParaRPr lang="en-US" sz="2600" dirty="0"/>
          </a:p>
        </p:txBody>
      </p:sp>
      <p:sp>
        <p:nvSpPr>
          <p:cNvPr id="31" name="Text 28"/>
          <p:cNvSpPr txBox="1"/>
          <p:nvPr/>
        </p:nvSpPr>
        <p:spPr>
          <a:xfrm>
            <a:off x="2834640" y="3392424"/>
            <a:ext cx="2148840" cy="241402"/>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il-gop</a:t>
            </a:r>
            <a:endParaRPr lang="en-US" sz="1300" dirty="0"/>
          </a:p>
        </p:txBody>
      </p:sp>
      <p:sp>
        <p:nvSpPr>
          <p:cNvPr id="32" name="Text 29"/>
          <p:cNvSpPr txBox="1"/>
          <p:nvPr/>
        </p:nvSpPr>
        <p:spPr>
          <a:xfrm>
            <a:off x="2834640" y="3600907"/>
            <a:ext cx="2148840" cy="263347"/>
          </a:xfrm>
          <a:prstGeom prst="rect">
            <a:avLst/>
          </a:prstGeom>
          <a:noFill/>
          <a:ln/>
        </p:spPr>
        <p:txBody>
          <a:bodyPr wrap="square" lIns="0" tIns="0" rIns="0" bIns="0" rtlCol="0" anchor="ctr"/>
          <a:lstStyle/>
          <a:p>
            <a:pPr marL="0" indent="0" algn="ctr">
              <a:buNone/>
            </a:pPr>
            <a:r>
              <a:rPr lang="en-US" sz="1500" dirty="0">
                <a:solidFill>
                  <a:srgbClr val="5C5F6B"/>
                </a:solidFill>
                <a:latin typeface="Arial" pitchFamily="34" charset="0"/>
                <a:ea typeface="Arial" pitchFamily="34" charset="-122"/>
                <a:cs typeface="Arial" pitchFamily="34" charset="-120"/>
              </a:rPr>
              <a:t>7</a:t>
            </a:r>
            <a:endParaRPr lang="en-US" sz="1500" dirty="0"/>
          </a:p>
        </p:txBody>
      </p:sp>
      <p:sp>
        <p:nvSpPr>
          <p:cNvPr id="33" name="Shape 30"/>
          <p:cNvSpPr/>
          <p:nvPr/>
        </p:nvSpPr>
        <p:spPr>
          <a:xfrm>
            <a:off x="5120640" y="2788920"/>
            <a:ext cx="2148840" cy="1097280"/>
          </a:xfrm>
          <a:prstGeom prst="roundRect">
            <a:avLst>
              <a:gd name="adj" fmla="val 6667"/>
            </a:avLst>
          </a:prstGeom>
          <a:solidFill>
            <a:srgbClr val="EEF1FF"/>
          </a:solidFill>
          <a:ln w="12700">
            <a:solidFill>
              <a:srgbClr val="D8DCF5"/>
            </a:solidFill>
            <a:prstDash val="solid"/>
          </a:ln>
        </p:spPr>
      </p:sp>
      <p:sp>
        <p:nvSpPr>
          <p:cNvPr id="34" name="Text 31"/>
          <p:cNvSpPr txBox="1"/>
          <p:nvPr/>
        </p:nvSpPr>
        <p:spPr>
          <a:xfrm>
            <a:off x="5120640" y="2843784"/>
            <a:ext cx="2148840" cy="570586"/>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여덟</a:t>
            </a:r>
            <a:endParaRPr lang="en-US" sz="2600" dirty="0"/>
          </a:p>
        </p:txBody>
      </p:sp>
      <p:sp>
        <p:nvSpPr>
          <p:cNvPr id="35" name="Text 32"/>
          <p:cNvSpPr txBox="1"/>
          <p:nvPr/>
        </p:nvSpPr>
        <p:spPr>
          <a:xfrm>
            <a:off x="5120640" y="3392424"/>
            <a:ext cx="2148840" cy="241402"/>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io-dol</a:t>
            </a:r>
            <a:endParaRPr lang="en-US" sz="1300" dirty="0"/>
          </a:p>
        </p:txBody>
      </p:sp>
      <p:sp>
        <p:nvSpPr>
          <p:cNvPr id="36" name="Text 33"/>
          <p:cNvSpPr txBox="1"/>
          <p:nvPr/>
        </p:nvSpPr>
        <p:spPr>
          <a:xfrm>
            <a:off x="5120640" y="3600907"/>
            <a:ext cx="2148840" cy="263347"/>
          </a:xfrm>
          <a:prstGeom prst="rect">
            <a:avLst/>
          </a:prstGeom>
          <a:noFill/>
          <a:ln/>
        </p:spPr>
        <p:txBody>
          <a:bodyPr wrap="square" lIns="0" tIns="0" rIns="0" bIns="0" rtlCol="0" anchor="ctr"/>
          <a:lstStyle/>
          <a:p>
            <a:pPr marL="0" indent="0" algn="ctr">
              <a:buNone/>
            </a:pPr>
            <a:r>
              <a:rPr lang="en-US" sz="1500" dirty="0">
                <a:solidFill>
                  <a:srgbClr val="5C5F6B"/>
                </a:solidFill>
                <a:latin typeface="Arial" pitchFamily="34" charset="0"/>
                <a:ea typeface="Arial" pitchFamily="34" charset="-122"/>
                <a:cs typeface="Arial" pitchFamily="34" charset="-120"/>
              </a:rPr>
              <a:t>8</a:t>
            </a:r>
            <a:endParaRPr lang="en-US" sz="1500" dirty="0"/>
          </a:p>
        </p:txBody>
      </p:sp>
      <p:sp>
        <p:nvSpPr>
          <p:cNvPr id="37" name="Shape 34"/>
          <p:cNvSpPr/>
          <p:nvPr/>
        </p:nvSpPr>
        <p:spPr>
          <a:xfrm>
            <a:off x="7406640" y="2788920"/>
            <a:ext cx="2148840" cy="1097280"/>
          </a:xfrm>
          <a:prstGeom prst="roundRect">
            <a:avLst>
              <a:gd name="adj" fmla="val 6667"/>
            </a:avLst>
          </a:prstGeom>
          <a:solidFill>
            <a:srgbClr val="EEF1FF"/>
          </a:solidFill>
          <a:ln w="12700">
            <a:solidFill>
              <a:srgbClr val="D8DCF5"/>
            </a:solidFill>
            <a:prstDash val="solid"/>
          </a:ln>
        </p:spPr>
      </p:sp>
      <p:sp>
        <p:nvSpPr>
          <p:cNvPr id="38" name="Text 35"/>
          <p:cNvSpPr txBox="1"/>
          <p:nvPr/>
        </p:nvSpPr>
        <p:spPr>
          <a:xfrm>
            <a:off x="7406640" y="2843784"/>
            <a:ext cx="2148840" cy="570586"/>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아홉</a:t>
            </a:r>
            <a:endParaRPr lang="en-US" sz="2600" dirty="0"/>
          </a:p>
        </p:txBody>
      </p:sp>
      <p:sp>
        <p:nvSpPr>
          <p:cNvPr id="39" name="Text 36"/>
          <p:cNvSpPr txBox="1"/>
          <p:nvPr/>
        </p:nvSpPr>
        <p:spPr>
          <a:xfrm>
            <a:off x="7406640" y="3392424"/>
            <a:ext cx="2148840" cy="241402"/>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a-jop</a:t>
            </a:r>
            <a:endParaRPr lang="en-US" sz="1300" dirty="0"/>
          </a:p>
        </p:txBody>
      </p:sp>
      <p:sp>
        <p:nvSpPr>
          <p:cNvPr id="40" name="Text 37"/>
          <p:cNvSpPr txBox="1"/>
          <p:nvPr/>
        </p:nvSpPr>
        <p:spPr>
          <a:xfrm>
            <a:off x="7406640" y="3600907"/>
            <a:ext cx="2148840" cy="263347"/>
          </a:xfrm>
          <a:prstGeom prst="rect">
            <a:avLst/>
          </a:prstGeom>
          <a:noFill/>
          <a:ln/>
        </p:spPr>
        <p:txBody>
          <a:bodyPr wrap="square" lIns="0" tIns="0" rIns="0" bIns="0" rtlCol="0" anchor="ctr"/>
          <a:lstStyle/>
          <a:p>
            <a:pPr marL="0" indent="0" algn="ctr">
              <a:buNone/>
            </a:pPr>
            <a:r>
              <a:rPr lang="en-US" sz="1500" dirty="0">
                <a:solidFill>
                  <a:srgbClr val="5C5F6B"/>
                </a:solidFill>
                <a:latin typeface="Arial" pitchFamily="34" charset="0"/>
                <a:ea typeface="Arial" pitchFamily="34" charset="-122"/>
                <a:cs typeface="Arial" pitchFamily="34" charset="-120"/>
              </a:rPr>
              <a:t>9</a:t>
            </a:r>
            <a:endParaRPr lang="en-US" sz="1500" dirty="0"/>
          </a:p>
        </p:txBody>
      </p:sp>
      <p:sp>
        <p:nvSpPr>
          <p:cNvPr id="41" name="Shape 38"/>
          <p:cNvSpPr/>
          <p:nvPr/>
        </p:nvSpPr>
        <p:spPr>
          <a:xfrm>
            <a:off x="9692640" y="2788920"/>
            <a:ext cx="2148840" cy="1097280"/>
          </a:xfrm>
          <a:prstGeom prst="roundRect">
            <a:avLst>
              <a:gd name="adj" fmla="val 6667"/>
            </a:avLst>
          </a:prstGeom>
          <a:solidFill>
            <a:srgbClr val="EEF1FF"/>
          </a:solidFill>
          <a:ln w="12700">
            <a:solidFill>
              <a:srgbClr val="D8DCF5"/>
            </a:solidFill>
            <a:prstDash val="solid"/>
          </a:ln>
        </p:spPr>
      </p:sp>
      <p:sp>
        <p:nvSpPr>
          <p:cNvPr id="42" name="Text 39"/>
          <p:cNvSpPr txBox="1"/>
          <p:nvPr/>
        </p:nvSpPr>
        <p:spPr>
          <a:xfrm>
            <a:off x="9692640" y="2843784"/>
            <a:ext cx="2148840" cy="570586"/>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열</a:t>
            </a:r>
            <a:endParaRPr lang="en-US" sz="2600" dirty="0"/>
          </a:p>
        </p:txBody>
      </p:sp>
      <p:sp>
        <p:nvSpPr>
          <p:cNvPr id="43" name="Text 40"/>
          <p:cNvSpPr txBox="1"/>
          <p:nvPr/>
        </p:nvSpPr>
        <p:spPr>
          <a:xfrm>
            <a:off x="9692640" y="3392424"/>
            <a:ext cx="2148840" cy="241402"/>
          </a:xfrm>
          <a:prstGeom prst="rect">
            <a:avLst/>
          </a:prstGeom>
          <a:noFill/>
          <a:ln/>
        </p:spPr>
        <p:txBody>
          <a:bodyPr wrap="square" lIns="0" tIns="0" rIns="0" bIns="0" rtlCol="0" anchor="ctr"/>
          <a:lstStyle/>
          <a:p>
            <a:pPr marL="0" indent="0" algn="ctr">
              <a:buNone/>
            </a:pPr>
            <a:r>
              <a:rPr lang="en-US" sz="1300" b="1" dirty="0">
                <a:solidFill>
                  <a:srgbClr val="4236F6"/>
                </a:solidFill>
                <a:latin typeface="Arial" pitchFamily="34" charset="0"/>
                <a:ea typeface="Arial" pitchFamily="34" charset="-122"/>
                <a:cs typeface="Arial" pitchFamily="34" charset="-120"/>
              </a:rPr>
              <a:t>iol</a:t>
            </a:r>
            <a:endParaRPr lang="en-US" sz="1300" dirty="0"/>
          </a:p>
        </p:txBody>
      </p:sp>
      <p:sp>
        <p:nvSpPr>
          <p:cNvPr id="44" name="Text 41"/>
          <p:cNvSpPr txBox="1"/>
          <p:nvPr/>
        </p:nvSpPr>
        <p:spPr>
          <a:xfrm>
            <a:off x="9692640" y="3600907"/>
            <a:ext cx="2148840" cy="263347"/>
          </a:xfrm>
          <a:prstGeom prst="rect">
            <a:avLst/>
          </a:prstGeom>
          <a:noFill/>
          <a:ln/>
        </p:spPr>
        <p:txBody>
          <a:bodyPr wrap="square" lIns="0" tIns="0" rIns="0" bIns="0" rtlCol="0" anchor="ctr"/>
          <a:lstStyle/>
          <a:p>
            <a:pPr marL="0" indent="0" algn="ctr">
              <a:buNone/>
            </a:pPr>
            <a:r>
              <a:rPr lang="en-US" sz="1500" dirty="0">
                <a:solidFill>
                  <a:srgbClr val="5C5F6B"/>
                </a:solidFill>
                <a:latin typeface="Arial" pitchFamily="34" charset="0"/>
                <a:ea typeface="Arial" pitchFamily="34" charset="-122"/>
                <a:cs typeface="Arial" pitchFamily="34" charset="-120"/>
              </a:rPr>
              <a:t>10</a:t>
            </a:r>
            <a:endParaRPr lang="en-US" sz="1500" dirty="0"/>
          </a:p>
        </p:txBody>
      </p:sp>
      <p:sp>
        <p:nvSpPr>
          <p:cNvPr id="45" name="Shape 42"/>
          <p:cNvSpPr/>
          <p:nvPr/>
        </p:nvSpPr>
        <p:spPr>
          <a:xfrm>
            <a:off x="548640" y="4983480"/>
            <a:ext cx="11064240" cy="1143000"/>
          </a:xfrm>
          <a:prstGeom prst="roundRect">
            <a:avLst>
              <a:gd name="adj" fmla="val 6400"/>
            </a:avLst>
          </a:prstGeom>
          <a:solidFill>
            <a:srgbClr val="003478"/>
          </a:solidFill>
          <a:ln/>
        </p:spPr>
      </p:sp>
      <p:sp>
        <p:nvSpPr>
          <p:cNvPr id="46" name="Text 43"/>
          <p:cNvSpPr txBox="1"/>
          <p:nvPr/>
        </p:nvSpPr>
        <p:spPr>
          <a:xfrm>
            <a:off x="822960" y="5193792"/>
            <a:ext cx="10515600" cy="777240"/>
          </a:xfrm>
          <a:prstGeom prst="rect">
            <a:avLst/>
          </a:prstGeom>
          <a:noFill/>
          <a:ln/>
        </p:spPr>
        <p:txBody>
          <a:bodyPr wrap="square" lIns="0" tIns="0" rIns="0" bIns="0" rtlCol="0" anchor="ctr"/>
          <a:lstStyle/>
          <a:p>
            <a:pPr marL="0" indent="0">
              <a:buNone/>
            </a:pPr>
            <a:r>
              <a:rPr lang="en-US" sz="1900" b="1" dirty="0">
                <a:solidFill>
                  <a:srgbClr val="D4AF37"/>
                </a:solidFill>
                <a:latin typeface="Malgun Gothic" pitchFamily="34" charset="0"/>
                <a:ea typeface="Malgun Gothic" pitchFamily="34" charset="-122"/>
                <a:cs typeface="Malgun Gothic" pitchFamily="34" charset="-120"/>
              </a:rPr>
              <a:t>3:30 = 세 시 삼십 분</a:t>
            </a:r>
            <a:r>
              <a:rPr lang="en-US" sz="1300" dirty="0">
                <a:solidFill>
                  <a:srgbClr val="FFFFFF"/>
                </a:solidFill>
                <a:latin typeface="Arial" pitchFamily="34" charset="0"/>
                <a:ea typeface="Arial" pitchFamily="34" charset="-122"/>
                <a:cs typeface="Arial" pitchFamily="34" charset="-120"/>
              </a:rPr>
              <a:t>  — la hora usa NATIVOS y los minutos SINO. Al contar, 1–4 se acortan: </a:t>
            </a:r>
            <a:r>
              <a:rPr lang="en-US" sz="1600" b="1" dirty="0">
                <a:solidFill>
                  <a:srgbClr val="D4AF37"/>
                </a:solidFill>
                <a:latin typeface="Malgun Gothic" pitchFamily="34" charset="0"/>
                <a:ea typeface="Malgun Gothic" pitchFamily="34" charset="-122"/>
                <a:cs typeface="Malgun Gothic" pitchFamily="34" charset="-120"/>
              </a:rPr>
              <a:t>한 개, 두 명, 세 잔</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310896"/>
          </a:xfrm>
          <a:prstGeom prst="rect">
            <a:avLst/>
          </a:prstGeom>
          <a:noFill/>
          <a:ln/>
        </p:spPr>
        <p:txBody>
          <a:bodyPr wrap="square" lIns="0" tIns="0" rIns="0" bIns="0" rtlCol="0" anchor="ctr"/>
          <a:lstStyle/>
          <a:p>
            <a:pPr marL="0" indent="0">
              <a:buNone/>
            </a:pPr>
            <a:r>
              <a:rPr lang="en-US" sz="1200" b="1" kern="0" spc="300" dirty="0">
                <a:solidFill>
                  <a:srgbClr val="4236F6"/>
                </a:solidFill>
                <a:latin typeface="Arial" pitchFamily="34" charset="0"/>
                <a:ea typeface="Arial" pitchFamily="34" charset="-122"/>
                <a:cs typeface="Arial" pitchFamily="34" charset="-120"/>
              </a:rPr>
              <a:t>숫자 III · CONTADORES Y LA HORA</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marL="0" indent="0">
              <a:buNone/>
            </a:pPr>
            <a:r>
              <a:rPr lang="en-US" sz="3200" b="1" dirty="0">
                <a:solidFill>
                  <a:srgbClr val="0A0A0F"/>
                </a:solidFill>
                <a:latin typeface="Arial" pitchFamily="34" charset="0"/>
                <a:ea typeface="Arial" pitchFamily="34" charset="-122"/>
                <a:cs typeface="Arial" pitchFamily="34" charset="-120"/>
              </a:rPr>
              <a:t>Contadores, LEGO y la hora</a:t>
            </a:r>
            <a:endParaRPr lang="en-US" sz="3200" dirty="0"/>
          </a:p>
        </p:txBody>
      </p:sp>
      <p:pic>
        <p:nvPicPr>
          <p:cNvPr id="4" name="Image 0" descr="C:\Users\Chingu\AppData\Local\Temp\claude\C--Users-Chingu-Desktop-ACADEMIASEULWEB\d4111e1b-5523-44ea-97b2-b1a1d9545b9e\scratchpad\igpost\sello-azul.png"/>
          <p:cNvPicPr>
            <a:picLocks noChangeAspect="1"/>
          </p:cNvPicPr>
          <p:nvPr/>
        </p:nvPicPr>
        <p:blipFill>
          <a:blip r:embed="rId3"/>
          <a:stretch>
            <a:fillRect/>
          </a:stretch>
        </p:blipFill>
        <p:spPr>
          <a:xfrm>
            <a:off x="11475720" y="6236208"/>
            <a:ext cx="457200" cy="438912"/>
          </a:xfrm>
          <a:prstGeom prst="rect">
            <a:avLst/>
          </a:prstGeom>
        </p:spPr>
      </p:pic>
      <p:sp>
        <p:nvSpPr>
          <p:cNvPr id="5" name="Text 2"/>
          <p:cNvSpPr txBox="1"/>
          <p:nvPr/>
        </p:nvSpPr>
        <p:spPr>
          <a:xfrm>
            <a:off x="548640" y="1417320"/>
            <a:ext cx="11064240" cy="411480"/>
          </a:xfrm>
          <a:prstGeom prst="rect">
            <a:avLst/>
          </a:prstGeom>
          <a:noFill/>
          <a:ln/>
        </p:spPr>
        <p:txBody>
          <a:bodyPr wrap="square" lIns="0" tIns="0" rIns="0" bIns="0" rtlCol="0" anchor="ctr"/>
          <a:lstStyle/>
          <a:p>
            <a:pPr marL="0" indent="0">
              <a:buNone/>
            </a:pPr>
            <a:r>
              <a:rPr lang="en-US" sz="1700" b="1" dirty="0">
                <a:solidFill>
                  <a:srgbClr val="4236F6"/>
                </a:solidFill>
                <a:latin typeface="Malgun Gothic" pitchFamily="34" charset="0"/>
                <a:ea typeface="Malgun Gothic" pitchFamily="34" charset="-122"/>
                <a:cs typeface="Malgun Gothic" pitchFamily="34" charset="-120"/>
              </a:rPr>
              <a:t>15 = 십오</a:t>
            </a:r>
            <a:r>
              <a:rPr lang="en-US" sz="1200" dirty="0">
                <a:solidFill>
                  <a:srgbClr val="5C5F6B"/>
                </a:solidFill>
                <a:latin typeface="Arial" pitchFamily="34" charset="0"/>
                <a:ea typeface="Arial" pitchFamily="34" charset="-122"/>
                <a:cs typeface="Arial" pitchFamily="34" charset="-120"/>
              </a:rPr>
              <a:t>  (10+5)   ·   </a:t>
            </a:r>
            <a:r>
              <a:rPr lang="en-US" sz="1700" b="1" dirty="0">
                <a:solidFill>
                  <a:srgbClr val="4236F6"/>
                </a:solidFill>
                <a:latin typeface="Malgun Gothic" pitchFamily="34" charset="0"/>
                <a:ea typeface="Malgun Gothic" pitchFamily="34" charset="-122"/>
                <a:cs typeface="Malgun Gothic" pitchFamily="34" charset="-120"/>
              </a:rPr>
              <a:t>27 = 이십칠</a:t>
            </a:r>
            <a:r>
              <a:rPr lang="en-US" sz="1200" dirty="0">
                <a:solidFill>
                  <a:srgbClr val="5C5F6B"/>
                </a:solidFill>
                <a:latin typeface="Arial" pitchFamily="34" charset="0"/>
                <a:ea typeface="Arial" pitchFamily="34" charset="-122"/>
                <a:cs typeface="Arial" pitchFamily="34" charset="-120"/>
              </a:rPr>
              <a:t>  (2×10+7)   ·   </a:t>
            </a:r>
            <a:r>
              <a:rPr lang="en-US" sz="1700" b="1" dirty="0">
                <a:solidFill>
                  <a:srgbClr val="4236F6"/>
                </a:solidFill>
                <a:latin typeface="Malgun Gothic" pitchFamily="34" charset="0"/>
                <a:ea typeface="Malgun Gothic" pitchFamily="34" charset="-122"/>
                <a:cs typeface="Malgun Gothic" pitchFamily="34" charset="-120"/>
              </a:rPr>
              <a:t>백</a:t>
            </a:r>
            <a:r>
              <a:rPr lang="en-US" sz="1200" dirty="0">
                <a:solidFill>
                  <a:srgbClr val="5C5F6B"/>
                </a:solidFill>
                <a:latin typeface="Arial" pitchFamily="34" charset="0"/>
                <a:ea typeface="Arial" pitchFamily="34" charset="-122"/>
                <a:cs typeface="Arial" pitchFamily="34" charset="-120"/>
              </a:rPr>
              <a:t> = 100   ·   </a:t>
            </a:r>
            <a:r>
              <a:rPr lang="en-US" sz="1700" b="1" dirty="0">
                <a:solidFill>
                  <a:srgbClr val="4236F6"/>
                </a:solidFill>
                <a:latin typeface="Malgun Gothic" pitchFamily="34" charset="0"/>
                <a:ea typeface="Malgun Gothic" pitchFamily="34" charset="-122"/>
                <a:cs typeface="Malgun Gothic" pitchFamily="34" charset="-120"/>
              </a:rPr>
              <a:t>천</a:t>
            </a:r>
            <a:r>
              <a:rPr lang="en-US" sz="1200" dirty="0">
                <a:solidFill>
                  <a:srgbClr val="5C5F6B"/>
                </a:solidFill>
                <a:latin typeface="Arial" pitchFamily="34" charset="0"/>
                <a:ea typeface="Arial" pitchFamily="34" charset="-122"/>
                <a:cs typeface="Arial" pitchFamily="34" charset="-120"/>
              </a:rPr>
              <a:t> = 1.000</a:t>
            </a:r>
            <a:endParaRPr lang="en-US" sz="1700" dirty="0"/>
          </a:p>
        </p:txBody>
      </p:sp>
      <p:sp>
        <p:nvSpPr>
          <p:cNvPr id="6" name="Shape 3"/>
          <p:cNvSpPr/>
          <p:nvPr/>
        </p:nvSpPr>
        <p:spPr>
          <a:xfrm>
            <a:off x="548640" y="1920240"/>
            <a:ext cx="3611880" cy="1097280"/>
          </a:xfrm>
          <a:prstGeom prst="roundRect">
            <a:avLst>
              <a:gd name="adj" fmla="val 6667"/>
            </a:avLst>
          </a:prstGeom>
          <a:solidFill>
            <a:srgbClr val="EEF1FF"/>
          </a:solidFill>
          <a:ln w="12700">
            <a:solidFill>
              <a:srgbClr val="D8DCF5"/>
            </a:solidFill>
            <a:prstDash val="solid"/>
          </a:ln>
        </p:spPr>
      </p:sp>
      <p:sp>
        <p:nvSpPr>
          <p:cNvPr id="7" name="Text 4"/>
          <p:cNvSpPr txBox="1"/>
          <p:nvPr/>
        </p:nvSpPr>
        <p:spPr>
          <a:xfrm>
            <a:off x="548640" y="1975104"/>
            <a:ext cx="3611880" cy="570586"/>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사과 한 개</a:t>
            </a:r>
            <a:endParaRPr lang="en-US" sz="2600" dirty="0"/>
          </a:p>
        </p:txBody>
      </p:sp>
      <p:sp>
        <p:nvSpPr>
          <p:cNvPr id="8" name="Text 5"/>
          <p:cNvSpPr txBox="1"/>
          <p:nvPr/>
        </p:nvSpPr>
        <p:spPr>
          <a:xfrm>
            <a:off x="548640" y="2523744"/>
            <a:ext cx="3611880" cy="241402"/>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sa-gua jan ge</a:t>
            </a:r>
            <a:endParaRPr lang="en-US" sz="1100" dirty="0"/>
          </a:p>
        </p:txBody>
      </p:sp>
      <p:sp>
        <p:nvSpPr>
          <p:cNvPr id="9" name="Text 6"/>
          <p:cNvSpPr txBox="1"/>
          <p:nvPr/>
        </p:nvSpPr>
        <p:spPr>
          <a:xfrm>
            <a:off x="548640" y="2732227"/>
            <a:ext cx="3611880" cy="263347"/>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una manzana · 개 = cosas</a:t>
            </a:r>
            <a:endParaRPr lang="en-US" sz="1100" dirty="0"/>
          </a:p>
        </p:txBody>
      </p:sp>
      <p:sp>
        <p:nvSpPr>
          <p:cNvPr id="10" name="Shape 7"/>
          <p:cNvSpPr/>
          <p:nvPr/>
        </p:nvSpPr>
        <p:spPr>
          <a:xfrm>
            <a:off x="4274820" y="1920240"/>
            <a:ext cx="3611880" cy="1097280"/>
          </a:xfrm>
          <a:prstGeom prst="roundRect">
            <a:avLst>
              <a:gd name="adj" fmla="val 6667"/>
            </a:avLst>
          </a:prstGeom>
          <a:solidFill>
            <a:srgbClr val="EEF1FF"/>
          </a:solidFill>
          <a:ln w="12700">
            <a:solidFill>
              <a:srgbClr val="D8DCF5"/>
            </a:solidFill>
            <a:prstDash val="solid"/>
          </a:ln>
        </p:spPr>
      </p:sp>
      <p:sp>
        <p:nvSpPr>
          <p:cNvPr id="11" name="Text 8"/>
          <p:cNvSpPr txBox="1"/>
          <p:nvPr/>
        </p:nvSpPr>
        <p:spPr>
          <a:xfrm>
            <a:off x="4274820" y="1975104"/>
            <a:ext cx="3611880" cy="570586"/>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친구 두 명</a:t>
            </a:r>
            <a:endParaRPr lang="en-US" sz="2600" dirty="0"/>
          </a:p>
        </p:txBody>
      </p:sp>
      <p:sp>
        <p:nvSpPr>
          <p:cNvPr id="12" name="Text 9"/>
          <p:cNvSpPr txBox="1"/>
          <p:nvPr/>
        </p:nvSpPr>
        <p:spPr>
          <a:xfrm>
            <a:off x="4274820" y="2523744"/>
            <a:ext cx="3611880" cy="241402"/>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chin-gu du miong</a:t>
            </a:r>
            <a:endParaRPr lang="en-US" sz="1100" dirty="0"/>
          </a:p>
        </p:txBody>
      </p:sp>
      <p:sp>
        <p:nvSpPr>
          <p:cNvPr id="13" name="Text 10"/>
          <p:cNvSpPr txBox="1"/>
          <p:nvPr/>
        </p:nvSpPr>
        <p:spPr>
          <a:xfrm>
            <a:off x="4274820" y="2732227"/>
            <a:ext cx="3611880" cy="263347"/>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dos amigos · 명 = personas</a:t>
            </a:r>
            <a:endParaRPr lang="en-US" sz="1100" dirty="0"/>
          </a:p>
        </p:txBody>
      </p:sp>
      <p:sp>
        <p:nvSpPr>
          <p:cNvPr id="14" name="Shape 11"/>
          <p:cNvSpPr/>
          <p:nvPr/>
        </p:nvSpPr>
        <p:spPr>
          <a:xfrm>
            <a:off x="8001000" y="1920240"/>
            <a:ext cx="3611880" cy="1097280"/>
          </a:xfrm>
          <a:prstGeom prst="roundRect">
            <a:avLst>
              <a:gd name="adj" fmla="val 6667"/>
            </a:avLst>
          </a:prstGeom>
          <a:solidFill>
            <a:srgbClr val="EEF1FF"/>
          </a:solidFill>
          <a:ln w="12700">
            <a:solidFill>
              <a:srgbClr val="D8DCF5"/>
            </a:solidFill>
            <a:prstDash val="solid"/>
          </a:ln>
        </p:spPr>
      </p:sp>
      <p:sp>
        <p:nvSpPr>
          <p:cNvPr id="15" name="Text 12"/>
          <p:cNvSpPr txBox="1"/>
          <p:nvPr/>
        </p:nvSpPr>
        <p:spPr>
          <a:xfrm>
            <a:off x="8001000" y="1975104"/>
            <a:ext cx="3611880" cy="570586"/>
          </a:xfrm>
          <a:prstGeom prst="rect">
            <a:avLst/>
          </a:prstGeom>
          <a:noFill/>
          <a:ln/>
        </p:spPr>
        <p:txBody>
          <a:bodyPr wrap="square" lIns="0" tIns="0" rIns="0" bIns="0" rtlCol="0" anchor="ctr"/>
          <a:lstStyle/>
          <a:p>
            <a:pPr marL="0" indent="0" algn="ctr">
              <a:buNone/>
            </a:pPr>
            <a:r>
              <a:rPr lang="en-US" sz="2600" b="1" dirty="0">
                <a:solidFill>
                  <a:srgbClr val="0A0A0F"/>
                </a:solidFill>
                <a:latin typeface="Malgun Gothic" pitchFamily="34" charset="0"/>
                <a:ea typeface="Malgun Gothic" pitchFamily="34" charset="-122"/>
                <a:cs typeface="Malgun Gothic" pitchFamily="34" charset="-120"/>
              </a:rPr>
              <a:t>커피 세 잔</a:t>
            </a:r>
            <a:endParaRPr lang="en-US" sz="2600" dirty="0"/>
          </a:p>
        </p:txBody>
      </p:sp>
      <p:sp>
        <p:nvSpPr>
          <p:cNvPr id="16" name="Text 13"/>
          <p:cNvSpPr txBox="1"/>
          <p:nvPr/>
        </p:nvSpPr>
        <p:spPr>
          <a:xfrm>
            <a:off x="8001000" y="2523744"/>
            <a:ext cx="3611880" cy="241402"/>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ko-pi se chan</a:t>
            </a:r>
            <a:endParaRPr lang="en-US" sz="1100" dirty="0"/>
          </a:p>
        </p:txBody>
      </p:sp>
      <p:sp>
        <p:nvSpPr>
          <p:cNvPr id="17" name="Text 14"/>
          <p:cNvSpPr txBox="1"/>
          <p:nvPr/>
        </p:nvSpPr>
        <p:spPr>
          <a:xfrm>
            <a:off x="8001000" y="2732227"/>
            <a:ext cx="3611880" cy="263347"/>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tres cafés · 잔 = vasos</a:t>
            </a:r>
            <a:endParaRPr lang="en-US" sz="1100" dirty="0"/>
          </a:p>
        </p:txBody>
      </p:sp>
      <p:sp>
        <p:nvSpPr>
          <p:cNvPr id="18" name="Text 15"/>
          <p:cNvSpPr txBox="1"/>
          <p:nvPr/>
        </p:nvSpPr>
        <p:spPr>
          <a:xfrm>
            <a:off x="822960" y="3108960"/>
            <a:ext cx="10607040" cy="566928"/>
          </a:xfrm>
          <a:prstGeom prst="rect">
            <a:avLst/>
          </a:prstGeom>
          <a:noFill/>
          <a:ln/>
        </p:spPr>
        <p:txBody>
          <a:bodyPr wrap="square" lIns="0" tIns="0" rIns="0" bIns="0" rtlCol="0" anchor="ctr"/>
          <a:lstStyle/>
          <a:p>
            <a:pPr marL="0" indent="0">
              <a:buNone/>
            </a:pPr>
            <a:r>
              <a:rPr lang="en-US" sz="2200" b="1" dirty="0">
                <a:solidFill>
                  <a:srgbClr val="0A0A0F"/>
                </a:solidFill>
                <a:latin typeface="Malgun Gothic" pitchFamily="34" charset="0"/>
                <a:ea typeface="Malgun Gothic" pitchFamily="34" charset="-122"/>
                <a:cs typeface="Malgun Gothic" pitchFamily="34" charset="-120"/>
              </a:rPr>
              <a:t>몇 시예요?  ·  일곱 시예요.</a:t>
            </a:r>
            <a:r>
              <a:rPr lang="en-US" sz="1400" b="1" dirty="0">
                <a:solidFill>
                  <a:srgbClr val="4236F6"/>
                </a:solidFill>
                <a:latin typeface="Arial" pitchFamily="34" charset="0"/>
                <a:ea typeface="Arial" pitchFamily="34" charset="-122"/>
                <a:cs typeface="Arial" pitchFamily="34" charset="-120"/>
              </a:rPr>
              <a:t>   [miot shi-e-io / il-gop shi-e-io]</a:t>
            </a:r>
            <a:r>
              <a:rPr lang="en-US" sz="1400" i="1" dirty="0">
                <a:solidFill>
                  <a:srgbClr val="5C5F6B"/>
                </a:solidFill>
                <a:latin typeface="Arial" pitchFamily="34" charset="0"/>
                <a:ea typeface="Arial" pitchFamily="34" charset="-122"/>
                <a:cs typeface="Arial" pitchFamily="34" charset="-120"/>
              </a:rPr>
              <a:t>   ¿qué hora es? · son las 7:00</a:t>
            </a:r>
            <a:endParaRPr lang="en-US" sz="2200" dirty="0"/>
          </a:p>
        </p:txBody>
      </p:sp>
      <p:sp>
        <p:nvSpPr>
          <p:cNvPr id="19" name="Text 16"/>
          <p:cNvSpPr txBox="1"/>
          <p:nvPr/>
        </p:nvSpPr>
        <p:spPr>
          <a:xfrm>
            <a:off x="822960" y="3566160"/>
            <a:ext cx="10607040" cy="566928"/>
          </a:xfrm>
          <a:prstGeom prst="rect">
            <a:avLst/>
          </a:prstGeom>
          <a:noFill/>
          <a:ln/>
        </p:spPr>
        <p:txBody>
          <a:bodyPr wrap="square" lIns="0" tIns="0" rIns="0" bIns="0" rtlCol="0" anchor="ctr"/>
          <a:lstStyle/>
          <a:p>
            <a:pPr marL="0" indent="0">
              <a:buNone/>
            </a:pPr>
            <a:r>
              <a:rPr lang="en-US" sz="2200" b="1" dirty="0">
                <a:solidFill>
                  <a:srgbClr val="0A0A0F"/>
                </a:solidFill>
                <a:latin typeface="Malgun Gothic" pitchFamily="34" charset="0"/>
                <a:ea typeface="Malgun Gothic" pitchFamily="34" charset="-122"/>
                <a:cs typeface="Malgun Gothic" pitchFamily="34" charset="-120"/>
              </a:rPr>
              <a:t>세 시 삼십 분</a:t>
            </a:r>
            <a:r>
              <a:rPr lang="en-US" sz="1400" b="1" dirty="0">
                <a:solidFill>
                  <a:srgbClr val="4236F6"/>
                </a:solidFill>
                <a:latin typeface="Arial" pitchFamily="34" charset="0"/>
                <a:ea typeface="Arial" pitchFamily="34" charset="-122"/>
                <a:cs typeface="Arial" pitchFamily="34" charset="-120"/>
              </a:rPr>
              <a:t>   [se shi sam-ship bun]</a:t>
            </a:r>
            <a:r>
              <a:rPr lang="en-US" sz="1400" i="1" dirty="0">
                <a:solidFill>
                  <a:srgbClr val="5C5F6B"/>
                </a:solidFill>
                <a:latin typeface="Arial" pitchFamily="34" charset="0"/>
                <a:ea typeface="Arial" pitchFamily="34" charset="-122"/>
                <a:cs typeface="Arial" pitchFamily="34" charset="-120"/>
              </a:rPr>
              <a:t>   3:30 — hora NATIVA (세) + minutos SINO (</a:t>
            </a:r>
            <a:r>
              <a:rPr lang="en-US" sz="1400" i="1" dirty="0" err="1">
                <a:solidFill>
                  <a:srgbClr val="5C5F6B"/>
                </a:solidFill>
                <a:latin typeface="Arial" pitchFamily="34" charset="0"/>
                <a:ea typeface="Arial" pitchFamily="34" charset="-122"/>
                <a:cs typeface="Arial" pitchFamily="34" charset="-120"/>
              </a:rPr>
              <a:t>삼십</a:t>
            </a:r>
            <a:r>
              <a:rPr lang="en-US" sz="1400" i="1" dirty="0">
                <a:solidFill>
                  <a:srgbClr val="5C5F6B"/>
                </a:solidFill>
                <a:latin typeface="Arial" pitchFamily="34" charset="0"/>
                <a:ea typeface="Arial" pitchFamily="34" charset="-122"/>
                <a:cs typeface="Arial" pitchFamily="34" charset="-120"/>
              </a:rPr>
              <a:t>) </a:t>
            </a:r>
          </a:p>
          <a:p>
            <a:pPr marL="0" indent="0">
              <a:buNone/>
            </a:pPr>
            <a:r>
              <a:rPr lang="ko-KR" altLang="es-CL" sz="1400" i="1" dirty="0">
                <a:solidFill>
                  <a:srgbClr val="5C5F6B"/>
                </a:solidFill>
                <a:latin typeface="Arial" pitchFamily="34" charset="0"/>
                <a:cs typeface="Arial" pitchFamily="34" charset="-120"/>
              </a:rPr>
              <a:t>세 시 반 </a:t>
            </a:r>
            <a:r>
              <a:rPr lang="es-CL" altLang="ko-KR" sz="1400" i="1" dirty="0">
                <a:solidFill>
                  <a:srgbClr val="5C5F6B"/>
                </a:solidFill>
                <a:latin typeface="Arial" pitchFamily="34" charset="0"/>
                <a:cs typeface="Arial" pitchFamily="34" charset="-120"/>
              </a:rPr>
              <a:t>= tres y media</a:t>
            </a:r>
            <a:endParaRPr lang="en-US" sz="2200" dirty="0"/>
          </a:p>
        </p:txBody>
      </p:sp>
      <p:sp>
        <p:nvSpPr>
          <p:cNvPr id="20" name="Text 17"/>
          <p:cNvSpPr txBox="1"/>
          <p:nvPr/>
        </p:nvSpPr>
        <p:spPr>
          <a:xfrm>
            <a:off x="822960" y="4114800"/>
            <a:ext cx="10607040" cy="320040"/>
          </a:xfrm>
          <a:prstGeom prst="rect">
            <a:avLst/>
          </a:prstGeom>
          <a:noFill/>
          <a:ln/>
        </p:spPr>
        <p:txBody>
          <a:bodyPr wrap="square" lIns="0" tIns="0" rIns="0" bIns="0" rtlCol="0" anchor="ctr"/>
          <a:lstStyle/>
          <a:p>
            <a:pPr marL="0" indent="0">
              <a:buNone/>
            </a:pPr>
            <a:r>
              <a:rPr lang="en-US" sz="1300" i="1" dirty="0">
                <a:solidFill>
                  <a:srgbClr val="5C5F6B"/>
                </a:solidFill>
                <a:latin typeface="Malgun Gothic" pitchFamily="34" charset="0"/>
                <a:ea typeface="Malgun Gothic" pitchFamily="34" charset="-122"/>
                <a:cs typeface="Malgun Gothic" pitchFamily="34" charset="-120"/>
              </a:rPr>
              <a:t>Al contar, 1–4 se acortan: 하나→한 · 둘→두 · 셋→세 · 넷→네</a:t>
            </a:r>
            <a:endParaRPr lang="en-US" sz="1300" dirty="0"/>
          </a:p>
        </p:txBody>
      </p:sp>
      <p:sp>
        <p:nvSpPr>
          <p:cNvPr id="21" name="Shape 18"/>
          <p:cNvSpPr/>
          <p:nvPr/>
        </p:nvSpPr>
        <p:spPr>
          <a:xfrm>
            <a:off x="548640" y="4526280"/>
            <a:ext cx="11064240" cy="1417320"/>
          </a:xfrm>
          <a:prstGeom prst="roundRect">
            <a:avLst>
              <a:gd name="adj" fmla="val 5161"/>
            </a:avLst>
          </a:prstGeom>
          <a:solidFill>
            <a:srgbClr val="EEF1FF"/>
          </a:solidFill>
          <a:ln w="12700">
            <a:solidFill>
              <a:srgbClr val="D8DCF5"/>
            </a:solidFill>
            <a:prstDash val="solid"/>
          </a:ln>
        </p:spPr>
      </p:sp>
      <p:sp>
        <p:nvSpPr>
          <p:cNvPr id="22" name="Text 19"/>
          <p:cNvSpPr txBox="1"/>
          <p:nvPr/>
        </p:nvSpPr>
        <p:spPr>
          <a:xfrm>
            <a:off x="822960" y="4617720"/>
            <a:ext cx="10515600" cy="292608"/>
          </a:xfrm>
          <a:prstGeom prst="rect">
            <a:avLst/>
          </a:prstGeom>
          <a:noFill/>
          <a:ln/>
        </p:spPr>
        <p:txBody>
          <a:bodyPr wrap="square" lIns="0" tIns="0" rIns="0" bIns="0" rtlCol="0" anchor="ctr"/>
          <a:lstStyle/>
          <a:p>
            <a:pPr marL="0" indent="0">
              <a:buNone/>
            </a:pPr>
            <a:r>
              <a:rPr lang="en-US" sz="1200" b="1" kern="0" spc="200" dirty="0">
                <a:solidFill>
                  <a:srgbClr val="003478"/>
                </a:solidFill>
                <a:latin typeface="Arial" pitchFamily="34" charset="0"/>
                <a:ea typeface="Arial" pitchFamily="34" charset="-122"/>
                <a:cs typeface="Arial" pitchFamily="34" charset="-120"/>
              </a:rPr>
              <a:t>✏️  PRACTICA TÚ · GUÍA DE ESTUDIO · CAPÍTULO 4</a:t>
            </a:r>
            <a:r>
              <a:rPr lang="en-US" sz="1100" i="1" dirty="0">
                <a:solidFill>
                  <a:srgbClr val="5C5F6B"/>
                </a:solidFill>
                <a:latin typeface="Arial" pitchFamily="34" charset="0"/>
                <a:ea typeface="Arial" pitchFamily="34" charset="-122"/>
                <a:cs typeface="Arial" pitchFamily="34" charset="-120"/>
              </a:rPr>
              <a:t>   (respuestas al final)</a:t>
            </a:r>
            <a:endParaRPr lang="en-US" sz="1200" dirty="0"/>
          </a:p>
        </p:txBody>
      </p:sp>
      <p:sp>
        <p:nvSpPr>
          <p:cNvPr id="23" name="Text 20"/>
          <p:cNvSpPr txBox="1"/>
          <p:nvPr/>
        </p:nvSpPr>
        <p:spPr>
          <a:xfrm>
            <a:off x="822960" y="4937760"/>
            <a:ext cx="10515600" cy="310896"/>
          </a:xfrm>
          <a:prstGeom prst="rect">
            <a:avLst/>
          </a:prstGeom>
          <a:noFill/>
          <a:ln/>
        </p:spPr>
        <p:txBody>
          <a:bodyPr wrap="square" lIns="0" tIns="0" rIns="0" bIns="0" rtlCol="0" anchor="ctr"/>
          <a:lstStyle/>
          <a:p>
            <a:pPr marL="0" indent="0">
              <a:buNone/>
            </a:pPr>
            <a:r>
              <a:rPr lang="en-US" sz="1400" dirty="0">
                <a:solidFill>
                  <a:srgbClr val="0A0A0F"/>
                </a:solidFill>
                <a:latin typeface="Malgun Gothic" pitchFamily="34" charset="0"/>
                <a:ea typeface="Malgun Gothic" pitchFamily="34" charset="-122"/>
                <a:cs typeface="Malgun Gothic" pitchFamily="34" charset="-120"/>
              </a:rPr>
              <a:t>1.  Escribe 20 en sino y 8 en nativo.</a:t>
            </a:r>
            <a:endParaRPr lang="en-US" sz="1400" dirty="0"/>
          </a:p>
        </p:txBody>
      </p:sp>
      <p:sp>
        <p:nvSpPr>
          <p:cNvPr id="24" name="Text 21"/>
          <p:cNvSpPr txBox="1"/>
          <p:nvPr/>
        </p:nvSpPr>
        <p:spPr>
          <a:xfrm>
            <a:off x="822960" y="5257800"/>
            <a:ext cx="10515600" cy="310896"/>
          </a:xfrm>
          <a:prstGeom prst="rect">
            <a:avLst/>
          </a:prstGeom>
          <a:noFill/>
          <a:ln/>
        </p:spPr>
        <p:txBody>
          <a:bodyPr wrap="square" lIns="0" tIns="0" rIns="0" bIns="0" rtlCol="0" anchor="ctr"/>
          <a:lstStyle/>
          <a:p>
            <a:pPr marL="0" indent="0">
              <a:buNone/>
            </a:pPr>
            <a:r>
              <a:rPr lang="en-US" sz="1400" dirty="0">
                <a:solidFill>
                  <a:srgbClr val="0A0A0F"/>
                </a:solidFill>
                <a:latin typeface="Malgun Gothic" pitchFamily="34" charset="0"/>
                <a:ea typeface="Malgun Gothic" pitchFamily="34" charset="-122"/>
                <a:cs typeface="Malgun Gothic" pitchFamily="34" charset="-120"/>
              </a:rPr>
              <a:t>2.  “Son las 2:15” — ¿qué sistema lleva el 2 y cuál el 15?</a:t>
            </a:r>
            <a:endParaRPr lang="en-US" sz="1400" dirty="0"/>
          </a:p>
        </p:txBody>
      </p:sp>
      <p:sp>
        <p:nvSpPr>
          <p:cNvPr id="25" name="Text 22"/>
          <p:cNvSpPr txBox="1"/>
          <p:nvPr/>
        </p:nvSpPr>
        <p:spPr>
          <a:xfrm>
            <a:off x="822960" y="5577840"/>
            <a:ext cx="10515600" cy="310896"/>
          </a:xfrm>
          <a:prstGeom prst="rect">
            <a:avLst/>
          </a:prstGeom>
          <a:noFill/>
          <a:ln/>
        </p:spPr>
        <p:txBody>
          <a:bodyPr wrap="square" lIns="0" tIns="0" rIns="0" bIns="0" rtlCol="0" anchor="ctr"/>
          <a:lstStyle/>
          <a:p>
            <a:pPr marL="0" indent="0">
              <a:buNone/>
            </a:pPr>
            <a:r>
              <a:rPr lang="en-US" sz="1400" dirty="0">
                <a:solidFill>
                  <a:srgbClr val="0A0A0F"/>
                </a:solidFill>
                <a:latin typeface="Malgun Gothic" pitchFamily="34" charset="0"/>
                <a:ea typeface="Malgun Gothic" pitchFamily="34" charset="-122"/>
                <a:cs typeface="Malgun Gothic" pitchFamily="34" charset="-120"/>
              </a:rPr>
              <a:t>3.  Pide “dos cafés” con contador.</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310896"/>
          </a:xfrm>
          <a:prstGeom prst="rect">
            <a:avLst/>
          </a:prstGeom>
          <a:noFill/>
          <a:ln/>
        </p:spPr>
        <p:txBody>
          <a:bodyPr wrap="square" lIns="0" tIns="0" rIns="0" bIns="0" rtlCol="0" anchor="ctr"/>
          <a:lstStyle/>
          <a:p>
            <a:pPr marL="0" indent="0">
              <a:buNone/>
            </a:pPr>
            <a:r>
              <a:rPr lang="en-US" sz="1200" b="1" kern="0" spc="300" dirty="0">
                <a:solidFill>
                  <a:srgbClr val="4236F6"/>
                </a:solidFill>
                <a:latin typeface="Arial" pitchFamily="34" charset="0"/>
                <a:ea typeface="Arial" pitchFamily="34" charset="-122"/>
                <a:cs typeface="Arial" pitchFamily="34" charset="-120"/>
              </a:rPr>
              <a:t>5과 · 집이 어디예요?</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marL="0" indent="0">
              <a:buNone/>
            </a:pPr>
            <a:r>
              <a:rPr lang="en-US" sz="3200" b="1" dirty="0">
                <a:solidFill>
                  <a:srgbClr val="0A0A0F"/>
                </a:solidFill>
                <a:latin typeface="Arial" pitchFamily="34" charset="0"/>
                <a:ea typeface="Arial" pitchFamily="34" charset="-122"/>
                <a:cs typeface="Arial" pitchFamily="34" charset="-120"/>
              </a:rPr>
              <a:t>Lugares — y decir dónde están las cosas</a:t>
            </a:r>
            <a:endParaRPr lang="en-US" sz="3200" dirty="0"/>
          </a:p>
        </p:txBody>
      </p:sp>
      <p:pic>
        <p:nvPicPr>
          <p:cNvPr id="4" name="Image 0" descr="C:\Users\Chingu\AppData\Local\Temp\claude\C--Users-Chingu-Desktop-ACADEMIASEULWEB\d4111e1b-5523-44ea-97b2-b1a1d9545b9e\scratchpad\igpost\sello-azul.png"/>
          <p:cNvPicPr>
            <a:picLocks noChangeAspect="1"/>
          </p:cNvPicPr>
          <p:nvPr/>
        </p:nvPicPr>
        <p:blipFill>
          <a:blip r:embed="rId3"/>
          <a:stretch>
            <a:fillRect/>
          </a:stretch>
        </p:blipFill>
        <p:spPr>
          <a:xfrm>
            <a:off x="11475720" y="6236208"/>
            <a:ext cx="457200" cy="438912"/>
          </a:xfrm>
          <a:prstGeom prst="rect">
            <a:avLst/>
          </a:prstGeom>
        </p:spPr>
      </p:pic>
      <p:sp>
        <p:nvSpPr>
          <p:cNvPr id="5" name="Shape 2"/>
          <p:cNvSpPr/>
          <p:nvPr/>
        </p:nvSpPr>
        <p:spPr>
          <a:xfrm>
            <a:off x="548640" y="1508760"/>
            <a:ext cx="3611880" cy="1005840"/>
          </a:xfrm>
          <a:prstGeom prst="roundRect">
            <a:avLst>
              <a:gd name="adj" fmla="val 7273"/>
            </a:avLst>
          </a:prstGeom>
          <a:solidFill>
            <a:srgbClr val="EEF1FF"/>
          </a:solidFill>
          <a:ln w="12700">
            <a:solidFill>
              <a:srgbClr val="D8DCF5"/>
            </a:solidFill>
            <a:prstDash val="solid"/>
          </a:ln>
        </p:spPr>
      </p:sp>
      <p:sp>
        <p:nvSpPr>
          <p:cNvPr id="6" name="Text 3"/>
          <p:cNvSpPr txBox="1"/>
          <p:nvPr/>
        </p:nvSpPr>
        <p:spPr>
          <a:xfrm>
            <a:off x="548640" y="1563624"/>
            <a:ext cx="3611880" cy="523037"/>
          </a:xfrm>
          <a:prstGeom prst="rect">
            <a:avLst/>
          </a:prstGeom>
          <a:noFill/>
          <a:ln/>
        </p:spPr>
        <p:txBody>
          <a:bodyPr wrap="square" lIns="0" tIns="0" rIns="0" bIns="0" rtlCol="0" anchor="ctr"/>
          <a:lstStyle/>
          <a:p>
            <a:pPr marL="0" indent="0" algn="ctr">
              <a:buNone/>
            </a:pPr>
            <a:r>
              <a:rPr lang="en-US" sz="2200" b="1" dirty="0">
                <a:solidFill>
                  <a:srgbClr val="0A0A0F"/>
                </a:solidFill>
                <a:latin typeface="Malgun Gothic" pitchFamily="34" charset="0"/>
                <a:ea typeface="Malgun Gothic" pitchFamily="34" charset="-122"/>
                <a:cs typeface="Malgun Gothic" pitchFamily="34" charset="-120"/>
              </a:rPr>
              <a:t>집</a:t>
            </a:r>
            <a:endParaRPr lang="en-US" sz="2200" dirty="0"/>
          </a:p>
        </p:txBody>
      </p:sp>
      <p:sp>
        <p:nvSpPr>
          <p:cNvPr id="7" name="Text 4"/>
          <p:cNvSpPr txBox="1"/>
          <p:nvPr/>
        </p:nvSpPr>
        <p:spPr>
          <a:xfrm>
            <a:off x="548640" y="2061972"/>
            <a:ext cx="3611880" cy="221285"/>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chip</a:t>
            </a:r>
            <a:endParaRPr lang="en-US" sz="1100" dirty="0"/>
          </a:p>
        </p:txBody>
      </p:sp>
      <p:sp>
        <p:nvSpPr>
          <p:cNvPr id="8" name="Text 5"/>
          <p:cNvSpPr txBox="1"/>
          <p:nvPr/>
        </p:nvSpPr>
        <p:spPr>
          <a:xfrm>
            <a:off x="548640" y="2253082"/>
            <a:ext cx="3611880" cy="241402"/>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casa</a:t>
            </a:r>
            <a:endParaRPr lang="en-US" sz="1100" dirty="0"/>
          </a:p>
        </p:txBody>
      </p:sp>
      <p:sp>
        <p:nvSpPr>
          <p:cNvPr id="9" name="Shape 6"/>
          <p:cNvSpPr/>
          <p:nvPr/>
        </p:nvSpPr>
        <p:spPr>
          <a:xfrm>
            <a:off x="4297680" y="1508760"/>
            <a:ext cx="3611880" cy="1005840"/>
          </a:xfrm>
          <a:prstGeom prst="roundRect">
            <a:avLst>
              <a:gd name="adj" fmla="val 7273"/>
            </a:avLst>
          </a:prstGeom>
          <a:solidFill>
            <a:srgbClr val="EEF1FF"/>
          </a:solidFill>
          <a:ln w="12700">
            <a:solidFill>
              <a:srgbClr val="D8DCF5"/>
            </a:solidFill>
            <a:prstDash val="solid"/>
          </a:ln>
        </p:spPr>
      </p:sp>
      <p:sp>
        <p:nvSpPr>
          <p:cNvPr id="10" name="Text 7"/>
          <p:cNvSpPr txBox="1"/>
          <p:nvPr/>
        </p:nvSpPr>
        <p:spPr>
          <a:xfrm>
            <a:off x="4297680" y="1563624"/>
            <a:ext cx="3611880" cy="523037"/>
          </a:xfrm>
          <a:prstGeom prst="rect">
            <a:avLst/>
          </a:prstGeom>
          <a:noFill/>
          <a:ln/>
        </p:spPr>
        <p:txBody>
          <a:bodyPr wrap="square" lIns="0" tIns="0" rIns="0" bIns="0" rtlCol="0" anchor="ctr"/>
          <a:lstStyle/>
          <a:p>
            <a:pPr marL="0" indent="0" algn="ctr">
              <a:buNone/>
            </a:pPr>
            <a:r>
              <a:rPr lang="en-US" sz="2200" b="1" dirty="0">
                <a:solidFill>
                  <a:srgbClr val="0A0A0F"/>
                </a:solidFill>
                <a:latin typeface="Malgun Gothic" pitchFamily="34" charset="0"/>
                <a:ea typeface="Malgun Gothic" pitchFamily="34" charset="-122"/>
                <a:cs typeface="Malgun Gothic" pitchFamily="34" charset="-120"/>
              </a:rPr>
              <a:t>방</a:t>
            </a:r>
            <a:endParaRPr lang="en-US" sz="2200" dirty="0"/>
          </a:p>
        </p:txBody>
      </p:sp>
      <p:sp>
        <p:nvSpPr>
          <p:cNvPr id="11" name="Text 8"/>
          <p:cNvSpPr txBox="1"/>
          <p:nvPr/>
        </p:nvSpPr>
        <p:spPr>
          <a:xfrm>
            <a:off x="4297680" y="2061972"/>
            <a:ext cx="3611880" cy="221285"/>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bang</a:t>
            </a:r>
            <a:endParaRPr lang="en-US" sz="1100" dirty="0"/>
          </a:p>
        </p:txBody>
      </p:sp>
      <p:sp>
        <p:nvSpPr>
          <p:cNvPr id="12" name="Text 9"/>
          <p:cNvSpPr txBox="1"/>
          <p:nvPr/>
        </p:nvSpPr>
        <p:spPr>
          <a:xfrm>
            <a:off x="4297680" y="2253082"/>
            <a:ext cx="3611880" cy="241402"/>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pieza</a:t>
            </a:r>
            <a:endParaRPr lang="en-US" sz="1100" dirty="0"/>
          </a:p>
        </p:txBody>
      </p:sp>
      <p:sp>
        <p:nvSpPr>
          <p:cNvPr id="13" name="Shape 10"/>
          <p:cNvSpPr/>
          <p:nvPr/>
        </p:nvSpPr>
        <p:spPr>
          <a:xfrm>
            <a:off x="8046720" y="1508760"/>
            <a:ext cx="3611880" cy="1005840"/>
          </a:xfrm>
          <a:prstGeom prst="roundRect">
            <a:avLst>
              <a:gd name="adj" fmla="val 7273"/>
            </a:avLst>
          </a:prstGeom>
          <a:solidFill>
            <a:srgbClr val="EEF1FF"/>
          </a:solidFill>
          <a:ln w="12700">
            <a:solidFill>
              <a:srgbClr val="D8DCF5"/>
            </a:solidFill>
            <a:prstDash val="solid"/>
          </a:ln>
        </p:spPr>
      </p:sp>
      <p:sp>
        <p:nvSpPr>
          <p:cNvPr id="14" name="Text 11"/>
          <p:cNvSpPr txBox="1"/>
          <p:nvPr/>
        </p:nvSpPr>
        <p:spPr>
          <a:xfrm>
            <a:off x="8046720" y="1563624"/>
            <a:ext cx="3611880" cy="523037"/>
          </a:xfrm>
          <a:prstGeom prst="rect">
            <a:avLst/>
          </a:prstGeom>
          <a:noFill/>
          <a:ln/>
        </p:spPr>
        <p:txBody>
          <a:bodyPr wrap="square" lIns="0" tIns="0" rIns="0" bIns="0" rtlCol="0" anchor="ctr"/>
          <a:lstStyle/>
          <a:p>
            <a:pPr marL="0" indent="0" algn="ctr">
              <a:buNone/>
            </a:pPr>
            <a:r>
              <a:rPr lang="en-US" sz="2200" b="1" dirty="0">
                <a:solidFill>
                  <a:srgbClr val="0A0A0F"/>
                </a:solidFill>
                <a:latin typeface="Malgun Gothic" pitchFamily="34" charset="0"/>
                <a:ea typeface="Malgun Gothic" pitchFamily="34" charset="-122"/>
                <a:cs typeface="Malgun Gothic" pitchFamily="34" charset="-120"/>
              </a:rPr>
              <a:t>부엌</a:t>
            </a:r>
            <a:endParaRPr lang="en-US" sz="2200" dirty="0"/>
          </a:p>
        </p:txBody>
      </p:sp>
      <p:sp>
        <p:nvSpPr>
          <p:cNvPr id="15" name="Text 12"/>
          <p:cNvSpPr txBox="1"/>
          <p:nvPr/>
        </p:nvSpPr>
        <p:spPr>
          <a:xfrm>
            <a:off x="8046720" y="2061972"/>
            <a:ext cx="3611880" cy="221285"/>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bu-ok</a:t>
            </a:r>
            <a:endParaRPr lang="en-US" sz="1100" dirty="0"/>
          </a:p>
        </p:txBody>
      </p:sp>
      <p:sp>
        <p:nvSpPr>
          <p:cNvPr id="16" name="Text 13"/>
          <p:cNvSpPr txBox="1"/>
          <p:nvPr/>
        </p:nvSpPr>
        <p:spPr>
          <a:xfrm>
            <a:off x="8046720" y="2253082"/>
            <a:ext cx="3611880" cy="241402"/>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cocina</a:t>
            </a:r>
            <a:endParaRPr lang="en-US" sz="1100" dirty="0"/>
          </a:p>
        </p:txBody>
      </p:sp>
      <p:sp>
        <p:nvSpPr>
          <p:cNvPr id="17" name="Shape 14"/>
          <p:cNvSpPr/>
          <p:nvPr/>
        </p:nvSpPr>
        <p:spPr>
          <a:xfrm>
            <a:off x="548640" y="2660904"/>
            <a:ext cx="3611880" cy="1005840"/>
          </a:xfrm>
          <a:prstGeom prst="roundRect">
            <a:avLst>
              <a:gd name="adj" fmla="val 7273"/>
            </a:avLst>
          </a:prstGeom>
          <a:solidFill>
            <a:srgbClr val="EEF1FF"/>
          </a:solidFill>
          <a:ln w="12700">
            <a:solidFill>
              <a:srgbClr val="D8DCF5"/>
            </a:solidFill>
            <a:prstDash val="solid"/>
          </a:ln>
        </p:spPr>
      </p:sp>
      <p:sp>
        <p:nvSpPr>
          <p:cNvPr id="18" name="Text 15"/>
          <p:cNvSpPr txBox="1"/>
          <p:nvPr/>
        </p:nvSpPr>
        <p:spPr>
          <a:xfrm>
            <a:off x="548640" y="2715768"/>
            <a:ext cx="3611880" cy="523037"/>
          </a:xfrm>
          <a:prstGeom prst="rect">
            <a:avLst/>
          </a:prstGeom>
          <a:noFill/>
          <a:ln/>
        </p:spPr>
        <p:txBody>
          <a:bodyPr wrap="square" lIns="0" tIns="0" rIns="0" bIns="0" rtlCol="0" anchor="ctr"/>
          <a:lstStyle/>
          <a:p>
            <a:pPr marL="0" indent="0" algn="ctr">
              <a:buNone/>
            </a:pPr>
            <a:r>
              <a:rPr lang="en-US" sz="2200" b="1" dirty="0">
                <a:solidFill>
                  <a:srgbClr val="0A0A0F"/>
                </a:solidFill>
                <a:latin typeface="Malgun Gothic" pitchFamily="34" charset="0"/>
                <a:ea typeface="Malgun Gothic" pitchFamily="34" charset="-122"/>
                <a:cs typeface="Malgun Gothic" pitchFamily="34" charset="-120"/>
              </a:rPr>
              <a:t>가게</a:t>
            </a:r>
            <a:endParaRPr lang="en-US" sz="2200" dirty="0"/>
          </a:p>
        </p:txBody>
      </p:sp>
      <p:sp>
        <p:nvSpPr>
          <p:cNvPr id="19" name="Text 16"/>
          <p:cNvSpPr txBox="1"/>
          <p:nvPr/>
        </p:nvSpPr>
        <p:spPr>
          <a:xfrm>
            <a:off x="548640" y="3214116"/>
            <a:ext cx="3611880" cy="221285"/>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ga-gue</a:t>
            </a:r>
            <a:endParaRPr lang="en-US" sz="1100" dirty="0"/>
          </a:p>
        </p:txBody>
      </p:sp>
      <p:sp>
        <p:nvSpPr>
          <p:cNvPr id="20" name="Text 17"/>
          <p:cNvSpPr txBox="1"/>
          <p:nvPr/>
        </p:nvSpPr>
        <p:spPr>
          <a:xfrm>
            <a:off x="548640" y="3405226"/>
            <a:ext cx="3611880" cy="241402"/>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tienda</a:t>
            </a:r>
            <a:endParaRPr lang="en-US" sz="1100" dirty="0"/>
          </a:p>
        </p:txBody>
      </p:sp>
      <p:sp>
        <p:nvSpPr>
          <p:cNvPr id="21" name="Shape 18"/>
          <p:cNvSpPr/>
          <p:nvPr/>
        </p:nvSpPr>
        <p:spPr>
          <a:xfrm>
            <a:off x="4297680" y="2660904"/>
            <a:ext cx="3611880" cy="1005840"/>
          </a:xfrm>
          <a:prstGeom prst="roundRect">
            <a:avLst>
              <a:gd name="adj" fmla="val 7273"/>
            </a:avLst>
          </a:prstGeom>
          <a:solidFill>
            <a:srgbClr val="EEF1FF"/>
          </a:solidFill>
          <a:ln w="12700">
            <a:solidFill>
              <a:srgbClr val="D8DCF5"/>
            </a:solidFill>
            <a:prstDash val="solid"/>
          </a:ln>
        </p:spPr>
      </p:sp>
      <p:sp>
        <p:nvSpPr>
          <p:cNvPr id="22" name="Text 19"/>
          <p:cNvSpPr txBox="1"/>
          <p:nvPr/>
        </p:nvSpPr>
        <p:spPr>
          <a:xfrm>
            <a:off x="4297680" y="2715768"/>
            <a:ext cx="3611880" cy="523037"/>
          </a:xfrm>
          <a:prstGeom prst="rect">
            <a:avLst/>
          </a:prstGeom>
          <a:noFill/>
          <a:ln/>
        </p:spPr>
        <p:txBody>
          <a:bodyPr wrap="square" lIns="0" tIns="0" rIns="0" bIns="0" rtlCol="0" anchor="ctr"/>
          <a:lstStyle/>
          <a:p>
            <a:pPr marL="0" indent="0" algn="ctr">
              <a:buNone/>
            </a:pPr>
            <a:r>
              <a:rPr lang="en-US" sz="2200" b="1" dirty="0">
                <a:solidFill>
                  <a:srgbClr val="0A0A0F"/>
                </a:solidFill>
                <a:latin typeface="Malgun Gothic" pitchFamily="34" charset="0"/>
                <a:ea typeface="Malgun Gothic" pitchFamily="34" charset="-122"/>
                <a:cs typeface="Malgun Gothic" pitchFamily="34" charset="-120"/>
              </a:rPr>
              <a:t>공원</a:t>
            </a:r>
            <a:endParaRPr lang="en-US" sz="2200" dirty="0"/>
          </a:p>
        </p:txBody>
      </p:sp>
      <p:sp>
        <p:nvSpPr>
          <p:cNvPr id="23" name="Text 20"/>
          <p:cNvSpPr txBox="1"/>
          <p:nvPr/>
        </p:nvSpPr>
        <p:spPr>
          <a:xfrm>
            <a:off x="4297680" y="3214116"/>
            <a:ext cx="3611880" cy="221285"/>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gong-uon</a:t>
            </a:r>
            <a:endParaRPr lang="en-US" sz="1100" dirty="0"/>
          </a:p>
        </p:txBody>
      </p:sp>
      <p:sp>
        <p:nvSpPr>
          <p:cNvPr id="24" name="Text 21"/>
          <p:cNvSpPr txBox="1"/>
          <p:nvPr/>
        </p:nvSpPr>
        <p:spPr>
          <a:xfrm>
            <a:off x="4297680" y="3405226"/>
            <a:ext cx="3611880" cy="241402"/>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parque</a:t>
            </a:r>
            <a:endParaRPr lang="en-US" sz="1100" dirty="0"/>
          </a:p>
        </p:txBody>
      </p:sp>
      <p:sp>
        <p:nvSpPr>
          <p:cNvPr id="25" name="Shape 22"/>
          <p:cNvSpPr/>
          <p:nvPr/>
        </p:nvSpPr>
        <p:spPr>
          <a:xfrm>
            <a:off x="8046720" y="2660904"/>
            <a:ext cx="3611880" cy="1005840"/>
          </a:xfrm>
          <a:prstGeom prst="roundRect">
            <a:avLst>
              <a:gd name="adj" fmla="val 7273"/>
            </a:avLst>
          </a:prstGeom>
          <a:solidFill>
            <a:srgbClr val="EEF1FF"/>
          </a:solidFill>
          <a:ln w="12700">
            <a:solidFill>
              <a:srgbClr val="D8DCF5"/>
            </a:solidFill>
            <a:prstDash val="solid"/>
          </a:ln>
        </p:spPr>
      </p:sp>
      <p:sp>
        <p:nvSpPr>
          <p:cNvPr id="26" name="Text 23"/>
          <p:cNvSpPr txBox="1"/>
          <p:nvPr/>
        </p:nvSpPr>
        <p:spPr>
          <a:xfrm>
            <a:off x="8046720" y="2715768"/>
            <a:ext cx="3611880" cy="523037"/>
          </a:xfrm>
          <a:prstGeom prst="rect">
            <a:avLst/>
          </a:prstGeom>
          <a:noFill/>
          <a:ln/>
        </p:spPr>
        <p:txBody>
          <a:bodyPr wrap="square" lIns="0" tIns="0" rIns="0" bIns="0" rtlCol="0" anchor="ctr"/>
          <a:lstStyle/>
          <a:p>
            <a:pPr marL="0" indent="0" algn="ctr">
              <a:buNone/>
            </a:pPr>
            <a:r>
              <a:rPr lang="en-US" sz="2200" b="1" dirty="0">
                <a:solidFill>
                  <a:srgbClr val="0A0A0F"/>
                </a:solidFill>
                <a:latin typeface="Malgun Gothic" pitchFamily="34" charset="0"/>
                <a:ea typeface="Malgun Gothic" pitchFamily="34" charset="-122"/>
                <a:cs typeface="Malgun Gothic" pitchFamily="34" charset="-120"/>
              </a:rPr>
              <a:t>회사</a:t>
            </a:r>
            <a:endParaRPr lang="en-US" sz="2200" dirty="0"/>
          </a:p>
        </p:txBody>
      </p:sp>
      <p:sp>
        <p:nvSpPr>
          <p:cNvPr id="27" name="Text 24"/>
          <p:cNvSpPr txBox="1"/>
          <p:nvPr/>
        </p:nvSpPr>
        <p:spPr>
          <a:xfrm>
            <a:off x="8046720" y="3214116"/>
            <a:ext cx="3611880" cy="221285"/>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jue-sa</a:t>
            </a:r>
            <a:endParaRPr lang="en-US" sz="1100" dirty="0"/>
          </a:p>
        </p:txBody>
      </p:sp>
      <p:sp>
        <p:nvSpPr>
          <p:cNvPr id="28" name="Text 25"/>
          <p:cNvSpPr txBox="1"/>
          <p:nvPr/>
        </p:nvSpPr>
        <p:spPr>
          <a:xfrm>
            <a:off x="8046720" y="3405226"/>
            <a:ext cx="3611880" cy="241402"/>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empresa</a:t>
            </a:r>
            <a:endParaRPr lang="en-US" sz="1100" dirty="0"/>
          </a:p>
        </p:txBody>
      </p:sp>
      <p:sp>
        <p:nvSpPr>
          <p:cNvPr id="29" name="Shape 26"/>
          <p:cNvSpPr/>
          <p:nvPr/>
        </p:nvSpPr>
        <p:spPr>
          <a:xfrm>
            <a:off x="548640" y="3813048"/>
            <a:ext cx="3611880" cy="1005840"/>
          </a:xfrm>
          <a:prstGeom prst="roundRect">
            <a:avLst>
              <a:gd name="adj" fmla="val 7273"/>
            </a:avLst>
          </a:prstGeom>
          <a:solidFill>
            <a:srgbClr val="EEF1FF"/>
          </a:solidFill>
          <a:ln w="12700">
            <a:solidFill>
              <a:srgbClr val="D8DCF5"/>
            </a:solidFill>
            <a:prstDash val="solid"/>
          </a:ln>
        </p:spPr>
      </p:sp>
      <p:sp>
        <p:nvSpPr>
          <p:cNvPr id="30" name="Text 27"/>
          <p:cNvSpPr txBox="1"/>
          <p:nvPr/>
        </p:nvSpPr>
        <p:spPr>
          <a:xfrm>
            <a:off x="548640" y="3867912"/>
            <a:ext cx="3611880" cy="523037"/>
          </a:xfrm>
          <a:prstGeom prst="rect">
            <a:avLst/>
          </a:prstGeom>
          <a:noFill/>
          <a:ln/>
        </p:spPr>
        <p:txBody>
          <a:bodyPr wrap="square" lIns="0" tIns="0" rIns="0" bIns="0" rtlCol="0" anchor="ctr"/>
          <a:lstStyle/>
          <a:p>
            <a:pPr marL="0" indent="0" algn="ctr">
              <a:buNone/>
            </a:pPr>
            <a:r>
              <a:rPr lang="en-US" sz="2200" b="1" dirty="0">
                <a:solidFill>
                  <a:srgbClr val="0A0A0F"/>
                </a:solidFill>
                <a:latin typeface="Malgun Gothic" pitchFamily="34" charset="0"/>
                <a:ea typeface="Malgun Gothic" pitchFamily="34" charset="-122"/>
                <a:cs typeface="Malgun Gothic" pitchFamily="34" charset="-120"/>
              </a:rPr>
              <a:t>백화점</a:t>
            </a:r>
            <a:endParaRPr lang="en-US" sz="2200" dirty="0"/>
          </a:p>
        </p:txBody>
      </p:sp>
      <p:sp>
        <p:nvSpPr>
          <p:cNvPr id="31" name="Text 28"/>
          <p:cNvSpPr txBox="1"/>
          <p:nvPr/>
        </p:nvSpPr>
        <p:spPr>
          <a:xfrm>
            <a:off x="548640" y="4366260"/>
            <a:ext cx="3611880" cy="221285"/>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bek-jua-chom</a:t>
            </a:r>
            <a:endParaRPr lang="en-US" sz="1100" dirty="0"/>
          </a:p>
        </p:txBody>
      </p:sp>
      <p:sp>
        <p:nvSpPr>
          <p:cNvPr id="32" name="Text 29"/>
          <p:cNvSpPr txBox="1"/>
          <p:nvPr/>
        </p:nvSpPr>
        <p:spPr>
          <a:xfrm>
            <a:off x="548640" y="4557370"/>
            <a:ext cx="3611880" cy="241402"/>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mall</a:t>
            </a:r>
            <a:endParaRPr lang="en-US" sz="1100" dirty="0"/>
          </a:p>
        </p:txBody>
      </p:sp>
      <p:sp>
        <p:nvSpPr>
          <p:cNvPr id="33" name="Shape 30"/>
          <p:cNvSpPr/>
          <p:nvPr/>
        </p:nvSpPr>
        <p:spPr>
          <a:xfrm>
            <a:off x="4297680" y="3813048"/>
            <a:ext cx="3611880" cy="1005840"/>
          </a:xfrm>
          <a:prstGeom prst="roundRect">
            <a:avLst>
              <a:gd name="adj" fmla="val 7273"/>
            </a:avLst>
          </a:prstGeom>
          <a:solidFill>
            <a:srgbClr val="EEF1FF"/>
          </a:solidFill>
          <a:ln w="12700">
            <a:solidFill>
              <a:srgbClr val="D8DCF5"/>
            </a:solidFill>
            <a:prstDash val="solid"/>
          </a:ln>
        </p:spPr>
      </p:sp>
      <p:sp>
        <p:nvSpPr>
          <p:cNvPr id="34" name="Text 31"/>
          <p:cNvSpPr txBox="1"/>
          <p:nvPr/>
        </p:nvSpPr>
        <p:spPr>
          <a:xfrm>
            <a:off x="4297680" y="3867912"/>
            <a:ext cx="3611880" cy="523037"/>
          </a:xfrm>
          <a:prstGeom prst="rect">
            <a:avLst/>
          </a:prstGeom>
          <a:noFill/>
          <a:ln/>
        </p:spPr>
        <p:txBody>
          <a:bodyPr wrap="square" lIns="0" tIns="0" rIns="0" bIns="0" rtlCol="0" anchor="ctr"/>
          <a:lstStyle/>
          <a:p>
            <a:pPr marL="0" indent="0" algn="ctr">
              <a:buNone/>
            </a:pPr>
            <a:r>
              <a:rPr lang="en-US" sz="2200" b="1" dirty="0">
                <a:solidFill>
                  <a:srgbClr val="0A0A0F"/>
                </a:solidFill>
                <a:latin typeface="Malgun Gothic" pitchFamily="34" charset="0"/>
                <a:ea typeface="Malgun Gothic" pitchFamily="34" charset="-122"/>
                <a:cs typeface="Malgun Gothic" pitchFamily="34" charset="-120"/>
              </a:rPr>
              <a:t>병원</a:t>
            </a:r>
            <a:endParaRPr lang="en-US" sz="2200" dirty="0"/>
          </a:p>
        </p:txBody>
      </p:sp>
      <p:sp>
        <p:nvSpPr>
          <p:cNvPr id="35" name="Text 32"/>
          <p:cNvSpPr txBox="1"/>
          <p:nvPr/>
        </p:nvSpPr>
        <p:spPr>
          <a:xfrm>
            <a:off x="4297680" y="4366260"/>
            <a:ext cx="3611880" cy="221285"/>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biong-uon</a:t>
            </a:r>
            <a:endParaRPr lang="en-US" sz="1100" dirty="0"/>
          </a:p>
        </p:txBody>
      </p:sp>
      <p:sp>
        <p:nvSpPr>
          <p:cNvPr id="36" name="Text 33"/>
          <p:cNvSpPr txBox="1"/>
          <p:nvPr/>
        </p:nvSpPr>
        <p:spPr>
          <a:xfrm>
            <a:off x="4297680" y="4557370"/>
            <a:ext cx="3611880" cy="241402"/>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hospital</a:t>
            </a:r>
            <a:endParaRPr lang="en-US" sz="1100" dirty="0"/>
          </a:p>
        </p:txBody>
      </p:sp>
      <p:sp>
        <p:nvSpPr>
          <p:cNvPr id="37" name="Shape 34"/>
          <p:cNvSpPr/>
          <p:nvPr/>
        </p:nvSpPr>
        <p:spPr>
          <a:xfrm>
            <a:off x="8046720" y="3813048"/>
            <a:ext cx="3611880" cy="1005840"/>
          </a:xfrm>
          <a:prstGeom prst="roundRect">
            <a:avLst>
              <a:gd name="adj" fmla="val 7273"/>
            </a:avLst>
          </a:prstGeom>
          <a:solidFill>
            <a:srgbClr val="EEF1FF"/>
          </a:solidFill>
          <a:ln w="12700">
            <a:solidFill>
              <a:srgbClr val="D8DCF5"/>
            </a:solidFill>
            <a:prstDash val="solid"/>
          </a:ln>
        </p:spPr>
      </p:sp>
      <p:sp>
        <p:nvSpPr>
          <p:cNvPr id="38" name="Text 35"/>
          <p:cNvSpPr txBox="1"/>
          <p:nvPr/>
        </p:nvSpPr>
        <p:spPr>
          <a:xfrm>
            <a:off x="8046720" y="3867912"/>
            <a:ext cx="3611880" cy="523037"/>
          </a:xfrm>
          <a:prstGeom prst="rect">
            <a:avLst/>
          </a:prstGeom>
          <a:noFill/>
          <a:ln/>
        </p:spPr>
        <p:txBody>
          <a:bodyPr wrap="square" lIns="0" tIns="0" rIns="0" bIns="0" rtlCol="0" anchor="ctr"/>
          <a:lstStyle/>
          <a:p>
            <a:pPr marL="0" indent="0" algn="ctr">
              <a:buNone/>
            </a:pPr>
            <a:r>
              <a:rPr lang="en-US" sz="2200" b="1" dirty="0">
                <a:solidFill>
                  <a:srgbClr val="0A0A0F"/>
                </a:solidFill>
                <a:latin typeface="Malgun Gothic" pitchFamily="34" charset="0"/>
                <a:ea typeface="Malgun Gothic" pitchFamily="34" charset="-122"/>
                <a:cs typeface="Malgun Gothic" pitchFamily="34" charset="-120"/>
              </a:rPr>
              <a:t>수영장</a:t>
            </a:r>
            <a:endParaRPr lang="en-US" sz="2200" dirty="0"/>
          </a:p>
        </p:txBody>
      </p:sp>
      <p:sp>
        <p:nvSpPr>
          <p:cNvPr id="39" name="Text 36"/>
          <p:cNvSpPr txBox="1"/>
          <p:nvPr/>
        </p:nvSpPr>
        <p:spPr>
          <a:xfrm>
            <a:off x="8046720" y="4366260"/>
            <a:ext cx="3611880" cy="221285"/>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su-iong-chang</a:t>
            </a:r>
            <a:endParaRPr lang="en-US" sz="1100" dirty="0"/>
          </a:p>
        </p:txBody>
      </p:sp>
      <p:sp>
        <p:nvSpPr>
          <p:cNvPr id="40" name="Text 37"/>
          <p:cNvSpPr txBox="1"/>
          <p:nvPr/>
        </p:nvSpPr>
        <p:spPr>
          <a:xfrm>
            <a:off x="8046720" y="4557370"/>
            <a:ext cx="3611880" cy="241402"/>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piscina</a:t>
            </a:r>
            <a:endParaRPr lang="en-US" sz="1100" dirty="0"/>
          </a:p>
        </p:txBody>
      </p:sp>
      <p:sp>
        <p:nvSpPr>
          <p:cNvPr id="41" name="Shape 38"/>
          <p:cNvSpPr/>
          <p:nvPr/>
        </p:nvSpPr>
        <p:spPr>
          <a:xfrm>
            <a:off x="548640" y="5166360"/>
            <a:ext cx="11064240" cy="914400"/>
          </a:xfrm>
          <a:prstGeom prst="roundRect">
            <a:avLst>
              <a:gd name="adj" fmla="val 8000"/>
            </a:avLst>
          </a:prstGeom>
          <a:solidFill>
            <a:srgbClr val="EEF1FF"/>
          </a:solidFill>
          <a:ln w="12700">
            <a:solidFill>
              <a:srgbClr val="D8DCF5"/>
            </a:solidFill>
            <a:prstDash val="solid"/>
          </a:ln>
        </p:spPr>
      </p:sp>
      <p:sp>
        <p:nvSpPr>
          <p:cNvPr id="42" name="Text 39"/>
          <p:cNvSpPr txBox="1"/>
          <p:nvPr/>
        </p:nvSpPr>
        <p:spPr>
          <a:xfrm>
            <a:off x="822960" y="5367528"/>
            <a:ext cx="10515600" cy="548640"/>
          </a:xfrm>
          <a:prstGeom prst="rect">
            <a:avLst/>
          </a:prstGeom>
          <a:noFill/>
          <a:ln/>
        </p:spPr>
        <p:txBody>
          <a:bodyPr wrap="square" lIns="0" tIns="0" rIns="0" bIns="0" rtlCol="0" anchor="ctr"/>
          <a:lstStyle/>
          <a:p>
            <a:pPr marL="0" indent="0">
              <a:buNone/>
            </a:pPr>
            <a:r>
              <a:rPr lang="en-US" sz="1700" b="1" dirty="0">
                <a:solidFill>
                  <a:srgbClr val="4236F6"/>
                </a:solidFill>
                <a:latin typeface="Malgun Gothic" pitchFamily="34" charset="0"/>
                <a:ea typeface="Malgun Gothic" pitchFamily="34" charset="-122"/>
                <a:cs typeface="Malgun Gothic" pitchFamily="34" charset="-120"/>
              </a:rPr>
              <a:t>집이 어디예요?</a:t>
            </a:r>
            <a:r>
              <a:rPr lang="en-US" sz="1300" dirty="0">
                <a:solidFill>
                  <a:srgbClr val="5C5F6B"/>
                </a:solidFill>
                <a:latin typeface="Arial" pitchFamily="34" charset="0"/>
                <a:ea typeface="Arial" pitchFamily="34" charset="-122"/>
                <a:cs typeface="Arial" pitchFamily="34" charset="-120"/>
              </a:rPr>
              <a:t> ¿dónde está tu casa?   ·   </a:t>
            </a:r>
            <a:r>
              <a:rPr lang="en-US" sz="1700" b="1" dirty="0">
                <a:solidFill>
                  <a:srgbClr val="4236F6"/>
                </a:solidFill>
                <a:latin typeface="Malgun Gothic" pitchFamily="34" charset="0"/>
                <a:ea typeface="Malgun Gothic" pitchFamily="34" charset="-122"/>
                <a:cs typeface="Malgun Gothic" pitchFamily="34" charset="-120"/>
              </a:rPr>
              <a:t>방에 침대가 있어요</a:t>
            </a:r>
            <a:r>
              <a:rPr lang="en-US" sz="1300" dirty="0">
                <a:solidFill>
                  <a:srgbClr val="5C5F6B"/>
                </a:solidFill>
                <a:latin typeface="Arial" pitchFamily="34" charset="0"/>
                <a:ea typeface="Arial" pitchFamily="34" charset="-122"/>
                <a:cs typeface="Arial" pitchFamily="34" charset="-120"/>
              </a:rPr>
              <a:t> en la pieza hay una cama (있어요 = hay/tener)</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310896"/>
          </a:xfrm>
          <a:prstGeom prst="rect">
            <a:avLst/>
          </a:prstGeom>
          <a:noFill/>
          <a:ln/>
        </p:spPr>
        <p:txBody>
          <a:bodyPr wrap="square" lIns="0" tIns="0" rIns="0" bIns="0" rtlCol="0" anchor="ctr"/>
          <a:lstStyle/>
          <a:p>
            <a:pPr marL="0" indent="0">
              <a:buNone/>
            </a:pPr>
            <a:r>
              <a:rPr lang="en-US" sz="1200" b="1" kern="0" spc="300" dirty="0">
                <a:solidFill>
                  <a:srgbClr val="4236F6"/>
                </a:solidFill>
                <a:latin typeface="Arial" pitchFamily="34" charset="0"/>
                <a:ea typeface="Arial" pitchFamily="34" charset="-122"/>
                <a:cs typeface="Arial" pitchFamily="34" charset="-120"/>
              </a:rPr>
              <a:t>5과 · 있어요 / 없어요</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marL="0" indent="0">
              <a:buNone/>
            </a:pPr>
            <a:r>
              <a:rPr lang="en-US" sz="3200" b="1" dirty="0">
                <a:solidFill>
                  <a:srgbClr val="0A0A0F"/>
                </a:solidFill>
                <a:latin typeface="Arial" pitchFamily="34" charset="0"/>
                <a:ea typeface="Arial" pitchFamily="34" charset="-122"/>
                <a:cs typeface="Arial" pitchFamily="34" charset="-120"/>
              </a:rPr>
              <a:t>Hay · no hay — dónde están las cosas</a:t>
            </a:r>
            <a:endParaRPr lang="en-US" sz="3200" dirty="0"/>
          </a:p>
        </p:txBody>
      </p:sp>
      <p:pic>
        <p:nvPicPr>
          <p:cNvPr id="4" name="Image 0" descr="C:\Users\Chingu\AppData\Local\Temp\claude\C--Users-Chingu-Desktop-ACADEMIASEULWEB\d4111e1b-5523-44ea-97b2-b1a1d9545b9e\scratchpad\igpost\sello-azul.png"/>
          <p:cNvPicPr>
            <a:picLocks noChangeAspect="1"/>
          </p:cNvPicPr>
          <p:nvPr/>
        </p:nvPicPr>
        <p:blipFill>
          <a:blip r:embed="rId3"/>
          <a:stretch>
            <a:fillRect/>
          </a:stretch>
        </p:blipFill>
        <p:spPr>
          <a:xfrm>
            <a:off x="11475720" y="6236208"/>
            <a:ext cx="457200" cy="438912"/>
          </a:xfrm>
          <a:prstGeom prst="rect">
            <a:avLst/>
          </a:prstGeom>
        </p:spPr>
      </p:pic>
      <p:sp>
        <p:nvSpPr>
          <p:cNvPr id="5" name="Shape 2"/>
          <p:cNvSpPr/>
          <p:nvPr/>
        </p:nvSpPr>
        <p:spPr>
          <a:xfrm>
            <a:off x="548640" y="1463040"/>
            <a:ext cx="2651760" cy="960120"/>
          </a:xfrm>
          <a:prstGeom prst="roundRect">
            <a:avLst>
              <a:gd name="adj" fmla="val 7619"/>
            </a:avLst>
          </a:prstGeom>
          <a:solidFill>
            <a:srgbClr val="EEF1FF"/>
          </a:solidFill>
          <a:ln w="12700">
            <a:solidFill>
              <a:srgbClr val="D8DCF5"/>
            </a:solidFill>
            <a:prstDash val="solid"/>
          </a:ln>
        </p:spPr>
      </p:sp>
      <p:sp>
        <p:nvSpPr>
          <p:cNvPr id="6" name="Text 3"/>
          <p:cNvSpPr txBox="1"/>
          <p:nvPr/>
        </p:nvSpPr>
        <p:spPr>
          <a:xfrm>
            <a:off x="548640" y="1517904"/>
            <a:ext cx="2651760" cy="499262"/>
          </a:xfrm>
          <a:prstGeom prst="rect">
            <a:avLst/>
          </a:prstGeom>
          <a:noFill/>
          <a:ln/>
        </p:spPr>
        <p:txBody>
          <a:bodyPr wrap="square" lIns="0" tIns="0" rIns="0" bIns="0" rtlCol="0" anchor="ctr"/>
          <a:lstStyle/>
          <a:p>
            <a:pPr marL="0" indent="0" algn="ctr">
              <a:buNone/>
            </a:pPr>
            <a:r>
              <a:rPr lang="en-US" sz="2400" b="1" dirty="0">
                <a:solidFill>
                  <a:srgbClr val="0A0A0F"/>
                </a:solidFill>
                <a:latin typeface="Malgun Gothic" pitchFamily="34" charset="0"/>
                <a:ea typeface="Malgun Gothic" pitchFamily="34" charset="-122"/>
                <a:cs typeface="Malgun Gothic" pitchFamily="34" charset="-120"/>
              </a:rPr>
              <a:t>학교</a:t>
            </a:r>
            <a:endParaRPr lang="en-US" sz="2400" dirty="0"/>
          </a:p>
        </p:txBody>
      </p:sp>
      <p:sp>
        <p:nvSpPr>
          <p:cNvPr id="7" name="Text 4"/>
          <p:cNvSpPr txBox="1"/>
          <p:nvPr/>
        </p:nvSpPr>
        <p:spPr>
          <a:xfrm>
            <a:off x="548640" y="1991106"/>
            <a:ext cx="2651760" cy="211226"/>
          </a:xfrm>
          <a:prstGeom prst="rect">
            <a:avLst/>
          </a:prstGeom>
          <a:noFill/>
          <a:ln/>
        </p:spPr>
        <p:txBody>
          <a:bodyPr wrap="square" lIns="0" tIns="0" rIns="0" bIns="0" rtlCol="0" anchor="ctr"/>
          <a:lstStyle/>
          <a:p>
            <a:pPr marL="0" indent="0" algn="ctr">
              <a:buNone/>
            </a:pPr>
            <a:r>
              <a:rPr lang="en-US" sz="1200" b="1" dirty="0">
                <a:solidFill>
                  <a:srgbClr val="4236F6"/>
                </a:solidFill>
                <a:latin typeface="Arial" pitchFamily="34" charset="0"/>
                <a:ea typeface="Arial" pitchFamily="34" charset="-122"/>
                <a:cs typeface="Arial" pitchFamily="34" charset="-120"/>
              </a:rPr>
              <a:t>jak-kio</a:t>
            </a:r>
            <a:endParaRPr lang="en-US" sz="1200" dirty="0"/>
          </a:p>
        </p:txBody>
      </p:sp>
      <p:sp>
        <p:nvSpPr>
          <p:cNvPr id="8" name="Text 5"/>
          <p:cNvSpPr txBox="1"/>
          <p:nvPr/>
        </p:nvSpPr>
        <p:spPr>
          <a:xfrm>
            <a:off x="548640" y="2173529"/>
            <a:ext cx="2651760" cy="230429"/>
          </a:xfrm>
          <a:prstGeom prst="rect">
            <a:avLst/>
          </a:prstGeom>
          <a:noFill/>
          <a:ln/>
        </p:spPr>
        <p:txBody>
          <a:bodyPr wrap="square" lIns="0" tIns="0" rIns="0" bIns="0" rtlCol="0" anchor="ctr"/>
          <a:lstStyle/>
          <a:p>
            <a:pPr marL="0" indent="0" algn="ctr">
              <a:buNone/>
            </a:pPr>
            <a:r>
              <a:rPr lang="en-US" sz="1200" dirty="0">
                <a:solidFill>
                  <a:srgbClr val="5C5F6B"/>
                </a:solidFill>
                <a:latin typeface="Arial" pitchFamily="34" charset="0"/>
                <a:ea typeface="Arial" pitchFamily="34" charset="-122"/>
                <a:cs typeface="Arial" pitchFamily="34" charset="-120"/>
              </a:rPr>
              <a:t>colegio</a:t>
            </a:r>
            <a:endParaRPr lang="en-US" sz="1200" dirty="0"/>
          </a:p>
        </p:txBody>
      </p:sp>
      <p:sp>
        <p:nvSpPr>
          <p:cNvPr id="9" name="Shape 6"/>
          <p:cNvSpPr/>
          <p:nvPr/>
        </p:nvSpPr>
        <p:spPr>
          <a:xfrm>
            <a:off x="3353105" y="1463040"/>
            <a:ext cx="2651760" cy="960120"/>
          </a:xfrm>
          <a:prstGeom prst="roundRect">
            <a:avLst>
              <a:gd name="adj" fmla="val 7619"/>
            </a:avLst>
          </a:prstGeom>
          <a:solidFill>
            <a:srgbClr val="EEF1FF"/>
          </a:solidFill>
          <a:ln w="12700">
            <a:solidFill>
              <a:srgbClr val="D8DCF5"/>
            </a:solidFill>
            <a:prstDash val="solid"/>
          </a:ln>
        </p:spPr>
      </p:sp>
      <p:sp>
        <p:nvSpPr>
          <p:cNvPr id="10" name="Text 7"/>
          <p:cNvSpPr txBox="1"/>
          <p:nvPr/>
        </p:nvSpPr>
        <p:spPr>
          <a:xfrm>
            <a:off x="3353105" y="1517904"/>
            <a:ext cx="2651760" cy="499262"/>
          </a:xfrm>
          <a:prstGeom prst="rect">
            <a:avLst/>
          </a:prstGeom>
          <a:noFill/>
          <a:ln/>
        </p:spPr>
        <p:txBody>
          <a:bodyPr wrap="square" lIns="0" tIns="0" rIns="0" bIns="0" rtlCol="0" anchor="ctr"/>
          <a:lstStyle/>
          <a:p>
            <a:pPr marL="0" indent="0" algn="ctr">
              <a:buNone/>
            </a:pPr>
            <a:r>
              <a:rPr lang="en-US" sz="2400" b="1" dirty="0">
                <a:solidFill>
                  <a:srgbClr val="0A0A0F"/>
                </a:solidFill>
                <a:latin typeface="Malgun Gothic" pitchFamily="34" charset="0"/>
                <a:ea typeface="Malgun Gothic" pitchFamily="34" charset="-122"/>
                <a:cs typeface="Malgun Gothic" pitchFamily="34" charset="-120"/>
              </a:rPr>
              <a:t>유치원</a:t>
            </a:r>
            <a:endParaRPr lang="en-US" sz="2400" dirty="0"/>
          </a:p>
        </p:txBody>
      </p:sp>
      <p:sp>
        <p:nvSpPr>
          <p:cNvPr id="11" name="Text 8"/>
          <p:cNvSpPr txBox="1"/>
          <p:nvPr/>
        </p:nvSpPr>
        <p:spPr>
          <a:xfrm>
            <a:off x="3353105" y="1991106"/>
            <a:ext cx="2651760" cy="211226"/>
          </a:xfrm>
          <a:prstGeom prst="rect">
            <a:avLst/>
          </a:prstGeom>
          <a:noFill/>
          <a:ln/>
        </p:spPr>
        <p:txBody>
          <a:bodyPr wrap="square" lIns="0" tIns="0" rIns="0" bIns="0" rtlCol="0" anchor="ctr"/>
          <a:lstStyle/>
          <a:p>
            <a:pPr marL="0" indent="0" algn="ctr">
              <a:buNone/>
            </a:pPr>
            <a:r>
              <a:rPr lang="en-US" sz="1200" b="1" dirty="0">
                <a:solidFill>
                  <a:srgbClr val="4236F6"/>
                </a:solidFill>
                <a:latin typeface="Arial" pitchFamily="34" charset="0"/>
                <a:ea typeface="Arial" pitchFamily="34" charset="-122"/>
                <a:cs typeface="Arial" pitchFamily="34" charset="-120"/>
              </a:rPr>
              <a:t>iu-chi-uon</a:t>
            </a:r>
            <a:endParaRPr lang="en-US" sz="1200" dirty="0"/>
          </a:p>
        </p:txBody>
      </p:sp>
      <p:sp>
        <p:nvSpPr>
          <p:cNvPr id="12" name="Text 9"/>
          <p:cNvSpPr txBox="1"/>
          <p:nvPr/>
        </p:nvSpPr>
        <p:spPr>
          <a:xfrm>
            <a:off x="3353105" y="2173529"/>
            <a:ext cx="2651760" cy="230429"/>
          </a:xfrm>
          <a:prstGeom prst="rect">
            <a:avLst/>
          </a:prstGeom>
          <a:noFill/>
          <a:ln/>
        </p:spPr>
        <p:txBody>
          <a:bodyPr wrap="square" lIns="0" tIns="0" rIns="0" bIns="0" rtlCol="0" anchor="ctr"/>
          <a:lstStyle/>
          <a:p>
            <a:pPr marL="0" indent="0" algn="ctr">
              <a:buNone/>
            </a:pPr>
            <a:r>
              <a:rPr lang="en-US" sz="1200" dirty="0">
                <a:solidFill>
                  <a:srgbClr val="5C5F6B"/>
                </a:solidFill>
                <a:latin typeface="Arial" pitchFamily="34" charset="0"/>
                <a:ea typeface="Arial" pitchFamily="34" charset="-122"/>
                <a:cs typeface="Arial" pitchFamily="34" charset="-120"/>
              </a:rPr>
              <a:t>jardín infantil</a:t>
            </a:r>
            <a:endParaRPr lang="en-US" sz="1200" dirty="0"/>
          </a:p>
        </p:txBody>
      </p:sp>
      <p:sp>
        <p:nvSpPr>
          <p:cNvPr id="13" name="Shape 10"/>
          <p:cNvSpPr/>
          <p:nvPr/>
        </p:nvSpPr>
        <p:spPr>
          <a:xfrm>
            <a:off x="6157570" y="1463040"/>
            <a:ext cx="2651760" cy="960120"/>
          </a:xfrm>
          <a:prstGeom prst="roundRect">
            <a:avLst>
              <a:gd name="adj" fmla="val 7619"/>
            </a:avLst>
          </a:prstGeom>
          <a:solidFill>
            <a:srgbClr val="EEF1FF"/>
          </a:solidFill>
          <a:ln w="12700">
            <a:solidFill>
              <a:srgbClr val="D8DCF5"/>
            </a:solidFill>
            <a:prstDash val="solid"/>
          </a:ln>
        </p:spPr>
      </p:sp>
      <p:sp>
        <p:nvSpPr>
          <p:cNvPr id="14" name="Text 11"/>
          <p:cNvSpPr txBox="1"/>
          <p:nvPr/>
        </p:nvSpPr>
        <p:spPr>
          <a:xfrm>
            <a:off x="6157570" y="1517904"/>
            <a:ext cx="2651760" cy="499262"/>
          </a:xfrm>
          <a:prstGeom prst="rect">
            <a:avLst/>
          </a:prstGeom>
          <a:noFill/>
          <a:ln/>
        </p:spPr>
        <p:txBody>
          <a:bodyPr wrap="square" lIns="0" tIns="0" rIns="0" bIns="0" rtlCol="0" anchor="ctr"/>
          <a:lstStyle/>
          <a:p>
            <a:pPr marL="0" indent="0" algn="ctr">
              <a:buNone/>
            </a:pPr>
            <a:r>
              <a:rPr lang="en-US" sz="2400" b="1" dirty="0">
                <a:solidFill>
                  <a:srgbClr val="0A0A0F"/>
                </a:solidFill>
                <a:latin typeface="Malgun Gothic" pitchFamily="34" charset="0"/>
                <a:ea typeface="Malgun Gothic" pitchFamily="34" charset="-122"/>
                <a:cs typeface="Malgun Gothic" pitchFamily="34" charset="-120"/>
              </a:rPr>
              <a:t>바다</a:t>
            </a:r>
            <a:endParaRPr lang="en-US" sz="2400" dirty="0"/>
          </a:p>
        </p:txBody>
      </p:sp>
      <p:sp>
        <p:nvSpPr>
          <p:cNvPr id="15" name="Text 12"/>
          <p:cNvSpPr txBox="1"/>
          <p:nvPr/>
        </p:nvSpPr>
        <p:spPr>
          <a:xfrm>
            <a:off x="6157570" y="1991106"/>
            <a:ext cx="2651760" cy="211226"/>
          </a:xfrm>
          <a:prstGeom prst="rect">
            <a:avLst/>
          </a:prstGeom>
          <a:noFill/>
          <a:ln/>
        </p:spPr>
        <p:txBody>
          <a:bodyPr wrap="square" lIns="0" tIns="0" rIns="0" bIns="0" rtlCol="0" anchor="ctr"/>
          <a:lstStyle/>
          <a:p>
            <a:pPr marL="0" indent="0" algn="ctr">
              <a:buNone/>
            </a:pPr>
            <a:r>
              <a:rPr lang="en-US" sz="1200" b="1" dirty="0">
                <a:solidFill>
                  <a:srgbClr val="4236F6"/>
                </a:solidFill>
                <a:latin typeface="Arial" pitchFamily="34" charset="0"/>
                <a:ea typeface="Arial" pitchFamily="34" charset="-122"/>
                <a:cs typeface="Arial" pitchFamily="34" charset="-120"/>
              </a:rPr>
              <a:t>ba-da</a:t>
            </a:r>
            <a:endParaRPr lang="en-US" sz="1200" dirty="0"/>
          </a:p>
        </p:txBody>
      </p:sp>
      <p:sp>
        <p:nvSpPr>
          <p:cNvPr id="16" name="Text 13"/>
          <p:cNvSpPr txBox="1"/>
          <p:nvPr/>
        </p:nvSpPr>
        <p:spPr>
          <a:xfrm>
            <a:off x="6157570" y="2173529"/>
            <a:ext cx="2651760" cy="230429"/>
          </a:xfrm>
          <a:prstGeom prst="rect">
            <a:avLst/>
          </a:prstGeom>
          <a:noFill/>
          <a:ln/>
        </p:spPr>
        <p:txBody>
          <a:bodyPr wrap="square" lIns="0" tIns="0" rIns="0" bIns="0" rtlCol="0" anchor="ctr"/>
          <a:lstStyle/>
          <a:p>
            <a:pPr marL="0" indent="0" algn="ctr">
              <a:buNone/>
            </a:pPr>
            <a:r>
              <a:rPr lang="en-US" sz="1200" dirty="0">
                <a:solidFill>
                  <a:srgbClr val="5C5F6B"/>
                </a:solidFill>
                <a:latin typeface="Arial" pitchFamily="34" charset="0"/>
                <a:ea typeface="Arial" pitchFamily="34" charset="-122"/>
                <a:cs typeface="Arial" pitchFamily="34" charset="-120"/>
              </a:rPr>
              <a:t>mar</a:t>
            </a:r>
            <a:endParaRPr lang="en-US" sz="1200" dirty="0"/>
          </a:p>
        </p:txBody>
      </p:sp>
      <p:sp>
        <p:nvSpPr>
          <p:cNvPr id="17" name="Shape 14"/>
          <p:cNvSpPr/>
          <p:nvPr/>
        </p:nvSpPr>
        <p:spPr>
          <a:xfrm>
            <a:off x="8962034" y="1463040"/>
            <a:ext cx="2651760" cy="960120"/>
          </a:xfrm>
          <a:prstGeom prst="roundRect">
            <a:avLst>
              <a:gd name="adj" fmla="val 7619"/>
            </a:avLst>
          </a:prstGeom>
          <a:solidFill>
            <a:srgbClr val="EEF1FF"/>
          </a:solidFill>
          <a:ln w="12700">
            <a:solidFill>
              <a:srgbClr val="D8DCF5"/>
            </a:solidFill>
            <a:prstDash val="solid"/>
          </a:ln>
        </p:spPr>
      </p:sp>
      <p:sp>
        <p:nvSpPr>
          <p:cNvPr id="18" name="Text 15"/>
          <p:cNvSpPr txBox="1"/>
          <p:nvPr/>
        </p:nvSpPr>
        <p:spPr>
          <a:xfrm>
            <a:off x="8962034" y="1517904"/>
            <a:ext cx="2651760" cy="499262"/>
          </a:xfrm>
          <a:prstGeom prst="rect">
            <a:avLst/>
          </a:prstGeom>
          <a:noFill/>
          <a:ln/>
        </p:spPr>
        <p:txBody>
          <a:bodyPr wrap="square" lIns="0" tIns="0" rIns="0" bIns="0" rtlCol="0" anchor="ctr"/>
          <a:lstStyle/>
          <a:p>
            <a:pPr marL="0" indent="0" algn="ctr">
              <a:buNone/>
            </a:pPr>
            <a:r>
              <a:rPr lang="en-US" sz="2400" b="1" dirty="0">
                <a:solidFill>
                  <a:srgbClr val="0A0A0F"/>
                </a:solidFill>
                <a:latin typeface="Malgun Gothic" pitchFamily="34" charset="0"/>
                <a:ea typeface="Malgun Gothic" pitchFamily="34" charset="-122"/>
                <a:cs typeface="Malgun Gothic" pitchFamily="34" charset="-120"/>
              </a:rPr>
              <a:t>산</a:t>
            </a:r>
            <a:endParaRPr lang="en-US" sz="2400" dirty="0"/>
          </a:p>
        </p:txBody>
      </p:sp>
      <p:sp>
        <p:nvSpPr>
          <p:cNvPr id="19" name="Text 16"/>
          <p:cNvSpPr txBox="1"/>
          <p:nvPr/>
        </p:nvSpPr>
        <p:spPr>
          <a:xfrm>
            <a:off x="8962034" y="1991106"/>
            <a:ext cx="2651760" cy="211226"/>
          </a:xfrm>
          <a:prstGeom prst="rect">
            <a:avLst/>
          </a:prstGeom>
          <a:noFill/>
          <a:ln/>
        </p:spPr>
        <p:txBody>
          <a:bodyPr wrap="square" lIns="0" tIns="0" rIns="0" bIns="0" rtlCol="0" anchor="ctr"/>
          <a:lstStyle/>
          <a:p>
            <a:pPr marL="0" indent="0" algn="ctr">
              <a:buNone/>
            </a:pPr>
            <a:r>
              <a:rPr lang="en-US" sz="1200" b="1" dirty="0">
                <a:solidFill>
                  <a:srgbClr val="4236F6"/>
                </a:solidFill>
                <a:latin typeface="Arial" pitchFamily="34" charset="0"/>
                <a:ea typeface="Arial" pitchFamily="34" charset="-122"/>
                <a:cs typeface="Arial" pitchFamily="34" charset="-120"/>
              </a:rPr>
              <a:t>san</a:t>
            </a:r>
            <a:endParaRPr lang="en-US" sz="1200" dirty="0"/>
          </a:p>
        </p:txBody>
      </p:sp>
      <p:sp>
        <p:nvSpPr>
          <p:cNvPr id="20" name="Text 17"/>
          <p:cNvSpPr txBox="1"/>
          <p:nvPr/>
        </p:nvSpPr>
        <p:spPr>
          <a:xfrm>
            <a:off x="8962034" y="2173529"/>
            <a:ext cx="2651760" cy="230429"/>
          </a:xfrm>
          <a:prstGeom prst="rect">
            <a:avLst/>
          </a:prstGeom>
          <a:noFill/>
          <a:ln/>
        </p:spPr>
        <p:txBody>
          <a:bodyPr wrap="square" lIns="0" tIns="0" rIns="0" bIns="0" rtlCol="0" anchor="ctr"/>
          <a:lstStyle/>
          <a:p>
            <a:pPr marL="0" indent="0" algn="ctr">
              <a:buNone/>
            </a:pPr>
            <a:r>
              <a:rPr lang="en-US" sz="1200" dirty="0">
                <a:solidFill>
                  <a:srgbClr val="5C5F6B"/>
                </a:solidFill>
                <a:latin typeface="Arial" pitchFamily="34" charset="0"/>
                <a:ea typeface="Arial" pitchFamily="34" charset="-122"/>
                <a:cs typeface="Arial" pitchFamily="34" charset="-120"/>
              </a:rPr>
              <a:t>montaña</a:t>
            </a:r>
            <a:endParaRPr lang="en-US" sz="1200" dirty="0"/>
          </a:p>
        </p:txBody>
      </p:sp>
      <p:sp>
        <p:nvSpPr>
          <p:cNvPr id="21" name="Text 18"/>
          <p:cNvSpPr txBox="1"/>
          <p:nvPr/>
        </p:nvSpPr>
        <p:spPr>
          <a:xfrm>
            <a:off x="822960" y="2560320"/>
            <a:ext cx="10607040" cy="566928"/>
          </a:xfrm>
          <a:prstGeom prst="rect">
            <a:avLst/>
          </a:prstGeom>
          <a:noFill/>
          <a:ln/>
        </p:spPr>
        <p:txBody>
          <a:bodyPr wrap="square" lIns="0" tIns="0" rIns="0" bIns="0" rtlCol="0" anchor="ctr"/>
          <a:lstStyle/>
          <a:p>
            <a:pPr marL="0" indent="0">
              <a:buNone/>
            </a:pPr>
            <a:r>
              <a:rPr lang="en-US" sz="2600" b="1" dirty="0">
                <a:solidFill>
                  <a:srgbClr val="0A0A0F"/>
                </a:solidFill>
                <a:latin typeface="Malgun Gothic" pitchFamily="34" charset="0"/>
                <a:ea typeface="Malgun Gothic" pitchFamily="34" charset="-122"/>
                <a:cs typeface="Malgun Gothic" pitchFamily="34" charset="-120"/>
              </a:rPr>
              <a:t>방에 침대가 있어요.</a:t>
            </a:r>
            <a:r>
              <a:rPr lang="en-US" sz="1400" b="1" dirty="0">
                <a:solidFill>
                  <a:srgbClr val="4236F6"/>
                </a:solidFill>
                <a:latin typeface="Arial" pitchFamily="34" charset="0"/>
                <a:ea typeface="Arial" pitchFamily="34" charset="-122"/>
                <a:cs typeface="Arial" pitchFamily="34" charset="-120"/>
              </a:rPr>
              <a:t>   [bang-e chim-de-ga i-so-io]</a:t>
            </a:r>
            <a:r>
              <a:rPr lang="en-US" sz="1400" i="1" dirty="0">
                <a:solidFill>
                  <a:srgbClr val="5C5F6B"/>
                </a:solidFill>
                <a:latin typeface="Arial" pitchFamily="34" charset="0"/>
                <a:ea typeface="Arial" pitchFamily="34" charset="-122"/>
                <a:cs typeface="Arial" pitchFamily="34" charset="-120"/>
              </a:rPr>
              <a:t>   en la pieza hay una cama</a:t>
            </a:r>
            <a:endParaRPr lang="en-US" sz="2600" dirty="0"/>
          </a:p>
        </p:txBody>
      </p:sp>
      <p:sp>
        <p:nvSpPr>
          <p:cNvPr id="22" name="Text 19"/>
          <p:cNvSpPr txBox="1"/>
          <p:nvPr/>
        </p:nvSpPr>
        <p:spPr>
          <a:xfrm>
            <a:off x="822960" y="3154680"/>
            <a:ext cx="10607040" cy="566928"/>
          </a:xfrm>
          <a:prstGeom prst="rect">
            <a:avLst/>
          </a:prstGeom>
          <a:noFill/>
          <a:ln/>
        </p:spPr>
        <p:txBody>
          <a:bodyPr wrap="square" lIns="0" tIns="0" rIns="0" bIns="0" rtlCol="0" anchor="ctr"/>
          <a:lstStyle/>
          <a:p>
            <a:pPr marL="0" indent="0">
              <a:buNone/>
            </a:pPr>
            <a:r>
              <a:rPr lang="en-US" sz="2600" b="1" dirty="0">
                <a:solidFill>
                  <a:srgbClr val="0A0A0F"/>
                </a:solidFill>
                <a:latin typeface="Malgun Gothic" pitchFamily="34" charset="0"/>
                <a:ea typeface="Malgun Gothic" pitchFamily="34" charset="-122"/>
                <a:cs typeface="Malgun Gothic" pitchFamily="34" charset="-120"/>
              </a:rPr>
              <a:t>부엌에 우유가 없어요.</a:t>
            </a:r>
            <a:r>
              <a:rPr lang="en-US" sz="1400" b="1" dirty="0">
                <a:solidFill>
                  <a:srgbClr val="4236F6"/>
                </a:solidFill>
                <a:latin typeface="Arial" pitchFamily="34" charset="0"/>
                <a:ea typeface="Arial" pitchFamily="34" charset="-122"/>
                <a:cs typeface="Arial" pitchFamily="34" charset="-120"/>
              </a:rPr>
              <a:t>   [bu-o-ke u-iu-ga op-so-io]</a:t>
            </a:r>
            <a:r>
              <a:rPr lang="en-US" sz="1400" i="1" dirty="0">
                <a:solidFill>
                  <a:srgbClr val="5C5F6B"/>
                </a:solidFill>
                <a:latin typeface="Arial" pitchFamily="34" charset="0"/>
                <a:ea typeface="Arial" pitchFamily="34" charset="-122"/>
                <a:cs typeface="Arial" pitchFamily="34" charset="-120"/>
              </a:rPr>
              <a:t>   en la cocina no hay leche</a:t>
            </a:r>
            <a:endParaRPr lang="en-US" sz="2600" dirty="0"/>
          </a:p>
        </p:txBody>
      </p:sp>
      <p:sp>
        <p:nvSpPr>
          <p:cNvPr id="23" name="Shape 20"/>
          <p:cNvSpPr/>
          <p:nvPr/>
        </p:nvSpPr>
        <p:spPr>
          <a:xfrm>
            <a:off x="548640" y="3794760"/>
            <a:ext cx="11064240" cy="640080"/>
          </a:xfrm>
          <a:prstGeom prst="roundRect">
            <a:avLst>
              <a:gd name="adj" fmla="val 11429"/>
            </a:avLst>
          </a:prstGeom>
          <a:solidFill>
            <a:srgbClr val="EEF1FF"/>
          </a:solidFill>
          <a:ln w="12700">
            <a:solidFill>
              <a:srgbClr val="D8DCF5"/>
            </a:solidFill>
            <a:prstDash val="solid"/>
          </a:ln>
        </p:spPr>
      </p:sp>
      <p:sp>
        <p:nvSpPr>
          <p:cNvPr id="24" name="Text 21"/>
          <p:cNvSpPr txBox="1"/>
          <p:nvPr/>
        </p:nvSpPr>
        <p:spPr>
          <a:xfrm>
            <a:off x="822960" y="3950208"/>
            <a:ext cx="10515600" cy="365760"/>
          </a:xfrm>
          <a:prstGeom prst="rect">
            <a:avLst/>
          </a:prstGeom>
          <a:noFill/>
          <a:ln/>
        </p:spPr>
        <p:txBody>
          <a:bodyPr wrap="square" lIns="0" tIns="0" rIns="0" bIns="0" rtlCol="0" anchor="ctr"/>
          <a:lstStyle/>
          <a:p>
            <a:pPr marL="0" indent="0">
              <a:buNone/>
            </a:pPr>
            <a:r>
              <a:rPr lang="en-US" sz="1700" b="1" dirty="0">
                <a:solidFill>
                  <a:srgbClr val="4236F6"/>
                </a:solidFill>
                <a:latin typeface="Malgun Gothic" pitchFamily="34" charset="0"/>
                <a:ea typeface="Malgun Gothic" pitchFamily="34" charset="-122"/>
                <a:cs typeface="Malgun Gothic" pitchFamily="34" charset="-120"/>
              </a:rPr>
              <a:t>있어요</a:t>
            </a:r>
            <a:r>
              <a:rPr lang="en-US" sz="1300" dirty="0">
                <a:solidFill>
                  <a:srgbClr val="0A0A0F"/>
                </a:solidFill>
                <a:latin typeface="Arial" pitchFamily="34" charset="0"/>
                <a:ea typeface="Arial" pitchFamily="34" charset="-122"/>
                <a:cs typeface="Arial" pitchFamily="34" charset="-120"/>
              </a:rPr>
              <a:t> = hay / tener  ·  </a:t>
            </a:r>
            <a:r>
              <a:rPr lang="en-US" sz="1700" b="1" dirty="0">
                <a:solidFill>
                  <a:srgbClr val="4236F6"/>
                </a:solidFill>
                <a:latin typeface="Malgun Gothic" pitchFamily="34" charset="0"/>
                <a:ea typeface="Malgun Gothic" pitchFamily="34" charset="-122"/>
                <a:cs typeface="Malgun Gothic" pitchFamily="34" charset="-120"/>
              </a:rPr>
              <a:t>없어요</a:t>
            </a:r>
            <a:r>
              <a:rPr lang="en-US" sz="1300" dirty="0">
                <a:solidFill>
                  <a:srgbClr val="0A0A0F"/>
                </a:solidFill>
                <a:latin typeface="Arial" pitchFamily="34" charset="0"/>
                <a:ea typeface="Arial" pitchFamily="34" charset="-122"/>
                <a:cs typeface="Arial" pitchFamily="34" charset="-120"/>
              </a:rPr>
              <a:t> = no hay / no tener.   Estructura: </a:t>
            </a:r>
            <a:r>
              <a:rPr lang="en-US" sz="1500" b="1" dirty="0">
                <a:solidFill>
                  <a:srgbClr val="003478"/>
                </a:solidFill>
                <a:latin typeface="Malgun Gothic" pitchFamily="34" charset="0"/>
                <a:ea typeface="Malgun Gothic" pitchFamily="34" charset="-122"/>
                <a:cs typeface="Malgun Gothic" pitchFamily="34" charset="-120"/>
              </a:rPr>
              <a:t>LUGAR + 에 + COSA + 이/가 + 있어요</a:t>
            </a:r>
            <a:endParaRPr lang="en-US" sz="1700" dirty="0"/>
          </a:p>
        </p:txBody>
      </p:sp>
      <p:sp>
        <p:nvSpPr>
          <p:cNvPr id="25" name="Shape 22"/>
          <p:cNvSpPr/>
          <p:nvPr/>
        </p:nvSpPr>
        <p:spPr>
          <a:xfrm>
            <a:off x="548640" y="4572000"/>
            <a:ext cx="11064240" cy="1417320"/>
          </a:xfrm>
          <a:prstGeom prst="roundRect">
            <a:avLst>
              <a:gd name="adj" fmla="val 5161"/>
            </a:avLst>
          </a:prstGeom>
          <a:solidFill>
            <a:srgbClr val="EEF1FF"/>
          </a:solidFill>
          <a:ln w="12700">
            <a:solidFill>
              <a:srgbClr val="D8DCF5"/>
            </a:solidFill>
            <a:prstDash val="solid"/>
          </a:ln>
        </p:spPr>
      </p:sp>
      <p:sp>
        <p:nvSpPr>
          <p:cNvPr id="26" name="Text 23"/>
          <p:cNvSpPr txBox="1"/>
          <p:nvPr/>
        </p:nvSpPr>
        <p:spPr>
          <a:xfrm>
            <a:off x="822960" y="4663440"/>
            <a:ext cx="10515600" cy="292608"/>
          </a:xfrm>
          <a:prstGeom prst="rect">
            <a:avLst/>
          </a:prstGeom>
          <a:noFill/>
          <a:ln/>
        </p:spPr>
        <p:txBody>
          <a:bodyPr wrap="square" lIns="0" tIns="0" rIns="0" bIns="0" rtlCol="0" anchor="ctr"/>
          <a:lstStyle/>
          <a:p>
            <a:pPr marL="0" indent="0">
              <a:buNone/>
            </a:pPr>
            <a:r>
              <a:rPr lang="en-US" sz="1200" b="1" kern="0" spc="200" dirty="0">
                <a:solidFill>
                  <a:srgbClr val="003478"/>
                </a:solidFill>
                <a:latin typeface="Arial" pitchFamily="34" charset="0"/>
                <a:ea typeface="Arial" pitchFamily="34" charset="-122"/>
                <a:cs typeface="Arial" pitchFamily="34" charset="-120"/>
              </a:rPr>
              <a:t>✏️  PRACTICA TÚ · GUÍA DE ESTUDIO · CAPÍTULO 5</a:t>
            </a:r>
            <a:r>
              <a:rPr lang="en-US" sz="1100" i="1" dirty="0">
                <a:solidFill>
                  <a:srgbClr val="5C5F6B"/>
                </a:solidFill>
                <a:latin typeface="Arial" pitchFamily="34" charset="0"/>
                <a:ea typeface="Arial" pitchFamily="34" charset="-122"/>
                <a:cs typeface="Arial" pitchFamily="34" charset="-120"/>
              </a:rPr>
              <a:t>   (respuestas al final)</a:t>
            </a:r>
            <a:endParaRPr lang="en-US" sz="1200" dirty="0"/>
          </a:p>
        </p:txBody>
      </p:sp>
      <p:sp>
        <p:nvSpPr>
          <p:cNvPr id="27" name="Text 24"/>
          <p:cNvSpPr txBox="1"/>
          <p:nvPr/>
        </p:nvSpPr>
        <p:spPr>
          <a:xfrm>
            <a:off x="822960" y="4983480"/>
            <a:ext cx="10515600" cy="310896"/>
          </a:xfrm>
          <a:prstGeom prst="rect">
            <a:avLst/>
          </a:prstGeom>
          <a:noFill/>
          <a:ln/>
        </p:spPr>
        <p:txBody>
          <a:bodyPr wrap="square" lIns="0" tIns="0" rIns="0" bIns="0" rtlCol="0" anchor="ctr"/>
          <a:lstStyle/>
          <a:p>
            <a:pPr marL="0" indent="0">
              <a:buNone/>
            </a:pPr>
            <a:r>
              <a:rPr lang="en-US" sz="1400" dirty="0">
                <a:solidFill>
                  <a:srgbClr val="0A0A0F"/>
                </a:solidFill>
                <a:latin typeface="Malgun Gothic" pitchFamily="34" charset="0"/>
                <a:ea typeface="Malgun Gothic" pitchFamily="34" charset="-122"/>
                <a:cs typeface="Malgun Gothic" pitchFamily="34" charset="-120"/>
              </a:rPr>
              <a:t>1.  “En mi pieza hay un libro” — dilo en coreano.</a:t>
            </a:r>
            <a:endParaRPr lang="en-US" sz="1400" dirty="0"/>
          </a:p>
        </p:txBody>
      </p:sp>
      <p:sp>
        <p:nvSpPr>
          <p:cNvPr id="28" name="Text 25"/>
          <p:cNvSpPr txBox="1"/>
          <p:nvPr/>
        </p:nvSpPr>
        <p:spPr>
          <a:xfrm>
            <a:off x="822960" y="5303520"/>
            <a:ext cx="10515600" cy="310896"/>
          </a:xfrm>
          <a:prstGeom prst="rect">
            <a:avLst/>
          </a:prstGeom>
          <a:noFill/>
          <a:ln/>
        </p:spPr>
        <p:txBody>
          <a:bodyPr wrap="square" lIns="0" tIns="0" rIns="0" bIns="0" rtlCol="0" anchor="ctr"/>
          <a:lstStyle/>
          <a:p>
            <a:pPr marL="0" indent="0">
              <a:buNone/>
            </a:pPr>
            <a:r>
              <a:rPr lang="en-US" sz="1400" dirty="0">
                <a:solidFill>
                  <a:srgbClr val="0A0A0F"/>
                </a:solidFill>
                <a:latin typeface="Malgun Gothic" pitchFamily="34" charset="0"/>
                <a:ea typeface="Malgun Gothic" pitchFamily="34" charset="-122"/>
                <a:cs typeface="Malgun Gothic" pitchFamily="34" charset="-120"/>
              </a:rPr>
              <a:t>2.  Pregunta dónde está el hospital.</a:t>
            </a:r>
            <a:endParaRPr lang="en-US" sz="1400" dirty="0"/>
          </a:p>
        </p:txBody>
      </p:sp>
      <p:sp>
        <p:nvSpPr>
          <p:cNvPr id="29" name="Text 26"/>
          <p:cNvSpPr txBox="1"/>
          <p:nvPr/>
        </p:nvSpPr>
        <p:spPr>
          <a:xfrm>
            <a:off x="822960" y="5623560"/>
            <a:ext cx="10515600" cy="310896"/>
          </a:xfrm>
          <a:prstGeom prst="rect">
            <a:avLst/>
          </a:prstGeom>
          <a:noFill/>
          <a:ln/>
        </p:spPr>
        <p:txBody>
          <a:bodyPr wrap="square" lIns="0" tIns="0" rIns="0" bIns="0" rtlCol="0" anchor="ctr"/>
          <a:lstStyle/>
          <a:p>
            <a:pPr marL="0" indent="0">
              <a:buNone/>
            </a:pPr>
            <a:r>
              <a:rPr lang="en-US" sz="1400" dirty="0">
                <a:solidFill>
                  <a:srgbClr val="0A0A0F"/>
                </a:solidFill>
                <a:latin typeface="Malgun Gothic" pitchFamily="34" charset="0"/>
                <a:ea typeface="Malgun Gothic" pitchFamily="34" charset="-122"/>
                <a:cs typeface="Malgun Gothic" pitchFamily="34" charset="-120"/>
              </a:rPr>
              <a:t>3.  “No hay pan en la tienda” — dilo en coreano.</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310896"/>
          </a:xfrm>
          <a:prstGeom prst="rect">
            <a:avLst/>
          </a:prstGeom>
          <a:noFill/>
          <a:ln/>
        </p:spPr>
        <p:txBody>
          <a:bodyPr wrap="square" lIns="0" tIns="0" rIns="0" bIns="0" rtlCol="0" anchor="ctr"/>
          <a:lstStyle/>
          <a:p>
            <a:pPr marL="0" indent="0">
              <a:buNone/>
            </a:pPr>
            <a:r>
              <a:rPr lang="en-US" sz="1200" b="1" kern="0" spc="300" dirty="0">
                <a:solidFill>
                  <a:srgbClr val="4236F6"/>
                </a:solidFill>
                <a:latin typeface="Arial" pitchFamily="34" charset="0"/>
                <a:ea typeface="Arial" pitchFamily="34" charset="-122"/>
                <a:cs typeface="Arial" pitchFamily="34" charset="-120"/>
              </a:rPr>
              <a:t>6과 · 학교에 가요</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marL="0" indent="0">
              <a:buNone/>
            </a:pPr>
            <a:r>
              <a:rPr lang="en-US" sz="3200" b="1" dirty="0">
                <a:solidFill>
                  <a:srgbClr val="0A0A0F"/>
                </a:solidFill>
                <a:latin typeface="Arial" pitchFamily="34" charset="0"/>
                <a:ea typeface="Arial" pitchFamily="34" charset="-122"/>
                <a:cs typeface="Arial" pitchFamily="34" charset="-120"/>
              </a:rPr>
              <a:t>El orden coreano y la partícula 에</a:t>
            </a:r>
            <a:endParaRPr lang="en-US" sz="3200" dirty="0"/>
          </a:p>
        </p:txBody>
      </p:sp>
      <p:pic>
        <p:nvPicPr>
          <p:cNvPr id="4" name="Image 0" descr="C:\Users\Chingu\AppData\Local\Temp\claude\C--Users-Chingu-Desktop-ACADEMIASEULWEB\d4111e1b-5523-44ea-97b2-b1a1d9545b9e\scratchpad\igpost\sello-azul.png"/>
          <p:cNvPicPr>
            <a:picLocks noChangeAspect="1"/>
          </p:cNvPicPr>
          <p:nvPr/>
        </p:nvPicPr>
        <p:blipFill>
          <a:blip r:embed="rId3"/>
          <a:stretch>
            <a:fillRect/>
          </a:stretch>
        </p:blipFill>
        <p:spPr>
          <a:xfrm>
            <a:off x="11475720" y="6236208"/>
            <a:ext cx="457200" cy="438912"/>
          </a:xfrm>
          <a:prstGeom prst="rect">
            <a:avLst/>
          </a:prstGeom>
        </p:spPr>
      </p:pic>
      <p:sp>
        <p:nvSpPr>
          <p:cNvPr id="5" name="Text 2"/>
          <p:cNvSpPr txBox="1"/>
          <p:nvPr/>
        </p:nvSpPr>
        <p:spPr>
          <a:xfrm>
            <a:off x="822960" y="1554480"/>
            <a:ext cx="10607040" cy="411480"/>
          </a:xfrm>
          <a:prstGeom prst="rect">
            <a:avLst/>
          </a:prstGeom>
          <a:noFill/>
          <a:ln/>
        </p:spPr>
        <p:txBody>
          <a:bodyPr wrap="square" lIns="0" tIns="0" rIns="0" bIns="0" rtlCol="0" anchor="ctr"/>
          <a:lstStyle/>
          <a:p>
            <a:pPr marL="0" indent="0">
              <a:buNone/>
            </a:pPr>
            <a:r>
              <a:rPr lang="en-US" sz="1600" dirty="0">
                <a:solidFill>
                  <a:srgbClr val="5C5F6B"/>
                </a:solidFill>
                <a:latin typeface="Arial" pitchFamily="34" charset="0"/>
                <a:ea typeface="Arial" pitchFamily="34" charset="-122"/>
                <a:cs typeface="Arial" pitchFamily="34" charset="-120"/>
              </a:rPr>
              <a:t>Guillermo va a la escuela</a:t>
            </a:r>
            <a:r>
              <a:rPr lang="en-US" sz="1400" b="1" dirty="0">
                <a:solidFill>
                  <a:srgbClr val="0A0A0F"/>
                </a:solidFill>
                <a:latin typeface="Arial" pitchFamily="34" charset="0"/>
                <a:ea typeface="Arial" pitchFamily="34" charset="-122"/>
                <a:cs typeface="Arial" pitchFamily="34" charset="-120"/>
              </a:rPr>
              <a:t>  →  S + V + O (español)</a:t>
            </a:r>
            <a:endParaRPr lang="en-US" sz="1600" dirty="0"/>
          </a:p>
        </p:txBody>
      </p:sp>
      <p:sp>
        <p:nvSpPr>
          <p:cNvPr id="6" name="Text 3"/>
          <p:cNvSpPr txBox="1"/>
          <p:nvPr/>
        </p:nvSpPr>
        <p:spPr>
          <a:xfrm>
            <a:off x="822960" y="2011680"/>
            <a:ext cx="10607040" cy="502920"/>
          </a:xfrm>
          <a:prstGeom prst="rect">
            <a:avLst/>
          </a:prstGeom>
          <a:noFill/>
          <a:ln/>
        </p:spPr>
        <p:txBody>
          <a:bodyPr wrap="square" lIns="0" tIns="0" rIns="0" bIns="0" rtlCol="0" anchor="ctr"/>
          <a:lstStyle/>
          <a:p>
            <a:pPr marL="0" indent="0">
              <a:buNone/>
            </a:pPr>
            <a:r>
              <a:rPr lang="en-US" sz="2200" b="1" dirty="0">
                <a:solidFill>
                  <a:srgbClr val="0A0A0F"/>
                </a:solidFill>
                <a:latin typeface="Malgun Gothic" pitchFamily="34" charset="0"/>
                <a:ea typeface="Malgun Gothic" pitchFamily="34" charset="-122"/>
                <a:cs typeface="Malgun Gothic" pitchFamily="34" charset="-120"/>
              </a:rPr>
              <a:t>기제르모는 학교에 가요</a:t>
            </a:r>
            <a:r>
              <a:rPr lang="en-US" sz="1400" b="1" dirty="0">
                <a:solidFill>
                  <a:srgbClr val="4236F6"/>
                </a:solidFill>
                <a:latin typeface="Arial" pitchFamily="34" charset="0"/>
                <a:ea typeface="Arial" pitchFamily="34" charset="-122"/>
                <a:cs typeface="Arial" pitchFamily="34" charset="-120"/>
              </a:rPr>
              <a:t>  →  S + (lugar / objeto) + V (coreano): el verbo SIEMPRE al final</a:t>
            </a:r>
            <a:endParaRPr lang="en-US" sz="2200" dirty="0"/>
          </a:p>
        </p:txBody>
      </p:sp>
      <p:sp>
        <p:nvSpPr>
          <p:cNvPr id="7" name="Text 4"/>
          <p:cNvSpPr txBox="1"/>
          <p:nvPr/>
        </p:nvSpPr>
        <p:spPr>
          <a:xfrm>
            <a:off x="822960" y="2788920"/>
            <a:ext cx="10607040" cy="566928"/>
          </a:xfrm>
          <a:prstGeom prst="rect">
            <a:avLst/>
          </a:prstGeom>
          <a:noFill/>
          <a:ln/>
        </p:spPr>
        <p:txBody>
          <a:bodyPr wrap="square" lIns="0" tIns="0" rIns="0" bIns="0" rtlCol="0" anchor="ctr"/>
          <a:lstStyle/>
          <a:p>
            <a:pPr marL="0" indent="0">
              <a:buNone/>
            </a:pPr>
            <a:r>
              <a:rPr lang="en-US" sz="2800" b="1" dirty="0">
                <a:solidFill>
                  <a:srgbClr val="0A0A0F"/>
                </a:solidFill>
                <a:latin typeface="Malgun Gothic" pitchFamily="34" charset="0"/>
                <a:ea typeface="Malgun Gothic" pitchFamily="34" charset="-122"/>
                <a:cs typeface="Malgun Gothic" pitchFamily="34" charset="-120"/>
              </a:rPr>
              <a:t>저는 학교에 가요.</a:t>
            </a:r>
            <a:r>
              <a:rPr lang="en-US" sz="1400" b="1" dirty="0">
                <a:solidFill>
                  <a:srgbClr val="4236F6"/>
                </a:solidFill>
                <a:latin typeface="Arial" pitchFamily="34" charset="0"/>
                <a:ea typeface="Arial" pitchFamily="34" charset="-122"/>
                <a:cs typeface="Arial" pitchFamily="34" charset="-120"/>
              </a:rPr>
              <a:t>   [cho-nun jak-kio-e ga-io]</a:t>
            </a:r>
            <a:r>
              <a:rPr lang="en-US" sz="1400" i="1" dirty="0">
                <a:solidFill>
                  <a:srgbClr val="5C5F6B"/>
                </a:solidFill>
                <a:latin typeface="Arial" pitchFamily="34" charset="0"/>
                <a:ea typeface="Arial" pitchFamily="34" charset="-122"/>
                <a:cs typeface="Arial" pitchFamily="34" charset="-120"/>
              </a:rPr>
              <a:t>   voy al colegio</a:t>
            </a:r>
            <a:endParaRPr lang="en-US" sz="2800" dirty="0"/>
          </a:p>
        </p:txBody>
      </p:sp>
      <p:sp>
        <p:nvSpPr>
          <p:cNvPr id="8" name="Text 5"/>
          <p:cNvSpPr txBox="1"/>
          <p:nvPr/>
        </p:nvSpPr>
        <p:spPr>
          <a:xfrm>
            <a:off x="822960" y="3429000"/>
            <a:ext cx="10607040" cy="566928"/>
          </a:xfrm>
          <a:prstGeom prst="rect">
            <a:avLst/>
          </a:prstGeom>
          <a:noFill/>
          <a:ln/>
        </p:spPr>
        <p:txBody>
          <a:bodyPr wrap="square" lIns="0" tIns="0" rIns="0" bIns="0" rtlCol="0" anchor="ctr"/>
          <a:lstStyle/>
          <a:p>
            <a:pPr marL="0" indent="0">
              <a:buNone/>
            </a:pPr>
            <a:r>
              <a:rPr lang="en-US" sz="2800" b="1" dirty="0">
                <a:solidFill>
                  <a:srgbClr val="0A0A0F"/>
                </a:solidFill>
                <a:latin typeface="Malgun Gothic" pitchFamily="34" charset="0"/>
                <a:ea typeface="Malgun Gothic" pitchFamily="34" charset="-122"/>
                <a:cs typeface="Malgun Gothic" pitchFamily="34" charset="-120"/>
              </a:rPr>
              <a:t>학교에 안 가요.</a:t>
            </a:r>
            <a:r>
              <a:rPr lang="en-US" sz="1400" b="1" dirty="0">
                <a:solidFill>
                  <a:srgbClr val="4236F6"/>
                </a:solidFill>
                <a:latin typeface="Arial" pitchFamily="34" charset="0"/>
                <a:ea typeface="Arial" pitchFamily="34" charset="-122"/>
                <a:cs typeface="Arial" pitchFamily="34" charset="-120"/>
              </a:rPr>
              <a:t>   [jak-kio-e an ga-io]</a:t>
            </a:r>
            <a:r>
              <a:rPr lang="en-US" sz="1400" i="1" dirty="0">
                <a:solidFill>
                  <a:srgbClr val="5C5F6B"/>
                </a:solidFill>
                <a:latin typeface="Arial" pitchFamily="34" charset="0"/>
                <a:ea typeface="Arial" pitchFamily="34" charset="-122"/>
                <a:cs typeface="Arial" pitchFamily="34" charset="-120"/>
              </a:rPr>
              <a:t>   NO voy al colegio (안 = no)</a:t>
            </a:r>
            <a:endParaRPr lang="en-US" sz="2800" dirty="0"/>
          </a:p>
        </p:txBody>
      </p:sp>
      <p:sp>
        <p:nvSpPr>
          <p:cNvPr id="9" name="Text 6"/>
          <p:cNvSpPr txBox="1"/>
          <p:nvPr/>
        </p:nvSpPr>
        <p:spPr>
          <a:xfrm>
            <a:off x="822960" y="4069080"/>
            <a:ext cx="10607040" cy="566928"/>
          </a:xfrm>
          <a:prstGeom prst="rect">
            <a:avLst/>
          </a:prstGeom>
          <a:noFill/>
          <a:ln/>
        </p:spPr>
        <p:txBody>
          <a:bodyPr wrap="square" lIns="0" tIns="0" rIns="0" bIns="0" rtlCol="0" anchor="ctr"/>
          <a:lstStyle/>
          <a:p>
            <a:pPr marL="0" indent="0">
              <a:buNone/>
            </a:pPr>
            <a:r>
              <a:rPr lang="en-US" sz="2800" b="1" dirty="0">
                <a:solidFill>
                  <a:srgbClr val="0A0A0F"/>
                </a:solidFill>
                <a:latin typeface="Malgun Gothic" pitchFamily="34" charset="0"/>
                <a:ea typeface="Malgun Gothic" pitchFamily="34" charset="-122"/>
                <a:cs typeface="Malgun Gothic" pitchFamily="34" charset="-120"/>
              </a:rPr>
              <a:t>어디에 가요?</a:t>
            </a:r>
            <a:r>
              <a:rPr lang="en-US" sz="1400" b="1" dirty="0">
                <a:solidFill>
                  <a:srgbClr val="4236F6"/>
                </a:solidFill>
                <a:latin typeface="Arial" pitchFamily="34" charset="0"/>
                <a:ea typeface="Arial" pitchFamily="34" charset="-122"/>
                <a:cs typeface="Arial" pitchFamily="34" charset="-120"/>
              </a:rPr>
              <a:t>   [o-di-e ga-io]</a:t>
            </a:r>
            <a:r>
              <a:rPr lang="en-US" sz="1400" i="1" dirty="0">
                <a:solidFill>
                  <a:srgbClr val="5C5F6B"/>
                </a:solidFill>
                <a:latin typeface="Arial" pitchFamily="34" charset="0"/>
                <a:ea typeface="Arial" pitchFamily="34" charset="-122"/>
                <a:cs typeface="Arial" pitchFamily="34" charset="-120"/>
              </a:rPr>
              <a:t>   ¿a dónde vas?</a:t>
            </a:r>
            <a:endParaRPr lang="en-US" sz="2800" dirty="0"/>
          </a:p>
        </p:txBody>
      </p:sp>
      <p:sp>
        <p:nvSpPr>
          <p:cNvPr id="10" name="Shape 7"/>
          <p:cNvSpPr/>
          <p:nvPr/>
        </p:nvSpPr>
        <p:spPr>
          <a:xfrm>
            <a:off x="822960" y="5029200"/>
            <a:ext cx="10515600" cy="1005840"/>
          </a:xfrm>
          <a:prstGeom prst="roundRect">
            <a:avLst>
              <a:gd name="adj" fmla="val 7273"/>
            </a:avLst>
          </a:prstGeom>
          <a:solidFill>
            <a:srgbClr val="EEF1FF"/>
          </a:solidFill>
          <a:ln w="12700">
            <a:solidFill>
              <a:srgbClr val="D8DCF5"/>
            </a:solidFill>
            <a:prstDash val="solid"/>
          </a:ln>
        </p:spPr>
      </p:sp>
      <p:sp>
        <p:nvSpPr>
          <p:cNvPr id="11" name="Text 8"/>
          <p:cNvSpPr txBox="1"/>
          <p:nvPr/>
        </p:nvSpPr>
        <p:spPr>
          <a:xfrm>
            <a:off x="1097280" y="5257800"/>
            <a:ext cx="10058400" cy="548640"/>
          </a:xfrm>
          <a:prstGeom prst="rect">
            <a:avLst/>
          </a:prstGeom>
          <a:noFill/>
          <a:ln/>
        </p:spPr>
        <p:txBody>
          <a:bodyPr wrap="square" lIns="0" tIns="0" rIns="0" bIns="0" rtlCol="0" anchor="ctr"/>
          <a:lstStyle/>
          <a:p>
            <a:pPr marL="0" indent="0">
              <a:buNone/>
            </a:pPr>
            <a:r>
              <a:rPr lang="en-US" sz="2000" b="1" dirty="0">
                <a:solidFill>
                  <a:srgbClr val="4236F6"/>
                </a:solidFill>
                <a:latin typeface="Malgun Gothic" pitchFamily="34" charset="0"/>
                <a:ea typeface="Malgun Gothic" pitchFamily="34" charset="-122"/>
                <a:cs typeface="Malgun Gothic" pitchFamily="34" charset="-120"/>
              </a:rPr>
              <a:t>에</a:t>
            </a:r>
            <a:r>
              <a:rPr lang="en-US" sz="1400" dirty="0">
                <a:solidFill>
                  <a:srgbClr val="0A0A0F"/>
                </a:solidFill>
                <a:latin typeface="Arial" pitchFamily="34" charset="0"/>
                <a:ea typeface="Arial" pitchFamily="34" charset="-122"/>
                <a:cs typeface="Arial" pitchFamily="34" charset="-120"/>
              </a:rPr>
              <a:t> = partícula de lugar/tiempo (“a, en”)   ·   </a:t>
            </a:r>
            <a:r>
              <a:rPr lang="en-US" sz="1800" b="1" dirty="0">
                <a:solidFill>
                  <a:srgbClr val="4236F6"/>
                </a:solidFill>
                <a:latin typeface="Malgun Gothic" pitchFamily="34" charset="0"/>
                <a:ea typeface="Malgun Gothic" pitchFamily="34" charset="-122"/>
                <a:cs typeface="Malgun Gothic" pitchFamily="34" charset="-120"/>
              </a:rPr>
              <a:t>가요</a:t>
            </a:r>
            <a:r>
              <a:rPr lang="en-US" sz="1400" dirty="0">
                <a:solidFill>
                  <a:srgbClr val="0A0A0F"/>
                </a:solidFill>
                <a:latin typeface="Arial" pitchFamily="34" charset="0"/>
                <a:ea typeface="Arial" pitchFamily="34" charset="-122"/>
                <a:cs typeface="Arial" pitchFamily="34" charset="-120"/>
              </a:rPr>
              <a:t> ir  ·  </a:t>
            </a:r>
            <a:r>
              <a:rPr lang="en-US" sz="1800" b="1" dirty="0">
                <a:solidFill>
                  <a:srgbClr val="4236F6"/>
                </a:solidFill>
                <a:latin typeface="Malgun Gothic" pitchFamily="34" charset="0"/>
                <a:ea typeface="Malgun Gothic" pitchFamily="34" charset="-122"/>
                <a:cs typeface="Malgun Gothic" pitchFamily="34" charset="-120"/>
              </a:rPr>
              <a:t>와요</a:t>
            </a:r>
            <a:r>
              <a:rPr lang="en-US" sz="1400" dirty="0">
                <a:solidFill>
                  <a:srgbClr val="0A0A0F"/>
                </a:solidFill>
                <a:latin typeface="Arial" pitchFamily="34" charset="0"/>
                <a:ea typeface="Arial" pitchFamily="34" charset="-122"/>
                <a:cs typeface="Arial" pitchFamily="34" charset="-120"/>
              </a:rPr>
              <a:t> venir</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310896"/>
          </a:xfrm>
          <a:prstGeom prst="rect">
            <a:avLst/>
          </a:prstGeom>
          <a:noFill/>
          <a:ln/>
        </p:spPr>
        <p:txBody>
          <a:bodyPr wrap="square" lIns="0" tIns="0" rIns="0" bIns="0" rtlCol="0" anchor="ctr"/>
          <a:lstStyle/>
          <a:p>
            <a:pPr marL="0" indent="0">
              <a:buNone/>
            </a:pPr>
            <a:r>
              <a:rPr lang="en-US" sz="1200" b="1" kern="0" spc="300" dirty="0">
                <a:solidFill>
                  <a:srgbClr val="4236F6"/>
                </a:solidFill>
                <a:latin typeface="Arial" pitchFamily="34" charset="0"/>
                <a:ea typeface="Arial" pitchFamily="34" charset="-122"/>
                <a:cs typeface="Arial" pitchFamily="34" charset="-120"/>
              </a:rPr>
              <a:t>LA PARTÍCULA DEL TEMA</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marL="0" indent="0">
              <a:buNone/>
            </a:pPr>
            <a:r>
              <a:rPr lang="en-US" sz="3200" b="1" dirty="0">
                <a:solidFill>
                  <a:srgbClr val="0A0A0F"/>
                </a:solidFill>
                <a:latin typeface="Arial" pitchFamily="34" charset="0"/>
                <a:ea typeface="Arial" pitchFamily="34" charset="-122"/>
                <a:cs typeface="Arial" pitchFamily="34" charset="-120"/>
              </a:rPr>
              <a:t>은/는 — el “hablando de…” del coreano</a:t>
            </a:r>
            <a:endParaRPr lang="en-US" sz="3200" dirty="0"/>
          </a:p>
        </p:txBody>
      </p:sp>
      <p:pic>
        <p:nvPicPr>
          <p:cNvPr id="4" name="Image 0" descr="C:\Users\Chingu\AppData\Local\Temp\claude\C--Users-Chingu-Desktop-ACADEMIASEULWEB\d4111e1b-5523-44ea-97b2-b1a1d9545b9e\scratchpad\igpost\sello-azul.png"/>
          <p:cNvPicPr>
            <a:picLocks noChangeAspect="1"/>
          </p:cNvPicPr>
          <p:nvPr/>
        </p:nvPicPr>
        <p:blipFill>
          <a:blip r:embed="rId3"/>
          <a:stretch>
            <a:fillRect/>
          </a:stretch>
        </p:blipFill>
        <p:spPr>
          <a:xfrm>
            <a:off x="11475720" y="6236208"/>
            <a:ext cx="457200" cy="438912"/>
          </a:xfrm>
          <a:prstGeom prst="rect">
            <a:avLst/>
          </a:prstGeom>
        </p:spPr>
      </p:pic>
      <p:sp>
        <p:nvSpPr>
          <p:cNvPr id="5" name="Shape 2"/>
          <p:cNvSpPr/>
          <p:nvPr/>
        </p:nvSpPr>
        <p:spPr>
          <a:xfrm>
            <a:off x="822960" y="1554480"/>
            <a:ext cx="5074920" cy="1371600"/>
          </a:xfrm>
          <a:prstGeom prst="roundRect">
            <a:avLst>
              <a:gd name="adj" fmla="val 5333"/>
            </a:avLst>
          </a:prstGeom>
          <a:solidFill>
            <a:srgbClr val="EEF1FF"/>
          </a:solidFill>
          <a:ln w="12700">
            <a:solidFill>
              <a:srgbClr val="D8DCF5"/>
            </a:solidFill>
            <a:prstDash val="solid"/>
          </a:ln>
        </p:spPr>
      </p:sp>
      <p:sp>
        <p:nvSpPr>
          <p:cNvPr id="6" name="Text 3"/>
          <p:cNvSpPr txBox="1"/>
          <p:nvPr/>
        </p:nvSpPr>
        <p:spPr>
          <a:xfrm>
            <a:off x="1051560" y="1737360"/>
            <a:ext cx="4663440" cy="411480"/>
          </a:xfrm>
          <a:prstGeom prst="rect">
            <a:avLst/>
          </a:prstGeom>
          <a:noFill/>
          <a:ln/>
        </p:spPr>
        <p:txBody>
          <a:bodyPr wrap="square" lIns="0" tIns="0" rIns="0" bIns="0" rtlCol="0" anchor="ctr"/>
          <a:lstStyle/>
          <a:p>
            <a:pPr marL="0" indent="0">
              <a:buNone/>
            </a:pPr>
            <a:r>
              <a:rPr lang="en-US" sz="1700" b="1" dirty="0">
                <a:solidFill>
                  <a:srgbClr val="4236F6"/>
                </a:solidFill>
                <a:latin typeface="Malgun Gothic" pitchFamily="34" charset="0"/>
                <a:ea typeface="Malgun Gothic" pitchFamily="34" charset="-122"/>
                <a:cs typeface="Malgun Gothic" pitchFamily="34" charset="-120"/>
              </a:rPr>
              <a:t>termina en BATCHIM → 은</a:t>
            </a:r>
            <a:endParaRPr lang="en-US" sz="1700" dirty="0"/>
          </a:p>
        </p:txBody>
      </p:sp>
      <p:sp>
        <p:nvSpPr>
          <p:cNvPr id="7" name="Text 4"/>
          <p:cNvSpPr txBox="1"/>
          <p:nvPr/>
        </p:nvSpPr>
        <p:spPr>
          <a:xfrm>
            <a:off x="1051560" y="2194560"/>
            <a:ext cx="4663440" cy="502920"/>
          </a:xfrm>
          <a:prstGeom prst="rect">
            <a:avLst/>
          </a:prstGeom>
          <a:noFill/>
          <a:ln/>
        </p:spPr>
        <p:txBody>
          <a:bodyPr wrap="square" lIns="0" tIns="0" rIns="0" bIns="0" rtlCol="0" anchor="ctr"/>
          <a:lstStyle/>
          <a:p>
            <a:pPr marL="0" indent="0">
              <a:buNone/>
            </a:pPr>
            <a:r>
              <a:rPr lang="en-US" sz="2000" b="1" dirty="0">
                <a:solidFill>
                  <a:srgbClr val="0A0A0F"/>
                </a:solidFill>
                <a:latin typeface="Malgun Gothic" pitchFamily="34" charset="0"/>
                <a:ea typeface="Malgun Gothic" pitchFamily="34" charset="-122"/>
                <a:cs typeface="Malgun Gothic" pitchFamily="34" charset="-120"/>
              </a:rPr>
              <a:t>동생은 · 아비가일은 · 선생님은</a:t>
            </a:r>
            <a:endParaRPr lang="en-US" sz="2000" dirty="0"/>
          </a:p>
        </p:txBody>
      </p:sp>
      <p:sp>
        <p:nvSpPr>
          <p:cNvPr id="8" name="Shape 5"/>
          <p:cNvSpPr/>
          <p:nvPr/>
        </p:nvSpPr>
        <p:spPr>
          <a:xfrm>
            <a:off x="6263640" y="1554480"/>
            <a:ext cx="5074920" cy="1371600"/>
          </a:xfrm>
          <a:prstGeom prst="roundRect">
            <a:avLst>
              <a:gd name="adj" fmla="val 5333"/>
            </a:avLst>
          </a:prstGeom>
          <a:solidFill>
            <a:srgbClr val="EEF1FF"/>
          </a:solidFill>
          <a:ln w="12700">
            <a:solidFill>
              <a:srgbClr val="D8DCF5"/>
            </a:solidFill>
            <a:prstDash val="solid"/>
          </a:ln>
        </p:spPr>
      </p:sp>
      <p:sp>
        <p:nvSpPr>
          <p:cNvPr id="9" name="Text 6"/>
          <p:cNvSpPr txBox="1"/>
          <p:nvPr/>
        </p:nvSpPr>
        <p:spPr>
          <a:xfrm>
            <a:off x="6492240" y="1737360"/>
            <a:ext cx="4663440" cy="411480"/>
          </a:xfrm>
          <a:prstGeom prst="rect">
            <a:avLst/>
          </a:prstGeom>
          <a:noFill/>
          <a:ln/>
        </p:spPr>
        <p:txBody>
          <a:bodyPr wrap="square" lIns="0" tIns="0" rIns="0" bIns="0" rtlCol="0" anchor="ctr"/>
          <a:lstStyle/>
          <a:p>
            <a:pPr marL="0" indent="0">
              <a:buNone/>
            </a:pPr>
            <a:r>
              <a:rPr lang="en-US" sz="1700" b="1" dirty="0">
                <a:solidFill>
                  <a:srgbClr val="4236F6"/>
                </a:solidFill>
                <a:latin typeface="Malgun Gothic" pitchFamily="34" charset="0"/>
                <a:ea typeface="Malgun Gothic" pitchFamily="34" charset="-122"/>
                <a:cs typeface="Malgun Gothic" pitchFamily="34" charset="-120"/>
              </a:rPr>
              <a:t>termina en VOCAL → 는</a:t>
            </a:r>
            <a:endParaRPr lang="en-US" sz="1700" dirty="0"/>
          </a:p>
        </p:txBody>
      </p:sp>
      <p:sp>
        <p:nvSpPr>
          <p:cNvPr id="10" name="Text 7"/>
          <p:cNvSpPr txBox="1"/>
          <p:nvPr/>
        </p:nvSpPr>
        <p:spPr>
          <a:xfrm>
            <a:off x="6492240" y="2194560"/>
            <a:ext cx="4663440" cy="502920"/>
          </a:xfrm>
          <a:prstGeom prst="rect">
            <a:avLst/>
          </a:prstGeom>
          <a:noFill/>
          <a:ln/>
        </p:spPr>
        <p:txBody>
          <a:bodyPr wrap="square" lIns="0" tIns="0" rIns="0" bIns="0" rtlCol="0" anchor="ctr"/>
          <a:lstStyle/>
          <a:p>
            <a:pPr marL="0" indent="0">
              <a:buNone/>
            </a:pPr>
            <a:r>
              <a:rPr lang="en-US" sz="2000" b="1" dirty="0">
                <a:solidFill>
                  <a:srgbClr val="0A0A0F"/>
                </a:solidFill>
                <a:latin typeface="Malgun Gothic" pitchFamily="34" charset="0"/>
                <a:ea typeface="Malgun Gothic" pitchFamily="34" charset="-122"/>
                <a:cs typeface="Malgun Gothic" pitchFamily="34" charset="-120"/>
              </a:rPr>
              <a:t>저는 · 엄마는 · 기제르모는</a:t>
            </a:r>
            <a:endParaRPr lang="en-US" sz="2000" dirty="0"/>
          </a:p>
        </p:txBody>
      </p:sp>
      <p:sp>
        <p:nvSpPr>
          <p:cNvPr id="11" name="Text 8"/>
          <p:cNvSpPr txBox="1"/>
          <p:nvPr/>
        </p:nvSpPr>
        <p:spPr>
          <a:xfrm>
            <a:off x="822960" y="3291840"/>
            <a:ext cx="10607040" cy="566928"/>
          </a:xfrm>
          <a:prstGeom prst="rect">
            <a:avLst/>
          </a:prstGeom>
          <a:noFill/>
          <a:ln/>
        </p:spPr>
        <p:txBody>
          <a:bodyPr wrap="square" lIns="0" tIns="0" rIns="0" bIns="0" rtlCol="0" anchor="ctr"/>
          <a:lstStyle/>
          <a:p>
            <a:pPr marL="0" indent="0">
              <a:buNone/>
            </a:pPr>
            <a:r>
              <a:rPr lang="en-US" sz="2600" b="1" dirty="0">
                <a:solidFill>
                  <a:srgbClr val="0A0A0F"/>
                </a:solidFill>
                <a:latin typeface="Malgun Gothic" pitchFamily="34" charset="0"/>
                <a:ea typeface="Malgun Gothic" pitchFamily="34" charset="-122"/>
                <a:cs typeface="Malgun Gothic" pitchFamily="34" charset="-120"/>
              </a:rPr>
              <a:t>아빠는 회사에 가요.</a:t>
            </a:r>
            <a:r>
              <a:rPr lang="en-US" sz="1400" b="1" dirty="0">
                <a:solidFill>
                  <a:srgbClr val="4236F6"/>
                </a:solidFill>
                <a:latin typeface="Arial" pitchFamily="34" charset="0"/>
                <a:ea typeface="Arial" pitchFamily="34" charset="-122"/>
                <a:cs typeface="Arial" pitchFamily="34" charset="-120"/>
              </a:rPr>
              <a:t>   [a-pa-nun jue-sa-e ga-io]</a:t>
            </a:r>
            <a:r>
              <a:rPr lang="en-US" sz="1400" i="1" dirty="0">
                <a:solidFill>
                  <a:srgbClr val="5C5F6B"/>
                </a:solidFill>
                <a:latin typeface="Arial" pitchFamily="34" charset="0"/>
                <a:ea typeface="Arial" pitchFamily="34" charset="-122"/>
                <a:cs typeface="Arial" pitchFamily="34" charset="-120"/>
              </a:rPr>
              <a:t>   papá va a la oficina</a:t>
            </a:r>
            <a:endParaRPr lang="en-US" sz="2600" dirty="0"/>
          </a:p>
        </p:txBody>
      </p:sp>
      <p:sp>
        <p:nvSpPr>
          <p:cNvPr id="12" name="Text 9"/>
          <p:cNvSpPr txBox="1"/>
          <p:nvPr/>
        </p:nvSpPr>
        <p:spPr>
          <a:xfrm>
            <a:off x="822960" y="3931920"/>
            <a:ext cx="10607040" cy="566928"/>
          </a:xfrm>
          <a:prstGeom prst="rect">
            <a:avLst/>
          </a:prstGeom>
          <a:noFill/>
          <a:ln/>
        </p:spPr>
        <p:txBody>
          <a:bodyPr wrap="square" lIns="0" tIns="0" rIns="0" bIns="0" rtlCol="0" anchor="ctr"/>
          <a:lstStyle/>
          <a:p>
            <a:pPr marL="0" indent="0">
              <a:buNone/>
            </a:pPr>
            <a:r>
              <a:rPr lang="en-US" sz="2600" b="1" dirty="0">
                <a:solidFill>
                  <a:srgbClr val="0A0A0F"/>
                </a:solidFill>
                <a:latin typeface="Malgun Gothic" pitchFamily="34" charset="0"/>
                <a:ea typeface="Malgun Gothic" pitchFamily="34" charset="-122"/>
                <a:cs typeface="Malgun Gothic" pitchFamily="34" charset="-120"/>
              </a:rPr>
              <a:t>엄마는 백화점에 가요.</a:t>
            </a:r>
            <a:r>
              <a:rPr lang="en-US" sz="1400" b="1" dirty="0">
                <a:solidFill>
                  <a:srgbClr val="4236F6"/>
                </a:solidFill>
                <a:latin typeface="Arial" pitchFamily="34" charset="0"/>
                <a:ea typeface="Arial" pitchFamily="34" charset="-122"/>
                <a:cs typeface="Arial" pitchFamily="34" charset="-120"/>
              </a:rPr>
              <a:t>   [om-ma-nun bek-jua-cho-me ga-io]</a:t>
            </a:r>
            <a:r>
              <a:rPr lang="en-US" sz="1400" i="1" dirty="0">
                <a:solidFill>
                  <a:srgbClr val="5C5F6B"/>
                </a:solidFill>
                <a:latin typeface="Arial" pitchFamily="34" charset="0"/>
                <a:ea typeface="Arial" pitchFamily="34" charset="-122"/>
                <a:cs typeface="Arial" pitchFamily="34" charset="-120"/>
              </a:rPr>
              <a:t>   mamá va al mall</a:t>
            </a:r>
            <a:endParaRPr lang="en-US" sz="2600" dirty="0"/>
          </a:p>
        </p:txBody>
      </p:sp>
      <p:sp>
        <p:nvSpPr>
          <p:cNvPr id="13" name="Text 10"/>
          <p:cNvSpPr txBox="1"/>
          <p:nvPr/>
        </p:nvSpPr>
        <p:spPr>
          <a:xfrm>
            <a:off x="822960" y="4572000"/>
            <a:ext cx="10607040" cy="566928"/>
          </a:xfrm>
          <a:prstGeom prst="rect">
            <a:avLst/>
          </a:prstGeom>
          <a:noFill/>
          <a:ln/>
        </p:spPr>
        <p:txBody>
          <a:bodyPr wrap="square" lIns="0" tIns="0" rIns="0" bIns="0" rtlCol="0" anchor="ctr"/>
          <a:lstStyle/>
          <a:p>
            <a:pPr marL="0" indent="0">
              <a:buNone/>
            </a:pPr>
            <a:r>
              <a:rPr lang="en-US" sz="2600" b="1" dirty="0">
                <a:solidFill>
                  <a:srgbClr val="0A0A0F"/>
                </a:solidFill>
                <a:latin typeface="Malgun Gothic" pitchFamily="34" charset="0"/>
                <a:ea typeface="Malgun Gothic" pitchFamily="34" charset="-122"/>
                <a:cs typeface="Malgun Gothic" pitchFamily="34" charset="-120"/>
              </a:rPr>
              <a:t>동생은 유치원에 가요.</a:t>
            </a:r>
            <a:r>
              <a:rPr lang="en-US" sz="1400" b="1" dirty="0">
                <a:solidFill>
                  <a:srgbClr val="4236F6"/>
                </a:solidFill>
                <a:latin typeface="Arial" pitchFamily="34" charset="0"/>
                <a:ea typeface="Arial" pitchFamily="34" charset="-122"/>
                <a:cs typeface="Arial" pitchFamily="34" charset="-120"/>
              </a:rPr>
              <a:t>   [dong-seng-un iu-chi-uo-ne ga-io]</a:t>
            </a:r>
            <a:r>
              <a:rPr lang="en-US" sz="1400" i="1" dirty="0">
                <a:solidFill>
                  <a:srgbClr val="5C5F6B"/>
                </a:solidFill>
                <a:latin typeface="Arial" pitchFamily="34" charset="0"/>
                <a:ea typeface="Arial" pitchFamily="34" charset="-122"/>
                <a:cs typeface="Arial" pitchFamily="34" charset="-120"/>
              </a:rPr>
              <a:t>   mi hermano va al jardín</a:t>
            </a:r>
            <a:endParaRPr lang="en-US" sz="2600" dirty="0"/>
          </a:p>
        </p:txBody>
      </p:sp>
      <p:sp>
        <p:nvSpPr>
          <p:cNvPr id="14" name="Text 11"/>
          <p:cNvSpPr txBox="1"/>
          <p:nvPr/>
        </p:nvSpPr>
        <p:spPr>
          <a:xfrm>
            <a:off x="822960" y="5623560"/>
            <a:ext cx="10607040" cy="365760"/>
          </a:xfrm>
          <a:prstGeom prst="rect">
            <a:avLst/>
          </a:prstGeom>
          <a:noFill/>
          <a:ln/>
        </p:spPr>
        <p:txBody>
          <a:bodyPr wrap="square" lIns="0" tIns="0" rIns="0" bIns="0" rtlCol="0" anchor="ctr"/>
          <a:lstStyle/>
          <a:p>
            <a:pPr marL="0" indent="0">
              <a:buNone/>
            </a:pPr>
            <a:r>
              <a:rPr lang="en-US" sz="1300" b="1" i="1" dirty="0">
                <a:solidFill>
                  <a:srgbClr val="003478"/>
                </a:solidFill>
                <a:latin typeface="Arial" pitchFamily="34" charset="0"/>
                <a:ea typeface="Arial" pitchFamily="34" charset="-122"/>
                <a:cs typeface="Arial" pitchFamily="34" charset="-120"/>
              </a:rPr>
              <a:t>En el examen: rellenar 은/는 y 을/를 — la pista SIEMPRE es el batchim.</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310896"/>
          </a:xfrm>
          <a:prstGeom prst="rect">
            <a:avLst/>
          </a:prstGeom>
          <a:noFill/>
          <a:ln/>
        </p:spPr>
        <p:txBody>
          <a:bodyPr wrap="square" lIns="0" tIns="0" rIns="0" bIns="0" rtlCol="0" anchor="ctr"/>
          <a:lstStyle/>
          <a:p>
            <a:pPr marL="0" indent="0">
              <a:buNone/>
            </a:pPr>
            <a:r>
              <a:rPr lang="en-US" sz="1200" b="1" kern="0" spc="300" dirty="0">
                <a:solidFill>
                  <a:srgbClr val="4236F6"/>
                </a:solidFill>
                <a:latin typeface="Arial" pitchFamily="34" charset="0"/>
                <a:ea typeface="Arial" pitchFamily="34" charset="-122"/>
                <a:cs typeface="Arial" pitchFamily="34" charset="-120"/>
              </a:rPr>
              <a:t>6과 · LAS TRES PIEZAS</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marL="0" indent="0">
              <a:buNone/>
            </a:pPr>
            <a:r>
              <a:rPr lang="en-US" sz="3200" b="1" dirty="0">
                <a:solidFill>
                  <a:srgbClr val="0A0A0F"/>
                </a:solidFill>
                <a:latin typeface="Arial" pitchFamily="34" charset="0"/>
                <a:ea typeface="Arial" pitchFamily="34" charset="-122"/>
                <a:cs typeface="Arial" pitchFamily="34" charset="-120"/>
              </a:rPr>
              <a:t>에 · 은/는 · 안 — y el verbo siempre al final</a:t>
            </a:r>
            <a:endParaRPr lang="en-US" sz="3200" dirty="0"/>
          </a:p>
        </p:txBody>
      </p:sp>
      <p:pic>
        <p:nvPicPr>
          <p:cNvPr id="4" name="Image 0" descr="C:\Users\Chingu\AppData\Local\Temp\claude\C--Users-Chingu-Desktop-ACADEMIASEULWEB\d4111e1b-5523-44ea-97b2-b1a1d9545b9e\scratchpad\igpost\sello-azul.png"/>
          <p:cNvPicPr>
            <a:picLocks noChangeAspect="1"/>
          </p:cNvPicPr>
          <p:nvPr/>
        </p:nvPicPr>
        <p:blipFill>
          <a:blip r:embed="rId3"/>
          <a:stretch>
            <a:fillRect/>
          </a:stretch>
        </p:blipFill>
        <p:spPr>
          <a:xfrm>
            <a:off x="11475720" y="6236208"/>
            <a:ext cx="457200" cy="438912"/>
          </a:xfrm>
          <a:prstGeom prst="rect">
            <a:avLst/>
          </a:prstGeom>
        </p:spPr>
      </p:pic>
      <p:sp>
        <p:nvSpPr>
          <p:cNvPr id="5" name="Text 2"/>
          <p:cNvSpPr txBox="1"/>
          <p:nvPr/>
        </p:nvSpPr>
        <p:spPr>
          <a:xfrm>
            <a:off x="822960" y="1554480"/>
            <a:ext cx="10607040" cy="566928"/>
          </a:xfrm>
          <a:prstGeom prst="rect">
            <a:avLst/>
          </a:prstGeom>
          <a:noFill/>
          <a:ln/>
        </p:spPr>
        <p:txBody>
          <a:bodyPr wrap="square" lIns="0" tIns="0" rIns="0" bIns="0" rtlCol="0" anchor="ctr"/>
          <a:lstStyle/>
          <a:p>
            <a:pPr marL="0" indent="0">
              <a:buNone/>
            </a:pPr>
            <a:r>
              <a:rPr lang="en-US" sz="2600" b="1" dirty="0">
                <a:solidFill>
                  <a:srgbClr val="0A0A0F"/>
                </a:solidFill>
                <a:latin typeface="Malgun Gothic" pitchFamily="34" charset="0"/>
                <a:ea typeface="Malgun Gothic" pitchFamily="34" charset="-122"/>
                <a:cs typeface="Malgun Gothic" pitchFamily="34" charset="-120"/>
              </a:rPr>
              <a:t>할머니는 병원에 가요.</a:t>
            </a:r>
            <a:r>
              <a:rPr lang="en-US" sz="1400" b="1" dirty="0">
                <a:solidFill>
                  <a:srgbClr val="4236F6"/>
                </a:solidFill>
                <a:latin typeface="Arial" pitchFamily="34" charset="0"/>
                <a:ea typeface="Arial" pitchFamily="34" charset="-122"/>
                <a:cs typeface="Arial" pitchFamily="34" charset="-120"/>
              </a:rPr>
              <a:t>   [jal-mo-ni-nun biong-uo-ne ga-io]</a:t>
            </a:r>
            <a:r>
              <a:rPr lang="en-US" sz="1400" i="1" dirty="0">
                <a:solidFill>
                  <a:srgbClr val="5C5F6B"/>
                </a:solidFill>
                <a:latin typeface="Arial" pitchFamily="34" charset="0"/>
                <a:ea typeface="Arial" pitchFamily="34" charset="-122"/>
                <a:cs typeface="Arial" pitchFamily="34" charset="-120"/>
              </a:rPr>
              <a:t>   mi abuela va al hospital</a:t>
            </a:r>
            <a:endParaRPr lang="en-US" sz="2600" dirty="0"/>
          </a:p>
        </p:txBody>
      </p:sp>
      <p:sp>
        <p:nvSpPr>
          <p:cNvPr id="6" name="Text 3"/>
          <p:cNvSpPr txBox="1"/>
          <p:nvPr/>
        </p:nvSpPr>
        <p:spPr>
          <a:xfrm>
            <a:off x="822960" y="2194560"/>
            <a:ext cx="10607040" cy="566928"/>
          </a:xfrm>
          <a:prstGeom prst="rect">
            <a:avLst/>
          </a:prstGeom>
          <a:noFill/>
          <a:ln/>
        </p:spPr>
        <p:txBody>
          <a:bodyPr wrap="square" lIns="0" tIns="0" rIns="0" bIns="0" rtlCol="0" anchor="ctr"/>
          <a:lstStyle/>
          <a:p>
            <a:pPr marL="0" indent="0">
              <a:buNone/>
            </a:pPr>
            <a:r>
              <a:rPr lang="en-US" sz="2600" b="1" dirty="0">
                <a:solidFill>
                  <a:srgbClr val="0A0A0F"/>
                </a:solidFill>
                <a:latin typeface="Malgun Gothic" pitchFamily="34" charset="0"/>
                <a:ea typeface="Malgun Gothic" pitchFamily="34" charset="-122"/>
                <a:cs typeface="Malgun Gothic" pitchFamily="34" charset="-120"/>
              </a:rPr>
              <a:t>공원에 안 가요. 수영장에 가요.</a:t>
            </a:r>
            <a:r>
              <a:rPr lang="en-US" sz="1400" b="1" dirty="0">
                <a:solidFill>
                  <a:srgbClr val="4236F6"/>
                </a:solidFill>
                <a:latin typeface="Arial" pitchFamily="34" charset="0"/>
                <a:ea typeface="Arial" pitchFamily="34" charset="-122"/>
                <a:cs typeface="Arial" pitchFamily="34" charset="-120"/>
              </a:rPr>
              <a:t>   [gong-uo-ne an ga-io · su-iong-chang-e ga-io]</a:t>
            </a:r>
            <a:r>
              <a:rPr lang="en-US" sz="1400" i="1" dirty="0">
                <a:solidFill>
                  <a:srgbClr val="5C5F6B"/>
                </a:solidFill>
                <a:latin typeface="Arial" pitchFamily="34" charset="0"/>
                <a:ea typeface="Arial" pitchFamily="34" charset="-122"/>
                <a:cs typeface="Arial" pitchFamily="34" charset="-120"/>
              </a:rPr>
              <a:t>   no voy al parque, voy a la piscina</a:t>
            </a:r>
            <a:endParaRPr lang="en-US" sz="2600" dirty="0"/>
          </a:p>
        </p:txBody>
      </p:sp>
      <p:sp>
        <p:nvSpPr>
          <p:cNvPr id="7" name="Text 4"/>
          <p:cNvSpPr txBox="1"/>
          <p:nvPr/>
        </p:nvSpPr>
        <p:spPr>
          <a:xfrm>
            <a:off x="822960" y="2834640"/>
            <a:ext cx="10607040" cy="566928"/>
          </a:xfrm>
          <a:prstGeom prst="rect">
            <a:avLst/>
          </a:prstGeom>
          <a:noFill/>
          <a:ln/>
        </p:spPr>
        <p:txBody>
          <a:bodyPr wrap="square" lIns="0" tIns="0" rIns="0" bIns="0" rtlCol="0" anchor="ctr"/>
          <a:lstStyle/>
          <a:p>
            <a:pPr marL="0" indent="0">
              <a:buNone/>
            </a:pPr>
            <a:r>
              <a:rPr lang="en-US" sz="2600" b="1" dirty="0">
                <a:solidFill>
                  <a:srgbClr val="0A0A0F"/>
                </a:solidFill>
                <a:latin typeface="Malgun Gothic" pitchFamily="34" charset="0"/>
                <a:ea typeface="Malgun Gothic" pitchFamily="34" charset="-122"/>
                <a:cs typeface="Malgun Gothic" pitchFamily="34" charset="-120"/>
              </a:rPr>
              <a:t>친구가 집에 와요.</a:t>
            </a:r>
            <a:r>
              <a:rPr lang="en-US" sz="1400" b="1" dirty="0">
                <a:solidFill>
                  <a:srgbClr val="4236F6"/>
                </a:solidFill>
                <a:latin typeface="Arial" pitchFamily="34" charset="0"/>
                <a:ea typeface="Arial" pitchFamily="34" charset="-122"/>
                <a:cs typeface="Arial" pitchFamily="34" charset="-120"/>
              </a:rPr>
              <a:t>   [chin-gu-ga chi-be ua-io]</a:t>
            </a:r>
            <a:r>
              <a:rPr lang="en-US" sz="1400" i="1" dirty="0">
                <a:solidFill>
                  <a:srgbClr val="5C5F6B"/>
                </a:solidFill>
                <a:latin typeface="Arial" pitchFamily="34" charset="0"/>
                <a:ea typeface="Arial" pitchFamily="34" charset="-122"/>
                <a:cs typeface="Arial" pitchFamily="34" charset="-120"/>
              </a:rPr>
              <a:t>   un amigo viene a casa (와요 = venir)</a:t>
            </a:r>
            <a:endParaRPr lang="en-US" sz="2600" dirty="0"/>
          </a:p>
        </p:txBody>
      </p:sp>
      <p:sp>
        <p:nvSpPr>
          <p:cNvPr id="8" name="Shape 5"/>
          <p:cNvSpPr/>
          <p:nvPr/>
        </p:nvSpPr>
        <p:spPr>
          <a:xfrm>
            <a:off x="548640" y="3611880"/>
            <a:ext cx="11064240" cy="731520"/>
          </a:xfrm>
          <a:prstGeom prst="roundRect">
            <a:avLst>
              <a:gd name="adj" fmla="val 10000"/>
            </a:avLst>
          </a:prstGeom>
          <a:solidFill>
            <a:srgbClr val="EEF1FF"/>
          </a:solidFill>
          <a:ln w="12700">
            <a:solidFill>
              <a:srgbClr val="D8DCF5"/>
            </a:solidFill>
            <a:prstDash val="solid"/>
          </a:ln>
        </p:spPr>
      </p:sp>
      <p:sp>
        <p:nvSpPr>
          <p:cNvPr id="9" name="Text 6"/>
          <p:cNvSpPr txBox="1"/>
          <p:nvPr/>
        </p:nvSpPr>
        <p:spPr>
          <a:xfrm>
            <a:off x="822960" y="3767328"/>
            <a:ext cx="10515600" cy="457200"/>
          </a:xfrm>
          <a:prstGeom prst="rect">
            <a:avLst/>
          </a:prstGeom>
          <a:noFill/>
          <a:ln/>
        </p:spPr>
        <p:txBody>
          <a:bodyPr wrap="square" lIns="0" tIns="0" rIns="0" bIns="0" rtlCol="0" anchor="ctr"/>
          <a:lstStyle/>
          <a:p>
            <a:pPr marL="0" indent="0">
              <a:buNone/>
            </a:pPr>
            <a:r>
              <a:rPr lang="en-US" sz="1800" b="1" dirty="0">
                <a:solidFill>
                  <a:srgbClr val="4236F6"/>
                </a:solidFill>
                <a:latin typeface="Malgun Gothic" pitchFamily="34" charset="0"/>
                <a:ea typeface="Malgun Gothic" pitchFamily="34" charset="-122"/>
                <a:cs typeface="Malgun Gothic" pitchFamily="34" charset="-120"/>
              </a:rPr>
              <a:t>에</a:t>
            </a:r>
            <a:r>
              <a:rPr lang="en-US" sz="1300" dirty="0">
                <a:solidFill>
                  <a:srgbClr val="0A0A0F"/>
                </a:solidFill>
                <a:latin typeface="Arial" pitchFamily="34" charset="0"/>
                <a:ea typeface="Arial" pitchFamily="34" charset="-122"/>
                <a:cs typeface="Arial" pitchFamily="34" charset="-120"/>
              </a:rPr>
              <a:t> = a / en (lugar o tiempo)   ·   </a:t>
            </a:r>
            <a:r>
              <a:rPr lang="en-US" sz="1800" b="1" dirty="0">
                <a:solidFill>
                  <a:srgbClr val="4236F6"/>
                </a:solidFill>
                <a:latin typeface="Malgun Gothic" pitchFamily="34" charset="0"/>
                <a:ea typeface="Malgun Gothic" pitchFamily="34" charset="-122"/>
                <a:cs typeface="Malgun Gothic" pitchFamily="34" charset="-120"/>
              </a:rPr>
              <a:t>은/는</a:t>
            </a:r>
            <a:r>
              <a:rPr lang="en-US" sz="1300" dirty="0">
                <a:solidFill>
                  <a:srgbClr val="0A0A0F"/>
                </a:solidFill>
                <a:latin typeface="Arial" pitchFamily="34" charset="0"/>
                <a:ea typeface="Arial" pitchFamily="34" charset="-122"/>
                <a:cs typeface="Arial" pitchFamily="34" charset="-120"/>
              </a:rPr>
              <a:t> = tema (batchim→은 · vocal→는)   ·   </a:t>
            </a:r>
            <a:r>
              <a:rPr lang="en-US" sz="1800" b="1" dirty="0">
                <a:solidFill>
                  <a:srgbClr val="4236F6"/>
                </a:solidFill>
                <a:latin typeface="Malgun Gothic" pitchFamily="34" charset="0"/>
                <a:ea typeface="Malgun Gothic" pitchFamily="34" charset="-122"/>
                <a:cs typeface="Malgun Gothic" pitchFamily="34" charset="-120"/>
              </a:rPr>
              <a:t>안</a:t>
            </a:r>
            <a:r>
              <a:rPr lang="en-US" sz="1300" dirty="0">
                <a:solidFill>
                  <a:srgbClr val="0A0A0F"/>
                </a:solidFill>
                <a:latin typeface="Arial" pitchFamily="34" charset="0"/>
                <a:ea typeface="Arial" pitchFamily="34" charset="-122"/>
                <a:cs typeface="Arial" pitchFamily="34" charset="-120"/>
              </a:rPr>
              <a:t> = no, justo ANTES del verbo   ·   </a:t>
            </a:r>
            <a:r>
              <a:rPr lang="en-US" sz="1600" b="1" dirty="0">
                <a:solidFill>
                  <a:srgbClr val="4236F6"/>
                </a:solidFill>
                <a:latin typeface="Malgun Gothic" pitchFamily="34" charset="0"/>
                <a:ea typeface="Malgun Gothic" pitchFamily="34" charset="-122"/>
                <a:cs typeface="Malgun Gothic" pitchFamily="34" charset="-120"/>
              </a:rPr>
              <a:t>가요</a:t>
            </a:r>
            <a:r>
              <a:rPr lang="en-US" sz="1300" dirty="0">
                <a:solidFill>
                  <a:srgbClr val="0A0A0F"/>
                </a:solidFill>
                <a:latin typeface="Arial" pitchFamily="34" charset="0"/>
                <a:ea typeface="Arial" pitchFamily="34" charset="-122"/>
                <a:cs typeface="Arial" pitchFamily="34" charset="-120"/>
              </a:rPr>
              <a:t> ir · </a:t>
            </a:r>
            <a:r>
              <a:rPr lang="en-US" sz="1600" b="1" dirty="0">
                <a:solidFill>
                  <a:srgbClr val="4236F6"/>
                </a:solidFill>
                <a:latin typeface="Malgun Gothic" pitchFamily="34" charset="0"/>
                <a:ea typeface="Malgun Gothic" pitchFamily="34" charset="-122"/>
                <a:cs typeface="Malgun Gothic" pitchFamily="34" charset="-120"/>
              </a:rPr>
              <a:t>와요</a:t>
            </a:r>
            <a:r>
              <a:rPr lang="en-US" sz="1300" dirty="0">
                <a:solidFill>
                  <a:srgbClr val="0A0A0F"/>
                </a:solidFill>
                <a:latin typeface="Arial" pitchFamily="34" charset="0"/>
                <a:ea typeface="Arial" pitchFamily="34" charset="-122"/>
                <a:cs typeface="Arial" pitchFamily="34" charset="-120"/>
              </a:rPr>
              <a:t> venir</a:t>
            </a:r>
            <a:endParaRPr lang="en-US" sz="1800" dirty="0"/>
          </a:p>
        </p:txBody>
      </p:sp>
      <p:sp>
        <p:nvSpPr>
          <p:cNvPr id="10" name="Shape 7"/>
          <p:cNvSpPr/>
          <p:nvPr/>
        </p:nvSpPr>
        <p:spPr>
          <a:xfrm>
            <a:off x="548640" y="4526280"/>
            <a:ext cx="11064240" cy="1417320"/>
          </a:xfrm>
          <a:prstGeom prst="roundRect">
            <a:avLst>
              <a:gd name="adj" fmla="val 5161"/>
            </a:avLst>
          </a:prstGeom>
          <a:solidFill>
            <a:srgbClr val="EEF1FF"/>
          </a:solidFill>
          <a:ln w="12700">
            <a:solidFill>
              <a:srgbClr val="D8DCF5"/>
            </a:solidFill>
            <a:prstDash val="solid"/>
          </a:ln>
        </p:spPr>
      </p:sp>
      <p:sp>
        <p:nvSpPr>
          <p:cNvPr id="11" name="Text 8"/>
          <p:cNvSpPr txBox="1"/>
          <p:nvPr/>
        </p:nvSpPr>
        <p:spPr>
          <a:xfrm>
            <a:off x="822960" y="4617720"/>
            <a:ext cx="10515600" cy="292608"/>
          </a:xfrm>
          <a:prstGeom prst="rect">
            <a:avLst/>
          </a:prstGeom>
          <a:noFill/>
          <a:ln/>
        </p:spPr>
        <p:txBody>
          <a:bodyPr wrap="square" lIns="0" tIns="0" rIns="0" bIns="0" rtlCol="0" anchor="ctr"/>
          <a:lstStyle/>
          <a:p>
            <a:pPr marL="0" indent="0">
              <a:buNone/>
            </a:pPr>
            <a:r>
              <a:rPr lang="en-US" sz="1200" b="1" kern="0" spc="200" dirty="0">
                <a:solidFill>
                  <a:srgbClr val="003478"/>
                </a:solidFill>
                <a:latin typeface="Arial" pitchFamily="34" charset="0"/>
                <a:ea typeface="Arial" pitchFamily="34" charset="-122"/>
                <a:cs typeface="Arial" pitchFamily="34" charset="-120"/>
              </a:rPr>
              <a:t>✏️  PRACTICA TÚ · GUÍA DE ESTUDIO · CAPÍTULO 6</a:t>
            </a:r>
            <a:r>
              <a:rPr lang="en-US" sz="1100" i="1" dirty="0">
                <a:solidFill>
                  <a:srgbClr val="5C5F6B"/>
                </a:solidFill>
                <a:latin typeface="Arial" pitchFamily="34" charset="0"/>
                <a:ea typeface="Arial" pitchFamily="34" charset="-122"/>
                <a:cs typeface="Arial" pitchFamily="34" charset="-120"/>
              </a:rPr>
              <a:t>   (respuestas al final)</a:t>
            </a:r>
            <a:endParaRPr lang="en-US" sz="1200" dirty="0"/>
          </a:p>
        </p:txBody>
      </p:sp>
      <p:sp>
        <p:nvSpPr>
          <p:cNvPr id="12" name="Text 9"/>
          <p:cNvSpPr txBox="1"/>
          <p:nvPr/>
        </p:nvSpPr>
        <p:spPr>
          <a:xfrm>
            <a:off x="822960" y="4937760"/>
            <a:ext cx="10515600" cy="310896"/>
          </a:xfrm>
          <a:prstGeom prst="rect">
            <a:avLst/>
          </a:prstGeom>
          <a:noFill/>
          <a:ln/>
        </p:spPr>
        <p:txBody>
          <a:bodyPr wrap="square" lIns="0" tIns="0" rIns="0" bIns="0" rtlCol="0" anchor="ctr"/>
          <a:lstStyle/>
          <a:p>
            <a:pPr marL="0" indent="0">
              <a:buNone/>
            </a:pPr>
            <a:r>
              <a:rPr lang="en-US" sz="1400" dirty="0">
                <a:solidFill>
                  <a:srgbClr val="0A0A0F"/>
                </a:solidFill>
                <a:latin typeface="Malgun Gothic" pitchFamily="34" charset="0"/>
                <a:ea typeface="Malgun Gothic" pitchFamily="34" charset="-122"/>
                <a:cs typeface="Malgun Gothic" pitchFamily="34" charset="-120"/>
              </a:rPr>
              <a:t>1.  “Mi abuela va al hospital” — cuidado con 은/는.</a:t>
            </a:r>
            <a:endParaRPr lang="en-US" sz="1400" dirty="0"/>
          </a:p>
        </p:txBody>
      </p:sp>
      <p:sp>
        <p:nvSpPr>
          <p:cNvPr id="13" name="Text 10"/>
          <p:cNvSpPr txBox="1"/>
          <p:nvPr/>
        </p:nvSpPr>
        <p:spPr>
          <a:xfrm>
            <a:off x="822960" y="5257800"/>
            <a:ext cx="10515600" cy="310896"/>
          </a:xfrm>
          <a:prstGeom prst="rect">
            <a:avLst/>
          </a:prstGeom>
          <a:noFill/>
          <a:ln/>
        </p:spPr>
        <p:txBody>
          <a:bodyPr wrap="square" lIns="0" tIns="0" rIns="0" bIns="0" rtlCol="0" anchor="ctr"/>
          <a:lstStyle/>
          <a:p>
            <a:pPr marL="0" indent="0">
              <a:buNone/>
            </a:pPr>
            <a:r>
              <a:rPr lang="en-US" sz="1400" dirty="0">
                <a:solidFill>
                  <a:srgbClr val="0A0A0F"/>
                </a:solidFill>
                <a:latin typeface="Malgun Gothic" pitchFamily="34" charset="0"/>
                <a:ea typeface="Malgun Gothic" pitchFamily="34" charset="-122"/>
                <a:cs typeface="Malgun Gothic" pitchFamily="34" charset="-120"/>
              </a:rPr>
              <a:t>2.  “No voy al parque, voy a la piscina”.</a:t>
            </a:r>
            <a:endParaRPr lang="en-US" sz="1400" dirty="0"/>
          </a:p>
        </p:txBody>
      </p:sp>
      <p:sp>
        <p:nvSpPr>
          <p:cNvPr id="14" name="Text 11"/>
          <p:cNvSpPr txBox="1"/>
          <p:nvPr/>
        </p:nvSpPr>
        <p:spPr>
          <a:xfrm>
            <a:off x="822960" y="5577840"/>
            <a:ext cx="10515600" cy="310896"/>
          </a:xfrm>
          <a:prstGeom prst="rect">
            <a:avLst/>
          </a:prstGeom>
          <a:noFill/>
          <a:ln/>
        </p:spPr>
        <p:txBody>
          <a:bodyPr wrap="square" lIns="0" tIns="0" rIns="0" bIns="0" rtlCol="0" anchor="ctr"/>
          <a:lstStyle/>
          <a:p>
            <a:pPr marL="0" indent="0">
              <a:buNone/>
            </a:pPr>
            <a:r>
              <a:rPr lang="en-US" sz="1400" dirty="0">
                <a:solidFill>
                  <a:srgbClr val="0A0A0F"/>
                </a:solidFill>
                <a:latin typeface="Malgun Gothic" pitchFamily="34" charset="0"/>
                <a:ea typeface="Malgun Gothic" pitchFamily="34" charset="-122"/>
                <a:cs typeface="Malgun Gothic" pitchFamily="34" charset="-120"/>
              </a:rPr>
              <a:t>3.  Pregúntale a un compañero a dónde va.</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310896"/>
          </a:xfrm>
          <a:prstGeom prst="rect">
            <a:avLst/>
          </a:prstGeom>
          <a:noFill/>
          <a:ln/>
        </p:spPr>
        <p:txBody>
          <a:bodyPr wrap="square" lIns="0" tIns="0" rIns="0" bIns="0" rtlCol="0" anchor="ctr"/>
          <a:lstStyle/>
          <a:p>
            <a:pPr marL="0" indent="0">
              <a:buNone/>
            </a:pPr>
            <a:r>
              <a:rPr lang="en-US" sz="1200" b="1" kern="0" spc="300" dirty="0">
                <a:solidFill>
                  <a:srgbClr val="4236F6"/>
                </a:solidFill>
                <a:latin typeface="Arial" pitchFamily="34" charset="0"/>
                <a:ea typeface="Arial" pitchFamily="34" charset="-122"/>
                <a:cs typeface="Arial" pitchFamily="34" charset="-120"/>
              </a:rPr>
              <a:t>8과 · 그림을 그려요</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marL="0" indent="0">
              <a:buNone/>
            </a:pPr>
            <a:r>
              <a:rPr lang="en-US" sz="3200" b="1" dirty="0">
                <a:solidFill>
                  <a:srgbClr val="0A0A0F"/>
                </a:solidFill>
                <a:latin typeface="Arial" pitchFamily="34" charset="0"/>
                <a:ea typeface="Arial" pitchFamily="34" charset="-122"/>
                <a:cs typeface="Arial" pitchFamily="34" charset="-120"/>
              </a:rPr>
              <a:t>Los verbos de todos los días + la partícula 을/를</a:t>
            </a:r>
            <a:endParaRPr lang="en-US" sz="3200" dirty="0"/>
          </a:p>
        </p:txBody>
      </p:sp>
      <p:pic>
        <p:nvPicPr>
          <p:cNvPr id="4" name="Image 0" descr="C:\Users\Chingu\AppData\Local\Temp\claude\C--Users-Chingu-Desktop-ACADEMIASEULWEB\d4111e1b-5523-44ea-97b2-b1a1d9545b9e\scratchpad\igpost\sello-azul.png"/>
          <p:cNvPicPr>
            <a:picLocks noChangeAspect="1"/>
          </p:cNvPicPr>
          <p:nvPr/>
        </p:nvPicPr>
        <p:blipFill>
          <a:blip r:embed="rId3"/>
          <a:stretch>
            <a:fillRect/>
          </a:stretch>
        </p:blipFill>
        <p:spPr>
          <a:xfrm>
            <a:off x="11475720" y="6236208"/>
            <a:ext cx="457200" cy="438912"/>
          </a:xfrm>
          <a:prstGeom prst="rect">
            <a:avLst/>
          </a:prstGeom>
        </p:spPr>
      </p:pic>
      <p:sp>
        <p:nvSpPr>
          <p:cNvPr id="5" name="Shape 2"/>
          <p:cNvSpPr/>
          <p:nvPr/>
        </p:nvSpPr>
        <p:spPr>
          <a:xfrm>
            <a:off x="548640" y="1508760"/>
            <a:ext cx="3611880" cy="1005840"/>
          </a:xfrm>
          <a:prstGeom prst="roundRect">
            <a:avLst>
              <a:gd name="adj" fmla="val 7273"/>
            </a:avLst>
          </a:prstGeom>
          <a:solidFill>
            <a:srgbClr val="EEF1FF"/>
          </a:solidFill>
          <a:ln w="12700">
            <a:solidFill>
              <a:srgbClr val="D8DCF5"/>
            </a:solidFill>
            <a:prstDash val="solid"/>
          </a:ln>
        </p:spPr>
      </p:sp>
      <p:sp>
        <p:nvSpPr>
          <p:cNvPr id="6" name="Text 3"/>
          <p:cNvSpPr txBox="1"/>
          <p:nvPr/>
        </p:nvSpPr>
        <p:spPr>
          <a:xfrm>
            <a:off x="548640" y="1563624"/>
            <a:ext cx="3611880" cy="523037"/>
          </a:xfrm>
          <a:prstGeom prst="rect">
            <a:avLst/>
          </a:prstGeom>
          <a:noFill/>
          <a:ln/>
        </p:spPr>
        <p:txBody>
          <a:bodyPr wrap="square" lIns="0" tIns="0" rIns="0" bIns="0" rtlCol="0" anchor="ctr"/>
          <a:lstStyle/>
          <a:p>
            <a:pPr marL="0" indent="0" algn="ctr">
              <a:buNone/>
            </a:pPr>
            <a:r>
              <a:rPr lang="en-US" sz="2200" b="1" dirty="0">
                <a:solidFill>
                  <a:srgbClr val="0A0A0F"/>
                </a:solidFill>
                <a:latin typeface="Malgun Gothic" pitchFamily="34" charset="0"/>
                <a:ea typeface="Malgun Gothic" pitchFamily="34" charset="-122"/>
                <a:cs typeface="Malgun Gothic" pitchFamily="34" charset="-120"/>
              </a:rPr>
              <a:t>봐요</a:t>
            </a:r>
            <a:endParaRPr lang="en-US" sz="2200" dirty="0"/>
          </a:p>
        </p:txBody>
      </p:sp>
      <p:sp>
        <p:nvSpPr>
          <p:cNvPr id="7" name="Text 4"/>
          <p:cNvSpPr txBox="1"/>
          <p:nvPr/>
        </p:nvSpPr>
        <p:spPr>
          <a:xfrm>
            <a:off x="548640" y="2061972"/>
            <a:ext cx="3611880" cy="221285"/>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bua-io</a:t>
            </a:r>
            <a:endParaRPr lang="en-US" sz="1100" dirty="0"/>
          </a:p>
        </p:txBody>
      </p:sp>
      <p:sp>
        <p:nvSpPr>
          <p:cNvPr id="8" name="Text 5"/>
          <p:cNvSpPr txBox="1"/>
          <p:nvPr/>
        </p:nvSpPr>
        <p:spPr>
          <a:xfrm>
            <a:off x="548640" y="2253082"/>
            <a:ext cx="3611880" cy="241402"/>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ver</a:t>
            </a:r>
            <a:endParaRPr lang="en-US" sz="1100" dirty="0"/>
          </a:p>
        </p:txBody>
      </p:sp>
      <p:sp>
        <p:nvSpPr>
          <p:cNvPr id="9" name="Shape 6"/>
          <p:cNvSpPr/>
          <p:nvPr/>
        </p:nvSpPr>
        <p:spPr>
          <a:xfrm>
            <a:off x="4297680" y="1508760"/>
            <a:ext cx="3611880" cy="1005840"/>
          </a:xfrm>
          <a:prstGeom prst="roundRect">
            <a:avLst>
              <a:gd name="adj" fmla="val 7273"/>
            </a:avLst>
          </a:prstGeom>
          <a:solidFill>
            <a:srgbClr val="EEF1FF"/>
          </a:solidFill>
          <a:ln w="12700">
            <a:solidFill>
              <a:srgbClr val="D8DCF5"/>
            </a:solidFill>
            <a:prstDash val="solid"/>
          </a:ln>
        </p:spPr>
      </p:sp>
      <p:sp>
        <p:nvSpPr>
          <p:cNvPr id="10" name="Text 7"/>
          <p:cNvSpPr txBox="1"/>
          <p:nvPr/>
        </p:nvSpPr>
        <p:spPr>
          <a:xfrm>
            <a:off x="4297680" y="1563624"/>
            <a:ext cx="3611880" cy="523037"/>
          </a:xfrm>
          <a:prstGeom prst="rect">
            <a:avLst/>
          </a:prstGeom>
          <a:noFill/>
          <a:ln/>
        </p:spPr>
        <p:txBody>
          <a:bodyPr wrap="square" lIns="0" tIns="0" rIns="0" bIns="0" rtlCol="0" anchor="ctr"/>
          <a:lstStyle/>
          <a:p>
            <a:pPr marL="0" indent="0" algn="ctr">
              <a:buNone/>
            </a:pPr>
            <a:r>
              <a:rPr lang="en-US" sz="2200" b="1" dirty="0">
                <a:solidFill>
                  <a:srgbClr val="0A0A0F"/>
                </a:solidFill>
                <a:latin typeface="Malgun Gothic" pitchFamily="34" charset="0"/>
                <a:ea typeface="Malgun Gothic" pitchFamily="34" charset="-122"/>
                <a:cs typeface="Malgun Gothic" pitchFamily="34" charset="-120"/>
              </a:rPr>
              <a:t>읽어요</a:t>
            </a:r>
            <a:endParaRPr lang="en-US" sz="2200" dirty="0"/>
          </a:p>
        </p:txBody>
      </p:sp>
      <p:sp>
        <p:nvSpPr>
          <p:cNvPr id="11" name="Text 8"/>
          <p:cNvSpPr txBox="1"/>
          <p:nvPr/>
        </p:nvSpPr>
        <p:spPr>
          <a:xfrm>
            <a:off x="4297680" y="2061972"/>
            <a:ext cx="3611880" cy="221285"/>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il-go-io</a:t>
            </a:r>
            <a:endParaRPr lang="en-US" sz="1100" dirty="0"/>
          </a:p>
        </p:txBody>
      </p:sp>
      <p:sp>
        <p:nvSpPr>
          <p:cNvPr id="12" name="Text 9"/>
          <p:cNvSpPr txBox="1"/>
          <p:nvPr/>
        </p:nvSpPr>
        <p:spPr>
          <a:xfrm>
            <a:off x="4297680" y="2253082"/>
            <a:ext cx="3611880" cy="241402"/>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leer</a:t>
            </a:r>
            <a:endParaRPr lang="en-US" sz="1100" dirty="0"/>
          </a:p>
        </p:txBody>
      </p:sp>
      <p:sp>
        <p:nvSpPr>
          <p:cNvPr id="13" name="Shape 10"/>
          <p:cNvSpPr/>
          <p:nvPr/>
        </p:nvSpPr>
        <p:spPr>
          <a:xfrm>
            <a:off x="8046720" y="1508760"/>
            <a:ext cx="3611880" cy="1005840"/>
          </a:xfrm>
          <a:prstGeom prst="roundRect">
            <a:avLst>
              <a:gd name="adj" fmla="val 7273"/>
            </a:avLst>
          </a:prstGeom>
          <a:solidFill>
            <a:srgbClr val="EEF1FF"/>
          </a:solidFill>
          <a:ln w="12700">
            <a:solidFill>
              <a:srgbClr val="D8DCF5"/>
            </a:solidFill>
            <a:prstDash val="solid"/>
          </a:ln>
        </p:spPr>
      </p:sp>
      <p:sp>
        <p:nvSpPr>
          <p:cNvPr id="14" name="Text 11"/>
          <p:cNvSpPr txBox="1"/>
          <p:nvPr/>
        </p:nvSpPr>
        <p:spPr>
          <a:xfrm>
            <a:off x="8046720" y="1563624"/>
            <a:ext cx="3611880" cy="523037"/>
          </a:xfrm>
          <a:prstGeom prst="rect">
            <a:avLst/>
          </a:prstGeom>
          <a:noFill/>
          <a:ln/>
        </p:spPr>
        <p:txBody>
          <a:bodyPr wrap="square" lIns="0" tIns="0" rIns="0" bIns="0" rtlCol="0" anchor="ctr"/>
          <a:lstStyle/>
          <a:p>
            <a:pPr marL="0" indent="0" algn="ctr">
              <a:buNone/>
            </a:pPr>
            <a:r>
              <a:rPr lang="en-US" sz="2200" b="1" dirty="0">
                <a:solidFill>
                  <a:srgbClr val="0A0A0F"/>
                </a:solidFill>
                <a:latin typeface="Malgun Gothic" pitchFamily="34" charset="0"/>
                <a:ea typeface="Malgun Gothic" pitchFamily="34" charset="-122"/>
                <a:cs typeface="Malgun Gothic" pitchFamily="34" charset="-120"/>
              </a:rPr>
              <a:t>먹어요</a:t>
            </a:r>
            <a:endParaRPr lang="en-US" sz="2200" dirty="0"/>
          </a:p>
        </p:txBody>
      </p:sp>
      <p:sp>
        <p:nvSpPr>
          <p:cNvPr id="15" name="Text 12"/>
          <p:cNvSpPr txBox="1"/>
          <p:nvPr/>
        </p:nvSpPr>
        <p:spPr>
          <a:xfrm>
            <a:off x="8046720" y="2061972"/>
            <a:ext cx="3611880" cy="221285"/>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mo-go-io</a:t>
            </a:r>
            <a:endParaRPr lang="en-US" sz="1100" dirty="0"/>
          </a:p>
        </p:txBody>
      </p:sp>
      <p:sp>
        <p:nvSpPr>
          <p:cNvPr id="16" name="Text 13"/>
          <p:cNvSpPr txBox="1"/>
          <p:nvPr/>
        </p:nvSpPr>
        <p:spPr>
          <a:xfrm>
            <a:off x="8046720" y="2253082"/>
            <a:ext cx="3611880" cy="241402"/>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comer</a:t>
            </a:r>
            <a:endParaRPr lang="en-US" sz="1100" dirty="0"/>
          </a:p>
        </p:txBody>
      </p:sp>
      <p:sp>
        <p:nvSpPr>
          <p:cNvPr id="17" name="Shape 14"/>
          <p:cNvSpPr/>
          <p:nvPr/>
        </p:nvSpPr>
        <p:spPr>
          <a:xfrm>
            <a:off x="548640" y="2660904"/>
            <a:ext cx="3611880" cy="1005840"/>
          </a:xfrm>
          <a:prstGeom prst="roundRect">
            <a:avLst>
              <a:gd name="adj" fmla="val 7273"/>
            </a:avLst>
          </a:prstGeom>
          <a:solidFill>
            <a:srgbClr val="EEF1FF"/>
          </a:solidFill>
          <a:ln w="12700">
            <a:solidFill>
              <a:srgbClr val="D8DCF5"/>
            </a:solidFill>
            <a:prstDash val="solid"/>
          </a:ln>
        </p:spPr>
      </p:sp>
      <p:sp>
        <p:nvSpPr>
          <p:cNvPr id="18" name="Text 15"/>
          <p:cNvSpPr txBox="1"/>
          <p:nvPr/>
        </p:nvSpPr>
        <p:spPr>
          <a:xfrm>
            <a:off x="548640" y="2715768"/>
            <a:ext cx="3611880" cy="523037"/>
          </a:xfrm>
          <a:prstGeom prst="rect">
            <a:avLst/>
          </a:prstGeom>
          <a:noFill/>
          <a:ln/>
        </p:spPr>
        <p:txBody>
          <a:bodyPr wrap="square" lIns="0" tIns="0" rIns="0" bIns="0" rtlCol="0" anchor="ctr"/>
          <a:lstStyle/>
          <a:p>
            <a:pPr marL="0" indent="0" algn="ctr">
              <a:buNone/>
            </a:pPr>
            <a:r>
              <a:rPr lang="en-US" sz="2200" b="1" dirty="0">
                <a:solidFill>
                  <a:srgbClr val="0A0A0F"/>
                </a:solidFill>
                <a:latin typeface="Malgun Gothic" pitchFamily="34" charset="0"/>
                <a:ea typeface="Malgun Gothic" pitchFamily="34" charset="-122"/>
                <a:cs typeface="Malgun Gothic" pitchFamily="34" charset="-120"/>
              </a:rPr>
              <a:t>마셔요</a:t>
            </a:r>
            <a:endParaRPr lang="en-US" sz="2200" dirty="0"/>
          </a:p>
        </p:txBody>
      </p:sp>
      <p:sp>
        <p:nvSpPr>
          <p:cNvPr id="19" name="Text 16"/>
          <p:cNvSpPr txBox="1"/>
          <p:nvPr/>
        </p:nvSpPr>
        <p:spPr>
          <a:xfrm>
            <a:off x="548640" y="3214116"/>
            <a:ext cx="3611880" cy="221285"/>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ma-shio-io</a:t>
            </a:r>
            <a:endParaRPr lang="en-US" sz="1100" dirty="0"/>
          </a:p>
        </p:txBody>
      </p:sp>
      <p:sp>
        <p:nvSpPr>
          <p:cNvPr id="20" name="Text 17"/>
          <p:cNvSpPr txBox="1"/>
          <p:nvPr/>
        </p:nvSpPr>
        <p:spPr>
          <a:xfrm>
            <a:off x="548640" y="3405226"/>
            <a:ext cx="3611880" cy="241402"/>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beber</a:t>
            </a:r>
            <a:endParaRPr lang="en-US" sz="1100" dirty="0"/>
          </a:p>
        </p:txBody>
      </p:sp>
      <p:sp>
        <p:nvSpPr>
          <p:cNvPr id="21" name="Shape 18"/>
          <p:cNvSpPr/>
          <p:nvPr/>
        </p:nvSpPr>
        <p:spPr>
          <a:xfrm>
            <a:off x="4297680" y="2660904"/>
            <a:ext cx="3611880" cy="1005840"/>
          </a:xfrm>
          <a:prstGeom prst="roundRect">
            <a:avLst>
              <a:gd name="adj" fmla="val 7273"/>
            </a:avLst>
          </a:prstGeom>
          <a:solidFill>
            <a:srgbClr val="EEF1FF"/>
          </a:solidFill>
          <a:ln w="12700">
            <a:solidFill>
              <a:srgbClr val="D8DCF5"/>
            </a:solidFill>
            <a:prstDash val="solid"/>
          </a:ln>
        </p:spPr>
      </p:sp>
      <p:sp>
        <p:nvSpPr>
          <p:cNvPr id="22" name="Text 19"/>
          <p:cNvSpPr txBox="1"/>
          <p:nvPr/>
        </p:nvSpPr>
        <p:spPr>
          <a:xfrm>
            <a:off x="4297680" y="2715768"/>
            <a:ext cx="3611880" cy="523037"/>
          </a:xfrm>
          <a:prstGeom prst="rect">
            <a:avLst/>
          </a:prstGeom>
          <a:noFill/>
          <a:ln/>
        </p:spPr>
        <p:txBody>
          <a:bodyPr wrap="square" lIns="0" tIns="0" rIns="0" bIns="0" rtlCol="0" anchor="ctr"/>
          <a:lstStyle/>
          <a:p>
            <a:pPr marL="0" indent="0" algn="ctr">
              <a:buNone/>
            </a:pPr>
            <a:r>
              <a:rPr lang="en-US" sz="2200" b="1" dirty="0">
                <a:solidFill>
                  <a:srgbClr val="0A0A0F"/>
                </a:solidFill>
                <a:latin typeface="Malgun Gothic" pitchFamily="34" charset="0"/>
                <a:ea typeface="Malgun Gothic" pitchFamily="34" charset="-122"/>
                <a:cs typeface="Malgun Gothic" pitchFamily="34" charset="-120"/>
              </a:rPr>
              <a:t>그려요</a:t>
            </a:r>
            <a:endParaRPr lang="en-US" sz="2200" dirty="0"/>
          </a:p>
        </p:txBody>
      </p:sp>
      <p:sp>
        <p:nvSpPr>
          <p:cNvPr id="23" name="Text 20"/>
          <p:cNvSpPr txBox="1"/>
          <p:nvPr/>
        </p:nvSpPr>
        <p:spPr>
          <a:xfrm>
            <a:off x="4297680" y="3214116"/>
            <a:ext cx="3611880" cy="221285"/>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gu-rio-io</a:t>
            </a:r>
            <a:endParaRPr lang="en-US" sz="1100" dirty="0"/>
          </a:p>
        </p:txBody>
      </p:sp>
      <p:sp>
        <p:nvSpPr>
          <p:cNvPr id="24" name="Text 21"/>
          <p:cNvSpPr txBox="1"/>
          <p:nvPr/>
        </p:nvSpPr>
        <p:spPr>
          <a:xfrm>
            <a:off x="4297680" y="3405226"/>
            <a:ext cx="3611880" cy="241402"/>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dibujar</a:t>
            </a:r>
            <a:endParaRPr lang="en-US" sz="1100" dirty="0"/>
          </a:p>
        </p:txBody>
      </p:sp>
      <p:sp>
        <p:nvSpPr>
          <p:cNvPr id="25" name="Shape 22"/>
          <p:cNvSpPr/>
          <p:nvPr/>
        </p:nvSpPr>
        <p:spPr>
          <a:xfrm>
            <a:off x="8046720" y="2660904"/>
            <a:ext cx="3611880" cy="1005840"/>
          </a:xfrm>
          <a:prstGeom prst="roundRect">
            <a:avLst>
              <a:gd name="adj" fmla="val 7273"/>
            </a:avLst>
          </a:prstGeom>
          <a:solidFill>
            <a:srgbClr val="EEF1FF"/>
          </a:solidFill>
          <a:ln w="12700">
            <a:solidFill>
              <a:srgbClr val="D8DCF5"/>
            </a:solidFill>
            <a:prstDash val="solid"/>
          </a:ln>
        </p:spPr>
      </p:sp>
      <p:sp>
        <p:nvSpPr>
          <p:cNvPr id="26" name="Text 23"/>
          <p:cNvSpPr txBox="1"/>
          <p:nvPr/>
        </p:nvSpPr>
        <p:spPr>
          <a:xfrm>
            <a:off x="8046720" y="2715768"/>
            <a:ext cx="3611880" cy="523037"/>
          </a:xfrm>
          <a:prstGeom prst="rect">
            <a:avLst/>
          </a:prstGeom>
          <a:noFill/>
          <a:ln/>
        </p:spPr>
        <p:txBody>
          <a:bodyPr wrap="square" lIns="0" tIns="0" rIns="0" bIns="0" rtlCol="0" anchor="ctr"/>
          <a:lstStyle/>
          <a:p>
            <a:pPr marL="0" indent="0" algn="ctr">
              <a:buNone/>
            </a:pPr>
            <a:r>
              <a:rPr lang="en-US" sz="2200" b="1" dirty="0">
                <a:solidFill>
                  <a:srgbClr val="0A0A0F"/>
                </a:solidFill>
                <a:latin typeface="Malgun Gothic" pitchFamily="34" charset="0"/>
                <a:ea typeface="Malgun Gothic" pitchFamily="34" charset="-122"/>
                <a:cs typeface="Malgun Gothic" pitchFamily="34" charset="-120"/>
              </a:rPr>
              <a:t>써요</a:t>
            </a:r>
            <a:endParaRPr lang="en-US" sz="2200" dirty="0"/>
          </a:p>
        </p:txBody>
      </p:sp>
      <p:sp>
        <p:nvSpPr>
          <p:cNvPr id="27" name="Text 24"/>
          <p:cNvSpPr txBox="1"/>
          <p:nvPr/>
        </p:nvSpPr>
        <p:spPr>
          <a:xfrm>
            <a:off x="8046720" y="3214116"/>
            <a:ext cx="3611880" cy="221285"/>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so-io</a:t>
            </a:r>
            <a:endParaRPr lang="en-US" sz="1100" dirty="0"/>
          </a:p>
        </p:txBody>
      </p:sp>
      <p:sp>
        <p:nvSpPr>
          <p:cNvPr id="28" name="Text 25"/>
          <p:cNvSpPr txBox="1"/>
          <p:nvPr/>
        </p:nvSpPr>
        <p:spPr>
          <a:xfrm>
            <a:off x="8046720" y="3405226"/>
            <a:ext cx="3611880" cy="241402"/>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escribir</a:t>
            </a:r>
            <a:endParaRPr lang="en-US" sz="1100" dirty="0"/>
          </a:p>
        </p:txBody>
      </p:sp>
      <p:sp>
        <p:nvSpPr>
          <p:cNvPr id="29" name="Shape 26"/>
          <p:cNvSpPr/>
          <p:nvPr/>
        </p:nvSpPr>
        <p:spPr>
          <a:xfrm>
            <a:off x="548640" y="3813048"/>
            <a:ext cx="3611880" cy="1005840"/>
          </a:xfrm>
          <a:prstGeom prst="roundRect">
            <a:avLst>
              <a:gd name="adj" fmla="val 7273"/>
            </a:avLst>
          </a:prstGeom>
          <a:solidFill>
            <a:srgbClr val="EEF1FF"/>
          </a:solidFill>
          <a:ln w="12700">
            <a:solidFill>
              <a:srgbClr val="D8DCF5"/>
            </a:solidFill>
            <a:prstDash val="solid"/>
          </a:ln>
        </p:spPr>
      </p:sp>
      <p:sp>
        <p:nvSpPr>
          <p:cNvPr id="30" name="Text 27"/>
          <p:cNvSpPr txBox="1"/>
          <p:nvPr/>
        </p:nvSpPr>
        <p:spPr>
          <a:xfrm>
            <a:off x="548640" y="3867912"/>
            <a:ext cx="3611880" cy="523037"/>
          </a:xfrm>
          <a:prstGeom prst="rect">
            <a:avLst/>
          </a:prstGeom>
          <a:noFill/>
          <a:ln/>
        </p:spPr>
        <p:txBody>
          <a:bodyPr wrap="square" lIns="0" tIns="0" rIns="0" bIns="0" rtlCol="0" anchor="ctr"/>
          <a:lstStyle/>
          <a:p>
            <a:pPr marL="0" indent="0" algn="ctr">
              <a:buNone/>
            </a:pPr>
            <a:r>
              <a:rPr lang="en-US" sz="2200" b="1" dirty="0">
                <a:solidFill>
                  <a:srgbClr val="0A0A0F"/>
                </a:solidFill>
                <a:latin typeface="Malgun Gothic" pitchFamily="34" charset="0"/>
                <a:ea typeface="Malgun Gothic" pitchFamily="34" charset="-122"/>
                <a:cs typeface="Malgun Gothic" pitchFamily="34" charset="-120"/>
              </a:rPr>
              <a:t>입어요</a:t>
            </a:r>
            <a:endParaRPr lang="en-US" sz="2200" dirty="0"/>
          </a:p>
        </p:txBody>
      </p:sp>
      <p:sp>
        <p:nvSpPr>
          <p:cNvPr id="31" name="Text 28"/>
          <p:cNvSpPr txBox="1"/>
          <p:nvPr/>
        </p:nvSpPr>
        <p:spPr>
          <a:xfrm>
            <a:off x="548640" y="4366260"/>
            <a:ext cx="3611880" cy="221285"/>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i-bo-io</a:t>
            </a:r>
            <a:endParaRPr lang="en-US" sz="1100" dirty="0"/>
          </a:p>
        </p:txBody>
      </p:sp>
      <p:sp>
        <p:nvSpPr>
          <p:cNvPr id="32" name="Text 29"/>
          <p:cNvSpPr txBox="1"/>
          <p:nvPr/>
        </p:nvSpPr>
        <p:spPr>
          <a:xfrm>
            <a:off x="548640" y="4557370"/>
            <a:ext cx="3611880" cy="241402"/>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ponerse ropa</a:t>
            </a:r>
            <a:endParaRPr lang="en-US" sz="1100" dirty="0"/>
          </a:p>
        </p:txBody>
      </p:sp>
      <p:sp>
        <p:nvSpPr>
          <p:cNvPr id="33" name="Shape 30"/>
          <p:cNvSpPr/>
          <p:nvPr/>
        </p:nvSpPr>
        <p:spPr>
          <a:xfrm>
            <a:off x="4297680" y="3813048"/>
            <a:ext cx="3611880" cy="1005840"/>
          </a:xfrm>
          <a:prstGeom prst="roundRect">
            <a:avLst>
              <a:gd name="adj" fmla="val 7273"/>
            </a:avLst>
          </a:prstGeom>
          <a:solidFill>
            <a:srgbClr val="EEF1FF"/>
          </a:solidFill>
          <a:ln w="12700">
            <a:solidFill>
              <a:srgbClr val="D8DCF5"/>
            </a:solidFill>
            <a:prstDash val="solid"/>
          </a:ln>
        </p:spPr>
      </p:sp>
      <p:sp>
        <p:nvSpPr>
          <p:cNvPr id="34" name="Text 31"/>
          <p:cNvSpPr txBox="1"/>
          <p:nvPr/>
        </p:nvSpPr>
        <p:spPr>
          <a:xfrm>
            <a:off x="4297680" y="3867912"/>
            <a:ext cx="3611880" cy="523037"/>
          </a:xfrm>
          <a:prstGeom prst="rect">
            <a:avLst/>
          </a:prstGeom>
          <a:noFill/>
          <a:ln/>
        </p:spPr>
        <p:txBody>
          <a:bodyPr wrap="square" lIns="0" tIns="0" rIns="0" bIns="0" rtlCol="0" anchor="ctr"/>
          <a:lstStyle/>
          <a:p>
            <a:pPr marL="0" indent="0" algn="ctr">
              <a:buNone/>
            </a:pPr>
            <a:r>
              <a:rPr lang="en-US" sz="2200" b="1" dirty="0">
                <a:solidFill>
                  <a:srgbClr val="0A0A0F"/>
                </a:solidFill>
                <a:latin typeface="Malgun Gothic" pitchFamily="34" charset="0"/>
                <a:ea typeface="Malgun Gothic" pitchFamily="34" charset="-122"/>
                <a:cs typeface="Malgun Gothic" pitchFamily="34" charset="-120"/>
              </a:rPr>
              <a:t>해요</a:t>
            </a:r>
            <a:endParaRPr lang="en-US" sz="2200" dirty="0"/>
          </a:p>
        </p:txBody>
      </p:sp>
      <p:sp>
        <p:nvSpPr>
          <p:cNvPr id="35" name="Text 32"/>
          <p:cNvSpPr txBox="1"/>
          <p:nvPr/>
        </p:nvSpPr>
        <p:spPr>
          <a:xfrm>
            <a:off x="4297680" y="4366260"/>
            <a:ext cx="3611880" cy="221285"/>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je-io</a:t>
            </a:r>
            <a:endParaRPr lang="en-US" sz="1100" dirty="0"/>
          </a:p>
        </p:txBody>
      </p:sp>
      <p:sp>
        <p:nvSpPr>
          <p:cNvPr id="36" name="Text 33"/>
          <p:cNvSpPr txBox="1"/>
          <p:nvPr/>
        </p:nvSpPr>
        <p:spPr>
          <a:xfrm>
            <a:off x="4297680" y="4557370"/>
            <a:ext cx="3611880" cy="241402"/>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hacer</a:t>
            </a:r>
            <a:endParaRPr lang="en-US" sz="1100" dirty="0"/>
          </a:p>
        </p:txBody>
      </p:sp>
      <p:sp>
        <p:nvSpPr>
          <p:cNvPr id="37" name="Shape 34"/>
          <p:cNvSpPr/>
          <p:nvPr/>
        </p:nvSpPr>
        <p:spPr>
          <a:xfrm>
            <a:off x="8046720" y="3813048"/>
            <a:ext cx="3611880" cy="1005840"/>
          </a:xfrm>
          <a:prstGeom prst="roundRect">
            <a:avLst>
              <a:gd name="adj" fmla="val 7273"/>
            </a:avLst>
          </a:prstGeom>
          <a:solidFill>
            <a:srgbClr val="EEF1FF"/>
          </a:solidFill>
          <a:ln w="12700">
            <a:solidFill>
              <a:srgbClr val="D8DCF5"/>
            </a:solidFill>
            <a:prstDash val="solid"/>
          </a:ln>
        </p:spPr>
      </p:sp>
      <p:sp>
        <p:nvSpPr>
          <p:cNvPr id="38" name="Text 35"/>
          <p:cNvSpPr txBox="1"/>
          <p:nvPr/>
        </p:nvSpPr>
        <p:spPr>
          <a:xfrm>
            <a:off x="8046720" y="3867912"/>
            <a:ext cx="3611880" cy="523037"/>
          </a:xfrm>
          <a:prstGeom prst="rect">
            <a:avLst/>
          </a:prstGeom>
          <a:noFill/>
          <a:ln/>
        </p:spPr>
        <p:txBody>
          <a:bodyPr wrap="square" lIns="0" tIns="0" rIns="0" bIns="0" rtlCol="0" anchor="ctr"/>
          <a:lstStyle/>
          <a:p>
            <a:pPr marL="0" indent="0" algn="ctr">
              <a:buNone/>
            </a:pPr>
            <a:r>
              <a:rPr lang="en-US" sz="2200" b="1" dirty="0">
                <a:solidFill>
                  <a:srgbClr val="0A0A0F"/>
                </a:solidFill>
                <a:latin typeface="Malgun Gothic" pitchFamily="34" charset="0"/>
                <a:ea typeface="Malgun Gothic" pitchFamily="34" charset="-122"/>
                <a:cs typeface="Malgun Gothic" pitchFamily="34" charset="-120"/>
              </a:rPr>
              <a:t>좋아해요</a:t>
            </a:r>
            <a:endParaRPr lang="en-US" sz="2200" dirty="0"/>
          </a:p>
        </p:txBody>
      </p:sp>
      <p:sp>
        <p:nvSpPr>
          <p:cNvPr id="39" name="Text 36"/>
          <p:cNvSpPr txBox="1"/>
          <p:nvPr/>
        </p:nvSpPr>
        <p:spPr>
          <a:xfrm>
            <a:off x="8046720" y="4366260"/>
            <a:ext cx="3611880" cy="221285"/>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cho-a-je-io</a:t>
            </a:r>
            <a:endParaRPr lang="en-US" sz="1100" dirty="0"/>
          </a:p>
        </p:txBody>
      </p:sp>
      <p:sp>
        <p:nvSpPr>
          <p:cNvPr id="40" name="Text 37"/>
          <p:cNvSpPr txBox="1"/>
          <p:nvPr/>
        </p:nvSpPr>
        <p:spPr>
          <a:xfrm>
            <a:off x="8046720" y="4557370"/>
            <a:ext cx="3611880" cy="241402"/>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gustar</a:t>
            </a:r>
            <a:endParaRPr lang="en-US" sz="1100" dirty="0"/>
          </a:p>
        </p:txBody>
      </p:sp>
      <p:sp>
        <p:nvSpPr>
          <p:cNvPr id="41" name="Shape 38"/>
          <p:cNvSpPr/>
          <p:nvPr/>
        </p:nvSpPr>
        <p:spPr>
          <a:xfrm>
            <a:off x="548640" y="5166360"/>
            <a:ext cx="11064240" cy="914400"/>
          </a:xfrm>
          <a:prstGeom prst="roundRect">
            <a:avLst>
              <a:gd name="adj" fmla="val 8000"/>
            </a:avLst>
          </a:prstGeom>
          <a:solidFill>
            <a:srgbClr val="EEF1FF"/>
          </a:solidFill>
          <a:ln w="12700">
            <a:solidFill>
              <a:srgbClr val="D8DCF5"/>
            </a:solidFill>
            <a:prstDash val="solid"/>
          </a:ln>
        </p:spPr>
      </p:sp>
      <p:sp>
        <p:nvSpPr>
          <p:cNvPr id="42" name="Text 39"/>
          <p:cNvSpPr txBox="1"/>
          <p:nvPr/>
        </p:nvSpPr>
        <p:spPr>
          <a:xfrm>
            <a:off x="822960" y="5367528"/>
            <a:ext cx="10515600" cy="548640"/>
          </a:xfrm>
          <a:prstGeom prst="rect">
            <a:avLst/>
          </a:prstGeom>
          <a:noFill/>
          <a:ln/>
        </p:spPr>
        <p:txBody>
          <a:bodyPr wrap="square" lIns="0" tIns="0" rIns="0" bIns="0" rtlCol="0" anchor="ctr"/>
          <a:lstStyle/>
          <a:p>
            <a:pPr marL="0" indent="0">
              <a:buNone/>
            </a:pPr>
            <a:r>
              <a:rPr lang="en-US" sz="1800" b="1" dirty="0">
                <a:solidFill>
                  <a:srgbClr val="4236F6"/>
                </a:solidFill>
                <a:latin typeface="Malgun Gothic" pitchFamily="34" charset="0"/>
                <a:ea typeface="Malgun Gothic" pitchFamily="34" charset="-122"/>
                <a:cs typeface="Malgun Gothic" pitchFamily="34" charset="-120"/>
              </a:rPr>
              <a:t>을/를</a:t>
            </a:r>
            <a:r>
              <a:rPr lang="en-US" sz="1300" dirty="0">
                <a:solidFill>
                  <a:srgbClr val="0A0A0F"/>
                </a:solidFill>
                <a:latin typeface="Arial" pitchFamily="34" charset="0"/>
                <a:ea typeface="Arial" pitchFamily="34" charset="-122"/>
                <a:cs typeface="Arial" pitchFamily="34" charset="-120"/>
              </a:rPr>
              <a:t> marca el objeto: </a:t>
            </a:r>
            <a:r>
              <a:rPr lang="en-US" sz="1600" b="1" dirty="0">
                <a:solidFill>
                  <a:srgbClr val="4236F6"/>
                </a:solidFill>
                <a:latin typeface="Malgun Gothic" pitchFamily="34" charset="0"/>
                <a:ea typeface="Malgun Gothic" pitchFamily="34" charset="-122"/>
                <a:cs typeface="Malgun Gothic" pitchFamily="34" charset="-120"/>
              </a:rPr>
              <a:t>책을 읽어요</a:t>
            </a:r>
            <a:r>
              <a:rPr lang="en-US" sz="1200" dirty="0">
                <a:solidFill>
                  <a:srgbClr val="5C5F6B"/>
                </a:solidFill>
                <a:latin typeface="Arial" pitchFamily="34" charset="0"/>
                <a:ea typeface="Arial" pitchFamily="34" charset="-122"/>
                <a:cs typeface="Arial" pitchFamily="34" charset="-120"/>
              </a:rPr>
              <a:t> [che-gul il-go-io] leo un libro · </a:t>
            </a:r>
            <a:r>
              <a:rPr lang="en-US" sz="1600" b="1" dirty="0">
                <a:solidFill>
                  <a:srgbClr val="4236F6"/>
                </a:solidFill>
                <a:latin typeface="Malgun Gothic" pitchFamily="34" charset="0"/>
                <a:ea typeface="Malgun Gothic" pitchFamily="34" charset="-122"/>
                <a:cs typeface="Malgun Gothic" pitchFamily="34" charset="-120"/>
              </a:rPr>
              <a:t>우유를 마셔요</a:t>
            </a:r>
            <a:r>
              <a:rPr lang="en-US" sz="1200" dirty="0">
                <a:solidFill>
                  <a:srgbClr val="5C5F6B"/>
                </a:solidFill>
                <a:latin typeface="Arial" pitchFamily="34" charset="0"/>
                <a:ea typeface="Arial" pitchFamily="34" charset="-122"/>
                <a:cs typeface="Arial" pitchFamily="34" charset="-120"/>
              </a:rPr>
              <a:t> [u-iu-rul ma-shio-io] tomo leche  (batchim → 을 · vocal → 를)</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310896"/>
          </a:xfrm>
          <a:prstGeom prst="rect">
            <a:avLst/>
          </a:prstGeom>
          <a:noFill/>
          <a:ln/>
        </p:spPr>
        <p:txBody>
          <a:bodyPr wrap="square" lIns="0" tIns="0" rIns="0" bIns="0" rtlCol="0" anchor="ctr"/>
          <a:lstStyle/>
          <a:p>
            <a:pPr marL="0" indent="0">
              <a:buNone/>
            </a:pPr>
            <a:r>
              <a:rPr lang="en-US" sz="1200" b="1" kern="0" spc="300" dirty="0">
                <a:solidFill>
                  <a:srgbClr val="4236F6"/>
                </a:solidFill>
                <a:latin typeface="Arial" pitchFamily="34" charset="0"/>
                <a:ea typeface="Arial" pitchFamily="34" charset="-122"/>
                <a:cs typeface="Arial" pitchFamily="34" charset="-120"/>
              </a:rPr>
              <a:t>LA MÁQUINA DE CONJUGAR</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marL="0" indent="0">
              <a:buNone/>
            </a:pPr>
            <a:r>
              <a:rPr lang="en-US" sz="3200" b="1" dirty="0">
                <a:solidFill>
                  <a:srgbClr val="0A0A0F"/>
                </a:solidFill>
                <a:latin typeface="Arial" pitchFamily="34" charset="0"/>
                <a:ea typeface="Arial" pitchFamily="34" charset="-122"/>
                <a:cs typeface="Arial" pitchFamily="34" charset="-120"/>
              </a:rPr>
              <a:t>-아요 / -어요 — una regla para todos los verbos</a:t>
            </a:r>
            <a:endParaRPr lang="en-US" sz="3200" dirty="0"/>
          </a:p>
        </p:txBody>
      </p:sp>
      <p:pic>
        <p:nvPicPr>
          <p:cNvPr id="4" name="Image 0" descr="C:\Users\Chingu\AppData\Local\Temp\claude\C--Users-Chingu-Desktop-ACADEMIASEULWEB\d4111e1b-5523-44ea-97b2-b1a1d9545b9e\scratchpad\igpost\sello-azul.png"/>
          <p:cNvPicPr>
            <a:picLocks noChangeAspect="1"/>
          </p:cNvPicPr>
          <p:nvPr/>
        </p:nvPicPr>
        <p:blipFill>
          <a:blip r:embed="rId3"/>
          <a:stretch>
            <a:fillRect/>
          </a:stretch>
        </p:blipFill>
        <p:spPr>
          <a:xfrm>
            <a:off x="11475720" y="6236208"/>
            <a:ext cx="457200" cy="438912"/>
          </a:xfrm>
          <a:prstGeom prst="rect">
            <a:avLst/>
          </a:prstGeom>
        </p:spPr>
      </p:pic>
      <p:sp>
        <p:nvSpPr>
          <p:cNvPr id="5" name="Shape 2"/>
          <p:cNvSpPr/>
          <p:nvPr/>
        </p:nvSpPr>
        <p:spPr>
          <a:xfrm>
            <a:off x="822960" y="1600200"/>
            <a:ext cx="3383280" cy="2103120"/>
          </a:xfrm>
          <a:prstGeom prst="roundRect">
            <a:avLst>
              <a:gd name="adj" fmla="val 3478"/>
            </a:avLst>
          </a:prstGeom>
          <a:solidFill>
            <a:srgbClr val="4236F6"/>
          </a:solidFill>
          <a:ln/>
        </p:spPr>
      </p:sp>
      <p:sp>
        <p:nvSpPr>
          <p:cNvPr id="6" name="Text 3"/>
          <p:cNvSpPr txBox="1"/>
          <p:nvPr/>
        </p:nvSpPr>
        <p:spPr>
          <a:xfrm>
            <a:off x="822960" y="1828800"/>
            <a:ext cx="3383280" cy="640080"/>
          </a:xfrm>
          <a:prstGeom prst="rect">
            <a:avLst/>
          </a:prstGeom>
          <a:noFill/>
          <a:ln/>
        </p:spPr>
        <p:txBody>
          <a:bodyPr wrap="square" lIns="0" tIns="0" rIns="0" bIns="0" rtlCol="0" anchor="ctr"/>
          <a:lstStyle/>
          <a:p>
            <a:pPr marL="0" indent="0" algn="ctr">
              <a:buNone/>
            </a:pPr>
            <a:r>
              <a:rPr lang="en-US" sz="3400" b="1" dirty="0">
                <a:solidFill>
                  <a:srgbClr val="FFFFFF"/>
                </a:solidFill>
                <a:latin typeface="Malgun Gothic" pitchFamily="34" charset="0"/>
                <a:ea typeface="Malgun Gothic" pitchFamily="34" charset="-122"/>
                <a:cs typeface="Malgun Gothic" pitchFamily="34" charset="-120"/>
              </a:rPr>
              <a:t>ㅏ , ㅗ</a:t>
            </a:r>
            <a:endParaRPr lang="en-US" sz="3400" dirty="0"/>
          </a:p>
        </p:txBody>
      </p:sp>
      <p:sp>
        <p:nvSpPr>
          <p:cNvPr id="7" name="Text 4"/>
          <p:cNvSpPr txBox="1"/>
          <p:nvPr/>
        </p:nvSpPr>
        <p:spPr>
          <a:xfrm>
            <a:off x="822960" y="2514600"/>
            <a:ext cx="3383280" cy="548640"/>
          </a:xfrm>
          <a:prstGeom prst="rect">
            <a:avLst/>
          </a:prstGeom>
          <a:noFill/>
          <a:ln/>
        </p:spPr>
        <p:txBody>
          <a:bodyPr wrap="square" lIns="0" tIns="0" rIns="0" bIns="0" rtlCol="0" anchor="ctr"/>
          <a:lstStyle/>
          <a:p>
            <a:pPr marL="0" indent="0" algn="ctr">
              <a:buNone/>
            </a:pPr>
            <a:r>
              <a:rPr lang="en-US" sz="2600" b="1" dirty="0">
                <a:solidFill>
                  <a:srgbClr val="D4AF37"/>
                </a:solidFill>
                <a:latin typeface="Malgun Gothic" pitchFamily="34" charset="0"/>
                <a:ea typeface="Malgun Gothic" pitchFamily="34" charset="-122"/>
                <a:cs typeface="Malgun Gothic" pitchFamily="34" charset="-120"/>
              </a:rPr>
              <a:t>→ 아요</a:t>
            </a:r>
            <a:endParaRPr lang="en-US" sz="2600" dirty="0"/>
          </a:p>
        </p:txBody>
      </p:sp>
      <p:sp>
        <p:nvSpPr>
          <p:cNvPr id="8" name="Text 5"/>
          <p:cNvSpPr txBox="1"/>
          <p:nvPr/>
        </p:nvSpPr>
        <p:spPr>
          <a:xfrm>
            <a:off x="822960" y="3108960"/>
            <a:ext cx="338328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Malgun Gothic" pitchFamily="34" charset="0"/>
                <a:ea typeface="Malgun Gothic" pitchFamily="34" charset="-122"/>
                <a:cs typeface="Malgun Gothic" pitchFamily="34" charset="-120"/>
              </a:rPr>
              <a:t>가다 → 가요</a:t>
            </a:r>
            <a:endParaRPr lang="en-US" sz="1800" dirty="0"/>
          </a:p>
        </p:txBody>
      </p:sp>
      <p:sp>
        <p:nvSpPr>
          <p:cNvPr id="9" name="Shape 6"/>
          <p:cNvSpPr/>
          <p:nvPr/>
        </p:nvSpPr>
        <p:spPr>
          <a:xfrm>
            <a:off x="4389120" y="1600200"/>
            <a:ext cx="3383280" cy="2103120"/>
          </a:xfrm>
          <a:prstGeom prst="roundRect">
            <a:avLst>
              <a:gd name="adj" fmla="val 3478"/>
            </a:avLst>
          </a:prstGeom>
          <a:solidFill>
            <a:srgbClr val="003478"/>
          </a:solidFill>
          <a:ln/>
        </p:spPr>
      </p:sp>
      <p:sp>
        <p:nvSpPr>
          <p:cNvPr id="10" name="Text 7"/>
          <p:cNvSpPr txBox="1"/>
          <p:nvPr/>
        </p:nvSpPr>
        <p:spPr>
          <a:xfrm>
            <a:off x="4389120" y="1920240"/>
            <a:ext cx="338328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resto de vocales</a:t>
            </a:r>
            <a:endParaRPr lang="en-US" sz="1800" dirty="0"/>
          </a:p>
        </p:txBody>
      </p:sp>
      <p:sp>
        <p:nvSpPr>
          <p:cNvPr id="11" name="Text 8"/>
          <p:cNvSpPr txBox="1"/>
          <p:nvPr/>
        </p:nvSpPr>
        <p:spPr>
          <a:xfrm>
            <a:off x="4389120" y="2514600"/>
            <a:ext cx="3383280" cy="548640"/>
          </a:xfrm>
          <a:prstGeom prst="rect">
            <a:avLst/>
          </a:prstGeom>
          <a:noFill/>
          <a:ln/>
        </p:spPr>
        <p:txBody>
          <a:bodyPr wrap="square" lIns="0" tIns="0" rIns="0" bIns="0" rtlCol="0" anchor="ctr"/>
          <a:lstStyle/>
          <a:p>
            <a:pPr marL="0" indent="0" algn="ctr">
              <a:buNone/>
            </a:pPr>
            <a:r>
              <a:rPr lang="en-US" sz="2600" b="1" dirty="0">
                <a:solidFill>
                  <a:srgbClr val="D4AF37"/>
                </a:solidFill>
                <a:latin typeface="Malgun Gothic" pitchFamily="34" charset="0"/>
                <a:ea typeface="Malgun Gothic" pitchFamily="34" charset="-122"/>
                <a:cs typeface="Malgun Gothic" pitchFamily="34" charset="-120"/>
              </a:rPr>
              <a:t>→ 어요</a:t>
            </a:r>
            <a:endParaRPr lang="en-US" sz="2600" dirty="0"/>
          </a:p>
        </p:txBody>
      </p:sp>
      <p:sp>
        <p:nvSpPr>
          <p:cNvPr id="12" name="Text 9"/>
          <p:cNvSpPr txBox="1"/>
          <p:nvPr/>
        </p:nvSpPr>
        <p:spPr>
          <a:xfrm>
            <a:off x="4389120" y="3108960"/>
            <a:ext cx="338328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Malgun Gothic" pitchFamily="34" charset="0"/>
                <a:ea typeface="Malgun Gothic" pitchFamily="34" charset="-122"/>
                <a:cs typeface="Malgun Gothic" pitchFamily="34" charset="-120"/>
              </a:rPr>
              <a:t>먹다 → 먹어요</a:t>
            </a:r>
            <a:endParaRPr lang="en-US" sz="1800" dirty="0"/>
          </a:p>
        </p:txBody>
      </p:sp>
      <p:sp>
        <p:nvSpPr>
          <p:cNvPr id="13" name="Shape 10"/>
          <p:cNvSpPr/>
          <p:nvPr/>
        </p:nvSpPr>
        <p:spPr>
          <a:xfrm>
            <a:off x="7955280" y="1600200"/>
            <a:ext cx="3383280" cy="2103120"/>
          </a:xfrm>
          <a:prstGeom prst="roundRect">
            <a:avLst>
              <a:gd name="adj" fmla="val 3478"/>
            </a:avLst>
          </a:prstGeom>
          <a:solidFill>
            <a:srgbClr val="D4AF37"/>
          </a:solidFill>
          <a:ln/>
        </p:spPr>
      </p:sp>
      <p:sp>
        <p:nvSpPr>
          <p:cNvPr id="14" name="Text 11"/>
          <p:cNvSpPr txBox="1"/>
          <p:nvPr/>
        </p:nvSpPr>
        <p:spPr>
          <a:xfrm>
            <a:off x="7955280" y="1828800"/>
            <a:ext cx="3383280" cy="640080"/>
          </a:xfrm>
          <a:prstGeom prst="rect">
            <a:avLst/>
          </a:prstGeom>
          <a:noFill/>
          <a:ln/>
        </p:spPr>
        <p:txBody>
          <a:bodyPr wrap="square" lIns="0" tIns="0" rIns="0" bIns="0" rtlCol="0" anchor="ctr"/>
          <a:lstStyle/>
          <a:p>
            <a:pPr marL="0" indent="0" algn="ctr">
              <a:buNone/>
            </a:pPr>
            <a:r>
              <a:rPr lang="en-US" sz="3400" b="1" dirty="0">
                <a:solidFill>
                  <a:srgbClr val="0A0A0F"/>
                </a:solidFill>
                <a:latin typeface="Malgun Gothic" pitchFamily="34" charset="0"/>
                <a:ea typeface="Malgun Gothic" pitchFamily="34" charset="-122"/>
                <a:cs typeface="Malgun Gothic" pitchFamily="34" charset="-120"/>
              </a:rPr>
              <a:t>하다</a:t>
            </a:r>
            <a:endParaRPr lang="en-US" sz="3400" dirty="0"/>
          </a:p>
        </p:txBody>
      </p:sp>
      <p:sp>
        <p:nvSpPr>
          <p:cNvPr id="15" name="Text 12"/>
          <p:cNvSpPr txBox="1"/>
          <p:nvPr/>
        </p:nvSpPr>
        <p:spPr>
          <a:xfrm>
            <a:off x="7955280" y="2514600"/>
            <a:ext cx="3383280" cy="548640"/>
          </a:xfrm>
          <a:prstGeom prst="rect">
            <a:avLst/>
          </a:prstGeom>
          <a:noFill/>
          <a:ln/>
        </p:spPr>
        <p:txBody>
          <a:bodyPr wrap="square" lIns="0" tIns="0" rIns="0" bIns="0" rtlCol="0" anchor="ctr"/>
          <a:lstStyle/>
          <a:p>
            <a:pPr marL="0" indent="0" algn="ctr">
              <a:buNone/>
            </a:pPr>
            <a:r>
              <a:rPr lang="en-US" sz="2600" b="1" dirty="0">
                <a:solidFill>
                  <a:srgbClr val="003478"/>
                </a:solidFill>
                <a:latin typeface="Malgun Gothic" pitchFamily="34" charset="0"/>
                <a:ea typeface="Malgun Gothic" pitchFamily="34" charset="-122"/>
                <a:cs typeface="Malgun Gothic" pitchFamily="34" charset="-120"/>
              </a:rPr>
              <a:t>→ 해요</a:t>
            </a:r>
            <a:endParaRPr lang="en-US" sz="2600" dirty="0"/>
          </a:p>
        </p:txBody>
      </p:sp>
      <p:sp>
        <p:nvSpPr>
          <p:cNvPr id="16" name="Text 13"/>
          <p:cNvSpPr txBox="1"/>
          <p:nvPr/>
        </p:nvSpPr>
        <p:spPr>
          <a:xfrm>
            <a:off x="7955280" y="3108960"/>
            <a:ext cx="3383280" cy="457200"/>
          </a:xfrm>
          <a:prstGeom prst="rect">
            <a:avLst/>
          </a:prstGeom>
          <a:noFill/>
          <a:ln/>
        </p:spPr>
        <p:txBody>
          <a:bodyPr wrap="square" lIns="0" tIns="0" rIns="0" bIns="0" rtlCol="0" anchor="ctr"/>
          <a:lstStyle/>
          <a:p>
            <a:pPr marL="0" indent="0" algn="ctr">
              <a:buNone/>
            </a:pPr>
            <a:r>
              <a:rPr lang="en-US" sz="1800" b="1" dirty="0">
                <a:solidFill>
                  <a:srgbClr val="003478"/>
                </a:solidFill>
                <a:latin typeface="Malgun Gothic" pitchFamily="34" charset="0"/>
                <a:ea typeface="Malgun Gothic" pitchFamily="34" charset="-122"/>
                <a:cs typeface="Malgun Gothic" pitchFamily="34" charset="-120"/>
              </a:rPr>
              <a:t>공부하다 → 공부해요</a:t>
            </a:r>
            <a:endParaRPr lang="en-US" sz="1800" dirty="0"/>
          </a:p>
        </p:txBody>
      </p:sp>
      <p:sp>
        <p:nvSpPr>
          <p:cNvPr id="17" name="Text 14"/>
          <p:cNvSpPr txBox="1"/>
          <p:nvPr/>
        </p:nvSpPr>
        <p:spPr>
          <a:xfrm>
            <a:off x="822960" y="4160520"/>
            <a:ext cx="10607040" cy="566928"/>
          </a:xfrm>
          <a:prstGeom prst="rect">
            <a:avLst/>
          </a:prstGeom>
          <a:noFill/>
          <a:ln/>
        </p:spPr>
        <p:txBody>
          <a:bodyPr wrap="square" lIns="0" tIns="0" rIns="0" bIns="0" rtlCol="0" anchor="ctr"/>
          <a:lstStyle/>
          <a:p>
            <a:pPr marL="0" indent="0">
              <a:buNone/>
            </a:pPr>
            <a:r>
              <a:rPr lang="en-US" sz="2600" b="1" dirty="0">
                <a:solidFill>
                  <a:srgbClr val="0A0A0F"/>
                </a:solidFill>
                <a:latin typeface="Malgun Gothic" pitchFamily="34" charset="0"/>
                <a:ea typeface="Malgun Gothic" pitchFamily="34" charset="-122"/>
                <a:cs typeface="Malgun Gothic" pitchFamily="34" charset="-120"/>
              </a:rPr>
              <a:t>저는 텔레비전을 봐요.</a:t>
            </a:r>
            <a:r>
              <a:rPr lang="en-US" sz="1400" b="1" dirty="0">
                <a:solidFill>
                  <a:srgbClr val="4236F6"/>
                </a:solidFill>
                <a:latin typeface="Arial" pitchFamily="34" charset="0"/>
                <a:ea typeface="Arial" pitchFamily="34" charset="-122"/>
                <a:cs typeface="Arial" pitchFamily="34" charset="-120"/>
              </a:rPr>
              <a:t>   [cho-nun tel-le-bi-cho-nul bua-io]</a:t>
            </a:r>
            <a:r>
              <a:rPr lang="en-US" sz="1400" i="1" dirty="0">
                <a:solidFill>
                  <a:srgbClr val="5C5F6B"/>
                </a:solidFill>
                <a:latin typeface="Arial" pitchFamily="34" charset="0"/>
                <a:ea typeface="Arial" pitchFamily="34" charset="-122"/>
                <a:cs typeface="Arial" pitchFamily="34" charset="-120"/>
              </a:rPr>
              <a:t>   yo veo televisión</a:t>
            </a:r>
            <a:endParaRPr lang="en-US" sz="2600" dirty="0"/>
          </a:p>
        </p:txBody>
      </p:sp>
      <p:sp>
        <p:nvSpPr>
          <p:cNvPr id="18" name="Text 15"/>
          <p:cNvSpPr txBox="1"/>
          <p:nvPr/>
        </p:nvSpPr>
        <p:spPr>
          <a:xfrm>
            <a:off x="822960" y="4800600"/>
            <a:ext cx="10607040" cy="566928"/>
          </a:xfrm>
          <a:prstGeom prst="rect">
            <a:avLst/>
          </a:prstGeom>
          <a:noFill/>
          <a:ln/>
        </p:spPr>
        <p:txBody>
          <a:bodyPr wrap="square" lIns="0" tIns="0" rIns="0" bIns="0" rtlCol="0" anchor="ctr"/>
          <a:lstStyle/>
          <a:p>
            <a:pPr marL="0" indent="0">
              <a:buNone/>
            </a:pPr>
            <a:r>
              <a:rPr lang="en-US" sz="2600" b="1" dirty="0">
                <a:solidFill>
                  <a:srgbClr val="0A0A0F"/>
                </a:solidFill>
                <a:latin typeface="Malgun Gothic" pitchFamily="34" charset="0"/>
                <a:ea typeface="Malgun Gothic" pitchFamily="34" charset="-122"/>
                <a:cs typeface="Malgun Gothic" pitchFamily="34" charset="-120"/>
              </a:rPr>
              <a:t>나는 물을 마셔요.</a:t>
            </a:r>
            <a:r>
              <a:rPr lang="en-US" sz="1400" b="1" dirty="0">
                <a:solidFill>
                  <a:srgbClr val="4236F6"/>
                </a:solidFill>
                <a:latin typeface="Arial" pitchFamily="34" charset="0"/>
                <a:ea typeface="Arial" pitchFamily="34" charset="-122"/>
                <a:cs typeface="Arial" pitchFamily="34" charset="-120"/>
              </a:rPr>
              <a:t>   [na-nun mu-rul ma-shio-io]</a:t>
            </a:r>
            <a:r>
              <a:rPr lang="en-US" sz="1400" i="1" dirty="0">
                <a:solidFill>
                  <a:srgbClr val="5C5F6B"/>
                </a:solidFill>
                <a:latin typeface="Arial" pitchFamily="34" charset="0"/>
                <a:ea typeface="Arial" pitchFamily="34" charset="-122"/>
                <a:cs typeface="Arial" pitchFamily="34" charset="-120"/>
              </a:rPr>
              <a:t>   yo tomo agua</a:t>
            </a:r>
            <a:endParaRPr lang="en-US" sz="2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310896"/>
          </a:xfrm>
          <a:prstGeom prst="rect">
            <a:avLst/>
          </a:prstGeom>
          <a:noFill/>
          <a:ln/>
        </p:spPr>
        <p:txBody>
          <a:bodyPr wrap="square" lIns="0" tIns="0" rIns="0" bIns="0" rtlCol="0" anchor="ctr"/>
          <a:lstStyle/>
          <a:p>
            <a:pPr marL="0" indent="0">
              <a:buNone/>
            </a:pPr>
            <a:r>
              <a:rPr lang="en-US" sz="1200" b="1" kern="0" spc="300" dirty="0">
                <a:solidFill>
                  <a:srgbClr val="4236F6"/>
                </a:solidFill>
                <a:latin typeface="Arial" pitchFamily="34" charset="0"/>
                <a:ea typeface="Arial" pitchFamily="34" charset="-122"/>
                <a:cs typeface="Arial" pitchFamily="34" charset="-120"/>
              </a:rPr>
              <a:t>8과 · LA MÁQUINA PASO A PASO</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marL="0" indent="0">
              <a:buNone/>
            </a:pPr>
            <a:r>
              <a:rPr lang="en-US" sz="3200" b="1" dirty="0">
                <a:solidFill>
                  <a:srgbClr val="0A0A0F"/>
                </a:solidFill>
                <a:latin typeface="Arial" pitchFamily="34" charset="0"/>
                <a:ea typeface="Arial" pitchFamily="34" charset="-122"/>
                <a:cs typeface="Arial" pitchFamily="34" charset="-120"/>
              </a:rPr>
              <a:t>Quita el -다, mira la última vocal, agrega -아요/어요</a:t>
            </a:r>
            <a:endParaRPr lang="en-US" sz="3200" dirty="0"/>
          </a:p>
        </p:txBody>
      </p:sp>
      <p:pic>
        <p:nvPicPr>
          <p:cNvPr id="4" name="Image 0" descr="C:\Users\Chingu\AppData\Local\Temp\claude\C--Users-Chingu-Desktop-ACADEMIASEULWEB\d4111e1b-5523-44ea-97b2-b1a1d9545b9e\scratchpad\igpost\sello-azul.png"/>
          <p:cNvPicPr>
            <a:picLocks noChangeAspect="1"/>
          </p:cNvPicPr>
          <p:nvPr/>
        </p:nvPicPr>
        <p:blipFill>
          <a:blip r:embed="rId3"/>
          <a:stretch>
            <a:fillRect/>
          </a:stretch>
        </p:blipFill>
        <p:spPr>
          <a:xfrm>
            <a:off x="11475720" y="6236208"/>
            <a:ext cx="457200" cy="438912"/>
          </a:xfrm>
          <a:prstGeom prst="rect">
            <a:avLst/>
          </a:prstGeom>
        </p:spPr>
      </p:pic>
      <p:sp>
        <p:nvSpPr>
          <p:cNvPr id="5" name="Text 2"/>
          <p:cNvSpPr txBox="1"/>
          <p:nvPr/>
        </p:nvSpPr>
        <p:spPr>
          <a:xfrm>
            <a:off x="822960" y="1508760"/>
            <a:ext cx="10607040" cy="438912"/>
          </a:xfrm>
          <a:prstGeom prst="rect">
            <a:avLst/>
          </a:prstGeom>
          <a:noFill/>
          <a:ln/>
        </p:spPr>
        <p:txBody>
          <a:bodyPr wrap="square" lIns="0" tIns="0" rIns="0" bIns="0" rtlCol="0" anchor="ctr"/>
          <a:lstStyle/>
          <a:p>
            <a:pPr marL="0" indent="0">
              <a:buNone/>
            </a:pPr>
            <a:r>
              <a:rPr lang="en-US" sz="2000" b="1" dirty="0">
                <a:solidFill>
                  <a:srgbClr val="0A0A0F"/>
                </a:solidFill>
                <a:latin typeface="Malgun Gothic" pitchFamily="34" charset="0"/>
                <a:ea typeface="Malgun Gothic" pitchFamily="34" charset="-122"/>
                <a:cs typeface="Malgun Gothic" pitchFamily="34" charset="-120"/>
              </a:rPr>
              <a:t>보다 → 보 + 아요 → 보아요 → 봐요</a:t>
            </a:r>
            <a:r>
              <a:rPr lang="en-US" sz="1300" b="1" dirty="0">
                <a:solidFill>
                  <a:srgbClr val="4236F6"/>
                </a:solidFill>
                <a:latin typeface="Arial" pitchFamily="34" charset="0"/>
                <a:ea typeface="Arial" pitchFamily="34" charset="-122"/>
                <a:cs typeface="Arial" pitchFamily="34" charset="-120"/>
              </a:rPr>
              <a:t>   [bua-io]</a:t>
            </a:r>
            <a:r>
              <a:rPr lang="en-US" sz="1300" dirty="0">
                <a:solidFill>
                  <a:srgbClr val="5C5F6B"/>
                </a:solidFill>
                <a:latin typeface="Malgun Gothic" pitchFamily="34" charset="0"/>
                <a:ea typeface="Malgun Gothic" pitchFamily="34" charset="-122"/>
                <a:cs typeface="Malgun Gothic" pitchFamily="34" charset="-120"/>
              </a:rPr>
              <a:t>   ver · ㅗ → 아요 y se funde</a:t>
            </a:r>
            <a:endParaRPr lang="en-US" sz="2000" dirty="0"/>
          </a:p>
        </p:txBody>
      </p:sp>
      <p:sp>
        <p:nvSpPr>
          <p:cNvPr id="6" name="Text 3"/>
          <p:cNvSpPr txBox="1"/>
          <p:nvPr/>
        </p:nvSpPr>
        <p:spPr>
          <a:xfrm>
            <a:off x="822960" y="1965960"/>
            <a:ext cx="10607040" cy="438912"/>
          </a:xfrm>
          <a:prstGeom prst="rect">
            <a:avLst/>
          </a:prstGeom>
          <a:noFill/>
          <a:ln/>
        </p:spPr>
        <p:txBody>
          <a:bodyPr wrap="square" lIns="0" tIns="0" rIns="0" bIns="0" rtlCol="0" anchor="ctr"/>
          <a:lstStyle/>
          <a:p>
            <a:pPr marL="0" indent="0">
              <a:buNone/>
            </a:pPr>
            <a:r>
              <a:rPr lang="en-US" sz="2000" b="1" dirty="0">
                <a:solidFill>
                  <a:srgbClr val="0A0A0F"/>
                </a:solidFill>
                <a:latin typeface="Malgun Gothic" pitchFamily="34" charset="0"/>
                <a:ea typeface="Malgun Gothic" pitchFamily="34" charset="-122"/>
                <a:cs typeface="Malgun Gothic" pitchFamily="34" charset="-120"/>
              </a:rPr>
              <a:t>가다 → 가 + 아요 → 가아요 → 가요</a:t>
            </a:r>
            <a:r>
              <a:rPr lang="en-US" sz="1300" b="1" dirty="0">
                <a:solidFill>
                  <a:srgbClr val="4236F6"/>
                </a:solidFill>
                <a:latin typeface="Arial" pitchFamily="34" charset="0"/>
                <a:ea typeface="Arial" pitchFamily="34" charset="-122"/>
                <a:cs typeface="Arial" pitchFamily="34" charset="-120"/>
              </a:rPr>
              <a:t>   [ga-io]</a:t>
            </a:r>
            <a:r>
              <a:rPr lang="en-US" sz="1300" dirty="0">
                <a:solidFill>
                  <a:srgbClr val="5C5F6B"/>
                </a:solidFill>
                <a:latin typeface="Malgun Gothic" pitchFamily="34" charset="0"/>
                <a:ea typeface="Malgun Gothic" pitchFamily="34" charset="-122"/>
                <a:cs typeface="Malgun Gothic" pitchFamily="34" charset="-120"/>
              </a:rPr>
              <a:t>   ir · ㅏ → 아요 y se funde</a:t>
            </a:r>
            <a:endParaRPr lang="en-US" sz="2000" dirty="0"/>
          </a:p>
        </p:txBody>
      </p:sp>
      <p:sp>
        <p:nvSpPr>
          <p:cNvPr id="7" name="Text 4"/>
          <p:cNvSpPr txBox="1"/>
          <p:nvPr/>
        </p:nvSpPr>
        <p:spPr>
          <a:xfrm>
            <a:off x="822960" y="2423160"/>
            <a:ext cx="10607040" cy="438912"/>
          </a:xfrm>
          <a:prstGeom prst="rect">
            <a:avLst/>
          </a:prstGeom>
          <a:noFill/>
          <a:ln/>
        </p:spPr>
        <p:txBody>
          <a:bodyPr wrap="square" lIns="0" tIns="0" rIns="0" bIns="0" rtlCol="0" anchor="ctr"/>
          <a:lstStyle/>
          <a:p>
            <a:pPr marL="0" indent="0">
              <a:buNone/>
            </a:pPr>
            <a:r>
              <a:rPr lang="en-US" sz="2000" b="1" dirty="0">
                <a:solidFill>
                  <a:srgbClr val="0A0A0F"/>
                </a:solidFill>
                <a:latin typeface="Malgun Gothic" pitchFamily="34" charset="0"/>
                <a:ea typeface="Malgun Gothic" pitchFamily="34" charset="-122"/>
                <a:cs typeface="Malgun Gothic" pitchFamily="34" charset="-120"/>
              </a:rPr>
              <a:t>먹다 → 먹 + 어요 → 먹어요</a:t>
            </a:r>
            <a:r>
              <a:rPr lang="en-US" sz="1300" b="1" dirty="0">
                <a:solidFill>
                  <a:srgbClr val="4236F6"/>
                </a:solidFill>
                <a:latin typeface="Arial" pitchFamily="34" charset="0"/>
                <a:ea typeface="Arial" pitchFamily="34" charset="-122"/>
                <a:cs typeface="Arial" pitchFamily="34" charset="-120"/>
              </a:rPr>
              <a:t>   [mo-go-io]</a:t>
            </a:r>
            <a:r>
              <a:rPr lang="en-US" sz="1300" dirty="0">
                <a:solidFill>
                  <a:srgbClr val="5C5F6B"/>
                </a:solidFill>
                <a:latin typeface="Malgun Gothic" pitchFamily="34" charset="0"/>
                <a:ea typeface="Malgun Gothic" pitchFamily="34" charset="-122"/>
                <a:cs typeface="Malgun Gothic" pitchFamily="34" charset="-120"/>
              </a:rPr>
              <a:t>   comer · ㅓ → 어요</a:t>
            </a:r>
            <a:endParaRPr lang="en-US" sz="2000" dirty="0"/>
          </a:p>
        </p:txBody>
      </p:sp>
      <p:sp>
        <p:nvSpPr>
          <p:cNvPr id="8" name="Text 5"/>
          <p:cNvSpPr txBox="1"/>
          <p:nvPr/>
        </p:nvSpPr>
        <p:spPr>
          <a:xfrm>
            <a:off x="822960" y="2880360"/>
            <a:ext cx="10607040" cy="438912"/>
          </a:xfrm>
          <a:prstGeom prst="rect">
            <a:avLst/>
          </a:prstGeom>
          <a:noFill/>
          <a:ln/>
        </p:spPr>
        <p:txBody>
          <a:bodyPr wrap="square" lIns="0" tIns="0" rIns="0" bIns="0" rtlCol="0" anchor="ctr"/>
          <a:lstStyle/>
          <a:p>
            <a:pPr marL="0" indent="0">
              <a:buNone/>
            </a:pPr>
            <a:r>
              <a:rPr lang="en-US" sz="2000" b="1" dirty="0">
                <a:solidFill>
                  <a:srgbClr val="0A0A0F"/>
                </a:solidFill>
                <a:latin typeface="Malgun Gothic" pitchFamily="34" charset="0"/>
                <a:ea typeface="Malgun Gothic" pitchFamily="34" charset="-122"/>
                <a:cs typeface="Malgun Gothic" pitchFamily="34" charset="-120"/>
              </a:rPr>
              <a:t>공부하다 → 공부해요</a:t>
            </a:r>
            <a:r>
              <a:rPr lang="en-US" sz="1300" b="1" dirty="0">
                <a:solidFill>
                  <a:srgbClr val="4236F6"/>
                </a:solidFill>
                <a:latin typeface="Arial" pitchFamily="34" charset="0"/>
                <a:ea typeface="Arial" pitchFamily="34" charset="-122"/>
                <a:cs typeface="Arial" pitchFamily="34" charset="-120"/>
              </a:rPr>
              <a:t>   [gong-bu-je-io]</a:t>
            </a:r>
            <a:r>
              <a:rPr lang="en-US" sz="1300" dirty="0">
                <a:solidFill>
                  <a:srgbClr val="5C5F6B"/>
                </a:solidFill>
                <a:latin typeface="Malgun Gothic" pitchFamily="34" charset="0"/>
                <a:ea typeface="Malgun Gothic" pitchFamily="34" charset="-122"/>
                <a:cs typeface="Malgun Gothic" pitchFamily="34" charset="-120"/>
              </a:rPr>
              <a:t>   estudiar · 하다 → 해요</a:t>
            </a:r>
            <a:endParaRPr lang="en-US" sz="2000" dirty="0"/>
          </a:p>
        </p:txBody>
      </p:sp>
      <p:sp>
        <p:nvSpPr>
          <p:cNvPr id="9" name="Shape 6"/>
          <p:cNvSpPr/>
          <p:nvPr/>
        </p:nvSpPr>
        <p:spPr>
          <a:xfrm>
            <a:off x="548640" y="3429000"/>
            <a:ext cx="2651760" cy="960120"/>
          </a:xfrm>
          <a:prstGeom prst="roundRect">
            <a:avLst>
              <a:gd name="adj" fmla="val 7619"/>
            </a:avLst>
          </a:prstGeom>
          <a:solidFill>
            <a:srgbClr val="EEF1FF"/>
          </a:solidFill>
          <a:ln w="12700">
            <a:solidFill>
              <a:srgbClr val="D8DCF5"/>
            </a:solidFill>
            <a:prstDash val="solid"/>
          </a:ln>
        </p:spPr>
      </p:sp>
      <p:sp>
        <p:nvSpPr>
          <p:cNvPr id="10" name="Text 7"/>
          <p:cNvSpPr txBox="1"/>
          <p:nvPr/>
        </p:nvSpPr>
        <p:spPr>
          <a:xfrm>
            <a:off x="548640" y="3483864"/>
            <a:ext cx="2651760" cy="499262"/>
          </a:xfrm>
          <a:prstGeom prst="rect">
            <a:avLst/>
          </a:prstGeom>
          <a:noFill/>
          <a:ln/>
        </p:spPr>
        <p:txBody>
          <a:bodyPr wrap="square" lIns="0" tIns="0" rIns="0" bIns="0" rtlCol="0" anchor="ctr"/>
          <a:lstStyle/>
          <a:p>
            <a:pPr marL="0" indent="0" algn="ctr">
              <a:buNone/>
            </a:pPr>
            <a:r>
              <a:rPr lang="en-US" sz="2200" b="1" dirty="0">
                <a:solidFill>
                  <a:srgbClr val="0A0A0F"/>
                </a:solidFill>
                <a:latin typeface="Malgun Gothic" pitchFamily="34" charset="0"/>
                <a:ea typeface="Malgun Gothic" pitchFamily="34" charset="-122"/>
                <a:cs typeface="Malgun Gothic" pitchFamily="34" charset="-120"/>
              </a:rPr>
              <a:t>신어요</a:t>
            </a:r>
            <a:endParaRPr lang="en-US" sz="2200" dirty="0"/>
          </a:p>
        </p:txBody>
      </p:sp>
      <p:sp>
        <p:nvSpPr>
          <p:cNvPr id="11" name="Text 8"/>
          <p:cNvSpPr txBox="1"/>
          <p:nvPr/>
        </p:nvSpPr>
        <p:spPr>
          <a:xfrm>
            <a:off x="548640" y="3957066"/>
            <a:ext cx="2651760" cy="211226"/>
          </a:xfrm>
          <a:prstGeom prst="rect">
            <a:avLst/>
          </a:prstGeom>
          <a:noFill/>
          <a:ln/>
        </p:spPr>
        <p:txBody>
          <a:bodyPr wrap="square" lIns="0" tIns="0" rIns="0" bIns="0" rtlCol="0" anchor="ctr"/>
          <a:lstStyle/>
          <a:p>
            <a:pPr marL="0" indent="0" algn="ctr">
              <a:buNone/>
            </a:pPr>
            <a:r>
              <a:rPr lang="en-US" sz="1200" b="1" dirty="0">
                <a:solidFill>
                  <a:srgbClr val="4236F6"/>
                </a:solidFill>
                <a:latin typeface="Arial" pitchFamily="34" charset="0"/>
                <a:ea typeface="Arial" pitchFamily="34" charset="-122"/>
                <a:cs typeface="Arial" pitchFamily="34" charset="-120"/>
              </a:rPr>
              <a:t>shi-no-io</a:t>
            </a:r>
            <a:endParaRPr lang="en-US" sz="1200" dirty="0"/>
          </a:p>
        </p:txBody>
      </p:sp>
      <p:sp>
        <p:nvSpPr>
          <p:cNvPr id="12" name="Text 9"/>
          <p:cNvSpPr txBox="1"/>
          <p:nvPr/>
        </p:nvSpPr>
        <p:spPr>
          <a:xfrm>
            <a:off x="548640" y="4139489"/>
            <a:ext cx="2651760" cy="230429"/>
          </a:xfrm>
          <a:prstGeom prst="rect">
            <a:avLst/>
          </a:prstGeom>
          <a:noFill/>
          <a:ln/>
        </p:spPr>
        <p:txBody>
          <a:bodyPr wrap="square" lIns="0" tIns="0" rIns="0" bIns="0" rtlCol="0" anchor="ctr"/>
          <a:lstStyle/>
          <a:p>
            <a:pPr marL="0" indent="0" algn="ctr">
              <a:buNone/>
            </a:pPr>
            <a:r>
              <a:rPr lang="en-US" sz="1200" dirty="0">
                <a:solidFill>
                  <a:srgbClr val="5C5F6B"/>
                </a:solidFill>
                <a:latin typeface="Arial" pitchFamily="34" charset="0"/>
                <a:ea typeface="Arial" pitchFamily="34" charset="-122"/>
                <a:cs typeface="Arial" pitchFamily="34" charset="-120"/>
              </a:rPr>
              <a:t>ponerse zapatos</a:t>
            </a:r>
            <a:endParaRPr lang="en-US" sz="1200" dirty="0"/>
          </a:p>
        </p:txBody>
      </p:sp>
      <p:sp>
        <p:nvSpPr>
          <p:cNvPr id="13" name="Shape 10"/>
          <p:cNvSpPr/>
          <p:nvPr/>
        </p:nvSpPr>
        <p:spPr>
          <a:xfrm>
            <a:off x="3353105" y="3429000"/>
            <a:ext cx="2651760" cy="960120"/>
          </a:xfrm>
          <a:prstGeom prst="roundRect">
            <a:avLst>
              <a:gd name="adj" fmla="val 7619"/>
            </a:avLst>
          </a:prstGeom>
          <a:solidFill>
            <a:srgbClr val="EEF1FF"/>
          </a:solidFill>
          <a:ln w="12700">
            <a:solidFill>
              <a:srgbClr val="D8DCF5"/>
            </a:solidFill>
            <a:prstDash val="solid"/>
          </a:ln>
        </p:spPr>
      </p:sp>
      <p:sp>
        <p:nvSpPr>
          <p:cNvPr id="14" name="Text 11"/>
          <p:cNvSpPr txBox="1"/>
          <p:nvPr/>
        </p:nvSpPr>
        <p:spPr>
          <a:xfrm>
            <a:off x="3353105" y="3483864"/>
            <a:ext cx="2651760" cy="499262"/>
          </a:xfrm>
          <a:prstGeom prst="rect">
            <a:avLst/>
          </a:prstGeom>
          <a:noFill/>
          <a:ln/>
        </p:spPr>
        <p:txBody>
          <a:bodyPr wrap="square" lIns="0" tIns="0" rIns="0" bIns="0" rtlCol="0" anchor="ctr"/>
          <a:lstStyle/>
          <a:p>
            <a:pPr marL="0" indent="0" algn="ctr">
              <a:buNone/>
            </a:pPr>
            <a:r>
              <a:rPr lang="en-US" sz="2200" b="1" dirty="0">
                <a:solidFill>
                  <a:srgbClr val="0A0A0F"/>
                </a:solidFill>
                <a:latin typeface="Malgun Gothic" pitchFamily="34" charset="0"/>
                <a:ea typeface="Malgun Gothic" pitchFamily="34" charset="-122"/>
                <a:cs typeface="Malgun Gothic" pitchFamily="34" charset="-120"/>
              </a:rPr>
              <a:t>와요</a:t>
            </a:r>
            <a:endParaRPr lang="en-US" sz="2200" dirty="0"/>
          </a:p>
        </p:txBody>
      </p:sp>
      <p:sp>
        <p:nvSpPr>
          <p:cNvPr id="15" name="Text 12"/>
          <p:cNvSpPr txBox="1"/>
          <p:nvPr/>
        </p:nvSpPr>
        <p:spPr>
          <a:xfrm>
            <a:off x="3353105" y="3957066"/>
            <a:ext cx="2651760" cy="211226"/>
          </a:xfrm>
          <a:prstGeom prst="rect">
            <a:avLst/>
          </a:prstGeom>
          <a:noFill/>
          <a:ln/>
        </p:spPr>
        <p:txBody>
          <a:bodyPr wrap="square" lIns="0" tIns="0" rIns="0" bIns="0" rtlCol="0" anchor="ctr"/>
          <a:lstStyle/>
          <a:p>
            <a:pPr marL="0" indent="0" algn="ctr">
              <a:buNone/>
            </a:pPr>
            <a:r>
              <a:rPr lang="en-US" sz="1200" b="1" dirty="0">
                <a:solidFill>
                  <a:srgbClr val="4236F6"/>
                </a:solidFill>
                <a:latin typeface="Arial" pitchFamily="34" charset="0"/>
                <a:ea typeface="Arial" pitchFamily="34" charset="-122"/>
                <a:cs typeface="Arial" pitchFamily="34" charset="-120"/>
              </a:rPr>
              <a:t>ua-io</a:t>
            </a:r>
            <a:endParaRPr lang="en-US" sz="1200" dirty="0"/>
          </a:p>
        </p:txBody>
      </p:sp>
      <p:sp>
        <p:nvSpPr>
          <p:cNvPr id="16" name="Text 13"/>
          <p:cNvSpPr txBox="1"/>
          <p:nvPr/>
        </p:nvSpPr>
        <p:spPr>
          <a:xfrm>
            <a:off x="3353105" y="4139489"/>
            <a:ext cx="2651760" cy="230429"/>
          </a:xfrm>
          <a:prstGeom prst="rect">
            <a:avLst/>
          </a:prstGeom>
          <a:noFill/>
          <a:ln/>
        </p:spPr>
        <p:txBody>
          <a:bodyPr wrap="square" lIns="0" tIns="0" rIns="0" bIns="0" rtlCol="0" anchor="ctr"/>
          <a:lstStyle/>
          <a:p>
            <a:pPr marL="0" indent="0" algn="ctr">
              <a:buNone/>
            </a:pPr>
            <a:r>
              <a:rPr lang="en-US" sz="1200" dirty="0">
                <a:solidFill>
                  <a:srgbClr val="5C5F6B"/>
                </a:solidFill>
                <a:latin typeface="Arial" pitchFamily="34" charset="0"/>
                <a:ea typeface="Arial" pitchFamily="34" charset="-122"/>
                <a:cs typeface="Arial" pitchFamily="34" charset="-120"/>
              </a:rPr>
              <a:t>venir</a:t>
            </a:r>
            <a:endParaRPr lang="en-US" sz="1200" dirty="0"/>
          </a:p>
        </p:txBody>
      </p:sp>
      <p:sp>
        <p:nvSpPr>
          <p:cNvPr id="17" name="Shape 14"/>
          <p:cNvSpPr/>
          <p:nvPr/>
        </p:nvSpPr>
        <p:spPr>
          <a:xfrm>
            <a:off x="6157570" y="3429000"/>
            <a:ext cx="2651760" cy="960120"/>
          </a:xfrm>
          <a:prstGeom prst="roundRect">
            <a:avLst>
              <a:gd name="adj" fmla="val 7619"/>
            </a:avLst>
          </a:prstGeom>
          <a:solidFill>
            <a:srgbClr val="EEF1FF"/>
          </a:solidFill>
          <a:ln w="12700">
            <a:solidFill>
              <a:srgbClr val="D8DCF5"/>
            </a:solidFill>
            <a:prstDash val="solid"/>
          </a:ln>
        </p:spPr>
      </p:sp>
      <p:sp>
        <p:nvSpPr>
          <p:cNvPr id="18" name="Text 15"/>
          <p:cNvSpPr txBox="1"/>
          <p:nvPr/>
        </p:nvSpPr>
        <p:spPr>
          <a:xfrm>
            <a:off x="6157570" y="3483864"/>
            <a:ext cx="2651760" cy="499262"/>
          </a:xfrm>
          <a:prstGeom prst="rect">
            <a:avLst/>
          </a:prstGeom>
          <a:noFill/>
          <a:ln/>
        </p:spPr>
        <p:txBody>
          <a:bodyPr wrap="square" lIns="0" tIns="0" rIns="0" bIns="0" rtlCol="0" anchor="ctr"/>
          <a:lstStyle/>
          <a:p>
            <a:pPr marL="0" indent="0" algn="ctr">
              <a:buNone/>
            </a:pPr>
            <a:r>
              <a:rPr lang="en-US" sz="2200" b="1" dirty="0">
                <a:solidFill>
                  <a:srgbClr val="0A0A0F"/>
                </a:solidFill>
                <a:latin typeface="Malgun Gothic" pitchFamily="34" charset="0"/>
                <a:ea typeface="Malgun Gothic" pitchFamily="34" charset="-122"/>
                <a:cs typeface="Malgun Gothic" pitchFamily="34" charset="-120"/>
              </a:rPr>
              <a:t>뭐 해요?</a:t>
            </a:r>
            <a:endParaRPr lang="en-US" sz="2200" dirty="0"/>
          </a:p>
        </p:txBody>
      </p:sp>
      <p:sp>
        <p:nvSpPr>
          <p:cNvPr id="19" name="Text 16"/>
          <p:cNvSpPr txBox="1"/>
          <p:nvPr/>
        </p:nvSpPr>
        <p:spPr>
          <a:xfrm>
            <a:off x="6157570" y="3957066"/>
            <a:ext cx="2651760" cy="211226"/>
          </a:xfrm>
          <a:prstGeom prst="rect">
            <a:avLst/>
          </a:prstGeom>
          <a:noFill/>
          <a:ln/>
        </p:spPr>
        <p:txBody>
          <a:bodyPr wrap="square" lIns="0" tIns="0" rIns="0" bIns="0" rtlCol="0" anchor="ctr"/>
          <a:lstStyle/>
          <a:p>
            <a:pPr marL="0" indent="0" algn="ctr">
              <a:buNone/>
            </a:pPr>
            <a:r>
              <a:rPr lang="en-US" sz="1200" b="1" dirty="0">
                <a:solidFill>
                  <a:srgbClr val="4236F6"/>
                </a:solidFill>
                <a:latin typeface="Arial" pitchFamily="34" charset="0"/>
                <a:ea typeface="Arial" pitchFamily="34" charset="-122"/>
                <a:cs typeface="Arial" pitchFamily="34" charset="-120"/>
              </a:rPr>
              <a:t>mo je-io</a:t>
            </a:r>
            <a:endParaRPr lang="en-US" sz="1200" dirty="0"/>
          </a:p>
        </p:txBody>
      </p:sp>
      <p:sp>
        <p:nvSpPr>
          <p:cNvPr id="20" name="Text 17"/>
          <p:cNvSpPr txBox="1"/>
          <p:nvPr/>
        </p:nvSpPr>
        <p:spPr>
          <a:xfrm>
            <a:off x="6157570" y="4139489"/>
            <a:ext cx="2651760" cy="230429"/>
          </a:xfrm>
          <a:prstGeom prst="rect">
            <a:avLst/>
          </a:prstGeom>
          <a:noFill/>
          <a:ln/>
        </p:spPr>
        <p:txBody>
          <a:bodyPr wrap="square" lIns="0" tIns="0" rIns="0" bIns="0" rtlCol="0" anchor="ctr"/>
          <a:lstStyle/>
          <a:p>
            <a:pPr marL="0" indent="0" algn="ctr">
              <a:buNone/>
            </a:pPr>
            <a:r>
              <a:rPr lang="en-US" sz="1200" dirty="0">
                <a:solidFill>
                  <a:srgbClr val="5C5F6B"/>
                </a:solidFill>
                <a:latin typeface="Arial" pitchFamily="34" charset="0"/>
                <a:ea typeface="Arial" pitchFamily="34" charset="-122"/>
                <a:cs typeface="Arial" pitchFamily="34" charset="-120"/>
              </a:rPr>
              <a:t>¿qué haces?</a:t>
            </a:r>
            <a:endParaRPr lang="en-US" sz="1200" dirty="0"/>
          </a:p>
        </p:txBody>
      </p:sp>
      <p:sp>
        <p:nvSpPr>
          <p:cNvPr id="21" name="Shape 18"/>
          <p:cNvSpPr/>
          <p:nvPr/>
        </p:nvSpPr>
        <p:spPr>
          <a:xfrm>
            <a:off x="8962034" y="3429000"/>
            <a:ext cx="2651760" cy="960120"/>
          </a:xfrm>
          <a:prstGeom prst="roundRect">
            <a:avLst>
              <a:gd name="adj" fmla="val 7619"/>
            </a:avLst>
          </a:prstGeom>
          <a:solidFill>
            <a:srgbClr val="EEF1FF"/>
          </a:solidFill>
          <a:ln w="12700">
            <a:solidFill>
              <a:srgbClr val="D8DCF5"/>
            </a:solidFill>
            <a:prstDash val="solid"/>
          </a:ln>
        </p:spPr>
      </p:sp>
      <p:sp>
        <p:nvSpPr>
          <p:cNvPr id="22" name="Text 19"/>
          <p:cNvSpPr txBox="1"/>
          <p:nvPr/>
        </p:nvSpPr>
        <p:spPr>
          <a:xfrm>
            <a:off x="8962034" y="3483864"/>
            <a:ext cx="2651760" cy="499262"/>
          </a:xfrm>
          <a:prstGeom prst="rect">
            <a:avLst/>
          </a:prstGeom>
          <a:noFill/>
          <a:ln/>
        </p:spPr>
        <p:txBody>
          <a:bodyPr wrap="square" lIns="0" tIns="0" rIns="0" bIns="0" rtlCol="0" anchor="ctr"/>
          <a:lstStyle/>
          <a:p>
            <a:pPr marL="0" indent="0" algn="ctr">
              <a:buNone/>
            </a:pPr>
            <a:r>
              <a:rPr lang="en-US" sz="2200" b="1" dirty="0">
                <a:solidFill>
                  <a:srgbClr val="0A0A0F"/>
                </a:solidFill>
                <a:latin typeface="Malgun Gothic" pitchFamily="34" charset="0"/>
                <a:ea typeface="Malgun Gothic" pitchFamily="34" charset="-122"/>
                <a:cs typeface="Malgun Gothic" pitchFamily="34" charset="-120"/>
              </a:rPr>
              <a:t>뭐 봐요?</a:t>
            </a:r>
            <a:endParaRPr lang="en-US" sz="2200" dirty="0"/>
          </a:p>
        </p:txBody>
      </p:sp>
      <p:sp>
        <p:nvSpPr>
          <p:cNvPr id="23" name="Text 20"/>
          <p:cNvSpPr txBox="1"/>
          <p:nvPr/>
        </p:nvSpPr>
        <p:spPr>
          <a:xfrm>
            <a:off x="8962034" y="3957066"/>
            <a:ext cx="2651760" cy="211226"/>
          </a:xfrm>
          <a:prstGeom prst="rect">
            <a:avLst/>
          </a:prstGeom>
          <a:noFill/>
          <a:ln/>
        </p:spPr>
        <p:txBody>
          <a:bodyPr wrap="square" lIns="0" tIns="0" rIns="0" bIns="0" rtlCol="0" anchor="ctr"/>
          <a:lstStyle/>
          <a:p>
            <a:pPr marL="0" indent="0" algn="ctr">
              <a:buNone/>
            </a:pPr>
            <a:r>
              <a:rPr lang="en-US" sz="1200" b="1" dirty="0">
                <a:solidFill>
                  <a:srgbClr val="4236F6"/>
                </a:solidFill>
                <a:latin typeface="Arial" pitchFamily="34" charset="0"/>
                <a:ea typeface="Arial" pitchFamily="34" charset="-122"/>
                <a:cs typeface="Arial" pitchFamily="34" charset="-120"/>
              </a:rPr>
              <a:t>mo bua-io</a:t>
            </a:r>
            <a:endParaRPr lang="en-US" sz="1200" dirty="0"/>
          </a:p>
        </p:txBody>
      </p:sp>
      <p:sp>
        <p:nvSpPr>
          <p:cNvPr id="24" name="Text 21"/>
          <p:cNvSpPr txBox="1"/>
          <p:nvPr/>
        </p:nvSpPr>
        <p:spPr>
          <a:xfrm>
            <a:off x="8962034" y="4139489"/>
            <a:ext cx="2651760" cy="230429"/>
          </a:xfrm>
          <a:prstGeom prst="rect">
            <a:avLst/>
          </a:prstGeom>
          <a:noFill/>
          <a:ln/>
        </p:spPr>
        <p:txBody>
          <a:bodyPr wrap="square" lIns="0" tIns="0" rIns="0" bIns="0" rtlCol="0" anchor="ctr"/>
          <a:lstStyle/>
          <a:p>
            <a:pPr marL="0" indent="0" algn="ctr">
              <a:buNone/>
            </a:pPr>
            <a:r>
              <a:rPr lang="en-US" sz="1200" dirty="0">
                <a:solidFill>
                  <a:srgbClr val="5C5F6B"/>
                </a:solidFill>
                <a:latin typeface="Arial" pitchFamily="34" charset="0"/>
                <a:ea typeface="Arial" pitchFamily="34" charset="-122"/>
                <a:cs typeface="Arial" pitchFamily="34" charset="-120"/>
              </a:rPr>
              <a:t>¿qué ves?</a:t>
            </a:r>
            <a:endParaRPr lang="en-US" sz="1200" dirty="0"/>
          </a:p>
        </p:txBody>
      </p:sp>
      <p:sp>
        <p:nvSpPr>
          <p:cNvPr id="25" name="Shape 22"/>
          <p:cNvSpPr/>
          <p:nvPr/>
        </p:nvSpPr>
        <p:spPr>
          <a:xfrm>
            <a:off x="548640" y="4526280"/>
            <a:ext cx="11064240" cy="1417320"/>
          </a:xfrm>
          <a:prstGeom prst="roundRect">
            <a:avLst>
              <a:gd name="adj" fmla="val 5161"/>
            </a:avLst>
          </a:prstGeom>
          <a:solidFill>
            <a:srgbClr val="EEF1FF"/>
          </a:solidFill>
          <a:ln w="12700">
            <a:solidFill>
              <a:srgbClr val="D8DCF5"/>
            </a:solidFill>
            <a:prstDash val="solid"/>
          </a:ln>
        </p:spPr>
      </p:sp>
      <p:sp>
        <p:nvSpPr>
          <p:cNvPr id="26" name="Text 23"/>
          <p:cNvSpPr txBox="1"/>
          <p:nvPr/>
        </p:nvSpPr>
        <p:spPr>
          <a:xfrm>
            <a:off x="822960" y="4617720"/>
            <a:ext cx="10515600" cy="292608"/>
          </a:xfrm>
          <a:prstGeom prst="rect">
            <a:avLst/>
          </a:prstGeom>
          <a:noFill/>
          <a:ln/>
        </p:spPr>
        <p:txBody>
          <a:bodyPr wrap="square" lIns="0" tIns="0" rIns="0" bIns="0" rtlCol="0" anchor="ctr"/>
          <a:lstStyle/>
          <a:p>
            <a:pPr marL="0" indent="0">
              <a:buNone/>
            </a:pPr>
            <a:r>
              <a:rPr lang="en-US" sz="1200" b="1" kern="0" spc="200" dirty="0">
                <a:solidFill>
                  <a:srgbClr val="003478"/>
                </a:solidFill>
                <a:latin typeface="Arial" pitchFamily="34" charset="0"/>
                <a:ea typeface="Arial" pitchFamily="34" charset="-122"/>
                <a:cs typeface="Arial" pitchFamily="34" charset="-120"/>
              </a:rPr>
              <a:t>✏️  PRACTICA TÚ · GUÍA DE ESTUDIO · CAPÍTULO 7</a:t>
            </a:r>
            <a:r>
              <a:rPr lang="en-US" sz="1100" i="1" dirty="0">
                <a:solidFill>
                  <a:srgbClr val="5C5F6B"/>
                </a:solidFill>
                <a:latin typeface="Arial" pitchFamily="34" charset="0"/>
                <a:ea typeface="Arial" pitchFamily="34" charset="-122"/>
                <a:cs typeface="Arial" pitchFamily="34" charset="-120"/>
              </a:rPr>
              <a:t>   (respuestas al final)</a:t>
            </a:r>
            <a:endParaRPr lang="en-US" sz="1200" dirty="0"/>
          </a:p>
        </p:txBody>
      </p:sp>
      <p:sp>
        <p:nvSpPr>
          <p:cNvPr id="27" name="Text 24"/>
          <p:cNvSpPr txBox="1"/>
          <p:nvPr/>
        </p:nvSpPr>
        <p:spPr>
          <a:xfrm>
            <a:off x="822960" y="4937760"/>
            <a:ext cx="10515600" cy="310896"/>
          </a:xfrm>
          <a:prstGeom prst="rect">
            <a:avLst/>
          </a:prstGeom>
          <a:noFill/>
          <a:ln/>
        </p:spPr>
        <p:txBody>
          <a:bodyPr wrap="square" lIns="0" tIns="0" rIns="0" bIns="0" rtlCol="0" anchor="ctr"/>
          <a:lstStyle/>
          <a:p>
            <a:pPr marL="0" indent="0">
              <a:buNone/>
            </a:pPr>
            <a:r>
              <a:rPr lang="en-US" sz="1400" dirty="0">
                <a:solidFill>
                  <a:srgbClr val="0A0A0F"/>
                </a:solidFill>
                <a:latin typeface="Malgun Gothic" pitchFamily="34" charset="0"/>
                <a:ea typeface="Malgun Gothic" pitchFamily="34" charset="-122"/>
                <a:cs typeface="Malgun Gothic" pitchFamily="34" charset="-120"/>
              </a:rPr>
              <a:t>1.  Conjuga: 마시다 → ______ · 읽다 → ______ · 하다 → ______</a:t>
            </a:r>
            <a:endParaRPr lang="en-US" sz="1400" dirty="0"/>
          </a:p>
        </p:txBody>
      </p:sp>
      <p:sp>
        <p:nvSpPr>
          <p:cNvPr id="28" name="Text 25"/>
          <p:cNvSpPr txBox="1"/>
          <p:nvPr/>
        </p:nvSpPr>
        <p:spPr>
          <a:xfrm>
            <a:off x="822960" y="5257800"/>
            <a:ext cx="10515600" cy="310896"/>
          </a:xfrm>
          <a:prstGeom prst="rect">
            <a:avLst/>
          </a:prstGeom>
          <a:noFill/>
          <a:ln/>
        </p:spPr>
        <p:txBody>
          <a:bodyPr wrap="square" lIns="0" tIns="0" rIns="0" bIns="0" rtlCol="0" anchor="ctr"/>
          <a:lstStyle/>
          <a:p>
            <a:pPr marL="0" indent="0">
              <a:buNone/>
            </a:pPr>
            <a:r>
              <a:rPr lang="en-US" sz="1400" dirty="0">
                <a:solidFill>
                  <a:srgbClr val="0A0A0F"/>
                </a:solidFill>
                <a:latin typeface="Malgun Gothic" pitchFamily="34" charset="0"/>
                <a:ea typeface="Malgun Gothic" pitchFamily="34" charset="-122"/>
                <a:cs typeface="Malgun Gothic" pitchFamily="34" charset="-120"/>
              </a:rPr>
              <a:t>2.  “Papá ve televisión” — con las dos partículas correctas.</a:t>
            </a:r>
            <a:endParaRPr lang="en-US" sz="1400" dirty="0"/>
          </a:p>
        </p:txBody>
      </p:sp>
      <p:sp>
        <p:nvSpPr>
          <p:cNvPr id="29" name="Text 26"/>
          <p:cNvSpPr txBox="1"/>
          <p:nvPr/>
        </p:nvSpPr>
        <p:spPr>
          <a:xfrm>
            <a:off x="822960" y="5577840"/>
            <a:ext cx="10515600" cy="310896"/>
          </a:xfrm>
          <a:prstGeom prst="rect">
            <a:avLst/>
          </a:prstGeom>
          <a:noFill/>
          <a:ln/>
        </p:spPr>
        <p:txBody>
          <a:bodyPr wrap="square" lIns="0" tIns="0" rIns="0" bIns="0" rtlCol="0" anchor="ctr"/>
          <a:lstStyle/>
          <a:p>
            <a:pPr marL="0" indent="0">
              <a:buNone/>
            </a:pPr>
            <a:r>
              <a:rPr lang="en-US" sz="1400" dirty="0">
                <a:solidFill>
                  <a:srgbClr val="0A0A0F"/>
                </a:solidFill>
                <a:latin typeface="Malgun Gothic" pitchFamily="34" charset="0"/>
                <a:ea typeface="Malgun Gothic" pitchFamily="34" charset="-122"/>
                <a:cs typeface="Malgun Gothic" pitchFamily="34" charset="-120"/>
              </a:rPr>
              <a:t>3.  Pregunta “¿qué comes?” y responde “como pan”.</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310896"/>
          </a:xfrm>
          <a:prstGeom prst="rect">
            <a:avLst/>
          </a:prstGeom>
          <a:noFill/>
          <a:ln/>
        </p:spPr>
        <p:txBody>
          <a:bodyPr wrap="square" lIns="0" tIns="0" rIns="0" bIns="0" rtlCol="0" anchor="ctr"/>
          <a:lstStyle/>
          <a:p>
            <a:pPr marL="0" indent="0">
              <a:buNone/>
            </a:pPr>
            <a:r>
              <a:rPr lang="en-US" sz="1200" b="1" kern="0" spc="300" dirty="0">
                <a:solidFill>
                  <a:srgbClr val="4236F6"/>
                </a:solidFill>
                <a:latin typeface="Arial" pitchFamily="34" charset="0"/>
                <a:ea typeface="Arial" pitchFamily="34" charset="-122"/>
                <a:cs typeface="Arial" pitchFamily="34" charset="-120"/>
              </a:rPr>
              <a:t>9과 · 사과를 좋아해요</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marL="0" indent="0">
              <a:buNone/>
            </a:pPr>
            <a:r>
              <a:rPr lang="en-US" sz="3200" b="1" dirty="0">
                <a:solidFill>
                  <a:srgbClr val="0A0A0F"/>
                </a:solidFill>
                <a:latin typeface="Arial" pitchFamily="34" charset="0"/>
                <a:ea typeface="Arial" pitchFamily="34" charset="-122"/>
                <a:cs typeface="Arial" pitchFamily="34" charset="-120"/>
              </a:rPr>
              <a:t>Decir lo que te gusta — y las 3 preguntas mágicas</a:t>
            </a:r>
            <a:endParaRPr lang="en-US" sz="3200" dirty="0"/>
          </a:p>
        </p:txBody>
      </p:sp>
      <p:pic>
        <p:nvPicPr>
          <p:cNvPr id="4" name="Image 0" descr="C:\Users\Chingu\AppData\Local\Temp\claude\C--Users-Chingu-Desktop-ACADEMIASEULWEB\d4111e1b-5523-44ea-97b2-b1a1d9545b9e\scratchpad\igpost\sello-azul.png"/>
          <p:cNvPicPr>
            <a:picLocks noChangeAspect="1"/>
          </p:cNvPicPr>
          <p:nvPr/>
        </p:nvPicPr>
        <p:blipFill>
          <a:blip r:embed="rId3"/>
          <a:stretch>
            <a:fillRect/>
          </a:stretch>
        </p:blipFill>
        <p:spPr>
          <a:xfrm>
            <a:off x="11475720" y="6236208"/>
            <a:ext cx="457200" cy="438912"/>
          </a:xfrm>
          <a:prstGeom prst="rect">
            <a:avLst/>
          </a:prstGeom>
        </p:spPr>
      </p:pic>
      <p:sp>
        <p:nvSpPr>
          <p:cNvPr id="5" name="Text 2"/>
          <p:cNvSpPr txBox="1"/>
          <p:nvPr/>
        </p:nvSpPr>
        <p:spPr>
          <a:xfrm>
            <a:off x="822960" y="1600200"/>
            <a:ext cx="10607040" cy="566928"/>
          </a:xfrm>
          <a:prstGeom prst="rect">
            <a:avLst/>
          </a:prstGeom>
          <a:noFill/>
          <a:ln/>
        </p:spPr>
        <p:txBody>
          <a:bodyPr wrap="square" lIns="0" tIns="0" rIns="0" bIns="0" rtlCol="0" anchor="ctr"/>
          <a:lstStyle/>
          <a:p>
            <a:pPr marL="0" indent="0">
              <a:buNone/>
            </a:pPr>
            <a:r>
              <a:rPr lang="en-US" sz="2600" b="1" dirty="0">
                <a:solidFill>
                  <a:srgbClr val="0A0A0F"/>
                </a:solidFill>
                <a:latin typeface="Malgun Gothic" pitchFamily="34" charset="0"/>
                <a:ea typeface="Malgun Gothic" pitchFamily="34" charset="-122"/>
                <a:cs typeface="Malgun Gothic" pitchFamily="34" charset="-120"/>
              </a:rPr>
              <a:t>나는 망고 주스를 좋아해요.</a:t>
            </a:r>
            <a:r>
              <a:rPr lang="en-US" sz="1400" b="1" dirty="0">
                <a:solidFill>
                  <a:srgbClr val="4236F6"/>
                </a:solidFill>
                <a:latin typeface="Arial" pitchFamily="34" charset="0"/>
                <a:ea typeface="Arial" pitchFamily="34" charset="-122"/>
                <a:cs typeface="Arial" pitchFamily="34" charset="-120"/>
              </a:rPr>
              <a:t>   [na-nun man-go chu-su-rul cho-a-je-io]</a:t>
            </a:r>
            <a:r>
              <a:rPr lang="en-US" sz="1400" i="1" dirty="0">
                <a:solidFill>
                  <a:srgbClr val="5C5F6B"/>
                </a:solidFill>
                <a:latin typeface="Arial" pitchFamily="34" charset="0"/>
                <a:ea typeface="Arial" pitchFamily="34" charset="-122"/>
                <a:cs typeface="Arial" pitchFamily="34" charset="-120"/>
              </a:rPr>
              <a:t>   me gusta el jugo de mango</a:t>
            </a:r>
            <a:endParaRPr lang="en-US" sz="2600" dirty="0"/>
          </a:p>
        </p:txBody>
      </p:sp>
      <p:sp>
        <p:nvSpPr>
          <p:cNvPr id="6" name="Text 3"/>
          <p:cNvSpPr txBox="1"/>
          <p:nvPr/>
        </p:nvSpPr>
        <p:spPr>
          <a:xfrm>
            <a:off x="822960" y="2240280"/>
            <a:ext cx="10607040" cy="566928"/>
          </a:xfrm>
          <a:prstGeom prst="rect">
            <a:avLst/>
          </a:prstGeom>
          <a:noFill/>
          <a:ln/>
        </p:spPr>
        <p:txBody>
          <a:bodyPr wrap="square" lIns="0" tIns="0" rIns="0" bIns="0" rtlCol="0" anchor="ctr"/>
          <a:lstStyle/>
          <a:p>
            <a:pPr marL="0" indent="0">
              <a:buNone/>
            </a:pPr>
            <a:r>
              <a:rPr lang="en-US" sz="2600" b="1" dirty="0">
                <a:solidFill>
                  <a:srgbClr val="0A0A0F"/>
                </a:solidFill>
                <a:latin typeface="Malgun Gothic" pitchFamily="34" charset="0"/>
                <a:ea typeface="Malgun Gothic" pitchFamily="34" charset="-122"/>
                <a:cs typeface="Malgun Gothic" pitchFamily="34" charset="-120"/>
              </a:rPr>
              <a:t>파스타 좋아해요?  네!</a:t>
            </a:r>
            <a:r>
              <a:rPr lang="en-US" sz="1400" b="1" dirty="0">
                <a:solidFill>
                  <a:srgbClr val="4236F6"/>
                </a:solidFill>
                <a:latin typeface="Arial" pitchFamily="34" charset="0"/>
                <a:ea typeface="Arial" pitchFamily="34" charset="-122"/>
                <a:cs typeface="Arial" pitchFamily="34" charset="-120"/>
              </a:rPr>
              <a:t>   [pas-ta cho-a-je-io]</a:t>
            </a:r>
            <a:r>
              <a:rPr lang="en-US" sz="1400" i="1" dirty="0">
                <a:solidFill>
                  <a:srgbClr val="5C5F6B"/>
                </a:solidFill>
                <a:latin typeface="Arial" pitchFamily="34" charset="0"/>
                <a:ea typeface="Arial" pitchFamily="34" charset="-122"/>
                <a:cs typeface="Arial" pitchFamily="34" charset="-120"/>
              </a:rPr>
              <a:t>   ¿te gusta la pasta? ¡sí!</a:t>
            </a:r>
            <a:endParaRPr lang="en-US" sz="2600" dirty="0"/>
          </a:p>
        </p:txBody>
      </p:sp>
      <p:sp>
        <p:nvSpPr>
          <p:cNvPr id="7" name="Text 4"/>
          <p:cNvSpPr txBox="1"/>
          <p:nvPr/>
        </p:nvSpPr>
        <p:spPr>
          <a:xfrm>
            <a:off x="822960" y="2880360"/>
            <a:ext cx="10607040" cy="566928"/>
          </a:xfrm>
          <a:prstGeom prst="rect">
            <a:avLst/>
          </a:prstGeom>
          <a:noFill/>
          <a:ln/>
        </p:spPr>
        <p:txBody>
          <a:bodyPr wrap="square" lIns="0" tIns="0" rIns="0" bIns="0" rtlCol="0" anchor="ctr"/>
          <a:lstStyle/>
          <a:p>
            <a:pPr marL="0" indent="0">
              <a:buNone/>
            </a:pPr>
            <a:r>
              <a:rPr lang="en-US" sz="2600" b="1" dirty="0">
                <a:solidFill>
                  <a:srgbClr val="0A0A0F"/>
                </a:solidFill>
                <a:latin typeface="Malgun Gothic" pitchFamily="34" charset="0"/>
                <a:ea typeface="Malgun Gothic" pitchFamily="34" charset="-122"/>
                <a:cs typeface="Malgun Gothic" pitchFamily="34" charset="-120"/>
              </a:rPr>
              <a:t>싫어해요.</a:t>
            </a:r>
            <a:r>
              <a:rPr lang="en-US" sz="1400" b="1" dirty="0">
                <a:solidFill>
                  <a:srgbClr val="4236F6"/>
                </a:solidFill>
                <a:latin typeface="Arial" pitchFamily="34" charset="0"/>
                <a:ea typeface="Arial" pitchFamily="34" charset="-122"/>
                <a:cs typeface="Arial" pitchFamily="34" charset="-120"/>
              </a:rPr>
              <a:t>   [shi-ro-je-io]</a:t>
            </a:r>
            <a:r>
              <a:rPr lang="en-US" sz="1400" i="1" dirty="0">
                <a:solidFill>
                  <a:srgbClr val="5C5F6B"/>
                </a:solidFill>
                <a:latin typeface="Arial" pitchFamily="34" charset="0"/>
                <a:ea typeface="Arial" pitchFamily="34" charset="-122"/>
                <a:cs typeface="Arial" pitchFamily="34" charset="-120"/>
              </a:rPr>
              <a:t>   no me gusta</a:t>
            </a:r>
            <a:endParaRPr lang="en-US" sz="2600" dirty="0"/>
          </a:p>
        </p:txBody>
      </p:sp>
      <p:sp>
        <p:nvSpPr>
          <p:cNvPr id="8" name="Shape 5"/>
          <p:cNvSpPr/>
          <p:nvPr/>
        </p:nvSpPr>
        <p:spPr>
          <a:xfrm>
            <a:off x="822960" y="3794760"/>
            <a:ext cx="3429000" cy="1371600"/>
          </a:xfrm>
          <a:prstGeom prst="roundRect">
            <a:avLst>
              <a:gd name="adj" fmla="val 5333"/>
            </a:avLst>
          </a:prstGeom>
          <a:solidFill>
            <a:srgbClr val="EEF1FF"/>
          </a:solidFill>
          <a:ln w="12700">
            <a:solidFill>
              <a:srgbClr val="D8DCF5"/>
            </a:solidFill>
            <a:prstDash val="solid"/>
          </a:ln>
        </p:spPr>
      </p:sp>
      <p:sp>
        <p:nvSpPr>
          <p:cNvPr id="9" name="Text 6"/>
          <p:cNvSpPr txBox="1"/>
          <p:nvPr/>
        </p:nvSpPr>
        <p:spPr>
          <a:xfrm>
            <a:off x="822960" y="3849624"/>
            <a:ext cx="3429000" cy="713232"/>
          </a:xfrm>
          <a:prstGeom prst="rect">
            <a:avLst/>
          </a:prstGeom>
          <a:noFill/>
          <a:ln/>
        </p:spPr>
        <p:txBody>
          <a:bodyPr wrap="square" lIns="0" tIns="0" rIns="0" bIns="0" rtlCol="0" anchor="ctr"/>
          <a:lstStyle/>
          <a:p>
            <a:pPr marL="0" indent="0" algn="ctr">
              <a:buNone/>
            </a:pPr>
            <a:r>
              <a:rPr lang="en-US" sz="3200" b="1" dirty="0">
                <a:solidFill>
                  <a:srgbClr val="0A0A0F"/>
                </a:solidFill>
                <a:latin typeface="Malgun Gothic" pitchFamily="34" charset="0"/>
                <a:ea typeface="Malgun Gothic" pitchFamily="34" charset="-122"/>
                <a:cs typeface="Malgun Gothic" pitchFamily="34" charset="-120"/>
              </a:rPr>
              <a:t>뭐?</a:t>
            </a:r>
            <a:endParaRPr lang="en-US" sz="3200" dirty="0"/>
          </a:p>
        </p:txBody>
      </p:sp>
      <p:sp>
        <p:nvSpPr>
          <p:cNvPr id="10" name="Text 7"/>
          <p:cNvSpPr txBox="1"/>
          <p:nvPr/>
        </p:nvSpPr>
        <p:spPr>
          <a:xfrm>
            <a:off x="822960" y="4549140"/>
            <a:ext cx="3429000" cy="301752"/>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mo</a:t>
            </a:r>
            <a:endParaRPr lang="en-US" sz="1100" dirty="0"/>
          </a:p>
        </p:txBody>
      </p:sp>
      <p:sp>
        <p:nvSpPr>
          <p:cNvPr id="11" name="Text 8"/>
          <p:cNvSpPr txBox="1"/>
          <p:nvPr/>
        </p:nvSpPr>
        <p:spPr>
          <a:xfrm>
            <a:off x="822960" y="4809744"/>
            <a:ext cx="3429000" cy="329184"/>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¿qué?</a:t>
            </a:r>
            <a:endParaRPr lang="en-US" sz="1100" dirty="0"/>
          </a:p>
        </p:txBody>
      </p:sp>
      <p:sp>
        <p:nvSpPr>
          <p:cNvPr id="12" name="Shape 9"/>
          <p:cNvSpPr/>
          <p:nvPr/>
        </p:nvSpPr>
        <p:spPr>
          <a:xfrm>
            <a:off x="4526280" y="3794760"/>
            <a:ext cx="3429000" cy="1371600"/>
          </a:xfrm>
          <a:prstGeom prst="roundRect">
            <a:avLst>
              <a:gd name="adj" fmla="val 5333"/>
            </a:avLst>
          </a:prstGeom>
          <a:solidFill>
            <a:srgbClr val="EEF1FF"/>
          </a:solidFill>
          <a:ln w="12700">
            <a:solidFill>
              <a:srgbClr val="D8DCF5"/>
            </a:solidFill>
            <a:prstDash val="solid"/>
          </a:ln>
        </p:spPr>
      </p:sp>
      <p:sp>
        <p:nvSpPr>
          <p:cNvPr id="13" name="Text 10"/>
          <p:cNvSpPr txBox="1"/>
          <p:nvPr/>
        </p:nvSpPr>
        <p:spPr>
          <a:xfrm>
            <a:off x="4526280" y="3849624"/>
            <a:ext cx="3429000" cy="713232"/>
          </a:xfrm>
          <a:prstGeom prst="rect">
            <a:avLst/>
          </a:prstGeom>
          <a:noFill/>
          <a:ln/>
        </p:spPr>
        <p:txBody>
          <a:bodyPr wrap="square" lIns="0" tIns="0" rIns="0" bIns="0" rtlCol="0" anchor="ctr"/>
          <a:lstStyle/>
          <a:p>
            <a:pPr marL="0" indent="0" algn="ctr">
              <a:buNone/>
            </a:pPr>
            <a:r>
              <a:rPr lang="en-US" sz="3200" b="1" dirty="0">
                <a:solidFill>
                  <a:srgbClr val="0A0A0F"/>
                </a:solidFill>
                <a:latin typeface="Malgun Gothic" pitchFamily="34" charset="0"/>
                <a:ea typeface="Malgun Gothic" pitchFamily="34" charset="-122"/>
                <a:cs typeface="Malgun Gothic" pitchFamily="34" charset="-120"/>
              </a:rPr>
              <a:t>누구?</a:t>
            </a:r>
            <a:endParaRPr lang="en-US" sz="3200" dirty="0"/>
          </a:p>
        </p:txBody>
      </p:sp>
      <p:sp>
        <p:nvSpPr>
          <p:cNvPr id="14" name="Text 11"/>
          <p:cNvSpPr txBox="1"/>
          <p:nvPr/>
        </p:nvSpPr>
        <p:spPr>
          <a:xfrm>
            <a:off x="4526280" y="4549140"/>
            <a:ext cx="3429000" cy="301752"/>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nu-gu</a:t>
            </a:r>
            <a:endParaRPr lang="en-US" sz="1100" dirty="0"/>
          </a:p>
        </p:txBody>
      </p:sp>
      <p:sp>
        <p:nvSpPr>
          <p:cNvPr id="15" name="Text 12"/>
          <p:cNvSpPr txBox="1"/>
          <p:nvPr/>
        </p:nvSpPr>
        <p:spPr>
          <a:xfrm>
            <a:off x="4526280" y="4809744"/>
            <a:ext cx="3429000" cy="329184"/>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¿quién?</a:t>
            </a:r>
            <a:endParaRPr lang="en-US" sz="1100" dirty="0"/>
          </a:p>
        </p:txBody>
      </p:sp>
      <p:sp>
        <p:nvSpPr>
          <p:cNvPr id="16" name="Shape 13"/>
          <p:cNvSpPr/>
          <p:nvPr/>
        </p:nvSpPr>
        <p:spPr>
          <a:xfrm>
            <a:off x="8229600" y="3794760"/>
            <a:ext cx="3429000" cy="1371600"/>
          </a:xfrm>
          <a:prstGeom prst="roundRect">
            <a:avLst>
              <a:gd name="adj" fmla="val 5333"/>
            </a:avLst>
          </a:prstGeom>
          <a:solidFill>
            <a:srgbClr val="EEF1FF"/>
          </a:solidFill>
          <a:ln w="12700">
            <a:solidFill>
              <a:srgbClr val="D8DCF5"/>
            </a:solidFill>
            <a:prstDash val="solid"/>
          </a:ln>
        </p:spPr>
      </p:sp>
      <p:sp>
        <p:nvSpPr>
          <p:cNvPr id="17" name="Text 14"/>
          <p:cNvSpPr txBox="1"/>
          <p:nvPr/>
        </p:nvSpPr>
        <p:spPr>
          <a:xfrm>
            <a:off x="8229600" y="3849624"/>
            <a:ext cx="3429000" cy="713232"/>
          </a:xfrm>
          <a:prstGeom prst="rect">
            <a:avLst/>
          </a:prstGeom>
          <a:noFill/>
          <a:ln/>
        </p:spPr>
        <p:txBody>
          <a:bodyPr wrap="square" lIns="0" tIns="0" rIns="0" bIns="0" rtlCol="0" anchor="ctr"/>
          <a:lstStyle/>
          <a:p>
            <a:pPr marL="0" indent="0" algn="ctr">
              <a:buNone/>
            </a:pPr>
            <a:r>
              <a:rPr lang="en-US" sz="3200" b="1" dirty="0">
                <a:solidFill>
                  <a:srgbClr val="0A0A0F"/>
                </a:solidFill>
                <a:latin typeface="Malgun Gothic" pitchFamily="34" charset="0"/>
                <a:ea typeface="Malgun Gothic" pitchFamily="34" charset="-122"/>
                <a:cs typeface="Malgun Gothic" pitchFamily="34" charset="-120"/>
              </a:rPr>
              <a:t>어디?</a:t>
            </a:r>
            <a:endParaRPr lang="en-US" sz="3200" dirty="0"/>
          </a:p>
        </p:txBody>
      </p:sp>
      <p:sp>
        <p:nvSpPr>
          <p:cNvPr id="18" name="Text 15"/>
          <p:cNvSpPr txBox="1"/>
          <p:nvPr/>
        </p:nvSpPr>
        <p:spPr>
          <a:xfrm>
            <a:off x="8229600" y="4549140"/>
            <a:ext cx="3429000" cy="301752"/>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o-di</a:t>
            </a:r>
            <a:endParaRPr lang="en-US" sz="1100" dirty="0"/>
          </a:p>
        </p:txBody>
      </p:sp>
      <p:sp>
        <p:nvSpPr>
          <p:cNvPr id="19" name="Text 16"/>
          <p:cNvSpPr txBox="1"/>
          <p:nvPr/>
        </p:nvSpPr>
        <p:spPr>
          <a:xfrm>
            <a:off x="8229600" y="4809744"/>
            <a:ext cx="3429000" cy="329184"/>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¿dónde?</a:t>
            </a:r>
            <a:endParaRPr lang="en-US" sz="1100" dirty="0"/>
          </a:p>
        </p:txBody>
      </p:sp>
      <p:sp>
        <p:nvSpPr>
          <p:cNvPr id="20" name="Text 17"/>
          <p:cNvSpPr txBox="1"/>
          <p:nvPr/>
        </p:nvSpPr>
        <p:spPr>
          <a:xfrm>
            <a:off x="822960" y="5440680"/>
            <a:ext cx="10607040" cy="411480"/>
          </a:xfrm>
          <a:prstGeom prst="rect">
            <a:avLst/>
          </a:prstGeom>
          <a:noFill/>
          <a:ln/>
        </p:spPr>
        <p:txBody>
          <a:bodyPr wrap="square" lIns="0" tIns="0" rIns="0" bIns="0" rtlCol="0" anchor="ctr"/>
          <a:lstStyle/>
          <a:p>
            <a:pPr marL="0" indent="0">
              <a:buNone/>
            </a:pPr>
            <a:r>
              <a:rPr lang="en-US" sz="1500" b="1" dirty="0">
                <a:solidFill>
                  <a:srgbClr val="003478"/>
                </a:solidFill>
                <a:latin typeface="Malgun Gothic" pitchFamily="34" charset="0"/>
                <a:ea typeface="Malgun Gothic" pitchFamily="34" charset="-122"/>
                <a:cs typeface="Malgun Gothic" pitchFamily="34" charset="-120"/>
              </a:rPr>
              <a:t>뭐 마셔요? · 뭐 먹어요? · 어디에 가요? · 누구예요? — con 3 palabritas (뭐 · 누구 · 어디) ya conversas.</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310896"/>
          </a:xfrm>
          <a:prstGeom prst="rect">
            <a:avLst/>
          </a:prstGeom>
          <a:noFill/>
          <a:ln/>
        </p:spPr>
        <p:txBody>
          <a:bodyPr wrap="square" lIns="0" tIns="0" rIns="0" bIns="0" rtlCol="0" anchor="ctr"/>
          <a:lstStyle/>
          <a:p>
            <a:pPr marL="0" indent="0">
              <a:buNone/>
            </a:pPr>
            <a:r>
              <a:rPr lang="en-US" sz="1200" b="1" kern="0" spc="300" dirty="0">
                <a:solidFill>
                  <a:srgbClr val="4236F6"/>
                </a:solidFill>
                <a:latin typeface="Arial" pitchFamily="34" charset="0"/>
                <a:ea typeface="Arial" pitchFamily="34" charset="-122"/>
                <a:cs typeface="Arial" pitchFamily="34" charset="-120"/>
              </a:rPr>
              <a:t>9과 · 좋아해요 / 싫어해요</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marL="0" indent="0">
              <a:buNone/>
            </a:pPr>
            <a:r>
              <a:rPr lang="en-US" sz="3200" b="1" dirty="0">
                <a:solidFill>
                  <a:srgbClr val="0A0A0F"/>
                </a:solidFill>
                <a:latin typeface="Arial" pitchFamily="34" charset="0"/>
                <a:ea typeface="Arial" pitchFamily="34" charset="-122"/>
                <a:cs typeface="Arial" pitchFamily="34" charset="-120"/>
              </a:rPr>
              <a:t>Como verbos normales — y un adelanto</a:t>
            </a:r>
            <a:endParaRPr lang="en-US" sz="3200" dirty="0"/>
          </a:p>
        </p:txBody>
      </p:sp>
      <p:pic>
        <p:nvPicPr>
          <p:cNvPr id="4" name="Image 0" descr="C:\Users\Chingu\AppData\Local\Temp\claude\C--Users-Chingu-Desktop-ACADEMIASEULWEB\d4111e1b-5523-44ea-97b2-b1a1d9545b9e\scratchpad\igpost\sello-azul.png"/>
          <p:cNvPicPr>
            <a:picLocks noChangeAspect="1"/>
          </p:cNvPicPr>
          <p:nvPr/>
        </p:nvPicPr>
        <p:blipFill>
          <a:blip r:embed="rId3"/>
          <a:stretch>
            <a:fillRect/>
          </a:stretch>
        </p:blipFill>
        <p:spPr>
          <a:xfrm>
            <a:off x="11475720" y="6236208"/>
            <a:ext cx="457200" cy="438912"/>
          </a:xfrm>
          <a:prstGeom prst="rect">
            <a:avLst/>
          </a:prstGeom>
        </p:spPr>
      </p:pic>
      <p:sp>
        <p:nvSpPr>
          <p:cNvPr id="5" name="Text 2"/>
          <p:cNvSpPr txBox="1"/>
          <p:nvPr/>
        </p:nvSpPr>
        <p:spPr>
          <a:xfrm>
            <a:off x="822960" y="1508760"/>
            <a:ext cx="10607040" cy="566928"/>
          </a:xfrm>
          <a:prstGeom prst="rect">
            <a:avLst/>
          </a:prstGeom>
          <a:noFill/>
          <a:ln/>
        </p:spPr>
        <p:txBody>
          <a:bodyPr wrap="square" lIns="0" tIns="0" rIns="0" bIns="0" rtlCol="0" anchor="ctr"/>
          <a:lstStyle/>
          <a:p>
            <a:pPr marL="0" indent="0">
              <a:buNone/>
            </a:pPr>
            <a:r>
              <a:rPr lang="en-US" sz="2400" b="1" dirty="0">
                <a:solidFill>
                  <a:srgbClr val="0A0A0F"/>
                </a:solidFill>
                <a:latin typeface="Malgun Gothic" pitchFamily="34" charset="0"/>
                <a:ea typeface="Malgun Gothic" pitchFamily="34" charset="-122"/>
                <a:cs typeface="Malgun Gothic" pitchFamily="34" charset="-120"/>
              </a:rPr>
              <a:t>피자 좋아해요.</a:t>
            </a:r>
            <a:r>
              <a:rPr lang="en-US" sz="1400" b="1" dirty="0">
                <a:solidFill>
                  <a:srgbClr val="4236F6"/>
                </a:solidFill>
                <a:latin typeface="Arial" pitchFamily="34" charset="0"/>
                <a:ea typeface="Arial" pitchFamily="34" charset="-122"/>
                <a:cs typeface="Arial" pitchFamily="34" charset="-120"/>
              </a:rPr>
              <a:t>   [pi-cha cho-a-je-io]</a:t>
            </a:r>
            <a:r>
              <a:rPr lang="en-US" sz="1400" i="1" dirty="0">
                <a:solidFill>
                  <a:srgbClr val="5C5F6B"/>
                </a:solidFill>
                <a:latin typeface="Arial" pitchFamily="34" charset="0"/>
                <a:ea typeface="Arial" pitchFamily="34" charset="-122"/>
                <a:cs typeface="Arial" pitchFamily="34" charset="-120"/>
              </a:rPr>
              <a:t>   me gusta la pizza (relajado: se omite el 를)</a:t>
            </a:r>
            <a:endParaRPr lang="en-US" sz="2400" dirty="0"/>
          </a:p>
        </p:txBody>
      </p:sp>
      <p:sp>
        <p:nvSpPr>
          <p:cNvPr id="6" name="Text 3"/>
          <p:cNvSpPr txBox="1"/>
          <p:nvPr/>
        </p:nvSpPr>
        <p:spPr>
          <a:xfrm>
            <a:off x="822960" y="2011680"/>
            <a:ext cx="10607040" cy="566928"/>
          </a:xfrm>
          <a:prstGeom prst="rect">
            <a:avLst/>
          </a:prstGeom>
          <a:noFill/>
          <a:ln/>
        </p:spPr>
        <p:txBody>
          <a:bodyPr wrap="square" lIns="0" tIns="0" rIns="0" bIns="0" rtlCol="0" anchor="ctr"/>
          <a:lstStyle/>
          <a:p>
            <a:pPr marL="0" indent="0">
              <a:buNone/>
            </a:pPr>
            <a:r>
              <a:rPr lang="en-US" sz="2400" b="1" dirty="0">
                <a:solidFill>
                  <a:srgbClr val="0A0A0F"/>
                </a:solidFill>
                <a:latin typeface="Malgun Gothic" pitchFamily="34" charset="0"/>
                <a:ea typeface="Malgun Gothic" pitchFamily="34" charset="-122"/>
                <a:cs typeface="Malgun Gothic" pitchFamily="34" charset="-120"/>
              </a:rPr>
              <a:t>소주 좋아해요?</a:t>
            </a:r>
            <a:r>
              <a:rPr lang="en-US" sz="1400" b="1" dirty="0">
                <a:solidFill>
                  <a:srgbClr val="4236F6"/>
                </a:solidFill>
                <a:latin typeface="Arial" pitchFamily="34" charset="0"/>
                <a:ea typeface="Arial" pitchFamily="34" charset="-122"/>
                <a:cs typeface="Arial" pitchFamily="34" charset="-120"/>
              </a:rPr>
              <a:t>   [so-chu cho-a-je-io]</a:t>
            </a:r>
            <a:r>
              <a:rPr lang="en-US" sz="1400" i="1" dirty="0">
                <a:solidFill>
                  <a:srgbClr val="5C5F6B"/>
                </a:solidFill>
                <a:latin typeface="Arial" pitchFamily="34" charset="0"/>
                <a:ea typeface="Arial" pitchFamily="34" charset="-122"/>
                <a:cs typeface="Arial" pitchFamily="34" charset="-120"/>
              </a:rPr>
              <a:t>   ¿te gusta el soju?</a:t>
            </a:r>
            <a:endParaRPr lang="en-US" sz="2400" dirty="0"/>
          </a:p>
        </p:txBody>
      </p:sp>
      <p:sp>
        <p:nvSpPr>
          <p:cNvPr id="7" name="Text 4"/>
          <p:cNvSpPr txBox="1"/>
          <p:nvPr/>
        </p:nvSpPr>
        <p:spPr>
          <a:xfrm>
            <a:off x="822960" y="2514600"/>
            <a:ext cx="10607040" cy="566928"/>
          </a:xfrm>
          <a:prstGeom prst="rect">
            <a:avLst/>
          </a:prstGeom>
          <a:noFill/>
          <a:ln/>
        </p:spPr>
        <p:txBody>
          <a:bodyPr wrap="square" lIns="0" tIns="0" rIns="0" bIns="0" rtlCol="0" anchor="ctr"/>
          <a:lstStyle/>
          <a:p>
            <a:pPr marL="0" indent="0">
              <a:buNone/>
            </a:pPr>
            <a:r>
              <a:rPr lang="en-US" sz="2400" b="1" dirty="0">
                <a:solidFill>
                  <a:srgbClr val="0A0A0F"/>
                </a:solidFill>
                <a:latin typeface="Malgun Gothic" pitchFamily="34" charset="0"/>
                <a:ea typeface="Malgun Gothic" pitchFamily="34" charset="-122"/>
                <a:cs typeface="Malgun Gothic" pitchFamily="34" charset="-120"/>
              </a:rPr>
              <a:t>아니요, 싫어해요.</a:t>
            </a:r>
            <a:r>
              <a:rPr lang="en-US" sz="1400" b="1" dirty="0">
                <a:solidFill>
                  <a:srgbClr val="4236F6"/>
                </a:solidFill>
                <a:latin typeface="Arial" pitchFamily="34" charset="0"/>
                <a:ea typeface="Arial" pitchFamily="34" charset="-122"/>
                <a:cs typeface="Arial" pitchFamily="34" charset="-120"/>
              </a:rPr>
              <a:t>   [a-ni-io, shi-ro-je-io]</a:t>
            </a:r>
            <a:r>
              <a:rPr lang="en-US" sz="1400" i="1" dirty="0">
                <a:solidFill>
                  <a:srgbClr val="5C5F6B"/>
                </a:solidFill>
                <a:latin typeface="Arial" pitchFamily="34" charset="0"/>
                <a:ea typeface="Arial" pitchFamily="34" charset="-122"/>
                <a:cs typeface="Arial" pitchFamily="34" charset="-120"/>
              </a:rPr>
              <a:t>   no, no me gusta</a:t>
            </a:r>
            <a:endParaRPr lang="en-US" sz="2400" dirty="0"/>
          </a:p>
        </p:txBody>
      </p:sp>
      <p:sp>
        <p:nvSpPr>
          <p:cNvPr id="8" name="Shape 5"/>
          <p:cNvSpPr/>
          <p:nvPr/>
        </p:nvSpPr>
        <p:spPr>
          <a:xfrm>
            <a:off x="548640" y="3108960"/>
            <a:ext cx="11064240" cy="548640"/>
          </a:xfrm>
          <a:prstGeom prst="roundRect">
            <a:avLst>
              <a:gd name="adj" fmla="val 13333"/>
            </a:avLst>
          </a:prstGeom>
          <a:solidFill>
            <a:srgbClr val="EEF1FF"/>
          </a:solidFill>
          <a:ln w="12700">
            <a:solidFill>
              <a:srgbClr val="D8DCF5"/>
            </a:solidFill>
            <a:prstDash val="solid"/>
          </a:ln>
        </p:spPr>
      </p:sp>
      <p:sp>
        <p:nvSpPr>
          <p:cNvPr id="9" name="Text 6"/>
          <p:cNvSpPr txBox="1"/>
          <p:nvPr/>
        </p:nvSpPr>
        <p:spPr>
          <a:xfrm>
            <a:off x="822960" y="3264408"/>
            <a:ext cx="10515600" cy="274320"/>
          </a:xfrm>
          <a:prstGeom prst="rect">
            <a:avLst/>
          </a:prstGeom>
          <a:noFill/>
          <a:ln/>
        </p:spPr>
        <p:txBody>
          <a:bodyPr wrap="square" lIns="0" tIns="0" rIns="0" bIns="0" rtlCol="0" anchor="ctr"/>
          <a:lstStyle/>
          <a:p>
            <a:pPr marL="0" indent="0">
              <a:buNone/>
            </a:pPr>
            <a:r>
              <a:rPr lang="en-US" sz="1300" b="1" dirty="0">
                <a:solidFill>
                  <a:srgbClr val="0A0A0F"/>
                </a:solidFill>
                <a:latin typeface="Arial" pitchFamily="34" charset="0"/>
                <a:ea typeface="Arial" pitchFamily="34" charset="-122"/>
                <a:cs typeface="Arial" pitchFamily="34" charset="-120"/>
              </a:rPr>
              <a:t>COSA + </a:t>
            </a:r>
            <a:r>
              <a:rPr lang="en-US" sz="1700" b="1" dirty="0">
                <a:solidFill>
                  <a:srgbClr val="4236F6"/>
                </a:solidFill>
                <a:latin typeface="Malgun Gothic" pitchFamily="34" charset="0"/>
                <a:ea typeface="Malgun Gothic" pitchFamily="34" charset="-122"/>
                <a:cs typeface="Malgun Gothic" pitchFamily="34" charset="-120"/>
              </a:rPr>
              <a:t>을/를</a:t>
            </a:r>
            <a:r>
              <a:rPr lang="en-US" sz="1300" b="1" dirty="0">
                <a:solidFill>
                  <a:srgbClr val="0A0A0F"/>
                </a:solidFill>
                <a:latin typeface="Arial" pitchFamily="34" charset="0"/>
                <a:ea typeface="Arial" pitchFamily="34" charset="-122"/>
                <a:cs typeface="Arial" pitchFamily="34" charset="-120"/>
              </a:rPr>
              <a:t> + </a:t>
            </a:r>
            <a:r>
              <a:rPr lang="en-US" sz="1700" b="1" dirty="0">
                <a:solidFill>
                  <a:srgbClr val="4236F6"/>
                </a:solidFill>
                <a:latin typeface="Malgun Gothic" pitchFamily="34" charset="0"/>
                <a:ea typeface="Malgun Gothic" pitchFamily="34" charset="-122"/>
                <a:cs typeface="Malgun Gothic" pitchFamily="34" charset="-120"/>
              </a:rPr>
              <a:t>좋아해요</a:t>
            </a:r>
            <a:r>
              <a:rPr lang="en-US" sz="1200" dirty="0">
                <a:solidFill>
                  <a:srgbClr val="5C5F6B"/>
                </a:solidFill>
                <a:latin typeface="Arial" pitchFamily="34" charset="0"/>
                <a:ea typeface="Arial" pitchFamily="34" charset="-122"/>
                <a:cs typeface="Arial" pitchFamily="34" charset="-120"/>
              </a:rPr>
              <a:t>  [cho-a-je-io]   ·   </a:t>
            </a:r>
            <a:r>
              <a:rPr lang="en-US" sz="1700" b="1" dirty="0">
                <a:solidFill>
                  <a:srgbClr val="4236F6"/>
                </a:solidFill>
                <a:latin typeface="Malgun Gothic" pitchFamily="34" charset="0"/>
                <a:ea typeface="Malgun Gothic" pitchFamily="34" charset="-122"/>
                <a:cs typeface="Malgun Gothic" pitchFamily="34" charset="-120"/>
              </a:rPr>
              <a:t>싫어해요</a:t>
            </a:r>
            <a:r>
              <a:rPr lang="en-US" sz="1200" dirty="0">
                <a:solidFill>
                  <a:srgbClr val="5C5F6B"/>
                </a:solidFill>
                <a:latin typeface="Arial" pitchFamily="34" charset="0"/>
                <a:ea typeface="Arial" pitchFamily="34" charset="-122"/>
                <a:cs typeface="Arial" pitchFamily="34" charset="-120"/>
              </a:rPr>
              <a:t>  [shi-ro-je-io]</a:t>
            </a:r>
            <a:endParaRPr lang="en-US" sz="1300" dirty="0"/>
          </a:p>
        </p:txBody>
      </p:sp>
      <p:sp>
        <p:nvSpPr>
          <p:cNvPr id="10" name="Shape 7"/>
          <p:cNvSpPr/>
          <p:nvPr/>
        </p:nvSpPr>
        <p:spPr>
          <a:xfrm>
            <a:off x="548640" y="3794760"/>
            <a:ext cx="11064240" cy="685800"/>
          </a:xfrm>
          <a:prstGeom prst="roundRect">
            <a:avLst>
              <a:gd name="adj" fmla="val 10667"/>
            </a:avLst>
          </a:prstGeom>
          <a:solidFill>
            <a:srgbClr val="003478"/>
          </a:solidFill>
          <a:ln/>
        </p:spPr>
      </p:sp>
      <p:sp>
        <p:nvSpPr>
          <p:cNvPr id="11" name="Text 8"/>
          <p:cNvSpPr txBox="1"/>
          <p:nvPr/>
        </p:nvSpPr>
        <p:spPr>
          <a:xfrm>
            <a:off x="822960" y="3950208"/>
            <a:ext cx="10515600" cy="411480"/>
          </a:xfrm>
          <a:prstGeom prst="rect">
            <a:avLst/>
          </a:prstGeom>
          <a:noFill/>
          <a:ln/>
        </p:spPr>
        <p:txBody>
          <a:bodyPr wrap="square" lIns="0" tIns="0" rIns="0" bIns="0" rtlCol="0" anchor="ctr"/>
          <a:lstStyle/>
          <a:p>
            <a:pPr marL="0" indent="0">
              <a:buNone/>
            </a:pPr>
            <a:r>
              <a:rPr lang="en-US" sz="1200" b="1" dirty="0">
                <a:solidFill>
                  <a:srgbClr val="D4AF37"/>
                </a:solidFill>
                <a:latin typeface="Arial" pitchFamily="34" charset="0"/>
                <a:ea typeface="Arial" pitchFamily="34" charset="-122"/>
                <a:cs typeface="Arial" pitchFamily="34" charset="-120"/>
              </a:rPr>
              <a:t>★ BONUS clase 10 (no entra al examen):  </a:t>
            </a:r>
            <a:r>
              <a:rPr lang="en-US" sz="1900" b="1" dirty="0">
                <a:solidFill>
                  <a:srgbClr val="FFFFFF"/>
                </a:solidFill>
                <a:latin typeface="Malgun Gothic" pitchFamily="34" charset="0"/>
                <a:ea typeface="Malgun Gothic" pitchFamily="34" charset="-122"/>
                <a:cs typeface="Malgun Gothic" pitchFamily="34" charset="-120"/>
              </a:rPr>
              <a:t>갔어요</a:t>
            </a:r>
            <a:r>
              <a:rPr lang="en-US" sz="1200" dirty="0">
                <a:solidFill>
                  <a:srgbClr val="C9CFFF"/>
                </a:solidFill>
                <a:latin typeface="Arial" pitchFamily="34" charset="0"/>
                <a:ea typeface="Arial" pitchFamily="34" charset="-122"/>
                <a:cs typeface="Arial" pitchFamily="34" charset="-120"/>
              </a:rPr>
              <a:t> [ga-sso-io] fui · pasado -았/었어요   ·   </a:t>
            </a:r>
            <a:r>
              <a:rPr lang="en-US" sz="1900" b="1" dirty="0">
                <a:solidFill>
                  <a:srgbClr val="FFFFFF"/>
                </a:solidFill>
                <a:latin typeface="Malgun Gothic" pitchFamily="34" charset="0"/>
                <a:ea typeface="Malgun Gothic" pitchFamily="34" charset="-122"/>
                <a:cs typeface="Malgun Gothic" pitchFamily="34" charset="-120"/>
              </a:rPr>
              <a:t>갈 거예요</a:t>
            </a:r>
            <a:r>
              <a:rPr lang="en-US" sz="1200" dirty="0">
                <a:solidFill>
                  <a:srgbClr val="C9CFFF"/>
                </a:solidFill>
                <a:latin typeface="Arial" pitchFamily="34" charset="0"/>
                <a:ea typeface="Arial" pitchFamily="34" charset="-122"/>
                <a:cs typeface="Arial" pitchFamily="34" charset="-120"/>
              </a:rPr>
              <a:t> [gal go-e-io] iré · futuro -(으)ㄹ 거예요  →  Básico 2 (A1.2) 😉</a:t>
            </a:r>
            <a:endParaRPr lang="en-US" sz="1200" dirty="0"/>
          </a:p>
        </p:txBody>
      </p:sp>
      <p:sp>
        <p:nvSpPr>
          <p:cNvPr id="12" name="Shape 9"/>
          <p:cNvSpPr/>
          <p:nvPr/>
        </p:nvSpPr>
        <p:spPr>
          <a:xfrm>
            <a:off x="548640" y="4617720"/>
            <a:ext cx="11064240" cy="1417320"/>
          </a:xfrm>
          <a:prstGeom prst="roundRect">
            <a:avLst>
              <a:gd name="adj" fmla="val 5161"/>
            </a:avLst>
          </a:prstGeom>
          <a:solidFill>
            <a:srgbClr val="EEF1FF"/>
          </a:solidFill>
          <a:ln w="12700">
            <a:solidFill>
              <a:srgbClr val="D8DCF5"/>
            </a:solidFill>
            <a:prstDash val="solid"/>
          </a:ln>
        </p:spPr>
      </p:sp>
      <p:sp>
        <p:nvSpPr>
          <p:cNvPr id="13" name="Text 10"/>
          <p:cNvSpPr txBox="1"/>
          <p:nvPr/>
        </p:nvSpPr>
        <p:spPr>
          <a:xfrm>
            <a:off x="822960" y="4709160"/>
            <a:ext cx="10515600" cy="292608"/>
          </a:xfrm>
          <a:prstGeom prst="rect">
            <a:avLst/>
          </a:prstGeom>
          <a:noFill/>
          <a:ln/>
        </p:spPr>
        <p:txBody>
          <a:bodyPr wrap="square" lIns="0" tIns="0" rIns="0" bIns="0" rtlCol="0" anchor="ctr"/>
          <a:lstStyle/>
          <a:p>
            <a:pPr marL="0" indent="0">
              <a:buNone/>
            </a:pPr>
            <a:r>
              <a:rPr lang="en-US" sz="1200" b="1" kern="0" spc="200" dirty="0">
                <a:solidFill>
                  <a:srgbClr val="003478"/>
                </a:solidFill>
                <a:latin typeface="Arial" pitchFamily="34" charset="0"/>
                <a:ea typeface="Arial" pitchFamily="34" charset="-122"/>
                <a:cs typeface="Arial" pitchFamily="34" charset="-120"/>
              </a:rPr>
              <a:t>✏️  PRACTICA TÚ · GUÍA DE ESTUDIO · CAPÍTULO 8</a:t>
            </a:r>
            <a:r>
              <a:rPr lang="en-US" sz="1100" i="1" dirty="0">
                <a:solidFill>
                  <a:srgbClr val="5C5F6B"/>
                </a:solidFill>
                <a:latin typeface="Arial" pitchFamily="34" charset="0"/>
                <a:ea typeface="Arial" pitchFamily="34" charset="-122"/>
                <a:cs typeface="Arial" pitchFamily="34" charset="-120"/>
              </a:rPr>
              <a:t>   (respuestas al final)</a:t>
            </a:r>
            <a:endParaRPr lang="en-US" sz="1200" dirty="0"/>
          </a:p>
        </p:txBody>
      </p:sp>
      <p:sp>
        <p:nvSpPr>
          <p:cNvPr id="14" name="Text 11"/>
          <p:cNvSpPr txBox="1"/>
          <p:nvPr/>
        </p:nvSpPr>
        <p:spPr>
          <a:xfrm>
            <a:off x="822960" y="5029200"/>
            <a:ext cx="10515600" cy="310896"/>
          </a:xfrm>
          <a:prstGeom prst="rect">
            <a:avLst/>
          </a:prstGeom>
          <a:noFill/>
          <a:ln/>
        </p:spPr>
        <p:txBody>
          <a:bodyPr wrap="square" lIns="0" tIns="0" rIns="0" bIns="0" rtlCol="0" anchor="ctr"/>
          <a:lstStyle/>
          <a:p>
            <a:pPr marL="0" indent="0">
              <a:buNone/>
            </a:pPr>
            <a:r>
              <a:rPr lang="en-US" sz="1400" dirty="0">
                <a:solidFill>
                  <a:srgbClr val="0A0A0F"/>
                </a:solidFill>
                <a:latin typeface="Malgun Gothic" pitchFamily="34" charset="0"/>
                <a:ea typeface="Malgun Gothic" pitchFamily="34" charset="-122"/>
                <a:cs typeface="Malgun Gothic" pitchFamily="34" charset="-120"/>
              </a:rPr>
              <a:t>1.  Di 3 cosas que te gustan (comida, bebida, lugar).</a:t>
            </a:r>
            <a:endParaRPr lang="en-US" sz="1400" dirty="0"/>
          </a:p>
        </p:txBody>
      </p:sp>
      <p:sp>
        <p:nvSpPr>
          <p:cNvPr id="15" name="Text 12"/>
          <p:cNvSpPr txBox="1"/>
          <p:nvPr/>
        </p:nvSpPr>
        <p:spPr>
          <a:xfrm>
            <a:off x="822960" y="5349240"/>
            <a:ext cx="10515600" cy="310896"/>
          </a:xfrm>
          <a:prstGeom prst="rect">
            <a:avLst/>
          </a:prstGeom>
          <a:noFill/>
          <a:ln/>
        </p:spPr>
        <p:txBody>
          <a:bodyPr wrap="square" lIns="0" tIns="0" rIns="0" bIns="0" rtlCol="0" anchor="ctr"/>
          <a:lstStyle/>
          <a:p>
            <a:pPr marL="0" indent="0">
              <a:buNone/>
            </a:pPr>
            <a:r>
              <a:rPr lang="en-US" sz="1400" dirty="0">
                <a:solidFill>
                  <a:srgbClr val="0A0A0F"/>
                </a:solidFill>
                <a:latin typeface="Malgun Gothic" pitchFamily="34" charset="0"/>
                <a:ea typeface="Malgun Gothic" pitchFamily="34" charset="-122"/>
                <a:cs typeface="Malgun Gothic" pitchFamily="34" charset="-120"/>
              </a:rPr>
              <a:t>2.  “¿Te gusta el soju? — No, no me gusta. Me gusta el makgeolli”.</a:t>
            </a:r>
            <a:endParaRPr lang="en-US" sz="1400" dirty="0"/>
          </a:p>
        </p:txBody>
      </p:sp>
      <p:sp>
        <p:nvSpPr>
          <p:cNvPr id="16" name="Text 13"/>
          <p:cNvSpPr txBox="1"/>
          <p:nvPr/>
        </p:nvSpPr>
        <p:spPr>
          <a:xfrm>
            <a:off x="822960" y="5669280"/>
            <a:ext cx="10515600" cy="310896"/>
          </a:xfrm>
          <a:prstGeom prst="rect">
            <a:avLst/>
          </a:prstGeom>
          <a:noFill/>
          <a:ln/>
        </p:spPr>
        <p:txBody>
          <a:bodyPr wrap="square" lIns="0" tIns="0" rIns="0" bIns="0" rtlCol="0" anchor="ctr"/>
          <a:lstStyle/>
          <a:p>
            <a:pPr marL="0" indent="0">
              <a:buNone/>
            </a:pPr>
            <a:r>
              <a:rPr lang="en-US" sz="1400" dirty="0">
                <a:solidFill>
                  <a:srgbClr val="0A0A0F"/>
                </a:solidFill>
                <a:latin typeface="Malgun Gothic" pitchFamily="34" charset="0"/>
                <a:ea typeface="Malgun Gothic" pitchFamily="34" charset="-122"/>
                <a:cs typeface="Malgun Gothic" pitchFamily="34" charset="-120"/>
              </a:rPr>
              <a:t>3.  Pregúntale a tu compañero qué le gusta.</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310896"/>
          </a:xfrm>
          <a:prstGeom prst="rect">
            <a:avLst/>
          </a:prstGeom>
          <a:noFill/>
          <a:ln/>
        </p:spPr>
        <p:txBody>
          <a:bodyPr wrap="square" lIns="0" tIns="0" rIns="0" bIns="0" rtlCol="0" anchor="ctr"/>
          <a:lstStyle/>
          <a:p>
            <a:pPr marL="0" indent="0">
              <a:buNone/>
            </a:pPr>
            <a:r>
              <a:rPr lang="en-US" sz="1200" b="1" kern="0" spc="300" dirty="0">
                <a:solidFill>
                  <a:srgbClr val="4236F6"/>
                </a:solidFill>
                <a:latin typeface="Arial" pitchFamily="34" charset="0"/>
                <a:ea typeface="Arial" pitchFamily="34" charset="-122"/>
                <a:cs typeface="Arial" pitchFamily="34" charset="-120"/>
              </a:rPr>
              <a:t>PRÁCTICA A · 은/는/을/를/에</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marL="0" indent="0">
              <a:buNone/>
            </a:pPr>
            <a:r>
              <a:rPr lang="en-US" sz="3200" b="1" dirty="0">
                <a:solidFill>
                  <a:srgbClr val="0A0A0F"/>
                </a:solidFill>
                <a:latin typeface="Arial" pitchFamily="34" charset="0"/>
                <a:ea typeface="Arial" pitchFamily="34" charset="-122"/>
                <a:cs typeface="Arial" pitchFamily="34" charset="-120"/>
              </a:rPr>
              <a:t>Completa la partícula — piensa en el batchim</a:t>
            </a:r>
            <a:endParaRPr lang="en-US" sz="3200" dirty="0"/>
          </a:p>
        </p:txBody>
      </p:sp>
      <p:pic>
        <p:nvPicPr>
          <p:cNvPr id="4" name="Image 0" descr="C:\Users\Chingu\AppData\Local\Temp\claude\C--Users-Chingu-Desktop-ACADEMIASEULWEB\d4111e1b-5523-44ea-97b2-b1a1d9545b9e\scratchpad\igpost\sello-azul.png"/>
          <p:cNvPicPr>
            <a:picLocks noChangeAspect="1"/>
          </p:cNvPicPr>
          <p:nvPr/>
        </p:nvPicPr>
        <p:blipFill>
          <a:blip r:embed="rId3"/>
          <a:stretch>
            <a:fillRect/>
          </a:stretch>
        </p:blipFill>
        <p:spPr>
          <a:xfrm>
            <a:off x="11475720" y="6236208"/>
            <a:ext cx="457200" cy="438912"/>
          </a:xfrm>
          <a:prstGeom prst="rect">
            <a:avLst/>
          </a:prstGeom>
        </p:spPr>
      </p:pic>
      <p:sp>
        <p:nvSpPr>
          <p:cNvPr id="5" name="Text 2"/>
          <p:cNvSpPr txBox="1"/>
          <p:nvPr/>
        </p:nvSpPr>
        <p:spPr>
          <a:xfrm>
            <a:off x="1097280" y="1691640"/>
            <a:ext cx="10058400" cy="548640"/>
          </a:xfrm>
          <a:prstGeom prst="rect">
            <a:avLst/>
          </a:prstGeom>
          <a:noFill/>
          <a:ln/>
        </p:spPr>
        <p:txBody>
          <a:bodyPr wrap="square" lIns="0" tIns="0" rIns="0" bIns="0" rtlCol="0" anchor="ctr"/>
          <a:lstStyle/>
          <a:p>
            <a:pPr marL="0" indent="0">
              <a:buNone/>
            </a:pPr>
            <a:r>
              <a:rPr lang="en-US" sz="2400" b="1" dirty="0">
                <a:solidFill>
                  <a:srgbClr val="0A0A0F"/>
                </a:solidFill>
                <a:latin typeface="Malgun Gothic" pitchFamily="34" charset="0"/>
                <a:ea typeface="Malgun Gothic" pitchFamily="34" charset="-122"/>
                <a:cs typeface="Malgun Gothic" pitchFamily="34" charset="-120"/>
              </a:rPr>
              <a:t>1.  아빠___ 회사___ 가요.</a:t>
            </a:r>
            <a:endParaRPr lang="en-US" sz="2400" dirty="0"/>
          </a:p>
        </p:txBody>
      </p:sp>
      <p:sp>
        <p:nvSpPr>
          <p:cNvPr id="6" name="Text 3"/>
          <p:cNvSpPr txBox="1"/>
          <p:nvPr/>
        </p:nvSpPr>
        <p:spPr>
          <a:xfrm>
            <a:off x="1097280" y="2468880"/>
            <a:ext cx="10058400" cy="548640"/>
          </a:xfrm>
          <a:prstGeom prst="rect">
            <a:avLst/>
          </a:prstGeom>
          <a:noFill/>
          <a:ln/>
        </p:spPr>
        <p:txBody>
          <a:bodyPr wrap="square" lIns="0" tIns="0" rIns="0" bIns="0" rtlCol="0" anchor="ctr"/>
          <a:lstStyle/>
          <a:p>
            <a:pPr marL="0" indent="0">
              <a:buNone/>
            </a:pPr>
            <a:r>
              <a:rPr lang="en-US" sz="2400" b="1" dirty="0">
                <a:solidFill>
                  <a:srgbClr val="0A0A0F"/>
                </a:solidFill>
                <a:latin typeface="Malgun Gothic" pitchFamily="34" charset="0"/>
                <a:ea typeface="Malgun Gothic" pitchFamily="34" charset="-122"/>
                <a:cs typeface="Malgun Gothic" pitchFamily="34" charset="-120"/>
              </a:rPr>
              <a:t>2.  엄마는 책___ 읽어요.</a:t>
            </a:r>
            <a:endParaRPr lang="en-US" sz="2400" dirty="0"/>
          </a:p>
        </p:txBody>
      </p:sp>
      <p:sp>
        <p:nvSpPr>
          <p:cNvPr id="7" name="Text 4"/>
          <p:cNvSpPr txBox="1"/>
          <p:nvPr/>
        </p:nvSpPr>
        <p:spPr>
          <a:xfrm>
            <a:off x="1097280" y="3246120"/>
            <a:ext cx="10058400" cy="548640"/>
          </a:xfrm>
          <a:prstGeom prst="rect">
            <a:avLst/>
          </a:prstGeom>
          <a:noFill/>
          <a:ln/>
        </p:spPr>
        <p:txBody>
          <a:bodyPr wrap="square" lIns="0" tIns="0" rIns="0" bIns="0" rtlCol="0" anchor="ctr"/>
          <a:lstStyle/>
          <a:p>
            <a:pPr marL="0" indent="0">
              <a:buNone/>
            </a:pPr>
            <a:r>
              <a:rPr lang="en-US" sz="2400" b="1" dirty="0">
                <a:solidFill>
                  <a:srgbClr val="0A0A0F"/>
                </a:solidFill>
                <a:latin typeface="Malgun Gothic" pitchFamily="34" charset="0"/>
                <a:ea typeface="Malgun Gothic" pitchFamily="34" charset="-122"/>
                <a:cs typeface="Malgun Gothic" pitchFamily="34" charset="-120"/>
              </a:rPr>
              <a:t>3.  동생___ 우유___ 마셔요.</a:t>
            </a:r>
            <a:endParaRPr lang="en-US" sz="2400" dirty="0"/>
          </a:p>
        </p:txBody>
      </p:sp>
      <p:sp>
        <p:nvSpPr>
          <p:cNvPr id="8" name="Text 5"/>
          <p:cNvSpPr txBox="1"/>
          <p:nvPr/>
        </p:nvSpPr>
        <p:spPr>
          <a:xfrm>
            <a:off x="1097280" y="4023360"/>
            <a:ext cx="10058400" cy="548640"/>
          </a:xfrm>
          <a:prstGeom prst="rect">
            <a:avLst/>
          </a:prstGeom>
          <a:noFill/>
          <a:ln/>
        </p:spPr>
        <p:txBody>
          <a:bodyPr wrap="square" lIns="0" tIns="0" rIns="0" bIns="0" rtlCol="0" anchor="ctr"/>
          <a:lstStyle/>
          <a:p>
            <a:pPr marL="0" indent="0">
              <a:buNone/>
            </a:pPr>
            <a:r>
              <a:rPr lang="en-US" sz="2400" b="1" dirty="0">
                <a:solidFill>
                  <a:srgbClr val="0A0A0F"/>
                </a:solidFill>
                <a:latin typeface="Malgun Gothic" pitchFamily="34" charset="0"/>
                <a:ea typeface="Malgun Gothic" pitchFamily="34" charset="-122"/>
                <a:cs typeface="Malgun Gothic" pitchFamily="34" charset="-120"/>
              </a:rPr>
              <a:t>4.  저는 수영장___ 가요.</a:t>
            </a:r>
            <a:endParaRPr lang="en-US" sz="2400" dirty="0"/>
          </a:p>
        </p:txBody>
      </p:sp>
      <p:sp>
        <p:nvSpPr>
          <p:cNvPr id="9" name="Text 6"/>
          <p:cNvSpPr txBox="1"/>
          <p:nvPr/>
        </p:nvSpPr>
        <p:spPr>
          <a:xfrm>
            <a:off x="1097280" y="4800600"/>
            <a:ext cx="10058400" cy="548640"/>
          </a:xfrm>
          <a:prstGeom prst="rect">
            <a:avLst/>
          </a:prstGeom>
          <a:noFill/>
          <a:ln/>
        </p:spPr>
        <p:txBody>
          <a:bodyPr wrap="square" lIns="0" tIns="0" rIns="0" bIns="0" rtlCol="0" anchor="ctr"/>
          <a:lstStyle/>
          <a:p>
            <a:pPr marL="0" indent="0">
              <a:buNone/>
            </a:pPr>
            <a:r>
              <a:rPr lang="en-US" sz="2400" b="1" dirty="0">
                <a:solidFill>
                  <a:srgbClr val="0A0A0F"/>
                </a:solidFill>
                <a:latin typeface="Malgun Gothic" pitchFamily="34" charset="0"/>
                <a:ea typeface="Malgun Gothic" pitchFamily="34" charset="-122"/>
                <a:cs typeface="Malgun Gothic" pitchFamily="34" charset="-120"/>
              </a:rPr>
              <a:t>5.  나___ 그림___ 그려요.</a:t>
            </a:r>
            <a:endParaRPr lang="en-US" sz="2400" dirty="0"/>
          </a:p>
        </p:txBody>
      </p:sp>
      <p:sp>
        <p:nvSpPr>
          <p:cNvPr id="10" name="Text 7"/>
          <p:cNvSpPr txBox="1"/>
          <p:nvPr/>
        </p:nvSpPr>
        <p:spPr>
          <a:xfrm>
            <a:off x="1097280" y="5715000"/>
            <a:ext cx="10058400" cy="365760"/>
          </a:xfrm>
          <a:prstGeom prst="rect">
            <a:avLst/>
          </a:prstGeom>
          <a:noFill/>
          <a:ln/>
        </p:spPr>
        <p:txBody>
          <a:bodyPr wrap="square" lIns="0" tIns="0" rIns="0" bIns="0" rtlCol="0" anchor="ctr"/>
          <a:lstStyle/>
          <a:p>
            <a:pPr marL="0" indent="0">
              <a:buNone/>
            </a:pPr>
            <a:r>
              <a:rPr lang="en-US" sz="1400" i="1" dirty="0">
                <a:solidFill>
                  <a:srgbClr val="5C5F6B"/>
                </a:solidFill>
                <a:latin typeface="Malgun Gothic" pitchFamily="34" charset="0"/>
                <a:ea typeface="Malgun Gothic" pitchFamily="34" charset="-122"/>
                <a:cs typeface="Malgun Gothic" pitchFamily="34" charset="-120"/>
              </a:rPr>
              <a:t>Pista: batchim → 은 / 을 · vocal → 는 / 를 · lugar → 에</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310896"/>
          </a:xfrm>
          <a:prstGeom prst="rect">
            <a:avLst/>
          </a:prstGeom>
          <a:noFill/>
          <a:ln/>
        </p:spPr>
        <p:txBody>
          <a:bodyPr wrap="square" lIns="0" tIns="0" rIns="0" bIns="0" rtlCol="0" anchor="ctr"/>
          <a:lstStyle/>
          <a:p>
            <a:pPr marL="0" indent="0">
              <a:buNone/>
            </a:pPr>
            <a:r>
              <a:rPr lang="en-US" sz="1200" b="1" kern="0" spc="300" dirty="0">
                <a:solidFill>
                  <a:srgbClr val="4236F6"/>
                </a:solidFill>
                <a:latin typeface="Arial" pitchFamily="34" charset="0"/>
                <a:ea typeface="Arial" pitchFamily="34" charset="-122"/>
                <a:cs typeface="Arial" pitchFamily="34" charset="-120"/>
              </a:rPr>
              <a:t>PRÁCTICA A · RESPUESTAS</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marL="0" indent="0">
              <a:buNone/>
            </a:pPr>
            <a:r>
              <a:rPr lang="en-US" sz="3200" b="1" dirty="0">
                <a:solidFill>
                  <a:srgbClr val="0A0A0F"/>
                </a:solidFill>
                <a:latin typeface="Arial" pitchFamily="34" charset="0"/>
                <a:ea typeface="Arial" pitchFamily="34" charset="-122"/>
                <a:cs typeface="Arial" pitchFamily="34" charset="-120"/>
              </a:rPr>
              <a:t>¿Cuántas acertaste?</a:t>
            </a:r>
            <a:endParaRPr lang="en-US" sz="3200" dirty="0"/>
          </a:p>
        </p:txBody>
      </p:sp>
      <p:pic>
        <p:nvPicPr>
          <p:cNvPr id="4" name="Image 0" descr="C:\Users\Chingu\AppData\Local\Temp\claude\C--Users-Chingu-Desktop-ACADEMIASEULWEB\d4111e1b-5523-44ea-97b2-b1a1d9545b9e\scratchpad\igpost\sello-azul.png"/>
          <p:cNvPicPr>
            <a:picLocks noChangeAspect="1"/>
          </p:cNvPicPr>
          <p:nvPr/>
        </p:nvPicPr>
        <p:blipFill>
          <a:blip r:embed="rId3"/>
          <a:stretch>
            <a:fillRect/>
          </a:stretch>
        </p:blipFill>
        <p:spPr>
          <a:xfrm>
            <a:off x="11475720" y="6236208"/>
            <a:ext cx="457200" cy="438912"/>
          </a:xfrm>
          <a:prstGeom prst="rect">
            <a:avLst/>
          </a:prstGeom>
        </p:spPr>
      </p:pic>
      <p:sp>
        <p:nvSpPr>
          <p:cNvPr id="5" name="Text 2"/>
          <p:cNvSpPr txBox="1"/>
          <p:nvPr/>
        </p:nvSpPr>
        <p:spPr>
          <a:xfrm>
            <a:off x="1097280" y="1691640"/>
            <a:ext cx="10424160" cy="548640"/>
          </a:xfrm>
          <a:prstGeom prst="rect">
            <a:avLst/>
          </a:prstGeom>
          <a:noFill/>
          <a:ln/>
        </p:spPr>
        <p:txBody>
          <a:bodyPr wrap="square" lIns="0" tIns="0" rIns="0" bIns="0" rtlCol="0" anchor="ctr"/>
          <a:lstStyle/>
          <a:p>
            <a:pPr marL="0" indent="0">
              <a:buNone/>
            </a:pPr>
            <a:r>
              <a:rPr lang="en-US" sz="2400" b="1" dirty="0">
                <a:solidFill>
                  <a:srgbClr val="4236F6"/>
                </a:solidFill>
                <a:latin typeface="Malgun Gothic" pitchFamily="34" charset="0"/>
                <a:ea typeface="Malgun Gothic" pitchFamily="34" charset="-122"/>
                <a:cs typeface="Malgun Gothic" pitchFamily="34" charset="-120"/>
              </a:rPr>
              <a:t>1.  아빠는 회사에 가요.</a:t>
            </a:r>
            <a:r>
              <a:rPr lang="en-US" sz="1400" i="1" dirty="0">
                <a:solidFill>
                  <a:srgbClr val="5C5F6B"/>
                </a:solidFill>
                <a:latin typeface="Arial" pitchFamily="34" charset="0"/>
                <a:ea typeface="Arial" pitchFamily="34" charset="-122"/>
                <a:cs typeface="Arial" pitchFamily="34" charset="-120"/>
              </a:rPr>
              <a:t>   papá va a la oficina</a:t>
            </a:r>
            <a:endParaRPr lang="en-US" sz="2400" dirty="0"/>
          </a:p>
        </p:txBody>
      </p:sp>
      <p:sp>
        <p:nvSpPr>
          <p:cNvPr id="6" name="Text 3"/>
          <p:cNvSpPr txBox="1"/>
          <p:nvPr/>
        </p:nvSpPr>
        <p:spPr>
          <a:xfrm>
            <a:off x="1097280" y="2468880"/>
            <a:ext cx="10424160" cy="548640"/>
          </a:xfrm>
          <a:prstGeom prst="rect">
            <a:avLst/>
          </a:prstGeom>
          <a:noFill/>
          <a:ln/>
        </p:spPr>
        <p:txBody>
          <a:bodyPr wrap="square" lIns="0" tIns="0" rIns="0" bIns="0" rtlCol="0" anchor="ctr"/>
          <a:lstStyle/>
          <a:p>
            <a:pPr marL="0" indent="0">
              <a:buNone/>
            </a:pPr>
            <a:r>
              <a:rPr lang="en-US" sz="2400" b="1" dirty="0">
                <a:solidFill>
                  <a:srgbClr val="4236F6"/>
                </a:solidFill>
                <a:latin typeface="Malgun Gothic" pitchFamily="34" charset="0"/>
                <a:ea typeface="Malgun Gothic" pitchFamily="34" charset="-122"/>
                <a:cs typeface="Malgun Gothic" pitchFamily="34" charset="-120"/>
              </a:rPr>
              <a:t>2.  엄마는 책을 읽어요.</a:t>
            </a:r>
            <a:r>
              <a:rPr lang="en-US" sz="1400" i="1" dirty="0">
                <a:solidFill>
                  <a:srgbClr val="5C5F6B"/>
                </a:solidFill>
                <a:latin typeface="Arial" pitchFamily="34" charset="0"/>
                <a:ea typeface="Arial" pitchFamily="34" charset="-122"/>
                <a:cs typeface="Arial" pitchFamily="34" charset="-120"/>
              </a:rPr>
              <a:t>   mamá lee un libro</a:t>
            </a:r>
            <a:endParaRPr lang="en-US" sz="2400" dirty="0"/>
          </a:p>
        </p:txBody>
      </p:sp>
      <p:sp>
        <p:nvSpPr>
          <p:cNvPr id="7" name="Text 4"/>
          <p:cNvSpPr txBox="1"/>
          <p:nvPr/>
        </p:nvSpPr>
        <p:spPr>
          <a:xfrm>
            <a:off x="1097280" y="3246120"/>
            <a:ext cx="10424160" cy="548640"/>
          </a:xfrm>
          <a:prstGeom prst="rect">
            <a:avLst/>
          </a:prstGeom>
          <a:noFill/>
          <a:ln/>
        </p:spPr>
        <p:txBody>
          <a:bodyPr wrap="square" lIns="0" tIns="0" rIns="0" bIns="0" rtlCol="0" anchor="ctr"/>
          <a:lstStyle/>
          <a:p>
            <a:pPr marL="0" indent="0">
              <a:buNone/>
            </a:pPr>
            <a:r>
              <a:rPr lang="en-US" sz="2400" b="1" dirty="0">
                <a:solidFill>
                  <a:srgbClr val="4236F6"/>
                </a:solidFill>
                <a:latin typeface="Malgun Gothic" pitchFamily="34" charset="0"/>
                <a:ea typeface="Malgun Gothic" pitchFamily="34" charset="-122"/>
                <a:cs typeface="Malgun Gothic" pitchFamily="34" charset="-120"/>
              </a:rPr>
              <a:t>3.  동생은 우유를 마셔요.</a:t>
            </a:r>
            <a:r>
              <a:rPr lang="en-US" sz="1400" i="1" dirty="0">
                <a:solidFill>
                  <a:srgbClr val="5C5F6B"/>
                </a:solidFill>
                <a:latin typeface="Arial" pitchFamily="34" charset="0"/>
                <a:ea typeface="Arial" pitchFamily="34" charset="-122"/>
                <a:cs typeface="Arial" pitchFamily="34" charset="-120"/>
              </a:rPr>
              <a:t>   mi hermano menor toma leche</a:t>
            </a:r>
            <a:endParaRPr lang="en-US" sz="2400" dirty="0"/>
          </a:p>
        </p:txBody>
      </p:sp>
      <p:sp>
        <p:nvSpPr>
          <p:cNvPr id="8" name="Text 5"/>
          <p:cNvSpPr txBox="1"/>
          <p:nvPr/>
        </p:nvSpPr>
        <p:spPr>
          <a:xfrm>
            <a:off x="1097280" y="4023360"/>
            <a:ext cx="10424160" cy="548640"/>
          </a:xfrm>
          <a:prstGeom prst="rect">
            <a:avLst/>
          </a:prstGeom>
          <a:noFill/>
          <a:ln/>
        </p:spPr>
        <p:txBody>
          <a:bodyPr wrap="square" lIns="0" tIns="0" rIns="0" bIns="0" rtlCol="0" anchor="ctr"/>
          <a:lstStyle/>
          <a:p>
            <a:pPr marL="0" indent="0">
              <a:buNone/>
            </a:pPr>
            <a:r>
              <a:rPr lang="en-US" sz="2400" b="1" dirty="0">
                <a:solidFill>
                  <a:srgbClr val="4236F6"/>
                </a:solidFill>
                <a:latin typeface="Malgun Gothic" pitchFamily="34" charset="0"/>
                <a:ea typeface="Malgun Gothic" pitchFamily="34" charset="-122"/>
                <a:cs typeface="Malgun Gothic" pitchFamily="34" charset="-120"/>
              </a:rPr>
              <a:t>4.  저는 수영장에 가요.</a:t>
            </a:r>
            <a:r>
              <a:rPr lang="en-US" sz="1400" i="1" dirty="0">
                <a:solidFill>
                  <a:srgbClr val="5C5F6B"/>
                </a:solidFill>
                <a:latin typeface="Arial" pitchFamily="34" charset="0"/>
                <a:ea typeface="Arial" pitchFamily="34" charset="-122"/>
                <a:cs typeface="Arial" pitchFamily="34" charset="-120"/>
              </a:rPr>
              <a:t>   voy a la piscina</a:t>
            </a:r>
            <a:endParaRPr lang="en-US" sz="2400" dirty="0"/>
          </a:p>
        </p:txBody>
      </p:sp>
      <p:sp>
        <p:nvSpPr>
          <p:cNvPr id="9" name="Text 6"/>
          <p:cNvSpPr txBox="1"/>
          <p:nvPr/>
        </p:nvSpPr>
        <p:spPr>
          <a:xfrm>
            <a:off x="1097280" y="4800600"/>
            <a:ext cx="10424160" cy="548640"/>
          </a:xfrm>
          <a:prstGeom prst="rect">
            <a:avLst/>
          </a:prstGeom>
          <a:noFill/>
          <a:ln/>
        </p:spPr>
        <p:txBody>
          <a:bodyPr wrap="square" lIns="0" tIns="0" rIns="0" bIns="0" rtlCol="0" anchor="ctr"/>
          <a:lstStyle/>
          <a:p>
            <a:pPr marL="0" indent="0">
              <a:buNone/>
            </a:pPr>
            <a:r>
              <a:rPr lang="en-US" sz="2400" b="1" dirty="0">
                <a:solidFill>
                  <a:srgbClr val="4236F6"/>
                </a:solidFill>
                <a:latin typeface="Malgun Gothic" pitchFamily="34" charset="0"/>
                <a:ea typeface="Malgun Gothic" pitchFamily="34" charset="-122"/>
                <a:cs typeface="Malgun Gothic" pitchFamily="34" charset="-120"/>
              </a:rPr>
              <a:t>5.  나는 그림을 그려요.</a:t>
            </a:r>
            <a:r>
              <a:rPr lang="en-US" sz="1400" i="1" dirty="0">
                <a:solidFill>
                  <a:srgbClr val="5C5F6B"/>
                </a:solidFill>
                <a:latin typeface="Arial" pitchFamily="34" charset="0"/>
                <a:ea typeface="Arial" pitchFamily="34" charset="-122"/>
                <a:cs typeface="Arial" pitchFamily="34" charset="-120"/>
              </a:rPr>
              <a:t>   yo dibujo</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310896"/>
          </a:xfrm>
          <a:prstGeom prst="rect">
            <a:avLst/>
          </a:prstGeom>
          <a:noFill/>
          <a:ln/>
        </p:spPr>
        <p:txBody>
          <a:bodyPr wrap="square" lIns="0" tIns="0" rIns="0" bIns="0" rtlCol="0" anchor="ctr"/>
          <a:lstStyle/>
          <a:p>
            <a:pPr marL="0" indent="0">
              <a:buNone/>
            </a:pPr>
            <a:r>
              <a:rPr lang="en-US" sz="1200" b="1" kern="0" spc="300" dirty="0">
                <a:solidFill>
                  <a:srgbClr val="4236F6"/>
                </a:solidFill>
                <a:latin typeface="Arial" pitchFamily="34" charset="0"/>
                <a:ea typeface="Arial" pitchFamily="34" charset="-122"/>
                <a:cs typeface="Arial" pitchFamily="34" charset="-120"/>
              </a:rPr>
              <a:t>PRÁCTICA B · LEE Y TRADUCE</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marL="0" indent="0">
              <a:buNone/>
            </a:pPr>
            <a:r>
              <a:rPr lang="en-US" sz="3200" b="1" dirty="0">
                <a:solidFill>
                  <a:srgbClr val="0A0A0F"/>
                </a:solidFill>
                <a:latin typeface="Arial" pitchFamily="34" charset="0"/>
                <a:ea typeface="Arial" pitchFamily="34" charset="-122"/>
                <a:cs typeface="Arial" pitchFamily="34" charset="-120"/>
              </a:rPr>
              <a:t>Todo junto — frases reales de nuestras clases</a:t>
            </a:r>
            <a:endParaRPr lang="en-US" sz="3200" dirty="0"/>
          </a:p>
        </p:txBody>
      </p:sp>
      <p:pic>
        <p:nvPicPr>
          <p:cNvPr id="4" name="Image 0" descr="C:\Users\Chingu\AppData\Local\Temp\claude\C--Users-Chingu-Desktop-ACADEMIASEULWEB\d4111e1b-5523-44ea-97b2-b1a1d9545b9e\scratchpad\igpost\sello-azul.png"/>
          <p:cNvPicPr>
            <a:picLocks noChangeAspect="1"/>
          </p:cNvPicPr>
          <p:nvPr/>
        </p:nvPicPr>
        <p:blipFill>
          <a:blip r:embed="rId3"/>
          <a:stretch>
            <a:fillRect/>
          </a:stretch>
        </p:blipFill>
        <p:spPr>
          <a:xfrm>
            <a:off x="11475720" y="6236208"/>
            <a:ext cx="457200" cy="438912"/>
          </a:xfrm>
          <a:prstGeom prst="rect">
            <a:avLst/>
          </a:prstGeom>
        </p:spPr>
      </p:pic>
      <p:sp>
        <p:nvSpPr>
          <p:cNvPr id="5" name="Text 2"/>
          <p:cNvSpPr txBox="1"/>
          <p:nvPr/>
        </p:nvSpPr>
        <p:spPr>
          <a:xfrm>
            <a:off x="1097280" y="1691640"/>
            <a:ext cx="10058400" cy="548640"/>
          </a:xfrm>
          <a:prstGeom prst="rect">
            <a:avLst/>
          </a:prstGeom>
          <a:noFill/>
          <a:ln/>
        </p:spPr>
        <p:txBody>
          <a:bodyPr wrap="square" lIns="0" tIns="0" rIns="0" bIns="0" rtlCol="0" anchor="ctr"/>
          <a:lstStyle/>
          <a:p>
            <a:pPr marL="0" indent="0">
              <a:buNone/>
            </a:pPr>
            <a:r>
              <a:rPr lang="en-US" sz="2400" b="1" dirty="0">
                <a:solidFill>
                  <a:srgbClr val="0A0A0F"/>
                </a:solidFill>
                <a:latin typeface="Malgun Gothic" pitchFamily="34" charset="0"/>
                <a:ea typeface="Malgun Gothic" pitchFamily="34" charset="-122"/>
                <a:cs typeface="Malgun Gothic" pitchFamily="34" charset="-120"/>
              </a:rPr>
              <a:t>1.  저는 학교에 가요.</a:t>
            </a:r>
            <a:endParaRPr lang="en-US" sz="2400" dirty="0"/>
          </a:p>
        </p:txBody>
      </p:sp>
      <p:sp>
        <p:nvSpPr>
          <p:cNvPr id="6" name="Text 3"/>
          <p:cNvSpPr txBox="1"/>
          <p:nvPr/>
        </p:nvSpPr>
        <p:spPr>
          <a:xfrm>
            <a:off x="1097280" y="2468880"/>
            <a:ext cx="10058400" cy="548640"/>
          </a:xfrm>
          <a:prstGeom prst="rect">
            <a:avLst/>
          </a:prstGeom>
          <a:noFill/>
          <a:ln/>
        </p:spPr>
        <p:txBody>
          <a:bodyPr wrap="square" lIns="0" tIns="0" rIns="0" bIns="0" rtlCol="0" anchor="ctr"/>
          <a:lstStyle/>
          <a:p>
            <a:pPr marL="0" indent="0">
              <a:buNone/>
            </a:pPr>
            <a:r>
              <a:rPr lang="en-US" sz="2400" b="1" dirty="0">
                <a:solidFill>
                  <a:srgbClr val="0A0A0F"/>
                </a:solidFill>
                <a:latin typeface="Malgun Gothic" pitchFamily="34" charset="0"/>
                <a:ea typeface="Malgun Gothic" pitchFamily="34" charset="-122"/>
                <a:cs typeface="Malgun Gothic" pitchFamily="34" charset="-120"/>
              </a:rPr>
              <a:t>2.  동생은 어디에 가요?</a:t>
            </a:r>
            <a:endParaRPr lang="en-US" sz="2400" dirty="0"/>
          </a:p>
        </p:txBody>
      </p:sp>
      <p:sp>
        <p:nvSpPr>
          <p:cNvPr id="7" name="Text 4"/>
          <p:cNvSpPr txBox="1"/>
          <p:nvPr/>
        </p:nvSpPr>
        <p:spPr>
          <a:xfrm>
            <a:off x="1097280" y="3246120"/>
            <a:ext cx="10058400" cy="548640"/>
          </a:xfrm>
          <a:prstGeom prst="rect">
            <a:avLst/>
          </a:prstGeom>
          <a:noFill/>
          <a:ln/>
        </p:spPr>
        <p:txBody>
          <a:bodyPr wrap="square" lIns="0" tIns="0" rIns="0" bIns="0" rtlCol="0" anchor="ctr"/>
          <a:lstStyle/>
          <a:p>
            <a:pPr marL="0" indent="0">
              <a:buNone/>
            </a:pPr>
            <a:r>
              <a:rPr lang="en-US" sz="2400" b="1" dirty="0">
                <a:solidFill>
                  <a:srgbClr val="0A0A0F"/>
                </a:solidFill>
                <a:latin typeface="Malgun Gothic" pitchFamily="34" charset="0"/>
                <a:ea typeface="Malgun Gothic" pitchFamily="34" charset="-122"/>
                <a:cs typeface="Malgun Gothic" pitchFamily="34" charset="-120"/>
              </a:rPr>
              <a:t>3.  학교에 안 가요. 공원에 가요.</a:t>
            </a:r>
            <a:endParaRPr lang="en-US" sz="2400" dirty="0"/>
          </a:p>
        </p:txBody>
      </p:sp>
      <p:sp>
        <p:nvSpPr>
          <p:cNvPr id="8" name="Text 5"/>
          <p:cNvSpPr txBox="1"/>
          <p:nvPr/>
        </p:nvSpPr>
        <p:spPr>
          <a:xfrm>
            <a:off x="1097280" y="4023360"/>
            <a:ext cx="10058400" cy="548640"/>
          </a:xfrm>
          <a:prstGeom prst="rect">
            <a:avLst/>
          </a:prstGeom>
          <a:noFill/>
          <a:ln/>
        </p:spPr>
        <p:txBody>
          <a:bodyPr wrap="square" lIns="0" tIns="0" rIns="0" bIns="0" rtlCol="0" anchor="ctr"/>
          <a:lstStyle/>
          <a:p>
            <a:pPr marL="0" indent="0">
              <a:buNone/>
            </a:pPr>
            <a:r>
              <a:rPr lang="en-US" sz="2400" b="1" dirty="0">
                <a:solidFill>
                  <a:srgbClr val="0A0A0F"/>
                </a:solidFill>
                <a:latin typeface="Malgun Gothic" pitchFamily="34" charset="0"/>
                <a:ea typeface="Malgun Gothic" pitchFamily="34" charset="-122"/>
                <a:cs typeface="Malgun Gothic" pitchFamily="34" charset="-120"/>
              </a:rPr>
              <a:t>4.  나는 망고 주스를 좋아해요.</a:t>
            </a:r>
            <a:endParaRPr lang="en-US" sz="2400" dirty="0"/>
          </a:p>
        </p:txBody>
      </p:sp>
      <p:sp>
        <p:nvSpPr>
          <p:cNvPr id="9" name="Text 6"/>
          <p:cNvSpPr txBox="1"/>
          <p:nvPr/>
        </p:nvSpPr>
        <p:spPr>
          <a:xfrm>
            <a:off x="1097280" y="4800600"/>
            <a:ext cx="10058400" cy="548640"/>
          </a:xfrm>
          <a:prstGeom prst="rect">
            <a:avLst/>
          </a:prstGeom>
          <a:noFill/>
          <a:ln/>
        </p:spPr>
        <p:txBody>
          <a:bodyPr wrap="square" lIns="0" tIns="0" rIns="0" bIns="0" rtlCol="0" anchor="ctr"/>
          <a:lstStyle/>
          <a:p>
            <a:pPr marL="0" indent="0">
              <a:buNone/>
            </a:pPr>
            <a:r>
              <a:rPr lang="en-US" sz="2400" b="1" dirty="0">
                <a:solidFill>
                  <a:srgbClr val="0A0A0F"/>
                </a:solidFill>
                <a:latin typeface="Malgun Gothic" pitchFamily="34" charset="0"/>
                <a:ea typeface="Malgun Gothic" pitchFamily="34" charset="-122"/>
                <a:cs typeface="Malgun Gothic" pitchFamily="34" charset="-120"/>
              </a:rPr>
              <a:t>5.  방에 침대가 있어요.</a:t>
            </a:r>
            <a:endParaRPr lang="en-US" sz="2400" dirty="0"/>
          </a:p>
        </p:txBody>
      </p:sp>
      <p:sp>
        <p:nvSpPr>
          <p:cNvPr id="10" name="Text 7"/>
          <p:cNvSpPr txBox="1"/>
          <p:nvPr/>
        </p:nvSpPr>
        <p:spPr>
          <a:xfrm>
            <a:off x="1097280" y="5715000"/>
            <a:ext cx="10058400" cy="365760"/>
          </a:xfrm>
          <a:prstGeom prst="rect">
            <a:avLst/>
          </a:prstGeom>
          <a:noFill/>
          <a:ln/>
        </p:spPr>
        <p:txBody>
          <a:bodyPr wrap="square" lIns="0" tIns="0" rIns="0" bIns="0" rtlCol="0" anchor="ctr"/>
          <a:lstStyle/>
          <a:p>
            <a:pPr marL="0" indent="0">
              <a:buNone/>
            </a:pPr>
            <a:r>
              <a:rPr lang="en-US" sz="1400" i="1" dirty="0">
                <a:solidFill>
                  <a:srgbClr val="5C5F6B"/>
                </a:solidFill>
                <a:latin typeface="Arial" pitchFamily="34" charset="0"/>
                <a:ea typeface="Arial" pitchFamily="34" charset="-122"/>
                <a:cs typeface="Arial" pitchFamily="34" charset="-120"/>
              </a:rPr>
              <a:t>Léelas en voz alta primero — si puedes LEERLAS, ya ganaste la mitad.</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310896"/>
          </a:xfrm>
          <a:prstGeom prst="rect">
            <a:avLst/>
          </a:prstGeom>
          <a:noFill/>
          <a:ln/>
        </p:spPr>
        <p:txBody>
          <a:bodyPr wrap="square" lIns="0" tIns="0" rIns="0" bIns="0" rtlCol="0" anchor="ctr"/>
          <a:lstStyle/>
          <a:p>
            <a:pPr marL="0" indent="0">
              <a:buNone/>
            </a:pPr>
            <a:r>
              <a:rPr lang="en-US" sz="1200" b="1" kern="0" spc="300" dirty="0">
                <a:solidFill>
                  <a:srgbClr val="4236F6"/>
                </a:solidFill>
                <a:latin typeface="Arial" pitchFamily="34" charset="0"/>
                <a:ea typeface="Arial" pitchFamily="34" charset="-122"/>
                <a:cs typeface="Arial" pitchFamily="34" charset="-120"/>
              </a:rPr>
              <a:t>RESPUESTAS · PRACTICA TÚ · GUÍA DE ESTUDIO</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marL="0" indent="0">
              <a:buNone/>
            </a:pPr>
            <a:r>
              <a:rPr lang="en-US" sz="3200" b="1" dirty="0">
                <a:solidFill>
                  <a:srgbClr val="0A0A0F"/>
                </a:solidFill>
                <a:latin typeface="Arial" pitchFamily="34" charset="0"/>
                <a:ea typeface="Arial" pitchFamily="34" charset="-122"/>
                <a:cs typeface="Arial" pitchFamily="34" charset="-120"/>
              </a:rPr>
              <a:t>Capítulos 1 a 4</a:t>
            </a:r>
            <a:endParaRPr lang="en-US" sz="3200" dirty="0"/>
          </a:p>
        </p:txBody>
      </p:sp>
      <p:pic>
        <p:nvPicPr>
          <p:cNvPr id="4" name="Image 0" descr="C:\Users\Chingu\AppData\Local\Temp\claude\C--Users-Chingu-Desktop-ACADEMIASEULWEB\d4111e1b-5523-44ea-97b2-b1a1d9545b9e\scratchpad\igpost\sello-azul.png"/>
          <p:cNvPicPr>
            <a:picLocks noChangeAspect="1"/>
          </p:cNvPicPr>
          <p:nvPr/>
        </p:nvPicPr>
        <p:blipFill>
          <a:blip r:embed="rId3"/>
          <a:stretch>
            <a:fillRect/>
          </a:stretch>
        </p:blipFill>
        <p:spPr>
          <a:xfrm>
            <a:off x="11475720" y="6236208"/>
            <a:ext cx="457200" cy="438912"/>
          </a:xfrm>
          <a:prstGeom prst="rect">
            <a:avLst/>
          </a:prstGeom>
        </p:spPr>
      </p:pic>
      <p:sp>
        <p:nvSpPr>
          <p:cNvPr id="5" name="Shape 2"/>
          <p:cNvSpPr/>
          <p:nvPr/>
        </p:nvSpPr>
        <p:spPr>
          <a:xfrm>
            <a:off x="548640" y="1508760"/>
            <a:ext cx="11064240" cy="1042416"/>
          </a:xfrm>
          <a:prstGeom prst="roundRect">
            <a:avLst>
              <a:gd name="adj" fmla="val 7018"/>
            </a:avLst>
          </a:prstGeom>
          <a:solidFill>
            <a:srgbClr val="EEF1FF"/>
          </a:solidFill>
          <a:ln w="12700">
            <a:solidFill>
              <a:srgbClr val="D8DCF5"/>
            </a:solidFill>
            <a:prstDash val="solid"/>
          </a:ln>
        </p:spPr>
      </p:sp>
      <p:sp>
        <p:nvSpPr>
          <p:cNvPr id="6" name="Text 3"/>
          <p:cNvSpPr txBox="1"/>
          <p:nvPr/>
        </p:nvSpPr>
        <p:spPr>
          <a:xfrm>
            <a:off x="777240" y="1600200"/>
            <a:ext cx="1828800" cy="274320"/>
          </a:xfrm>
          <a:prstGeom prst="rect">
            <a:avLst/>
          </a:prstGeom>
          <a:noFill/>
          <a:ln/>
        </p:spPr>
        <p:txBody>
          <a:bodyPr wrap="square" lIns="0" tIns="0" rIns="0" bIns="0" rtlCol="0" anchor="ctr"/>
          <a:lstStyle/>
          <a:p>
            <a:pPr marL="0" indent="0">
              <a:buNone/>
            </a:pPr>
            <a:r>
              <a:rPr lang="en-US" sz="1100" b="1" kern="0" spc="200" dirty="0">
                <a:solidFill>
                  <a:srgbClr val="4236F6"/>
                </a:solidFill>
                <a:latin typeface="Arial" pitchFamily="34" charset="0"/>
                <a:ea typeface="Arial" pitchFamily="34" charset="-122"/>
                <a:cs typeface="Arial" pitchFamily="34" charset="-120"/>
              </a:rPr>
              <a:t>CAP 1</a:t>
            </a:r>
            <a:endParaRPr lang="en-US" sz="1100" dirty="0"/>
          </a:p>
        </p:txBody>
      </p:sp>
      <p:sp>
        <p:nvSpPr>
          <p:cNvPr id="7" name="Text 4"/>
          <p:cNvSpPr txBox="1"/>
          <p:nvPr/>
        </p:nvSpPr>
        <p:spPr>
          <a:xfrm>
            <a:off x="777240" y="1837944"/>
            <a:ext cx="10607040" cy="713232"/>
          </a:xfrm>
          <a:prstGeom prst="rect">
            <a:avLst/>
          </a:prstGeom>
          <a:noFill/>
          <a:ln/>
        </p:spPr>
        <p:txBody>
          <a:bodyPr wrap="square" lIns="0" tIns="0" rIns="0" bIns="0" rtlCol="0" anchor="ctr"/>
          <a:lstStyle/>
          <a:p>
            <a:pPr marL="0" indent="0">
              <a:buNone/>
            </a:pPr>
            <a:r>
              <a:rPr lang="en-US" sz="1300" dirty="0">
                <a:solidFill>
                  <a:srgbClr val="0A0A0F"/>
                </a:solidFill>
                <a:latin typeface="Malgun Gothic" pitchFamily="34" charset="0"/>
                <a:ea typeface="Malgun Gothic" pitchFamily="34" charset="-122"/>
                <a:cs typeface="Malgun Gothic" pitchFamily="34" charset="-120"/>
              </a:rPr>
              <a:t>1) 저는 (tu nombre)예요/이에요</a:t>
            </a:r>
            <a:endParaRPr lang="en-US" sz="1300" dirty="0"/>
          </a:p>
          <a:p>
            <a:pPr marL="0" indent="0">
              <a:buNone/>
            </a:pPr>
            <a:r>
              <a:rPr lang="en-US" sz="1300" dirty="0">
                <a:solidFill>
                  <a:srgbClr val="0A0A0F"/>
                </a:solidFill>
                <a:latin typeface="Malgun Gothic" pitchFamily="34" charset="0"/>
                <a:ea typeface="Malgun Gothic" pitchFamily="34" charset="-122"/>
                <a:cs typeface="Malgun Gothic" pitchFamily="34" charset="-120"/>
              </a:rPr>
              <a:t>2) 여보세요</a:t>
            </a:r>
            <a:endParaRPr lang="en-US" sz="1300" dirty="0"/>
          </a:p>
          <a:p>
            <a:pPr marL="0" indent="0">
              <a:buNone/>
            </a:pPr>
            <a:r>
              <a:rPr lang="en-US" sz="1300" dirty="0">
                <a:solidFill>
                  <a:srgbClr val="0A0A0F"/>
                </a:solidFill>
                <a:latin typeface="Malgun Gothic" pitchFamily="34" charset="0"/>
                <a:ea typeface="Malgun Gothic" pitchFamily="34" charset="-122"/>
                <a:cs typeface="Malgun Gothic" pitchFamily="34" charset="-120"/>
              </a:rPr>
              <a:t>3) 가세요 (honorífico)</a:t>
            </a:r>
            <a:endParaRPr lang="en-US" sz="1300" dirty="0"/>
          </a:p>
        </p:txBody>
      </p:sp>
      <p:sp>
        <p:nvSpPr>
          <p:cNvPr id="8" name="Shape 5"/>
          <p:cNvSpPr/>
          <p:nvPr/>
        </p:nvSpPr>
        <p:spPr>
          <a:xfrm>
            <a:off x="548640" y="2624328"/>
            <a:ext cx="11064240" cy="1042416"/>
          </a:xfrm>
          <a:prstGeom prst="roundRect">
            <a:avLst>
              <a:gd name="adj" fmla="val 7018"/>
            </a:avLst>
          </a:prstGeom>
          <a:solidFill>
            <a:srgbClr val="EEF1FF"/>
          </a:solidFill>
          <a:ln w="12700">
            <a:solidFill>
              <a:srgbClr val="D8DCF5"/>
            </a:solidFill>
            <a:prstDash val="solid"/>
          </a:ln>
        </p:spPr>
      </p:sp>
      <p:sp>
        <p:nvSpPr>
          <p:cNvPr id="9" name="Text 6"/>
          <p:cNvSpPr txBox="1"/>
          <p:nvPr/>
        </p:nvSpPr>
        <p:spPr>
          <a:xfrm>
            <a:off x="777240" y="2715768"/>
            <a:ext cx="1828800" cy="274320"/>
          </a:xfrm>
          <a:prstGeom prst="rect">
            <a:avLst/>
          </a:prstGeom>
          <a:noFill/>
          <a:ln/>
        </p:spPr>
        <p:txBody>
          <a:bodyPr wrap="square" lIns="0" tIns="0" rIns="0" bIns="0" rtlCol="0" anchor="ctr"/>
          <a:lstStyle/>
          <a:p>
            <a:pPr marL="0" indent="0">
              <a:buNone/>
            </a:pPr>
            <a:r>
              <a:rPr lang="en-US" sz="1100" b="1" kern="0" spc="200" dirty="0">
                <a:solidFill>
                  <a:srgbClr val="4236F6"/>
                </a:solidFill>
                <a:latin typeface="Arial" pitchFamily="34" charset="0"/>
                <a:ea typeface="Arial" pitchFamily="34" charset="-122"/>
                <a:cs typeface="Arial" pitchFamily="34" charset="-120"/>
              </a:rPr>
              <a:t>CAP 2</a:t>
            </a:r>
            <a:endParaRPr lang="en-US" sz="1100" dirty="0"/>
          </a:p>
        </p:txBody>
      </p:sp>
      <p:sp>
        <p:nvSpPr>
          <p:cNvPr id="10" name="Text 7"/>
          <p:cNvSpPr txBox="1"/>
          <p:nvPr/>
        </p:nvSpPr>
        <p:spPr>
          <a:xfrm>
            <a:off x="777240" y="2953512"/>
            <a:ext cx="10607040" cy="713232"/>
          </a:xfrm>
          <a:prstGeom prst="rect">
            <a:avLst/>
          </a:prstGeom>
          <a:noFill/>
          <a:ln/>
        </p:spPr>
        <p:txBody>
          <a:bodyPr wrap="square" lIns="0" tIns="0" rIns="0" bIns="0" rtlCol="0" anchor="ctr"/>
          <a:lstStyle/>
          <a:p>
            <a:pPr marL="0" indent="0">
              <a:buNone/>
            </a:pPr>
            <a:r>
              <a:rPr lang="en-US" sz="1300" dirty="0">
                <a:solidFill>
                  <a:srgbClr val="0A0A0F"/>
                </a:solidFill>
                <a:latin typeface="Malgun Gothic" pitchFamily="34" charset="0"/>
                <a:ea typeface="Malgun Gothic" pitchFamily="34" charset="-122"/>
                <a:cs typeface="Malgun Gothic" pitchFamily="34" charset="-120"/>
              </a:rPr>
              <a:t>1) 그림이에요 — 그림 termina en batchim (ㅁ)</a:t>
            </a:r>
            <a:endParaRPr lang="en-US" sz="1300" dirty="0"/>
          </a:p>
          <a:p>
            <a:pPr marL="0" indent="0">
              <a:buNone/>
            </a:pPr>
            <a:r>
              <a:rPr lang="en-US" sz="1300" dirty="0">
                <a:solidFill>
                  <a:srgbClr val="0A0A0F"/>
                </a:solidFill>
                <a:latin typeface="Malgun Gothic" pitchFamily="34" charset="0"/>
                <a:ea typeface="Malgun Gothic" pitchFamily="34" charset="-122"/>
                <a:cs typeface="Malgun Gothic" pitchFamily="34" charset="-120"/>
              </a:rPr>
              <a:t>2) 이게 뭐예요? 사과예요</a:t>
            </a:r>
            <a:endParaRPr lang="en-US" sz="1300" dirty="0"/>
          </a:p>
          <a:p>
            <a:pPr marL="0" indent="0">
              <a:buNone/>
            </a:pPr>
            <a:r>
              <a:rPr lang="en-US" sz="1300" dirty="0">
                <a:solidFill>
                  <a:srgbClr val="0A0A0F"/>
                </a:solidFill>
                <a:latin typeface="Malgun Gothic" pitchFamily="34" charset="0"/>
                <a:ea typeface="Malgun Gothic" pitchFamily="34" charset="-122"/>
                <a:cs typeface="Malgun Gothic" pitchFamily="34" charset="-120"/>
              </a:rPr>
              <a:t>3) 물이에요? 아니요, 맥주예요</a:t>
            </a:r>
            <a:endParaRPr lang="en-US" sz="1300" dirty="0"/>
          </a:p>
        </p:txBody>
      </p:sp>
      <p:sp>
        <p:nvSpPr>
          <p:cNvPr id="11" name="Shape 8"/>
          <p:cNvSpPr/>
          <p:nvPr/>
        </p:nvSpPr>
        <p:spPr>
          <a:xfrm>
            <a:off x="548640" y="3739896"/>
            <a:ext cx="11064240" cy="1042416"/>
          </a:xfrm>
          <a:prstGeom prst="roundRect">
            <a:avLst>
              <a:gd name="adj" fmla="val 7018"/>
            </a:avLst>
          </a:prstGeom>
          <a:solidFill>
            <a:srgbClr val="EEF1FF"/>
          </a:solidFill>
          <a:ln w="12700">
            <a:solidFill>
              <a:srgbClr val="D8DCF5"/>
            </a:solidFill>
            <a:prstDash val="solid"/>
          </a:ln>
        </p:spPr>
      </p:sp>
      <p:sp>
        <p:nvSpPr>
          <p:cNvPr id="12" name="Text 9"/>
          <p:cNvSpPr txBox="1"/>
          <p:nvPr/>
        </p:nvSpPr>
        <p:spPr>
          <a:xfrm>
            <a:off x="777240" y="3831336"/>
            <a:ext cx="1828800" cy="274320"/>
          </a:xfrm>
          <a:prstGeom prst="rect">
            <a:avLst/>
          </a:prstGeom>
          <a:noFill/>
          <a:ln/>
        </p:spPr>
        <p:txBody>
          <a:bodyPr wrap="square" lIns="0" tIns="0" rIns="0" bIns="0" rtlCol="0" anchor="ctr"/>
          <a:lstStyle/>
          <a:p>
            <a:pPr marL="0" indent="0">
              <a:buNone/>
            </a:pPr>
            <a:r>
              <a:rPr lang="en-US" sz="1100" b="1" kern="0" spc="200" dirty="0">
                <a:solidFill>
                  <a:srgbClr val="4236F6"/>
                </a:solidFill>
                <a:latin typeface="Arial" pitchFamily="34" charset="0"/>
                <a:ea typeface="Arial" pitchFamily="34" charset="-122"/>
                <a:cs typeface="Arial" pitchFamily="34" charset="-120"/>
              </a:rPr>
              <a:t>CAP 3</a:t>
            </a:r>
            <a:endParaRPr lang="en-US" sz="1100" dirty="0"/>
          </a:p>
        </p:txBody>
      </p:sp>
      <p:sp>
        <p:nvSpPr>
          <p:cNvPr id="13" name="Text 10"/>
          <p:cNvSpPr txBox="1"/>
          <p:nvPr/>
        </p:nvSpPr>
        <p:spPr>
          <a:xfrm>
            <a:off x="777240" y="4069080"/>
            <a:ext cx="10607040" cy="713232"/>
          </a:xfrm>
          <a:prstGeom prst="rect">
            <a:avLst/>
          </a:prstGeom>
          <a:noFill/>
          <a:ln/>
        </p:spPr>
        <p:txBody>
          <a:bodyPr wrap="square" lIns="0" tIns="0" rIns="0" bIns="0" rtlCol="0" anchor="ctr"/>
          <a:lstStyle/>
          <a:p>
            <a:pPr marL="0" indent="0">
              <a:buNone/>
            </a:pPr>
            <a:r>
              <a:rPr lang="en-US" sz="1300" dirty="0">
                <a:solidFill>
                  <a:srgbClr val="0A0A0F"/>
                </a:solidFill>
                <a:latin typeface="Malgun Gothic" pitchFamily="34" charset="0"/>
                <a:ea typeface="Malgun Gothic" pitchFamily="34" charset="-122"/>
                <a:cs typeface="Malgun Gothic" pitchFamily="34" charset="-120"/>
              </a:rPr>
              <a:t>1) 우리 아빠예요</a:t>
            </a:r>
            <a:endParaRPr lang="en-US" sz="1300" dirty="0"/>
          </a:p>
          <a:p>
            <a:pPr marL="0" indent="0">
              <a:buNone/>
            </a:pPr>
            <a:r>
              <a:rPr lang="en-US" sz="1300" dirty="0">
                <a:solidFill>
                  <a:srgbClr val="0A0A0F"/>
                </a:solidFill>
                <a:latin typeface="Malgun Gothic" pitchFamily="34" charset="0"/>
                <a:ea typeface="Malgun Gothic" pitchFamily="34" charset="-122"/>
                <a:cs typeface="Malgun Gothic" pitchFamily="34" charset="-120"/>
              </a:rPr>
              <a:t>2) 우리 할머니예요</a:t>
            </a:r>
            <a:endParaRPr lang="en-US" sz="1300" dirty="0"/>
          </a:p>
          <a:p>
            <a:pPr marL="0" indent="0">
              <a:buNone/>
            </a:pPr>
            <a:r>
              <a:rPr lang="en-US" sz="1300" dirty="0">
                <a:solidFill>
                  <a:srgbClr val="0A0A0F"/>
                </a:solidFill>
                <a:latin typeface="Malgun Gothic" pitchFamily="34" charset="0"/>
                <a:ea typeface="Malgun Gothic" pitchFamily="34" charset="-122"/>
                <a:cs typeface="Malgun Gothic" pitchFamily="34" charset="-120"/>
              </a:rPr>
              <a:t>3) la cultura coreana es colectiva: lo importante se comparte (우리 = nuestro)</a:t>
            </a:r>
            <a:endParaRPr lang="en-US" sz="1300" dirty="0"/>
          </a:p>
        </p:txBody>
      </p:sp>
      <p:sp>
        <p:nvSpPr>
          <p:cNvPr id="14" name="Shape 11"/>
          <p:cNvSpPr/>
          <p:nvPr/>
        </p:nvSpPr>
        <p:spPr>
          <a:xfrm>
            <a:off x="548640" y="4855464"/>
            <a:ext cx="11064240" cy="1042416"/>
          </a:xfrm>
          <a:prstGeom prst="roundRect">
            <a:avLst>
              <a:gd name="adj" fmla="val 7018"/>
            </a:avLst>
          </a:prstGeom>
          <a:solidFill>
            <a:srgbClr val="EEF1FF"/>
          </a:solidFill>
          <a:ln w="12700">
            <a:solidFill>
              <a:srgbClr val="D8DCF5"/>
            </a:solidFill>
            <a:prstDash val="solid"/>
          </a:ln>
        </p:spPr>
      </p:sp>
      <p:sp>
        <p:nvSpPr>
          <p:cNvPr id="15" name="Text 12"/>
          <p:cNvSpPr txBox="1"/>
          <p:nvPr/>
        </p:nvSpPr>
        <p:spPr>
          <a:xfrm>
            <a:off x="777240" y="4946904"/>
            <a:ext cx="1828800" cy="274320"/>
          </a:xfrm>
          <a:prstGeom prst="rect">
            <a:avLst/>
          </a:prstGeom>
          <a:noFill/>
          <a:ln/>
        </p:spPr>
        <p:txBody>
          <a:bodyPr wrap="square" lIns="0" tIns="0" rIns="0" bIns="0" rtlCol="0" anchor="ctr"/>
          <a:lstStyle/>
          <a:p>
            <a:pPr marL="0" indent="0">
              <a:buNone/>
            </a:pPr>
            <a:r>
              <a:rPr lang="en-US" sz="1100" b="1" kern="0" spc="200" dirty="0">
                <a:solidFill>
                  <a:srgbClr val="4236F6"/>
                </a:solidFill>
                <a:latin typeface="Arial" pitchFamily="34" charset="0"/>
                <a:ea typeface="Arial" pitchFamily="34" charset="-122"/>
                <a:cs typeface="Arial" pitchFamily="34" charset="-120"/>
              </a:rPr>
              <a:t>CAP 4</a:t>
            </a:r>
            <a:endParaRPr lang="en-US" sz="1100" dirty="0"/>
          </a:p>
        </p:txBody>
      </p:sp>
      <p:sp>
        <p:nvSpPr>
          <p:cNvPr id="16" name="Text 13"/>
          <p:cNvSpPr txBox="1"/>
          <p:nvPr/>
        </p:nvSpPr>
        <p:spPr>
          <a:xfrm>
            <a:off x="777240" y="5184648"/>
            <a:ext cx="10607040" cy="713232"/>
          </a:xfrm>
          <a:prstGeom prst="rect">
            <a:avLst/>
          </a:prstGeom>
          <a:noFill/>
          <a:ln/>
        </p:spPr>
        <p:txBody>
          <a:bodyPr wrap="square" lIns="0" tIns="0" rIns="0" bIns="0" rtlCol="0" anchor="ctr"/>
          <a:lstStyle/>
          <a:p>
            <a:pPr marL="0" indent="0">
              <a:buNone/>
            </a:pPr>
            <a:r>
              <a:rPr lang="en-US" sz="1300" dirty="0">
                <a:solidFill>
                  <a:srgbClr val="0A0A0F"/>
                </a:solidFill>
                <a:latin typeface="Malgun Gothic" pitchFamily="34" charset="0"/>
                <a:ea typeface="Malgun Gothic" pitchFamily="34" charset="-122"/>
                <a:cs typeface="Malgun Gothic" pitchFamily="34" charset="-120"/>
              </a:rPr>
              <a:t>1) 이십 · 여덟</a:t>
            </a:r>
            <a:endParaRPr lang="en-US" sz="1300" dirty="0"/>
          </a:p>
          <a:p>
            <a:pPr marL="0" indent="0">
              <a:buNone/>
            </a:pPr>
            <a:r>
              <a:rPr lang="en-US" sz="1300" dirty="0">
                <a:solidFill>
                  <a:srgbClr val="0A0A0F"/>
                </a:solidFill>
                <a:latin typeface="Malgun Gothic" pitchFamily="34" charset="0"/>
                <a:ea typeface="Malgun Gothic" pitchFamily="34" charset="-122"/>
                <a:cs typeface="Malgun Gothic" pitchFamily="34" charset="-120"/>
              </a:rPr>
              <a:t>2) el 2 es NATIVO (두 시), el 15 es SINO (십오 분) → 두 시 십오 분</a:t>
            </a:r>
            <a:endParaRPr lang="en-US" sz="1300" dirty="0"/>
          </a:p>
          <a:p>
            <a:pPr marL="0" indent="0">
              <a:buNone/>
            </a:pPr>
            <a:r>
              <a:rPr lang="en-US" sz="1300" dirty="0">
                <a:solidFill>
                  <a:srgbClr val="0A0A0F"/>
                </a:solidFill>
                <a:latin typeface="Malgun Gothic" pitchFamily="34" charset="0"/>
                <a:ea typeface="Malgun Gothic" pitchFamily="34" charset="-122"/>
                <a:cs typeface="Malgun Gothic" pitchFamily="34" charset="-120"/>
              </a:rPr>
              <a:t>3) 커피 두 잔 주세요 (o 커피 두 잔)</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310896"/>
          </a:xfrm>
          <a:prstGeom prst="rect">
            <a:avLst/>
          </a:prstGeom>
          <a:noFill/>
          <a:ln/>
        </p:spPr>
        <p:txBody>
          <a:bodyPr wrap="square" lIns="0" tIns="0" rIns="0" bIns="0" rtlCol="0" anchor="ctr"/>
          <a:lstStyle/>
          <a:p>
            <a:pPr marL="0" indent="0">
              <a:buNone/>
            </a:pPr>
            <a:r>
              <a:rPr lang="en-US" sz="1200" b="1" kern="0" spc="300" dirty="0">
                <a:solidFill>
                  <a:srgbClr val="4236F6"/>
                </a:solidFill>
                <a:latin typeface="Arial" pitchFamily="34" charset="0"/>
                <a:ea typeface="Arial" pitchFamily="34" charset="-122"/>
                <a:cs typeface="Arial" pitchFamily="34" charset="-120"/>
              </a:rPr>
              <a:t>RESPUESTAS · PRACTICA TÚ · GUÍA DE ESTUDIO</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marL="0" indent="0">
              <a:buNone/>
            </a:pPr>
            <a:r>
              <a:rPr lang="en-US" sz="3200" b="1" dirty="0">
                <a:solidFill>
                  <a:srgbClr val="0A0A0F"/>
                </a:solidFill>
                <a:latin typeface="Arial" pitchFamily="34" charset="0"/>
                <a:ea typeface="Arial" pitchFamily="34" charset="-122"/>
                <a:cs typeface="Arial" pitchFamily="34" charset="-120"/>
              </a:rPr>
              <a:t>Capítulos 5 a 8</a:t>
            </a:r>
            <a:endParaRPr lang="en-US" sz="3200" dirty="0"/>
          </a:p>
        </p:txBody>
      </p:sp>
      <p:pic>
        <p:nvPicPr>
          <p:cNvPr id="4" name="Image 0" descr="C:\Users\Chingu\AppData\Local\Temp\claude\C--Users-Chingu-Desktop-ACADEMIASEULWEB\d4111e1b-5523-44ea-97b2-b1a1d9545b9e\scratchpad\igpost\sello-azul.png"/>
          <p:cNvPicPr>
            <a:picLocks noChangeAspect="1"/>
          </p:cNvPicPr>
          <p:nvPr/>
        </p:nvPicPr>
        <p:blipFill>
          <a:blip r:embed="rId3"/>
          <a:stretch>
            <a:fillRect/>
          </a:stretch>
        </p:blipFill>
        <p:spPr>
          <a:xfrm>
            <a:off x="11475720" y="6236208"/>
            <a:ext cx="457200" cy="438912"/>
          </a:xfrm>
          <a:prstGeom prst="rect">
            <a:avLst/>
          </a:prstGeom>
        </p:spPr>
      </p:pic>
      <p:sp>
        <p:nvSpPr>
          <p:cNvPr id="5" name="Shape 2"/>
          <p:cNvSpPr/>
          <p:nvPr/>
        </p:nvSpPr>
        <p:spPr>
          <a:xfrm>
            <a:off x="548640" y="1508760"/>
            <a:ext cx="11064240" cy="1042416"/>
          </a:xfrm>
          <a:prstGeom prst="roundRect">
            <a:avLst>
              <a:gd name="adj" fmla="val 7018"/>
            </a:avLst>
          </a:prstGeom>
          <a:solidFill>
            <a:srgbClr val="EEF1FF"/>
          </a:solidFill>
          <a:ln w="12700">
            <a:solidFill>
              <a:srgbClr val="D8DCF5"/>
            </a:solidFill>
            <a:prstDash val="solid"/>
          </a:ln>
        </p:spPr>
      </p:sp>
      <p:sp>
        <p:nvSpPr>
          <p:cNvPr id="6" name="Text 3"/>
          <p:cNvSpPr txBox="1"/>
          <p:nvPr/>
        </p:nvSpPr>
        <p:spPr>
          <a:xfrm>
            <a:off x="777240" y="1600200"/>
            <a:ext cx="1828800" cy="274320"/>
          </a:xfrm>
          <a:prstGeom prst="rect">
            <a:avLst/>
          </a:prstGeom>
          <a:noFill/>
          <a:ln/>
        </p:spPr>
        <p:txBody>
          <a:bodyPr wrap="square" lIns="0" tIns="0" rIns="0" bIns="0" rtlCol="0" anchor="ctr"/>
          <a:lstStyle/>
          <a:p>
            <a:pPr marL="0" indent="0">
              <a:buNone/>
            </a:pPr>
            <a:r>
              <a:rPr lang="en-US" sz="1100" b="1" kern="0" spc="200" dirty="0">
                <a:solidFill>
                  <a:srgbClr val="4236F6"/>
                </a:solidFill>
                <a:latin typeface="Arial" pitchFamily="34" charset="0"/>
                <a:ea typeface="Arial" pitchFamily="34" charset="-122"/>
                <a:cs typeface="Arial" pitchFamily="34" charset="-120"/>
              </a:rPr>
              <a:t>CAP 5</a:t>
            </a:r>
            <a:endParaRPr lang="en-US" sz="1100" dirty="0"/>
          </a:p>
        </p:txBody>
      </p:sp>
      <p:sp>
        <p:nvSpPr>
          <p:cNvPr id="7" name="Text 4"/>
          <p:cNvSpPr txBox="1"/>
          <p:nvPr/>
        </p:nvSpPr>
        <p:spPr>
          <a:xfrm>
            <a:off x="777240" y="1837944"/>
            <a:ext cx="10607040" cy="713232"/>
          </a:xfrm>
          <a:prstGeom prst="rect">
            <a:avLst/>
          </a:prstGeom>
          <a:noFill/>
          <a:ln/>
        </p:spPr>
        <p:txBody>
          <a:bodyPr wrap="square" lIns="0" tIns="0" rIns="0" bIns="0" rtlCol="0" anchor="ctr"/>
          <a:lstStyle/>
          <a:p>
            <a:pPr marL="0" indent="0">
              <a:buNone/>
            </a:pPr>
            <a:r>
              <a:rPr lang="en-US" sz="1300" dirty="0">
                <a:solidFill>
                  <a:srgbClr val="0A0A0F"/>
                </a:solidFill>
                <a:latin typeface="Malgun Gothic" pitchFamily="34" charset="0"/>
                <a:ea typeface="Malgun Gothic" pitchFamily="34" charset="-122"/>
                <a:cs typeface="Malgun Gothic" pitchFamily="34" charset="-120"/>
              </a:rPr>
              <a:t>1) 방에 책이 있어요</a:t>
            </a:r>
            <a:endParaRPr lang="en-US" sz="1300" dirty="0"/>
          </a:p>
          <a:p>
            <a:pPr marL="0" indent="0">
              <a:buNone/>
            </a:pPr>
            <a:r>
              <a:rPr lang="en-US" sz="1300" dirty="0">
                <a:solidFill>
                  <a:srgbClr val="0A0A0F"/>
                </a:solidFill>
                <a:latin typeface="Malgun Gothic" pitchFamily="34" charset="0"/>
                <a:ea typeface="Malgun Gothic" pitchFamily="34" charset="-122"/>
                <a:cs typeface="Malgun Gothic" pitchFamily="34" charset="-120"/>
              </a:rPr>
              <a:t>2) 병원이 어디예요?</a:t>
            </a:r>
            <a:endParaRPr lang="en-US" sz="1300" dirty="0"/>
          </a:p>
          <a:p>
            <a:pPr marL="0" indent="0">
              <a:buNone/>
            </a:pPr>
            <a:r>
              <a:rPr lang="en-US" sz="1300" dirty="0">
                <a:solidFill>
                  <a:srgbClr val="0A0A0F"/>
                </a:solidFill>
                <a:latin typeface="Malgun Gothic" pitchFamily="34" charset="0"/>
                <a:ea typeface="Malgun Gothic" pitchFamily="34" charset="-122"/>
                <a:cs typeface="Malgun Gothic" pitchFamily="34" charset="-120"/>
              </a:rPr>
              <a:t>3) 가게에 빵이 없어요</a:t>
            </a:r>
            <a:endParaRPr lang="en-US" sz="1300" dirty="0"/>
          </a:p>
        </p:txBody>
      </p:sp>
      <p:sp>
        <p:nvSpPr>
          <p:cNvPr id="8" name="Shape 5"/>
          <p:cNvSpPr/>
          <p:nvPr/>
        </p:nvSpPr>
        <p:spPr>
          <a:xfrm>
            <a:off x="548640" y="2624328"/>
            <a:ext cx="11064240" cy="1042416"/>
          </a:xfrm>
          <a:prstGeom prst="roundRect">
            <a:avLst>
              <a:gd name="adj" fmla="val 7018"/>
            </a:avLst>
          </a:prstGeom>
          <a:solidFill>
            <a:srgbClr val="EEF1FF"/>
          </a:solidFill>
          <a:ln w="12700">
            <a:solidFill>
              <a:srgbClr val="D8DCF5"/>
            </a:solidFill>
            <a:prstDash val="solid"/>
          </a:ln>
        </p:spPr>
      </p:sp>
      <p:sp>
        <p:nvSpPr>
          <p:cNvPr id="9" name="Text 6"/>
          <p:cNvSpPr txBox="1"/>
          <p:nvPr/>
        </p:nvSpPr>
        <p:spPr>
          <a:xfrm>
            <a:off x="777240" y="2715768"/>
            <a:ext cx="1828800" cy="274320"/>
          </a:xfrm>
          <a:prstGeom prst="rect">
            <a:avLst/>
          </a:prstGeom>
          <a:noFill/>
          <a:ln/>
        </p:spPr>
        <p:txBody>
          <a:bodyPr wrap="square" lIns="0" tIns="0" rIns="0" bIns="0" rtlCol="0" anchor="ctr"/>
          <a:lstStyle/>
          <a:p>
            <a:pPr marL="0" indent="0">
              <a:buNone/>
            </a:pPr>
            <a:r>
              <a:rPr lang="en-US" sz="1100" b="1" kern="0" spc="200" dirty="0">
                <a:solidFill>
                  <a:srgbClr val="4236F6"/>
                </a:solidFill>
                <a:latin typeface="Arial" pitchFamily="34" charset="0"/>
                <a:ea typeface="Arial" pitchFamily="34" charset="-122"/>
                <a:cs typeface="Arial" pitchFamily="34" charset="-120"/>
              </a:rPr>
              <a:t>CAP 6</a:t>
            </a:r>
            <a:endParaRPr lang="en-US" sz="1100" dirty="0"/>
          </a:p>
        </p:txBody>
      </p:sp>
      <p:sp>
        <p:nvSpPr>
          <p:cNvPr id="10" name="Text 7"/>
          <p:cNvSpPr txBox="1"/>
          <p:nvPr/>
        </p:nvSpPr>
        <p:spPr>
          <a:xfrm>
            <a:off x="777240" y="2953512"/>
            <a:ext cx="10607040" cy="713232"/>
          </a:xfrm>
          <a:prstGeom prst="rect">
            <a:avLst/>
          </a:prstGeom>
          <a:noFill/>
          <a:ln/>
        </p:spPr>
        <p:txBody>
          <a:bodyPr wrap="square" lIns="0" tIns="0" rIns="0" bIns="0" rtlCol="0" anchor="ctr"/>
          <a:lstStyle/>
          <a:p>
            <a:pPr marL="0" indent="0">
              <a:buNone/>
            </a:pPr>
            <a:r>
              <a:rPr lang="en-US" sz="1300" dirty="0">
                <a:solidFill>
                  <a:srgbClr val="0A0A0F"/>
                </a:solidFill>
                <a:latin typeface="Malgun Gothic" pitchFamily="34" charset="0"/>
                <a:ea typeface="Malgun Gothic" pitchFamily="34" charset="-122"/>
                <a:cs typeface="Malgun Gothic" pitchFamily="34" charset="-120"/>
              </a:rPr>
              <a:t>1) 할머니는 병원에 가요 (할머니 termina en vocal → 는)</a:t>
            </a:r>
            <a:endParaRPr lang="en-US" sz="1300" dirty="0"/>
          </a:p>
          <a:p>
            <a:pPr marL="0" indent="0">
              <a:buNone/>
            </a:pPr>
            <a:r>
              <a:rPr lang="en-US" sz="1300" dirty="0">
                <a:solidFill>
                  <a:srgbClr val="0A0A0F"/>
                </a:solidFill>
                <a:latin typeface="Malgun Gothic" pitchFamily="34" charset="0"/>
                <a:ea typeface="Malgun Gothic" pitchFamily="34" charset="-122"/>
                <a:cs typeface="Malgun Gothic" pitchFamily="34" charset="-120"/>
              </a:rPr>
              <a:t>2) 공원에 안 가요. 수영장에 가요</a:t>
            </a:r>
            <a:endParaRPr lang="en-US" sz="1300" dirty="0"/>
          </a:p>
          <a:p>
            <a:pPr marL="0" indent="0">
              <a:buNone/>
            </a:pPr>
            <a:r>
              <a:rPr lang="en-US" sz="1300" dirty="0">
                <a:solidFill>
                  <a:srgbClr val="0A0A0F"/>
                </a:solidFill>
                <a:latin typeface="Malgun Gothic" pitchFamily="34" charset="0"/>
                <a:ea typeface="Malgun Gothic" pitchFamily="34" charset="-122"/>
                <a:cs typeface="Malgun Gothic" pitchFamily="34" charset="-120"/>
              </a:rPr>
              <a:t>3) 어디에 가요?</a:t>
            </a:r>
            <a:endParaRPr lang="en-US" sz="1300" dirty="0"/>
          </a:p>
        </p:txBody>
      </p:sp>
      <p:sp>
        <p:nvSpPr>
          <p:cNvPr id="11" name="Shape 8"/>
          <p:cNvSpPr/>
          <p:nvPr/>
        </p:nvSpPr>
        <p:spPr>
          <a:xfrm>
            <a:off x="548640" y="3739896"/>
            <a:ext cx="11064240" cy="1042416"/>
          </a:xfrm>
          <a:prstGeom prst="roundRect">
            <a:avLst>
              <a:gd name="adj" fmla="val 7018"/>
            </a:avLst>
          </a:prstGeom>
          <a:solidFill>
            <a:srgbClr val="EEF1FF"/>
          </a:solidFill>
          <a:ln w="12700">
            <a:solidFill>
              <a:srgbClr val="D8DCF5"/>
            </a:solidFill>
            <a:prstDash val="solid"/>
          </a:ln>
        </p:spPr>
      </p:sp>
      <p:sp>
        <p:nvSpPr>
          <p:cNvPr id="12" name="Text 9"/>
          <p:cNvSpPr txBox="1"/>
          <p:nvPr/>
        </p:nvSpPr>
        <p:spPr>
          <a:xfrm>
            <a:off x="777240" y="3831336"/>
            <a:ext cx="1828800" cy="274320"/>
          </a:xfrm>
          <a:prstGeom prst="rect">
            <a:avLst/>
          </a:prstGeom>
          <a:noFill/>
          <a:ln/>
        </p:spPr>
        <p:txBody>
          <a:bodyPr wrap="square" lIns="0" tIns="0" rIns="0" bIns="0" rtlCol="0" anchor="ctr"/>
          <a:lstStyle/>
          <a:p>
            <a:pPr marL="0" indent="0">
              <a:buNone/>
            </a:pPr>
            <a:r>
              <a:rPr lang="en-US" sz="1100" b="1" kern="0" spc="200" dirty="0">
                <a:solidFill>
                  <a:srgbClr val="4236F6"/>
                </a:solidFill>
                <a:latin typeface="Arial" pitchFamily="34" charset="0"/>
                <a:ea typeface="Arial" pitchFamily="34" charset="-122"/>
                <a:cs typeface="Arial" pitchFamily="34" charset="-120"/>
              </a:rPr>
              <a:t>CAP 7</a:t>
            </a:r>
            <a:endParaRPr lang="en-US" sz="1100" dirty="0"/>
          </a:p>
        </p:txBody>
      </p:sp>
      <p:sp>
        <p:nvSpPr>
          <p:cNvPr id="13" name="Text 10"/>
          <p:cNvSpPr txBox="1"/>
          <p:nvPr/>
        </p:nvSpPr>
        <p:spPr>
          <a:xfrm>
            <a:off x="777240" y="4069080"/>
            <a:ext cx="10607040" cy="713232"/>
          </a:xfrm>
          <a:prstGeom prst="rect">
            <a:avLst/>
          </a:prstGeom>
          <a:noFill/>
          <a:ln/>
        </p:spPr>
        <p:txBody>
          <a:bodyPr wrap="square" lIns="0" tIns="0" rIns="0" bIns="0" rtlCol="0" anchor="ctr"/>
          <a:lstStyle/>
          <a:p>
            <a:pPr marL="0" indent="0">
              <a:buNone/>
            </a:pPr>
            <a:r>
              <a:rPr lang="en-US" sz="1300" dirty="0">
                <a:solidFill>
                  <a:srgbClr val="0A0A0F"/>
                </a:solidFill>
                <a:latin typeface="Malgun Gothic" pitchFamily="34" charset="0"/>
                <a:ea typeface="Malgun Gothic" pitchFamily="34" charset="-122"/>
                <a:cs typeface="Malgun Gothic" pitchFamily="34" charset="-120"/>
              </a:rPr>
              <a:t>1) 마셔요 · 읽어요 · 해요</a:t>
            </a:r>
            <a:endParaRPr lang="en-US" sz="1300" dirty="0"/>
          </a:p>
          <a:p>
            <a:pPr marL="0" indent="0">
              <a:buNone/>
            </a:pPr>
            <a:r>
              <a:rPr lang="en-US" sz="1300" dirty="0">
                <a:solidFill>
                  <a:srgbClr val="0A0A0F"/>
                </a:solidFill>
                <a:latin typeface="Malgun Gothic" pitchFamily="34" charset="0"/>
                <a:ea typeface="Malgun Gothic" pitchFamily="34" charset="-122"/>
                <a:cs typeface="Malgun Gothic" pitchFamily="34" charset="-120"/>
              </a:rPr>
              <a:t>2) 아빠는 텔레비전을 봐요</a:t>
            </a:r>
            <a:endParaRPr lang="en-US" sz="1300" dirty="0"/>
          </a:p>
          <a:p>
            <a:pPr marL="0" indent="0">
              <a:buNone/>
            </a:pPr>
            <a:r>
              <a:rPr lang="en-US" sz="1300" dirty="0">
                <a:solidFill>
                  <a:srgbClr val="0A0A0F"/>
                </a:solidFill>
                <a:latin typeface="Malgun Gothic" pitchFamily="34" charset="0"/>
                <a:ea typeface="Malgun Gothic" pitchFamily="34" charset="-122"/>
                <a:cs typeface="Malgun Gothic" pitchFamily="34" charset="-120"/>
              </a:rPr>
              <a:t>3) 뭐 먹어요? 빵을 먹어요</a:t>
            </a:r>
            <a:endParaRPr lang="en-US" sz="1300" dirty="0"/>
          </a:p>
        </p:txBody>
      </p:sp>
      <p:sp>
        <p:nvSpPr>
          <p:cNvPr id="14" name="Shape 11"/>
          <p:cNvSpPr/>
          <p:nvPr/>
        </p:nvSpPr>
        <p:spPr>
          <a:xfrm>
            <a:off x="548640" y="4855464"/>
            <a:ext cx="11064240" cy="1042416"/>
          </a:xfrm>
          <a:prstGeom prst="roundRect">
            <a:avLst>
              <a:gd name="adj" fmla="val 7018"/>
            </a:avLst>
          </a:prstGeom>
          <a:solidFill>
            <a:srgbClr val="EEF1FF"/>
          </a:solidFill>
          <a:ln w="12700">
            <a:solidFill>
              <a:srgbClr val="D8DCF5"/>
            </a:solidFill>
            <a:prstDash val="solid"/>
          </a:ln>
        </p:spPr>
      </p:sp>
      <p:sp>
        <p:nvSpPr>
          <p:cNvPr id="15" name="Text 12"/>
          <p:cNvSpPr txBox="1"/>
          <p:nvPr/>
        </p:nvSpPr>
        <p:spPr>
          <a:xfrm>
            <a:off x="777240" y="4946904"/>
            <a:ext cx="1828800" cy="274320"/>
          </a:xfrm>
          <a:prstGeom prst="rect">
            <a:avLst/>
          </a:prstGeom>
          <a:noFill/>
          <a:ln/>
        </p:spPr>
        <p:txBody>
          <a:bodyPr wrap="square" lIns="0" tIns="0" rIns="0" bIns="0" rtlCol="0" anchor="ctr"/>
          <a:lstStyle/>
          <a:p>
            <a:pPr marL="0" indent="0">
              <a:buNone/>
            </a:pPr>
            <a:r>
              <a:rPr lang="en-US" sz="1100" b="1" kern="0" spc="200" dirty="0">
                <a:solidFill>
                  <a:srgbClr val="4236F6"/>
                </a:solidFill>
                <a:latin typeface="Arial" pitchFamily="34" charset="0"/>
                <a:ea typeface="Arial" pitchFamily="34" charset="-122"/>
                <a:cs typeface="Arial" pitchFamily="34" charset="-120"/>
              </a:rPr>
              <a:t>CAP 8</a:t>
            </a:r>
            <a:endParaRPr lang="en-US" sz="1100" dirty="0"/>
          </a:p>
        </p:txBody>
      </p:sp>
      <p:sp>
        <p:nvSpPr>
          <p:cNvPr id="16" name="Text 13"/>
          <p:cNvSpPr txBox="1"/>
          <p:nvPr/>
        </p:nvSpPr>
        <p:spPr>
          <a:xfrm>
            <a:off x="777240" y="5184648"/>
            <a:ext cx="10607040" cy="713232"/>
          </a:xfrm>
          <a:prstGeom prst="rect">
            <a:avLst/>
          </a:prstGeom>
          <a:noFill/>
          <a:ln/>
        </p:spPr>
        <p:txBody>
          <a:bodyPr wrap="square" lIns="0" tIns="0" rIns="0" bIns="0" rtlCol="0" anchor="ctr"/>
          <a:lstStyle/>
          <a:p>
            <a:pPr marL="0" indent="0">
              <a:buNone/>
            </a:pPr>
            <a:r>
              <a:rPr lang="en-US" sz="1300" dirty="0">
                <a:solidFill>
                  <a:srgbClr val="0A0A0F"/>
                </a:solidFill>
                <a:latin typeface="Malgun Gothic" pitchFamily="34" charset="0"/>
                <a:ea typeface="Malgun Gothic" pitchFamily="34" charset="-122"/>
                <a:cs typeface="Malgun Gothic" pitchFamily="34" charset="-120"/>
              </a:rPr>
              <a:t>1) (ej.) 피자를 좋아해요, 콜라를 좋아해요, 바다를 좋아해요</a:t>
            </a:r>
            <a:endParaRPr lang="en-US" sz="1300" dirty="0"/>
          </a:p>
          <a:p>
            <a:pPr marL="0" indent="0">
              <a:buNone/>
            </a:pPr>
            <a:r>
              <a:rPr lang="en-US" sz="1300" dirty="0">
                <a:solidFill>
                  <a:srgbClr val="0A0A0F"/>
                </a:solidFill>
                <a:latin typeface="Malgun Gothic" pitchFamily="34" charset="0"/>
                <a:ea typeface="Malgun Gothic" pitchFamily="34" charset="-122"/>
                <a:cs typeface="Malgun Gothic" pitchFamily="34" charset="-120"/>
              </a:rPr>
              <a:t>2) 소주 좋아해요? 아니요, 싫어해요. 막걸리를 좋아해요</a:t>
            </a:r>
            <a:endParaRPr lang="en-US" sz="1300" dirty="0"/>
          </a:p>
          <a:p>
            <a:pPr marL="0" indent="0">
              <a:buNone/>
            </a:pPr>
            <a:r>
              <a:rPr lang="en-US" sz="1300" dirty="0">
                <a:solidFill>
                  <a:srgbClr val="0A0A0F"/>
                </a:solidFill>
                <a:latin typeface="Malgun Gothic" pitchFamily="34" charset="0"/>
                <a:ea typeface="Malgun Gothic" pitchFamily="34" charset="-122"/>
                <a:cs typeface="Malgun Gothic" pitchFamily="34" charset="-120"/>
              </a:rPr>
              <a:t>3) 뭐 좋아해요?</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310896"/>
          </a:xfrm>
          <a:prstGeom prst="rect">
            <a:avLst/>
          </a:prstGeom>
          <a:noFill/>
          <a:ln/>
        </p:spPr>
        <p:txBody>
          <a:bodyPr wrap="square" lIns="0" tIns="0" rIns="0" bIns="0" rtlCol="0" anchor="ctr"/>
          <a:lstStyle/>
          <a:p>
            <a:pPr marL="0" indent="0">
              <a:buNone/>
            </a:pPr>
            <a:r>
              <a:rPr lang="en-US" sz="1200" b="1" kern="0" spc="300" dirty="0">
                <a:solidFill>
                  <a:srgbClr val="4236F6"/>
                </a:solidFill>
                <a:latin typeface="Arial" pitchFamily="34" charset="0"/>
                <a:ea typeface="Arial" pitchFamily="34" charset="-122"/>
                <a:cs typeface="Arial" pitchFamily="34" charset="-120"/>
              </a:rPr>
              <a:t>CHECKLIST FINAL</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marL="0" indent="0">
              <a:buNone/>
            </a:pPr>
            <a:r>
              <a:rPr lang="en-US" sz="3200" b="1" dirty="0">
                <a:solidFill>
                  <a:srgbClr val="0A0A0F"/>
                </a:solidFill>
                <a:latin typeface="Arial" pitchFamily="34" charset="0"/>
                <a:ea typeface="Arial" pitchFamily="34" charset="-122"/>
                <a:cs typeface="Arial" pitchFamily="34" charset="-120"/>
              </a:rPr>
              <a:t>Antes del examen, marca lo que ya puedes hacer</a:t>
            </a:r>
            <a:endParaRPr lang="en-US" sz="3200" dirty="0"/>
          </a:p>
        </p:txBody>
      </p:sp>
      <p:pic>
        <p:nvPicPr>
          <p:cNvPr id="4" name="Image 0" descr="C:\Users\Chingu\AppData\Local\Temp\claude\C--Users-Chingu-Desktop-ACADEMIASEULWEB\d4111e1b-5523-44ea-97b2-b1a1d9545b9e\scratchpad\igpost\sello-azul.png"/>
          <p:cNvPicPr>
            <a:picLocks noChangeAspect="1"/>
          </p:cNvPicPr>
          <p:nvPr/>
        </p:nvPicPr>
        <p:blipFill>
          <a:blip r:embed="rId3"/>
          <a:stretch>
            <a:fillRect/>
          </a:stretch>
        </p:blipFill>
        <p:spPr>
          <a:xfrm>
            <a:off x="11475720" y="6236208"/>
            <a:ext cx="457200" cy="438912"/>
          </a:xfrm>
          <a:prstGeom prst="rect">
            <a:avLst/>
          </a:prstGeom>
        </p:spPr>
      </p:pic>
      <p:sp>
        <p:nvSpPr>
          <p:cNvPr id="5" name="Text 2"/>
          <p:cNvSpPr txBox="1"/>
          <p:nvPr/>
        </p:nvSpPr>
        <p:spPr>
          <a:xfrm>
            <a:off x="822960" y="1508760"/>
            <a:ext cx="10607040" cy="457200"/>
          </a:xfrm>
          <a:prstGeom prst="rect">
            <a:avLst/>
          </a:prstGeom>
          <a:noFill/>
          <a:ln/>
        </p:spPr>
        <p:txBody>
          <a:bodyPr wrap="square" lIns="0" tIns="0" rIns="0" bIns="0" rtlCol="0" anchor="ctr"/>
          <a:lstStyle/>
          <a:p>
            <a:pPr marL="0" indent="0">
              <a:buNone/>
            </a:pPr>
            <a:r>
              <a:rPr lang="en-US" sz="2000" dirty="0">
                <a:solidFill>
                  <a:srgbClr val="4236F6"/>
                </a:solidFill>
                <a:latin typeface="Arial" pitchFamily="34" charset="0"/>
                <a:ea typeface="Arial" pitchFamily="34" charset="-122"/>
                <a:cs typeface="Arial" pitchFamily="34" charset="-120"/>
              </a:rPr>
              <a:t>☐  </a:t>
            </a:r>
            <a:r>
              <a:rPr lang="en-US" sz="1700" dirty="0">
                <a:solidFill>
                  <a:srgbClr val="0A0A0F"/>
                </a:solidFill>
                <a:latin typeface="Malgun Gothic" pitchFamily="34" charset="0"/>
                <a:ea typeface="Malgun Gothic" pitchFamily="34" charset="-122"/>
                <a:cs typeface="Malgun Gothic" pitchFamily="34" charset="-120"/>
              </a:rPr>
              <a:t>Leo cualquier sílaba en voz alta sin romanización (Lector: Contrarreloj)</a:t>
            </a:r>
            <a:endParaRPr lang="en-US" sz="2000" dirty="0"/>
          </a:p>
        </p:txBody>
      </p:sp>
      <p:sp>
        <p:nvSpPr>
          <p:cNvPr id="6" name="Text 3"/>
          <p:cNvSpPr txBox="1"/>
          <p:nvPr/>
        </p:nvSpPr>
        <p:spPr>
          <a:xfrm>
            <a:off x="822960" y="2039112"/>
            <a:ext cx="10607040" cy="457200"/>
          </a:xfrm>
          <a:prstGeom prst="rect">
            <a:avLst/>
          </a:prstGeom>
          <a:noFill/>
          <a:ln/>
        </p:spPr>
        <p:txBody>
          <a:bodyPr wrap="square" lIns="0" tIns="0" rIns="0" bIns="0" rtlCol="0" anchor="ctr"/>
          <a:lstStyle/>
          <a:p>
            <a:pPr marL="0" indent="0">
              <a:buNone/>
            </a:pPr>
            <a:r>
              <a:rPr lang="en-US" sz="2000" dirty="0">
                <a:solidFill>
                  <a:srgbClr val="4236F6"/>
                </a:solidFill>
                <a:latin typeface="Arial" pitchFamily="34" charset="0"/>
                <a:ea typeface="Arial" pitchFamily="34" charset="-122"/>
                <a:cs typeface="Arial" pitchFamily="34" charset="-120"/>
              </a:rPr>
              <a:t>☐  </a:t>
            </a:r>
            <a:r>
              <a:rPr lang="en-US" sz="1700" dirty="0">
                <a:solidFill>
                  <a:srgbClr val="0A0A0F"/>
                </a:solidFill>
                <a:latin typeface="Malgun Gothic" pitchFamily="34" charset="0"/>
                <a:ea typeface="Malgun Gothic" pitchFamily="34" charset="-122"/>
                <a:cs typeface="Malgun Gothic" pitchFamily="34" charset="-120"/>
              </a:rPr>
              <a:t>Sé elegir 이에요/예요 · 은/는 · 을/를 mirando el batchim</a:t>
            </a:r>
            <a:endParaRPr lang="en-US" sz="2000" dirty="0"/>
          </a:p>
        </p:txBody>
      </p:sp>
      <p:sp>
        <p:nvSpPr>
          <p:cNvPr id="7" name="Text 4"/>
          <p:cNvSpPr txBox="1"/>
          <p:nvPr/>
        </p:nvSpPr>
        <p:spPr>
          <a:xfrm>
            <a:off x="822960" y="2569464"/>
            <a:ext cx="10607040" cy="457200"/>
          </a:xfrm>
          <a:prstGeom prst="rect">
            <a:avLst/>
          </a:prstGeom>
          <a:noFill/>
          <a:ln/>
        </p:spPr>
        <p:txBody>
          <a:bodyPr wrap="square" lIns="0" tIns="0" rIns="0" bIns="0" rtlCol="0" anchor="ctr"/>
          <a:lstStyle/>
          <a:p>
            <a:pPr marL="0" indent="0">
              <a:buNone/>
            </a:pPr>
            <a:r>
              <a:rPr lang="en-US" sz="2000" dirty="0">
                <a:solidFill>
                  <a:srgbClr val="4236F6"/>
                </a:solidFill>
                <a:latin typeface="Arial" pitchFamily="34" charset="0"/>
                <a:ea typeface="Arial" pitchFamily="34" charset="-122"/>
                <a:cs typeface="Arial" pitchFamily="34" charset="-120"/>
              </a:rPr>
              <a:t>☐  </a:t>
            </a:r>
            <a:r>
              <a:rPr lang="en-US" sz="1700" dirty="0">
                <a:solidFill>
                  <a:srgbClr val="0A0A0F"/>
                </a:solidFill>
                <a:latin typeface="Malgun Gothic" pitchFamily="34" charset="0"/>
                <a:ea typeface="Malgun Gothic" pitchFamily="34" charset="-122"/>
                <a:cs typeface="Malgun Gothic" pitchFamily="34" charset="-120"/>
              </a:rPr>
              <a:t>Conjugo los verbos del curso con -아요/어요</a:t>
            </a:r>
            <a:endParaRPr lang="en-US" sz="2000" dirty="0"/>
          </a:p>
        </p:txBody>
      </p:sp>
      <p:sp>
        <p:nvSpPr>
          <p:cNvPr id="8" name="Text 5"/>
          <p:cNvSpPr txBox="1"/>
          <p:nvPr/>
        </p:nvSpPr>
        <p:spPr>
          <a:xfrm>
            <a:off x="822960" y="3099816"/>
            <a:ext cx="10607040" cy="457200"/>
          </a:xfrm>
          <a:prstGeom prst="rect">
            <a:avLst/>
          </a:prstGeom>
          <a:noFill/>
          <a:ln/>
        </p:spPr>
        <p:txBody>
          <a:bodyPr wrap="square" lIns="0" tIns="0" rIns="0" bIns="0" rtlCol="0" anchor="ctr"/>
          <a:lstStyle/>
          <a:p>
            <a:pPr marL="0" indent="0">
              <a:buNone/>
            </a:pPr>
            <a:r>
              <a:rPr lang="en-US" sz="2000" dirty="0">
                <a:solidFill>
                  <a:srgbClr val="4236F6"/>
                </a:solidFill>
                <a:latin typeface="Arial" pitchFamily="34" charset="0"/>
                <a:ea typeface="Arial" pitchFamily="34" charset="-122"/>
                <a:cs typeface="Arial" pitchFamily="34" charset="-120"/>
              </a:rPr>
              <a:t>☐  </a:t>
            </a:r>
            <a:r>
              <a:rPr lang="en-US" sz="1700" dirty="0">
                <a:solidFill>
                  <a:srgbClr val="0A0A0F"/>
                </a:solidFill>
                <a:latin typeface="Malgun Gothic" pitchFamily="34" charset="0"/>
                <a:ea typeface="Malgun Gothic" pitchFamily="34" charset="-122"/>
                <a:cs typeface="Malgun Gothic" pitchFamily="34" charset="-120"/>
              </a:rPr>
              <a:t>Cuento del 1 al 10 en LOS DOS sistemas y digo una hora</a:t>
            </a:r>
            <a:endParaRPr lang="en-US" sz="2000" dirty="0"/>
          </a:p>
        </p:txBody>
      </p:sp>
      <p:sp>
        <p:nvSpPr>
          <p:cNvPr id="9" name="Text 6"/>
          <p:cNvSpPr txBox="1"/>
          <p:nvPr/>
        </p:nvSpPr>
        <p:spPr>
          <a:xfrm>
            <a:off x="822960" y="3630168"/>
            <a:ext cx="10607040" cy="457200"/>
          </a:xfrm>
          <a:prstGeom prst="rect">
            <a:avLst/>
          </a:prstGeom>
          <a:noFill/>
          <a:ln/>
        </p:spPr>
        <p:txBody>
          <a:bodyPr wrap="square" lIns="0" tIns="0" rIns="0" bIns="0" rtlCol="0" anchor="ctr"/>
          <a:lstStyle/>
          <a:p>
            <a:pPr marL="0" indent="0">
              <a:buNone/>
            </a:pPr>
            <a:r>
              <a:rPr lang="en-US" sz="2000" dirty="0">
                <a:solidFill>
                  <a:srgbClr val="4236F6"/>
                </a:solidFill>
                <a:latin typeface="Arial" pitchFamily="34" charset="0"/>
                <a:ea typeface="Arial" pitchFamily="34" charset="-122"/>
                <a:cs typeface="Arial" pitchFamily="34" charset="-120"/>
              </a:rPr>
              <a:t>☐  </a:t>
            </a:r>
            <a:r>
              <a:rPr lang="en-US" sz="1700" dirty="0">
                <a:solidFill>
                  <a:srgbClr val="0A0A0F"/>
                </a:solidFill>
                <a:latin typeface="Malgun Gothic" pitchFamily="34" charset="0"/>
                <a:ea typeface="Malgun Gothic" pitchFamily="34" charset="-122"/>
                <a:cs typeface="Malgun Gothic" pitchFamily="34" charset="-120"/>
              </a:rPr>
              <a:t>Me presento y hablo de mi familia con 우리</a:t>
            </a:r>
            <a:endParaRPr lang="en-US" sz="2000" dirty="0"/>
          </a:p>
        </p:txBody>
      </p:sp>
      <p:sp>
        <p:nvSpPr>
          <p:cNvPr id="10" name="Text 7"/>
          <p:cNvSpPr txBox="1"/>
          <p:nvPr/>
        </p:nvSpPr>
        <p:spPr>
          <a:xfrm>
            <a:off x="822960" y="4160520"/>
            <a:ext cx="10607040" cy="457200"/>
          </a:xfrm>
          <a:prstGeom prst="rect">
            <a:avLst/>
          </a:prstGeom>
          <a:noFill/>
          <a:ln/>
        </p:spPr>
        <p:txBody>
          <a:bodyPr wrap="square" lIns="0" tIns="0" rIns="0" bIns="0" rtlCol="0" anchor="ctr"/>
          <a:lstStyle/>
          <a:p>
            <a:pPr marL="0" indent="0">
              <a:buNone/>
            </a:pPr>
            <a:r>
              <a:rPr lang="en-US" sz="2000" dirty="0">
                <a:solidFill>
                  <a:srgbClr val="4236F6"/>
                </a:solidFill>
                <a:latin typeface="Arial" pitchFamily="34" charset="0"/>
                <a:ea typeface="Arial" pitchFamily="34" charset="-122"/>
                <a:cs typeface="Arial" pitchFamily="34" charset="-120"/>
              </a:rPr>
              <a:t>☐  </a:t>
            </a:r>
            <a:r>
              <a:rPr lang="en-US" sz="1700" dirty="0">
                <a:solidFill>
                  <a:srgbClr val="0A0A0F"/>
                </a:solidFill>
                <a:latin typeface="Malgun Gothic" pitchFamily="34" charset="0"/>
                <a:ea typeface="Malgun Gothic" pitchFamily="34" charset="-122"/>
                <a:cs typeface="Malgun Gothic" pitchFamily="34" charset="-120"/>
              </a:rPr>
              <a:t>Respondo: 이름이 뭐예요 · 어디에 가요 · 뭐 마셔요 · 뭐 좋아해요</a:t>
            </a:r>
            <a:endParaRPr lang="en-US" sz="2000" dirty="0"/>
          </a:p>
        </p:txBody>
      </p:sp>
      <p:sp>
        <p:nvSpPr>
          <p:cNvPr id="11" name="Shape 8"/>
          <p:cNvSpPr/>
          <p:nvPr/>
        </p:nvSpPr>
        <p:spPr>
          <a:xfrm>
            <a:off x="548640" y="4800600"/>
            <a:ext cx="11064240" cy="1188720"/>
          </a:xfrm>
          <a:prstGeom prst="roundRect">
            <a:avLst>
              <a:gd name="adj" fmla="val 6154"/>
            </a:avLst>
          </a:prstGeom>
          <a:solidFill>
            <a:srgbClr val="003478"/>
          </a:solidFill>
          <a:ln/>
        </p:spPr>
      </p:sp>
      <p:sp>
        <p:nvSpPr>
          <p:cNvPr id="12" name="Text 9"/>
          <p:cNvSpPr txBox="1"/>
          <p:nvPr/>
        </p:nvSpPr>
        <p:spPr>
          <a:xfrm>
            <a:off x="822960" y="4956048"/>
            <a:ext cx="10515600" cy="914400"/>
          </a:xfrm>
          <a:prstGeom prst="rect">
            <a:avLst/>
          </a:prstGeom>
          <a:noFill/>
          <a:ln/>
        </p:spPr>
        <p:txBody>
          <a:bodyPr wrap="square" lIns="0" tIns="0" rIns="0" bIns="0" rtlCol="0" anchor="ctr"/>
          <a:lstStyle/>
          <a:p>
            <a:pPr marL="0" indent="0">
              <a:buNone/>
            </a:pPr>
            <a:r>
              <a:rPr lang="en-US" sz="1400" b="1" dirty="0">
                <a:solidFill>
                  <a:srgbClr val="D4AF37"/>
                </a:solidFill>
                <a:latin typeface="Arial" pitchFamily="34" charset="0"/>
                <a:ea typeface="Arial" pitchFamily="34" charset="-122"/>
                <a:cs typeface="Arial" pitchFamily="34" charset="-120"/>
              </a:rPr>
              <a:t>Cómo usar la Guía de Estudio</a:t>
            </a:r>
            <a:endParaRPr lang="en-US" sz="1400" dirty="0"/>
          </a:p>
          <a:p>
            <a:pPr marL="0" indent="0">
              <a:buNone/>
            </a:pPr>
            <a:r>
              <a:rPr lang="en-US" sz="1300" dirty="0">
                <a:solidFill>
                  <a:srgbClr val="FFFFFF"/>
                </a:solidFill>
                <a:latin typeface="Arial" pitchFamily="34" charset="0"/>
                <a:ea typeface="Arial" pitchFamily="34" charset="-122"/>
                <a:cs typeface="Arial" pitchFamily="34" charset="-120"/>
              </a:rPr>
              <a:t>1) Lee los ejemplos EN VOZ ALTA (en silencio no cuenta)   ·   2) Haz los “Practica tú” sin mirar las respuestas</a:t>
            </a:r>
            <a:endParaRPr lang="en-US" sz="1400" dirty="0"/>
          </a:p>
          <a:p>
            <a:pPr marL="0" indent="0">
              <a:buNone/>
            </a:pPr>
            <a:r>
              <a:rPr lang="en-US" sz="1300" dirty="0">
                <a:solidFill>
                  <a:srgbClr val="FFFFFF"/>
                </a:solidFill>
                <a:latin typeface="Arial" pitchFamily="34" charset="0"/>
                <a:ea typeface="Arial" pitchFamily="34" charset="-122"/>
                <a:cs typeface="Arial" pitchFamily="34" charset="-120"/>
              </a:rPr>
              <a:t>3) Lector de Hangul 10 min al día (academiaseul.com/lector-hangul): Palabras · Números · Contrarreloj</a:t>
            </a:r>
            <a:endParaRPr lang="en-US" sz="1400" dirty="0"/>
          </a:p>
          <a:p>
            <a:pPr marL="0" indent="0">
              <a:buNone/>
            </a:pPr>
            <a:r>
              <a:rPr lang="en-US" sz="1300" dirty="0">
                <a:solidFill>
                  <a:srgbClr val="FFFFFF"/>
                </a:solidFill>
                <a:latin typeface="Arial" pitchFamily="34" charset="0"/>
                <a:ea typeface="Arial" pitchFamily="34" charset="-122"/>
                <a:cs typeface="Arial" pitchFamily="34" charset="-120"/>
              </a:rPr>
              <a:t>4) La romanización es una muleta: tápala cada vez más</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0972800" cy="310896"/>
          </a:xfrm>
          <a:prstGeom prst="rect">
            <a:avLst/>
          </a:prstGeom>
          <a:noFill/>
          <a:ln/>
        </p:spPr>
        <p:txBody>
          <a:bodyPr wrap="square" lIns="0" tIns="0" rIns="0" bIns="0" rtlCol="0" anchor="ctr"/>
          <a:lstStyle/>
          <a:p>
            <a:pPr marL="0" indent="0">
              <a:buNone/>
            </a:pPr>
            <a:r>
              <a:rPr lang="en-US" sz="1200" b="1" kern="0" spc="300" dirty="0">
                <a:solidFill>
                  <a:srgbClr val="4236F6"/>
                </a:solidFill>
                <a:latin typeface="Arial" pitchFamily="34" charset="0"/>
                <a:ea typeface="Arial" pitchFamily="34" charset="-122"/>
                <a:cs typeface="Arial" pitchFamily="34" charset="-120"/>
              </a:rPr>
              <a:t>다음 수업 · PRÓXIMA CLASE</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marL="0" indent="0">
              <a:buNone/>
            </a:pPr>
            <a:r>
              <a:rPr lang="en-US" sz="3200" b="1" dirty="0">
                <a:solidFill>
                  <a:srgbClr val="0A0A0F"/>
                </a:solidFill>
                <a:latin typeface="Arial" pitchFamily="34" charset="0"/>
                <a:ea typeface="Arial" pitchFamily="34" charset="-122"/>
                <a:cs typeface="Arial" pitchFamily="34" charset="-120"/>
              </a:rPr>
              <a:t>El examen mid-term — sin sorpresas</a:t>
            </a:r>
            <a:endParaRPr lang="en-US" sz="3200" dirty="0"/>
          </a:p>
        </p:txBody>
      </p:sp>
      <p:pic>
        <p:nvPicPr>
          <p:cNvPr id="4" name="Image 0" descr="C:\Users\Chingu\AppData\Local\Temp\claude\C--Users-Chingu-Desktop-ACADEMIASEULWEB\d4111e1b-5523-44ea-97b2-b1a1d9545b9e\scratchpad\igpost\sello-azul.png"/>
          <p:cNvPicPr>
            <a:picLocks noChangeAspect="1"/>
          </p:cNvPicPr>
          <p:nvPr/>
        </p:nvPicPr>
        <p:blipFill>
          <a:blip r:embed="rId3"/>
          <a:stretch>
            <a:fillRect/>
          </a:stretch>
        </p:blipFill>
        <p:spPr>
          <a:xfrm>
            <a:off x="11475720" y="6236208"/>
            <a:ext cx="457200" cy="438912"/>
          </a:xfrm>
          <a:prstGeom prst="rect">
            <a:avLst/>
          </a:prstGeom>
        </p:spPr>
      </p:pic>
      <p:sp>
        <p:nvSpPr>
          <p:cNvPr id="5" name="Shape 2"/>
          <p:cNvSpPr/>
          <p:nvPr/>
        </p:nvSpPr>
        <p:spPr>
          <a:xfrm>
            <a:off x="548640" y="1554480"/>
            <a:ext cx="3611880" cy="1234440"/>
          </a:xfrm>
          <a:prstGeom prst="roundRect">
            <a:avLst>
              <a:gd name="adj" fmla="val 5926"/>
            </a:avLst>
          </a:prstGeom>
          <a:solidFill>
            <a:srgbClr val="EEF1FF"/>
          </a:solidFill>
          <a:ln w="12700">
            <a:solidFill>
              <a:srgbClr val="D8DCF5"/>
            </a:solidFill>
            <a:prstDash val="solid"/>
          </a:ln>
        </p:spPr>
      </p:sp>
      <p:sp>
        <p:nvSpPr>
          <p:cNvPr id="6" name="Text 3"/>
          <p:cNvSpPr txBox="1"/>
          <p:nvPr/>
        </p:nvSpPr>
        <p:spPr>
          <a:xfrm>
            <a:off x="548640" y="1609344"/>
            <a:ext cx="3611880" cy="641909"/>
          </a:xfrm>
          <a:prstGeom prst="rect">
            <a:avLst/>
          </a:prstGeom>
          <a:noFill/>
          <a:ln/>
        </p:spPr>
        <p:txBody>
          <a:bodyPr wrap="square" lIns="0" tIns="0" rIns="0" bIns="0" rtlCol="0" anchor="ctr"/>
          <a:lstStyle/>
          <a:p>
            <a:pPr marL="0" indent="0" algn="ctr">
              <a:buNone/>
            </a:pPr>
            <a:r>
              <a:rPr lang="en-US" sz="2400" b="1" dirty="0">
                <a:solidFill>
                  <a:srgbClr val="0A0A0F"/>
                </a:solidFill>
                <a:latin typeface="Malgun Gothic" pitchFamily="34" charset="0"/>
                <a:ea typeface="Malgun Gothic" pitchFamily="34" charset="-122"/>
                <a:cs typeface="Malgun Gothic" pitchFamily="34" charset="-120"/>
              </a:rPr>
              <a:t>단어</a:t>
            </a:r>
            <a:endParaRPr lang="en-US" sz="2400" dirty="0"/>
          </a:p>
        </p:txBody>
      </p:sp>
      <p:sp>
        <p:nvSpPr>
          <p:cNvPr id="7" name="Text 4"/>
          <p:cNvSpPr txBox="1"/>
          <p:nvPr/>
        </p:nvSpPr>
        <p:spPr>
          <a:xfrm>
            <a:off x="548640" y="2233422"/>
            <a:ext cx="3611880" cy="271577"/>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vocabulario</a:t>
            </a:r>
            <a:endParaRPr lang="en-US" sz="1100" dirty="0"/>
          </a:p>
        </p:txBody>
      </p:sp>
      <p:sp>
        <p:nvSpPr>
          <p:cNvPr id="8" name="Text 5"/>
          <p:cNvSpPr txBox="1"/>
          <p:nvPr/>
        </p:nvSpPr>
        <p:spPr>
          <a:xfrm>
            <a:off x="548640" y="2467966"/>
            <a:ext cx="3611880" cy="296266"/>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coreano ↔ español</a:t>
            </a:r>
            <a:endParaRPr lang="en-US" sz="1100" dirty="0"/>
          </a:p>
        </p:txBody>
      </p:sp>
      <p:sp>
        <p:nvSpPr>
          <p:cNvPr id="9" name="Shape 6"/>
          <p:cNvSpPr/>
          <p:nvPr/>
        </p:nvSpPr>
        <p:spPr>
          <a:xfrm>
            <a:off x="4297680" y="1554480"/>
            <a:ext cx="3611880" cy="1234440"/>
          </a:xfrm>
          <a:prstGeom prst="roundRect">
            <a:avLst>
              <a:gd name="adj" fmla="val 5926"/>
            </a:avLst>
          </a:prstGeom>
          <a:solidFill>
            <a:srgbClr val="EEF1FF"/>
          </a:solidFill>
          <a:ln w="12700">
            <a:solidFill>
              <a:srgbClr val="D8DCF5"/>
            </a:solidFill>
            <a:prstDash val="solid"/>
          </a:ln>
        </p:spPr>
      </p:sp>
      <p:sp>
        <p:nvSpPr>
          <p:cNvPr id="10" name="Text 7"/>
          <p:cNvSpPr txBox="1"/>
          <p:nvPr/>
        </p:nvSpPr>
        <p:spPr>
          <a:xfrm>
            <a:off x="4297680" y="1609344"/>
            <a:ext cx="3611880" cy="641909"/>
          </a:xfrm>
          <a:prstGeom prst="rect">
            <a:avLst/>
          </a:prstGeom>
          <a:noFill/>
          <a:ln/>
        </p:spPr>
        <p:txBody>
          <a:bodyPr wrap="square" lIns="0" tIns="0" rIns="0" bIns="0" rtlCol="0" anchor="ctr"/>
          <a:lstStyle/>
          <a:p>
            <a:pPr marL="0" indent="0" algn="ctr">
              <a:buNone/>
            </a:pPr>
            <a:r>
              <a:rPr lang="en-US" sz="2400" b="1" dirty="0">
                <a:solidFill>
                  <a:srgbClr val="0A0A0F"/>
                </a:solidFill>
                <a:latin typeface="Malgun Gothic" pitchFamily="34" charset="0"/>
                <a:ea typeface="Malgun Gothic" pitchFamily="34" charset="-122"/>
                <a:cs typeface="Malgun Gothic" pitchFamily="34" charset="-120"/>
              </a:rPr>
              <a:t>조사</a:t>
            </a:r>
            <a:endParaRPr lang="en-US" sz="2400" dirty="0"/>
          </a:p>
        </p:txBody>
      </p:sp>
      <p:sp>
        <p:nvSpPr>
          <p:cNvPr id="11" name="Text 8"/>
          <p:cNvSpPr txBox="1"/>
          <p:nvPr/>
        </p:nvSpPr>
        <p:spPr>
          <a:xfrm>
            <a:off x="4297680" y="2233422"/>
            <a:ext cx="3611880" cy="271577"/>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partículas</a:t>
            </a:r>
            <a:endParaRPr lang="en-US" sz="1100" dirty="0"/>
          </a:p>
        </p:txBody>
      </p:sp>
      <p:sp>
        <p:nvSpPr>
          <p:cNvPr id="12" name="Text 9"/>
          <p:cNvSpPr txBox="1"/>
          <p:nvPr/>
        </p:nvSpPr>
        <p:spPr>
          <a:xfrm>
            <a:off x="4297680" y="2467966"/>
            <a:ext cx="3611880" cy="296266"/>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은/는 · 을/를 · 에</a:t>
            </a:r>
            <a:endParaRPr lang="en-US" sz="1100" dirty="0"/>
          </a:p>
        </p:txBody>
      </p:sp>
      <p:sp>
        <p:nvSpPr>
          <p:cNvPr id="13" name="Shape 10"/>
          <p:cNvSpPr/>
          <p:nvPr/>
        </p:nvSpPr>
        <p:spPr>
          <a:xfrm>
            <a:off x="8046720" y="1554480"/>
            <a:ext cx="3611880" cy="1234440"/>
          </a:xfrm>
          <a:prstGeom prst="roundRect">
            <a:avLst>
              <a:gd name="adj" fmla="val 5926"/>
            </a:avLst>
          </a:prstGeom>
          <a:solidFill>
            <a:srgbClr val="EEF1FF"/>
          </a:solidFill>
          <a:ln w="12700">
            <a:solidFill>
              <a:srgbClr val="D8DCF5"/>
            </a:solidFill>
            <a:prstDash val="solid"/>
          </a:ln>
        </p:spPr>
      </p:sp>
      <p:sp>
        <p:nvSpPr>
          <p:cNvPr id="14" name="Text 11"/>
          <p:cNvSpPr txBox="1"/>
          <p:nvPr/>
        </p:nvSpPr>
        <p:spPr>
          <a:xfrm>
            <a:off x="8046720" y="1609344"/>
            <a:ext cx="3611880" cy="641909"/>
          </a:xfrm>
          <a:prstGeom prst="rect">
            <a:avLst/>
          </a:prstGeom>
          <a:noFill/>
          <a:ln/>
        </p:spPr>
        <p:txBody>
          <a:bodyPr wrap="square" lIns="0" tIns="0" rIns="0" bIns="0" rtlCol="0" anchor="ctr"/>
          <a:lstStyle/>
          <a:p>
            <a:pPr marL="0" indent="0" algn="ctr">
              <a:buNone/>
            </a:pPr>
            <a:r>
              <a:rPr lang="en-US" sz="2400" b="1" dirty="0">
                <a:solidFill>
                  <a:srgbClr val="0A0A0F"/>
                </a:solidFill>
                <a:latin typeface="Malgun Gothic" pitchFamily="34" charset="0"/>
                <a:ea typeface="Malgun Gothic" pitchFamily="34" charset="-122"/>
                <a:cs typeface="Malgun Gothic" pitchFamily="34" charset="-120"/>
              </a:rPr>
              <a:t>동사</a:t>
            </a:r>
            <a:endParaRPr lang="en-US" sz="2400" dirty="0"/>
          </a:p>
        </p:txBody>
      </p:sp>
      <p:sp>
        <p:nvSpPr>
          <p:cNvPr id="15" name="Text 12"/>
          <p:cNvSpPr txBox="1"/>
          <p:nvPr/>
        </p:nvSpPr>
        <p:spPr>
          <a:xfrm>
            <a:off x="8046720" y="2233422"/>
            <a:ext cx="3611880" cy="271577"/>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verbos</a:t>
            </a:r>
            <a:endParaRPr lang="en-US" sz="1100" dirty="0"/>
          </a:p>
        </p:txBody>
      </p:sp>
      <p:sp>
        <p:nvSpPr>
          <p:cNvPr id="16" name="Text 13"/>
          <p:cNvSpPr txBox="1"/>
          <p:nvPr/>
        </p:nvSpPr>
        <p:spPr>
          <a:xfrm>
            <a:off x="8046720" y="2467966"/>
            <a:ext cx="3611880" cy="296266"/>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-아요/어요</a:t>
            </a:r>
            <a:endParaRPr lang="en-US" sz="1100" dirty="0"/>
          </a:p>
        </p:txBody>
      </p:sp>
      <p:sp>
        <p:nvSpPr>
          <p:cNvPr id="17" name="Shape 14"/>
          <p:cNvSpPr/>
          <p:nvPr/>
        </p:nvSpPr>
        <p:spPr>
          <a:xfrm>
            <a:off x="548640" y="3017520"/>
            <a:ext cx="3611880" cy="1234440"/>
          </a:xfrm>
          <a:prstGeom prst="roundRect">
            <a:avLst>
              <a:gd name="adj" fmla="val 5926"/>
            </a:avLst>
          </a:prstGeom>
          <a:solidFill>
            <a:srgbClr val="EEF1FF"/>
          </a:solidFill>
          <a:ln w="12700">
            <a:solidFill>
              <a:srgbClr val="D8DCF5"/>
            </a:solidFill>
            <a:prstDash val="solid"/>
          </a:ln>
        </p:spPr>
      </p:sp>
      <p:sp>
        <p:nvSpPr>
          <p:cNvPr id="18" name="Text 15"/>
          <p:cNvSpPr txBox="1"/>
          <p:nvPr/>
        </p:nvSpPr>
        <p:spPr>
          <a:xfrm>
            <a:off x="548640" y="3072384"/>
            <a:ext cx="3611880" cy="641909"/>
          </a:xfrm>
          <a:prstGeom prst="rect">
            <a:avLst/>
          </a:prstGeom>
          <a:noFill/>
          <a:ln/>
        </p:spPr>
        <p:txBody>
          <a:bodyPr wrap="square" lIns="0" tIns="0" rIns="0" bIns="0" rtlCol="0" anchor="ctr"/>
          <a:lstStyle/>
          <a:p>
            <a:pPr marL="0" indent="0" algn="ctr">
              <a:buNone/>
            </a:pPr>
            <a:r>
              <a:rPr lang="en-US" sz="2400" b="1" dirty="0">
                <a:solidFill>
                  <a:srgbClr val="0A0A0F"/>
                </a:solidFill>
                <a:latin typeface="Malgun Gothic" pitchFamily="34" charset="0"/>
                <a:ea typeface="Malgun Gothic" pitchFamily="34" charset="-122"/>
                <a:cs typeface="Malgun Gothic" pitchFamily="34" charset="-120"/>
              </a:rPr>
              <a:t>숫자</a:t>
            </a:r>
            <a:endParaRPr lang="en-US" sz="2400" dirty="0"/>
          </a:p>
        </p:txBody>
      </p:sp>
      <p:sp>
        <p:nvSpPr>
          <p:cNvPr id="19" name="Text 16"/>
          <p:cNvSpPr txBox="1"/>
          <p:nvPr/>
        </p:nvSpPr>
        <p:spPr>
          <a:xfrm>
            <a:off x="548640" y="3696462"/>
            <a:ext cx="3611880" cy="271577"/>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números</a:t>
            </a:r>
            <a:endParaRPr lang="en-US" sz="1100" dirty="0"/>
          </a:p>
        </p:txBody>
      </p:sp>
      <p:sp>
        <p:nvSpPr>
          <p:cNvPr id="20" name="Text 17"/>
          <p:cNvSpPr txBox="1"/>
          <p:nvPr/>
        </p:nvSpPr>
        <p:spPr>
          <a:xfrm>
            <a:off x="548640" y="3931006"/>
            <a:ext cx="3611880" cy="296266"/>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sino · nativos · hora</a:t>
            </a:r>
            <a:endParaRPr lang="en-US" sz="1100" dirty="0"/>
          </a:p>
        </p:txBody>
      </p:sp>
      <p:sp>
        <p:nvSpPr>
          <p:cNvPr id="21" name="Shape 18"/>
          <p:cNvSpPr/>
          <p:nvPr/>
        </p:nvSpPr>
        <p:spPr>
          <a:xfrm>
            <a:off x="4297680" y="3017520"/>
            <a:ext cx="3611880" cy="1234440"/>
          </a:xfrm>
          <a:prstGeom prst="roundRect">
            <a:avLst>
              <a:gd name="adj" fmla="val 5926"/>
            </a:avLst>
          </a:prstGeom>
          <a:solidFill>
            <a:srgbClr val="EEF1FF"/>
          </a:solidFill>
          <a:ln w="12700">
            <a:solidFill>
              <a:srgbClr val="D8DCF5"/>
            </a:solidFill>
            <a:prstDash val="solid"/>
          </a:ln>
        </p:spPr>
      </p:sp>
      <p:sp>
        <p:nvSpPr>
          <p:cNvPr id="22" name="Text 19"/>
          <p:cNvSpPr txBox="1"/>
          <p:nvPr/>
        </p:nvSpPr>
        <p:spPr>
          <a:xfrm>
            <a:off x="4297680" y="3072384"/>
            <a:ext cx="3611880" cy="641909"/>
          </a:xfrm>
          <a:prstGeom prst="rect">
            <a:avLst/>
          </a:prstGeom>
          <a:noFill/>
          <a:ln/>
        </p:spPr>
        <p:txBody>
          <a:bodyPr wrap="square" lIns="0" tIns="0" rIns="0" bIns="0" rtlCol="0" anchor="ctr"/>
          <a:lstStyle/>
          <a:p>
            <a:pPr marL="0" indent="0" algn="ctr">
              <a:buNone/>
            </a:pPr>
            <a:r>
              <a:rPr lang="en-US" sz="2400" b="1" dirty="0">
                <a:solidFill>
                  <a:srgbClr val="0A0A0F"/>
                </a:solidFill>
                <a:latin typeface="Malgun Gothic" pitchFamily="34" charset="0"/>
                <a:ea typeface="Malgun Gothic" pitchFamily="34" charset="-122"/>
                <a:cs typeface="Malgun Gothic" pitchFamily="34" charset="-120"/>
              </a:rPr>
              <a:t>번역</a:t>
            </a:r>
            <a:endParaRPr lang="en-US" sz="2400" dirty="0"/>
          </a:p>
        </p:txBody>
      </p:sp>
      <p:sp>
        <p:nvSpPr>
          <p:cNvPr id="23" name="Text 20"/>
          <p:cNvSpPr txBox="1"/>
          <p:nvPr/>
        </p:nvSpPr>
        <p:spPr>
          <a:xfrm>
            <a:off x="4297680" y="3696462"/>
            <a:ext cx="3611880" cy="271577"/>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traducción</a:t>
            </a:r>
            <a:endParaRPr lang="en-US" sz="1100" dirty="0"/>
          </a:p>
        </p:txBody>
      </p:sp>
      <p:sp>
        <p:nvSpPr>
          <p:cNvPr id="24" name="Text 21"/>
          <p:cNvSpPr txBox="1"/>
          <p:nvPr/>
        </p:nvSpPr>
        <p:spPr>
          <a:xfrm>
            <a:off x="4297680" y="3931006"/>
            <a:ext cx="3611880" cy="296266"/>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coreano → español</a:t>
            </a:r>
            <a:endParaRPr lang="en-US" sz="1100" dirty="0"/>
          </a:p>
        </p:txBody>
      </p:sp>
      <p:sp>
        <p:nvSpPr>
          <p:cNvPr id="25" name="Shape 22"/>
          <p:cNvSpPr/>
          <p:nvPr/>
        </p:nvSpPr>
        <p:spPr>
          <a:xfrm>
            <a:off x="8046720" y="3017520"/>
            <a:ext cx="3611880" cy="1234440"/>
          </a:xfrm>
          <a:prstGeom prst="roundRect">
            <a:avLst>
              <a:gd name="adj" fmla="val 5926"/>
            </a:avLst>
          </a:prstGeom>
          <a:solidFill>
            <a:srgbClr val="EEF1FF"/>
          </a:solidFill>
          <a:ln w="12700">
            <a:solidFill>
              <a:srgbClr val="D8DCF5"/>
            </a:solidFill>
            <a:prstDash val="solid"/>
          </a:ln>
        </p:spPr>
      </p:sp>
      <p:sp>
        <p:nvSpPr>
          <p:cNvPr id="26" name="Text 23"/>
          <p:cNvSpPr txBox="1"/>
          <p:nvPr/>
        </p:nvSpPr>
        <p:spPr>
          <a:xfrm>
            <a:off x="8046720" y="3072384"/>
            <a:ext cx="3611880" cy="641909"/>
          </a:xfrm>
          <a:prstGeom prst="rect">
            <a:avLst/>
          </a:prstGeom>
          <a:noFill/>
          <a:ln/>
        </p:spPr>
        <p:txBody>
          <a:bodyPr wrap="square" lIns="0" tIns="0" rIns="0" bIns="0" rtlCol="0" anchor="ctr"/>
          <a:lstStyle/>
          <a:p>
            <a:pPr marL="0" indent="0" algn="ctr">
              <a:buNone/>
            </a:pPr>
            <a:r>
              <a:rPr lang="en-US" sz="2400" b="1" dirty="0">
                <a:solidFill>
                  <a:srgbClr val="0A0A0F"/>
                </a:solidFill>
                <a:latin typeface="Malgun Gothic" pitchFamily="34" charset="0"/>
                <a:ea typeface="Malgun Gothic" pitchFamily="34" charset="-122"/>
                <a:cs typeface="Malgun Gothic" pitchFamily="34" charset="-120"/>
              </a:rPr>
              <a:t>대답</a:t>
            </a:r>
            <a:endParaRPr lang="en-US" sz="2400" dirty="0"/>
          </a:p>
        </p:txBody>
      </p:sp>
      <p:sp>
        <p:nvSpPr>
          <p:cNvPr id="27" name="Text 24"/>
          <p:cNvSpPr txBox="1"/>
          <p:nvPr/>
        </p:nvSpPr>
        <p:spPr>
          <a:xfrm>
            <a:off x="8046720" y="3696462"/>
            <a:ext cx="3611880" cy="271577"/>
          </a:xfrm>
          <a:prstGeom prst="rect">
            <a:avLst/>
          </a:prstGeom>
          <a:noFill/>
          <a:ln/>
        </p:spPr>
        <p:txBody>
          <a:bodyPr wrap="square" lIns="0" tIns="0" rIns="0" bIns="0" rtlCol="0" anchor="ctr"/>
          <a:lstStyle/>
          <a:p>
            <a:pPr marL="0" indent="0" algn="ctr">
              <a:buNone/>
            </a:pPr>
            <a:r>
              <a:rPr lang="en-US" sz="1100" b="1" dirty="0">
                <a:solidFill>
                  <a:srgbClr val="4236F6"/>
                </a:solidFill>
                <a:latin typeface="Arial" pitchFamily="34" charset="0"/>
                <a:ea typeface="Arial" pitchFamily="34" charset="-122"/>
                <a:cs typeface="Arial" pitchFamily="34" charset="-120"/>
              </a:rPr>
              <a:t>responder</a:t>
            </a:r>
            <a:endParaRPr lang="en-US" sz="1100" dirty="0"/>
          </a:p>
        </p:txBody>
      </p:sp>
      <p:sp>
        <p:nvSpPr>
          <p:cNvPr id="28" name="Text 25"/>
          <p:cNvSpPr txBox="1"/>
          <p:nvPr/>
        </p:nvSpPr>
        <p:spPr>
          <a:xfrm>
            <a:off x="8046720" y="3931006"/>
            <a:ext cx="3611880" cy="296266"/>
          </a:xfrm>
          <a:prstGeom prst="rect">
            <a:avLst/>
          </a:prstGeom>
          <a:noFill/>
          <a:ln/>
        </p:spPr>
        <p:txBody>
          <a:bodyPr wrap="square" lIns="0" tIns="0" rIns="0" bIns="0" rtlCol="0" anchor="ctr"/>
          <a:lstStyle/>
          <a:p>
            <a:pPr marL="0" indent="0" algn="ctr">
              <a:buNone/>
            </a:pPr>
            <a:r>
              <a:rPr lang="en-US" sz="1100" dirty="0">
                <a:solidFill>
                  <a:srgbClr val="5C5F6B"/>
                </a:solidFill>
                <a:latin typeface="Arial" pitchFamily="34" charset="0"/>
                <a:ea typeface="Arial" pitchFamily="34" charset="-122"/>
                <a:cs typeface="Arial" pitchFamily="34" charset="-120"/>
              </a:rPr>
              <a:t>preguntas sobre ti</a:t>
            </a:r>
            <a:endParaRPr lang="en-US" sz="1100" dirty="0"/>
          </a:p>
        </p:txBody>
      </p:sp>
      <p:sp>
        <p:nvSpPr>
          <p:cNvPr id="29" name="Shape 26"/>
          <p:cNvSpPr/>
          <p:nvPr/>
        </p:nvSpPr>
        <p:spPr>
          <a:xfrm>
            <a:off x="548640" y="4892040"/>
            <a:ext cx="11064240" cy="1188720"/>
          </a:xfrm>
          <a:prstGeom prst="roundRect">
            <a:avLst>
              <a:gd name="adj" fmla="val 6154"/>
            </a:avLst>
          </a:prstGeom>
          <a:solidFill>
            <a:srgbClr val="4236F6"/>
          </a:solidFill>
          <a:ln/>
        </p:spPr>
      </p:sp>
      <p:sp>
        <p:nvSpPr>
          <p:cNvPr id="30" name="Text 27"/>
          <p:cNvSpPr txBox="1"/>
          <p:nvPr/>
        </p:nvSpPr>
        <p:spPr>
          <a:xfrm>
            <a:off x="822960" y="4983480"/>
            <a:ext cx="10515600" cy="1005840"/>
          </a:xfrm>
          <a:prstGeom prst="rect">
            <a:avLst/>
          </a:prstGeom>
          <a:noFill/>
          <a:ln/>
        </p:spPr>
        <p:txBody>
          <a:bodyPr wrap="square" lIns="0" tIns="0" rIns="0" bIns="0" rtlCol="0" anchor="ctr"/>
          <a:lstStyle/>
          <a:p>
            <a:pPr marL="0" indent="0">
              <a:buNone/>
            </a:pPr>
            <a:r>
              <a:rPr lang="en-US" sz="1400" b="1" dirty="0">
                <a:solidFill>
                  <a:srgbClr val="D4AF37"/>
                </a:solidFill>
                <a:latin typeface="Arial" pitchFamily="34" charset="0"/>
                <a:ea typeface="Arial" pitchFamily="34" charset="-122"/>
                <a:cs typeface="Arial" pitchFamily="34" charset="-120"/>
              </a:rPr>
              <a:t>Cómo estudiar esta semana</a:t>
            </a:r>
            <a:endParaRPr lang="en-US" sz="1400" dirty="0"/>
          </a:p>
          <a:p>
            <a:pPr marL="0" indent="0">
              <a:buNone/>
            </a:pPr>
            <a:r>
              <a:rPr lang="en-US" sz="1300" dirty="0">
                <a:solidFill>
                  <a:srgbClr val="FFFFFF"/>
                </a:solidFill>
                <a:latin typeface="Arial" pitchFamily="34" charset="0"/>
                <a:ea typeface="Arial" pitchFamily="34" charset="-122"/>
                <a:cs typeface="Arial" pitchFamily="34" charset="-120"/>
              </a:rPr>
              <a:t>1) La Guía de Estudio y la lista de vocabulario (te las mando hoy)</a:t>
            </a:r>
            <a:endParaRPr lang="en-US" sz="1400" dirty="0"/>
          </a:p>
          <a:p>
            <a:pPr marL="0" indent="0">
              <a:buNone/>
            </a:pPr>
            <a:r>
              <a:rPr lang="en-US" sz="1300" dirty="0">
                <a:solidFill>
                  <a:srgbClr val="FFFFFF"/>
                </a:solidFill>
                <a:latin typeface="Arial" pitchFamily="34" charset="0"/>
                <a:ea typeface="Arial" pitchFamily="34" charset="-122"/>
                <a:cs typeface="Arial" pitchFamily="34" charset="-120"/>
              </a:rPr>
              <a:t>2) El Lector de Hangul 10 min al día (academiaseul.com/lector-hangul): Palabras · Números · Contrarreloj</a:t>
            </a:r>
            <a:endParaRPr lang="en-US" sz="1400" dirty="0"/>
          </a:p>
          <a:p>
            <a:pPr marL="0" indent="0">
              <a:buNone/>
            </a:pPr>
            <a:r>
              <a:rPr lang="en-US" sz="1300" dirty="0">
                <a:solidFill>
                  <a:srgbClr val="FFFFFF"/>
                </a:solidFill>
                <a:latin typeface="Arial" pitchFamily="34" charset="0"/>
                <a:ea typeface="Arial" pitchFamily="34" charset="-122"/>
                <a:cs typeface="Arial" pitchFamily="34" charset="-120"/>
              </a:rPr>
              <a:t>3) Relee tus hojas de clase y haz los “Practica tú” en voz alta</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4236F6"/>
        </a:solidFill>
        <a:effectLst/>
      </p:bgPr>
    </p:bg>
    <p:spTree>
      <p:nvGrpSpPr>
        <p:cNvPr id="1" name=""/>
        <p:cNvGrpSpPr/>
        <p:nvPr/>
      </p:nvGrpSpPr>
      <p:grpSpPr>
        <a:xfrm>
          <a:off x="0" y="0"/>
          <a:ext cx="0" cy="0"/>
          <a:chOff x="0" y="0"/>
          <a:chExt cx="0" cy="0"/>
        </a:xfrm>
      </p:grpSpPr>
      <p:pic>
        <p:nvPicPr>
          <p:cNvPr id="2" name="Image 0" descr="C:\Users\Chingu\AppData\Local\Temp\claude\C--Users-Chingu-Desktop-ACADEMIASEULWEB\d4111e1b-5523-44ea-97b2-b1a1d9545b9e\scratchpad\tigre-blanco.png"/>
          <p:cNvPicPr>
            <a:picLocks noChangeAspect="1"/>
          </p:cNvPicPr>
          <p:nvPr/>
        </p:nvPicPr>
        <p:blipFill>
          <a:blip r:embed="rId3"/>
          <a:stretch>
            <a:fillRect/>
          </a:stretch>
        </p:blipFill>
        <p:spPr>
          <a:xfrm>
            <a:off x="5413248" y="1005840"/>
            <a:ext cx="1371600" cy="1325880"/>
          </a:xfrm>
          <a:prstGeom prst="rect">
            <a:avLst/>
          </a:prstGeom>
        </p:spPr>
      </p:pic>
      <p:sp>
        <p:nvSpPr>
          <p:cNvPr id="3" name="Text 0"/>
          <p:cNvSpPr txBox="1"/>
          <p:nvPr/>
        </p:nvSpPr>
        <p:spPr>
          <a:xfrm>
            <a:off x="548640" y="2743200"/>
            <a:ext cx="11064240" cy="731520"/>
          </a:xfrm>
          <a:prstGeom prst="rect">
            <a:avLst/>
          </a:prstGeom>
          <a:noFill/>
          <a:ln/>
        </p:spPr>
        <p:txBody>
          <a:bodyPr wrap="square" lIns="0" tIns="0" rIns="0" bIns="0" rtlCol="0" anchor="ctr"/>
          <a:lstStyle/>
          <a:p>
            <a:pPr marL="0" indent="0" algn="ctr">
              <a:buNone/>
            </a:pPr>
            <a:r>
              <a:rPr lang="en-US" sz="3200" b="1" dirty="0">
                <a:solidFill>
                  <a:srgbClr val="FFFFFF"/>
                </a:solidFill>
                <a:latin typeface="Malgun Gothic" pitchFamily="34" charset="0"/>
                <a:ea typeface="Malgun Gothic" pitchFamily="34" charset="-122"/>
                <a:cs typeface="Malgun Gothic" pitchFamily="34" charset="-120"/>
              </a:rPr>
              <a:t>8주 전에는 한글도 몰랐어요.</a:t>
            </a:r>
            <a:endParaRPr lang="en-US" sz="3200" dirty="0"/>
          </a:p>
        </p:txBody>
      </p:sp>
      <p:sp>
        <p:nvSpPr>
          <p:cNvPr id="4" name="Text 1"/>
          <p:cNvSpPr txBox="1"/>
          <p:nvPr/>
        </p:nvSpPr>
        <p:spPr>
          <a:xfrm>
            <a:off x="548640" y="3520440"/>
            <a:ext cx="11064240" cy="457200"/>
          </a:xfrm>
          <a:prstGeom prst="rect">
            <a:avLst/>
          </a:prstGeom>
          <a:noFill/>
          <a:ln/>
        </p:spPr>
        <p:txBody>
          <a:bodyPr wrap="square" lIns="0" tIns="0" rIns="0" bIns="0" rtlCol="0" anchor="ctr"/>
          <a:lstStyle/>
          <a:p>
            <a:pPr marL="0" indent="0" algn="ctr">
              <a:buNone/>
            </a:pPr>
            <a:r>
              <a:rPr lang="en-US" sz="1800" dirty="0">
                <a:solidFill>
                  <a:srgbClr val="C9CFFF"/>
                </a:solidFill>
                <a:latin typeface="Arial" pitchFamily="34" charset="0"/>
                <a:ea typeface="Arial" pitchFamily="34" charset="-122"/>
                <a:cs typeface="Arial" pitchFamily="34" charset="-120"/>
              </a:rPr>
              <a:t>Hace 8 semanas no sabías ni leer hangul. Hoy conversas.</a:t>
            </a:r>
            <a:endParaRPr lang="en-US" sz="1800" dirty="0"/>
          </a:p>
        </p:txBody>
      </p:sp>
      <p:sp>
        <p:nvSpPr>
          <p:cNvPr id="5" name="Text 2"/>
          <p:cNvSpPr txBox="1"/>
          <p:nvPr/>
        </p:nvSpPr>
        <p:spPr>
          <a:xfrm>
            <a:off x="548640" y="4389120"/>
            <a:ext cx="11064240" cy="1005840"/>
          </a:xfrm>
          <a:prstGeom prst="rect">
            <a:avLst/>
          </a:prstGeom>
          <a:noFill/>
          <a:ln/>
        </p:spPr>
        <p:txBody>
          <a:bodyPr wrap="square" lIns="0" tIns="0" rIns="0" bIns="0" rtlCol="0" anchor="ctr"/>
          <a:lstStyle/>
          <a:p>
            <a:pPr marL="0" indent="0" algn="ctr">
              <a:buNone/>
            </a:pPr>
            <a:r>
              <a:rPr lang="en-US" sz="6000" b="1" dirty="0">
                <a:solidFill>
                  <a:srgbClr val="D4AF37"/>
                </a:solidFill>
                <a:latin typeface="Malgun Gothic" pitchFamily="34" charset="0"/>
                <a:ea typeface="Malgun Gothic" pitchFamily="34" charset="-122"/>
                <a:cs typeface="Malgun Gothic" pitchFamily="34" charset="-120"/>
              </a:rPr>
              <a:t>화이팅!</a:t>
            </a:r>
            <a:endParaRPr lang="en-US" sz="6000" dirty="0"/>
          </a:p>
        </p:txBody>
      </p:sp>
      <p:sp>
        <p:nvSpPr>
          <p:cNvPr id="6" name="Text 3"/>
          <p:cNvSpPr txBox="1"/>
          <p:nvPr/>
        </p:nvSpPr>
        <p:spPr>
          <a:xfrm>
            <a:off x="548640" y="5806440"/>
            <a:ext cx="11064240" cy="365760"/>
          </a:xfrm>
          <a:prstGeom prst="rect">
            <a:avLst/>
          </a:prstGeom>
          <a:noFill/>
          <a:ln/>
        </p:spPr>
        <p:txBody>
          <a:bodyPr wrap="square" lIns="0" tIns="0" rIns="0" bIns="0" rtlCol="0" anchor="ctr"/>
          <a:lstStyle/>
          <a:p>
            <a:pPr marL="0" indent="0" algn="ctr">
              <a:buNone/>
            </a:pPr>
            <a:r>
              <a:rPr lang="en-US" sz="1300" dirty="0">
                <a:solidFill>
                  <a:srgbClr val="C9CFFF"/>
                </a:solidFill>
                <a:latin typeface="Arial" pitchFamily="34" charset="0"/>
                <a:ea typeface="Arial" pitchFamily="34" charset="-122"/>
                <a:cs typeface="Arial" pitchFamily="34" charset="-120"/>
              </a:rPr>
              <a:t>Aprende coreano con un chingu · academiaseul.com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150</TotalTime>
  <Words>4873</Words>
  <Application>Microsoft Office PowerPoint</Application>
  <PresentationFormat>Widescreen</PresentationFormat>
  <Paragraphs>735</Paragraphs>
  <Slides>34</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Malgun Gothic</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Jae Hee Kim</cp:lastModifiedBy>
  <cp:revision>16</cp:revision>
  <dcterms:created xsi:type="dcterms:W3CDTF">2026-09-16T23:10:50Z</dcterms:created>
  <dcterms:modified xsi:type="dcterms:W3CDTF">2026-09-19T15:19:12Z</dcterms:modified>
</cp:coreProperties>
</file>