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2E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3657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60020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4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0" y="219456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일상생활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0" y="365760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Vida Diaria + Verbos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443484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Hablar de lo que hacés en tu día con 20 verbos esenciales</a:t>
            </a:r>
            <a:endParaRPr lang="en-US" sz="1300" dirty="0"/>
          </a:p>
        </p:txBody>
      </p:sp>
      <p:pic>
        <p:nvPicPr>
          <p:cNvPr id="7" name="Image 1" descr="/sessions/sleepy-zen-cray/mnt/outputs/deck_assets/sello_linea_v1_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5852160"/>
            <a:ext cx="82296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0" y="626364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Profesora · Jay Kim · 김재희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BIENVENIDA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aprendemos a actuar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Sesión 3 aprendiste a SER. Hoy aprendés a HACER.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VERBOS son el corazón de cualquier idioma. En coreano, la regla de conjugación es REGULAR (con algunas excepciones) — más fácil que el español.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que al final de la sesión puedas describir tu día típico con al menos 8 verbos distintos.</a:t>
            </a:r>
            <a:endParaRPr lang="en-US" sz="1600" dirty="0"/>
          </a:p>
        </p:txBody>
      </p:sp>
      <p:pic>
        <p:nvPicPr>
          <p:cNvPr id="5" name="Image 0" descr="/sessions/sleepy-zen-cray/mnt/outputs/deck_assets/sello_relleno_v1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274320"/>
            <a:ext cx="502920" cy="502920"/>
          </a:xfrm>
          <a:prstGeom prst="rect">
            <a:avLst/>
          </a:prstGeom>
        </p:spPr>
      </p:pic>
      <p:pic>
        <p:nvPicPr>
          <p:cNvPr id="6" name="Image 1" descr="/sessions/sleepy-zen-cray/mnt/outputs/deck_assets/sello_linea_v1_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  ·  ILSANGSAENGHWAL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§4.1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-어요/아요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verbos coreanos terminan en -다 en forma de diccionario.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hablar en presente informal-amable: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Sacás el -다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Mirás la última vocal de la raíz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Si es ㅏ o ㅗ → agregás 아요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Cualquier otra vocal → agregás 어요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하다 (hacer) → 해요 (caso especial)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-어요</a:t>
            </a:r>
            <a:endParaRPr lang="en-US" sz="8000" dirty="0"/>
          </a:p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-아요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-eoyo / -ayo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(presente informal)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  ·  ILSANGSAENGHWAL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§4.1 · EJEMPLOS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 básicos conjugados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1097280"/>
          </a:xfrm>
          <a:prstGeom prst="roundRect">
            <a:avLst>
              <a:gd name="adj" fmla="val 8333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Mirá la vocal raíz y aplicá la regla: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(ir) → 가요  (raíz 가, vocal ㅏ → 아요, doble vocal se elimina)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(ver) → 봐요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(comer) → 먹어요  (vocal ㅓ → 어요)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 → 공부해요  (caso especial 하다)</a:t>
            </a:r>
            <a:endParaRPr lang="en-US" sz="1800" dirty="0"/>
          </a:p>
        </p:txBody>
      </p:sp>
      <p:pic>
        <p:nvPicPr>
          <p:cNvPr id="8" name="Image 0" descr="/sessions/sleepy-zen-cray/mnt/outputs/deck_assets/flor_01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11338560" y="5669280"/>
            <a:ext cx="640080" cy="640080"/>
          </a:xfrm>
          <a:prstGeom prst="rect">
            <a:avLst/>
          </a:prstGeom>
        </p:spPr>
      </p:pic>
      <p:pic>
        <p:nvPicPr>
          <p:cNvPr id="9" name="Image 1" descr="/sessions/sleepy-zen-cray/mnt/outputs/deck_assets/logo_var2_azu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2" descr="/sessions/sleepy-zen-cray/mnt/outputs/deck_assets/sello_linea_v1_0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  ·  ILSANGSAENGHWAL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§4.2 · VERBOS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verbos esenciales (parte 1)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→ 가요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오다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venir → 와요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→ 봐요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→ 해요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 → 먹어요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beber → 마셔요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자다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dormir → 자요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읽다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→ 읽어요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쓰다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48640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→ 써요*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10712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10712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만나다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410712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ver/conocer → 만나요</a:t>
            </a:r>
            <a:endParaRPr lang="en-US" sz="1200" dirty="0"/>
          </a:p>
        </p:txBody>
      </p:sp>
      <p:pic>
        <p:nvPicPr>
          <p:cNvPr id="34" name="Image 0" descr="/sessions/sleepy-zen-cray/mnt/outputs/deck_assets/logo_var2_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35" name="Image 1" descr="/sessions/sleepy-zen-cray/mnt/outputs/deck_assets/sello_linea_v1_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  ·  ILSANGSAENGHWAL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§4.2 · VERBOS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verbos esenciales (parte 2)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estudiar → 공부해요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→ 일해요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ejercicio → 운동해요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요리하다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cocinar → 요리해요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청소하다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limpiar → 청소해요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escuchar → 들어요*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말하다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hablar → 말해요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좋아하다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gustar → 좋아해요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살다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48640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vivir → 살아요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10712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10712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일어나다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410712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levantarse → 일어나요</a:t>
            </a:r>
            <a:endParaRPr lang="en-US" sz="1200" dirty="0"/>
          </a:p>
        </p:txBody>
      </p:sp>
      <p:pic>
        <p:nvPicPr>
          <p:cNvPr id="34" name="Image 0" descr="/sessions/sleepy-zen-cray/mnt/outputs/deck_assets/logo_var2_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35" name="Image 1" descr="/sessions/sleepy-zen-cray/mnt/outputs/deck_assets/sello_linea_v1_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  ·  ILSANGSAENGHWAL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§4.3 · DRILLING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Conjugación rápida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 digo el diccionario, vos decís el presente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04288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→ ?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3185160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esperá: 가요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53912" y="2194560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53912" y="2304288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→ ?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153912" y="3185160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esperá: 먹어요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837432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947160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 → ?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48640" y="4828032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esperá: 공부해요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53912" y="3837432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53912" y="3947160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→ ?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53912" y="4828032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esperá: 봐요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480304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590032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 → ?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548640" y="6470904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esperá: 마셔요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53912" y="5480304"/>
            <a:ext cx="5486400" cy="1524000"/>
          </a:xfrm>
          <a:prstGeom prst="roundRect">
            <a:avLst>
              <a:gd name="adj" fmla="val 6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53912" y="5590032"/>
            <a:ext cx="5486400" cy="838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자다 → ?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153912" y="6470904"/>
            <a:ext cx="54864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esperá: 자요</a:t>
            </a:r>
            <a:endParaRPr lang="en-US" sz="1400" dirty="0"/>
          </a:p>
        </p:txBody>
      </p:sp>
      <p:pic>
        <p:nvPicPr>
          <p:cNvPr id="23" name="Image 0" descr="/sessions/sleepy-zen-cray/mnt/outputs/deck_assets/logo_var2_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4" name="Image 1" descr="/sessions/sleepy-zen-cray/mnt/outputs/deck_assets/sello_linea_v1_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  ·  ILSANGSAENGHWAL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§4.4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을/를 · Objeto directo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hay un OBJETO en la frase (lo que comés, lo que ves, lo que estudiás), va con la partícula 을/를.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 받침 → 를 (커피를 마셔요)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 받침 → 을 (책을 읽어요)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español el objeto no lleva partícula. Por eso es fácil olvidarla.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/ 를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 / reul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(objeto directo)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  ·  ILSANGSAENGHWAL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§4.4 · LECTURA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Frases completas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마셔요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 café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25112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책을 읽어요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25112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un libro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01584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영화를 봐요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101584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 una película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한국어를 공부해요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coreano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5112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음악을 들어요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325112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Escucho música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1584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음식을 먹어요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101584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comida</a:t>
            </a:r>
            <a:endParaRPr lang="en-US" sz="1200" dirty="0"/>
          </a:p>
        </p:txBody>
      </p:sp>
      <p:pic>
        <p:nvPicPr>
          <p:cNvPr id="22" name="Image 0" descr="/sessions/sleepy-zen-cray/mnt/outputs/deck_assets/logo_var2_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3" name="Image 1" descr="/sessions/sleepy-zen-cray/mnt/outputs/deck_assets/sello_linea_v1_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  ·  ILSANGSAENGHWAL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§4.5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 · Negación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decir 'NO hago ___', simplemente agregás 안 ANTES del verbo.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저는 커피를 안 마셔요 (No tomo café)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저는 영화를 안 봐요 (No veo películas)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EXCEPCIÓN — verbos con 하다: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안 va ANTES de 하다, no antes del verbo completo: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공부 안 해요 (No estudio) ✅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일 안 해요 (No trabajo) ✅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(no, negación)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  ·  ILSANGSAENGHWAL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§4.6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 · También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 = 'también'. REEMPLAZA a 은/는 cuando querés expresar 'también yo' o 'también X'.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저도 학생이에요 (Yo también soy estudiante)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저도 커피를 마셔요 (Yo también tomo café)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마리아도 한국어를 공부해요 (María también estudia coreano)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digas '저는도' — es UNA o la OTRA, no las dos.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(también)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  ·  ILSANGSAENGHWAL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§4.7 · LECTURA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día — ejemplo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8시에 일어나요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levanto a las 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25112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마셔요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25112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 café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01584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9시에 일해요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101584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a las 9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12시에 점심을 먹어요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Almuerzo a las 12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5112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저녁에 드라마를 봐요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325112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Veo drama en la noche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1584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11시에 자요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101584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Duermo a las 11</a:t>
            </a:r>
            <a:endParaRPr lang="en-US" sz="1200" dirty="0"/>
          </a:p>
        </p:txBody>
      </p:sp>
      <p:pic>
        <p:nvPicPr>
          <p:cNvPr id="22" name="Image 0" descr="/sessions/sleepy-zen-cray/mnt/outputs/deck_assets/logo_var2_az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3" name="Image 1" descr="/sessions/sleepy-zen-cray/mnt/outputs/deck_assets/sello_linea_v1_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  ·  ILSANGSAENGHWAL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5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2743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3258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0" y="169164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aprendiste hoy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71600" y="2606040"/>
            <a:ext cx="941832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278892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Regla -어요/아요 dominada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20 verbos imprescindibles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Partícula de objeto 을/를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Negación con 안 (incluyendo verbos 하다)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도 = también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Podés describir tu día completo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34924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TAREA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5715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 1 minuto en coreano contando 5-7 cosas de tu día típico. Subir al Discord #tarea-sesion-4.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D2E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61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화이팅!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0" y="4023360"/>
            <a:ext cx="1216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vemos en la próxima sesión</a:t>
            </a:r>
            <a:endParaRPr lang="en-US" sz="1800" dirty="0"/>
          </a:p>
        </p:txBody>
      </p:sp>
      <p:pic>
        <p:nvPicPr>
          <p:cNvPr id="4" name="Image 0" descr="/sessions/sleepy-zen-cray/mnt/outputs/deck_assets/logo_principal_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484632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63550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· 김재희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Academia Seúl · A1 · Sesión 4</dc:title>
  <dc:subject>PptxGenJS Presentation</dc:subject>
  <dc:creator>김재희 (Jay Kim)</dc:creator>
  <cp:lastModifiedBy>김재희 (Jay Kim)</cp:lastModifiedBy>
  <cp:revision>1</cp:revision>
  <dcterms:created xsi:type="dcterms:W3CDTF">2026-06-02T07:35:58Z</dcterms:created>
  <dcterms:modified xsi:type="dcterms:W3CDTF">2026-06-02T07:35:58Z</dcterms:modified>
</cp:coreProperties>
</file>