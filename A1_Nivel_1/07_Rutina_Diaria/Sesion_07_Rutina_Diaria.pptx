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일과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 Diaria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tu día desde la mañana hasta la noche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encadenamos acciones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hoy dijiste frases sueltas: 'tomo café', 'voy al café'. Hoy vas a ENCADENAR acciones: 'me levanto Y tomo café Y voy a trabajar' — todo en una sola frase.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aprendemos el segundo sistema de números — los COREANOS PUROS — para decir horas exactas.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contar tu rutina completa en coreano con orden temporal correcto.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Coreanos puros (1-10)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Recordá: hay 2 sistemas de números: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Sino-coreanos (일, 이, 삼…) → fechas, dinero, minutos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Coreanos puros → CANTIDAD, EDAD, HORAS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primeros tienen forma corta cuando van con un sustantivo: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하나 → 한 (한 시 = la una)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둘 → 두 (두 명 = 2 personas)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셋 → 세 (세 권 = 3 libros)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넷 → 네 (네 개 = 4 cosas)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둘 셋 넷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han-dul-set-net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(números coreanos puros)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Coreanos puros 1-10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(한)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(hana / han)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(두)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(dul / du)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(세)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(set / se)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 (네)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(net / ne)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(daseot)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(yeoseot)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(ilgop)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(yeodeol)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(ahop)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(yeol)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§7.2 · HORAS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en punto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(la una)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시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시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시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시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열두 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§7.3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부터 ... 까지 · Desde ... hasta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expresar un rango (de horas, días, lugares) usás 부터…까지.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부터 = desde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까지 = hasta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van juntos en pareja: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9시부터 6시까지 일해요 (Trabajo de 9 a 6)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월요일부터 금요일까지 (de lunes a viernes)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서울부터 부산까지 (de Seúl a Busan)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solo no funciona — es como 'desde-hasta' en español, los dos deben estar.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부터…까지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buteo...kkaji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(desde…hasta)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§7.4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-고 · Conector 'Y'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-고 conecta dos verbos en una sola frase, con orden temporal.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[Raíz verbo] + 고 + [Verbo conjugado]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일어나고 커피를 마셔요 (Me levanto y tomo café)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공부하고 자요 (Estudio y duermo)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운동하고 샤워해요 (Hago ejercicio y me ducho)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그리고: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그리고 → 'y' entre 2 oraciones separadas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-고 → 'y' entre 2 verbos del mismo sujeto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-고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(y, luego)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§7.5 · VERBOS RUTINA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de rutina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씻다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Lavarse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양치하다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Cepillarse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옷을 입다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Vestirse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아침을 먹다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출근하다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trabajar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점심을 먹다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Almorzar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del trabajo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저녁을 먹다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샤워하다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Ducharse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자다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72784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34856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34856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Descansar</a:t>
            </a:r>
            <a:endParaRPr lang="en-US" sz="1200" dirty="0"/>
          </a:p>
        </p:txBody>
      </p:sp>
      <p:pic>
        <p:nvPicPr>
          <p:cNvPr id="40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41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§7.6 · IRREGULAR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ㄷ irregular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verbos que terminan en 받침 ㄷ son IRREGULARES.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agregás -어요, la ㄷ se convierte en ㄹ: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듣다 (escuchar) → 들어요 (no 듣어요)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걷다 (caminar) → 걸어요 (no 걷어요)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묻다 (preguntar) → 물어요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no todos los ㄷ son irregulares.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받다 (recibir) → 받아요 ✅ (regular)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닫다 (cerrar) → 닫아요 ✅ (regular)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Memorizá la lista de los irregulares.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듣다 → 들어요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(ㄷ irregular)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ㄷ se vuelve ㄹ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§7.7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día completo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7시에 일어나요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levanto a las 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씻고 옷을 입어요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lavo y me visto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8시에 아침을 먹어요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Desayuno a las 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9시부터 6시까지 일해요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9 a 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운동하고 샤워해요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Hago ejercicio y me ducho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11시에 자요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Duermo a las 11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Números coreanos puros 1-10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Horas en punto (한 시, 두 시…)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부터…까지 (desde…hasta)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Conector -고 para encadenar acciones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 verbos de rutina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ㄷ irregular (듣다 → 들어요)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Podés narrar tu día entero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2 min: tu rutina típica con al menos 7 verbos encadenados con -고. Discord #tarea-sesion-7.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7</dc:title>
  <dc:subject>PptxGenJS Presentation</dc:subject>
  <dc:creator>김재희 (Jay Kim)</dc:creator>
  <cp:lastModifiedBy>김재희 (Jay Kim)</cp:lastModifiedBy>
  <cp:revision>1</cp:revision>
  <dcterms:created xsi:type="dcterms:W3CDTF">2026-06-02T01:22:05Z</dcterms:created>
  <dcterms:modified xsi:type="dcterms:W3CDTF">2026-06-02T01:22:05Z</dcterms:modified>
</cp:coreProperties>
</file>