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80" r:id="rId3"/>
    <p:sldId id="281" r:id="rId4"/>
    <p:sldId id="282" r:id="rId5"/>
    <p:sldId id="283" r:id="rId6"/>
    <p:sldId id="257" r:id="rId7"/>
    <p:sldId id="258" r:id="rId8"/>
    <p:sldId id="284" r:id="rId9"/>
    <p:sldId id="285" r:id="rId10"/>
    <p:sldId id="259" r:id="rId11"/>
    <p:sldId id="260" r:id="rId12"/>
    <p:sldId id="261" r:id="rId13"/>
    <p:sldId id="262" r:id="rId14"/>
    <p:sldId id="287" r:id="rId15"/>
    <p:sldId id="288" r:id="rId16"/>
    <p:sldId id="289" r:id="rId17"/>
    <p:sldId id="263" r:id="rId18"/>
    <p:sldId id="264" r:id="rId19"/>
    <p:sldId id="265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66" r:id="rId33"/>
    <p:sldId id="286" r:id="rId34"/>
    <p:sldId id="267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0" y="-6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538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3657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7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일과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 Diaria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Describir tu día desde la mañana hasta la noche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</a:t>
            </a: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85A370-D06D-E7D1-60DF-9548731180A0}"/>
              </a:ext>
            </a:extLst>
          </p:cNvPr>
          <p:cNvSpPr txBox="1"/>
          <p:nvPr/>
        </p:nvSpPr>
        <p:spPr>
          <a:xfrm>
            <a:off x="2715491" y="960582"/>
            <a:ext cx="6476901" cy="4708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5000" dirty="0"/>
              <a:t>후고는 뭐 해요</a:t>
            </a:r>
            <a:r>
              <a:rPr lang="es-CL" altLang="ko-KR" sz="5000" dirty="0"/>
              <a:t>?</a:t>
            </a:r>
            <a:br>
              <a:rPr lang="es-CL" altLang="ko-KR" sz="5000" dirty="0"/>
            </a:br>
            <a:r>
              <a:rPr lang="ko-KR" altLang="es-CL" sz="5000" dirty="0"/>
              <a:t>후고는 뭘 먹어요</a:t>
            </a:r>
            <a:r>
              <a:rPr lang="es-CL" altLang="ko-KR" sz="5000" dirty="0"/>
              <a:t>?</a:t>
            </a:r>
          </a:p>
          <a:p>
            <a:r>
              <a:rPr lang="es-CL" sz="5000" dirty="0"/>
              <a:t>Hugo</a:t>
            </a:r>
            <a:r>
              <a:rPr lang="ko-KR" altLang="es-CL" sz="5000" dirty="0"/>
              <a:t>는 </a:t>
            </a:r>
            <a:r>
              <a:rPr lang="ko-KR" altLang="es-CL" sz="5000" dirty="0">
                <a:highlight>
                  <a:srgbClr val="FFFF00"/>
                </a:highlight>
              </a:rPr>
              <a:t>사과</a:t>
            </a:r>
            <a:r>
              <a:rPr lang="ko-KR" altLang="es-CL" sz="5000" dirty="0"/>
              <a:t>를 먹어요</a:t>
            </a:r>
            <a:endParaRPr lang="es-CL" altLang="ko-KR" sz="5000" dirty="0"/>
          </a:p>
          <a:p>
            <a:endParaRPr lang="es-CL" altLang="ko-KR" sz="5000" dirty="0"/>
          </a:p>
          <a:p>
            <a:r>
              <a:rPr lang="ko-KR" altLang="es-CL" sz="5000" dirty="0"/>
              <a:t>누가 사과를 먹어요</a:t>
            </a:r>
            <a:r>
              <a:rPr lang="es-CL" altLang="ko-KR" sz="5000" dirty="0"/>
              <a:t>?</a:t>
            </a:r>
          </a:p>
          <a:p>
            <a:r>
              <a:rPr lang="es-CL" sz="5000" dirty="0">
                <a:highlight>
                  <a:srgbClr val="FFFF00"/>
                </a:highlight>
              </a:rPr>
              <a:t>Hugo</a:t>
            </a:r>
            <a:r>
              <a:rPr lang="es-CL" sz="5000" dirty="0"/>
              <a:t> </a:t>
            </a:r>
            <a:r>
              <a:rPr lang="ko-KR" altLang="es-CL" sz="5000" dirty="0"/>
              <a:t>가 사과를 먹어요</a:t>
            </a:r>
            <a:endParaRPr lang="es-CL" sz="5000" dirty="0"/>
          </a:p>
        </p:txBody>
      </p:sp>
    </p:spTree>
    <p:extLst>
      <p:ext uri="{BB962C8B-B14F-4D97-AF65-F5344CB8AC3E}">
        <p14:creationId xmlns:p14="http://schemas.microsoft.com/office/powerpoint/2010/main" val="4161364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89DE8-44C7-16E0-F748-2383CDCDC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C35AB-6A9A-8A4D-4B72-17F9E9E0DA7F}"/>
              </a:ext>
            </a:extLst>
          </p:cNvPr>
          <p:cNvSpPr txBox="1"/>
          <p:nvPr/>
        </p:nvSpPr>
        <p:spPr>
          <a:xfrm>
            <a:off x="1062182" y="424873"/>
            <a:ext cx="8175893" cy="624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altLang="ko-KR" sz="5000" dirty="0" err="1"/>
              <a:t>Particula</a:t>
            </a:r>
            <a:r>
              <a:rPr lang="es-CL" altLang="ko-KR" sz="5000" dirty="0"/>
              <a:t> Tema</a:t>
            </a:r>
          </a:p>
          <a:p>
            <a:r>
              <a:rPr lang="ko-KR" altLang="es-CL" sz="5000" dirty="0"/>
              <a:t>주비</a:t>
            </a:r>
            <a:r>
              <a:rPr lang="ko-KR" altLang="es-CL" sz="5000" dirty="0">
                <a:highlight>
                  <a:srgbClr val="FFFF00"/>
                </a:highlight>
              </a:rPr>
              <a:t>는</a:t>
            </a:r>
            <a:r>
              <a:rPr lang="ko-KR" altLang="es-CL" sz="5000" dirty="0"/>
              <a:t> </a:t>
            </a:r>
            <a:r>
              <a:rPr lang="ko-KR" altLang="es-CL" sz="5000" dirty="0">
                <a:highlight>
                  <a:srgbClr val="00FFFF"/>
                </a:highlight>
              </a:rPr>
              <a:t>사과</a:t>
            </a:r>
            <a:r>
              <a:rPr lang="ko-KR" altLang="es-CL" sz="5000" dirty="0">
                <a:highlight>
                  <a:srgbClr val="FFFF00"/>
                </a:highlight>
              </a:rPr>
              <a:t>를</a:t>
            </a:r>
            <a:r>
              <a:rPr lang="ko-KR" altLang="es-CL" sz="5000" dirty="0"/>
              <a:t> 먹어요</a:t>
            </a:r>
            <a:endParaRPr lang="es-CL" altLang="ko-KR" sz="5000" dirty="0"/>
          </a:p>
          <a:p>
            <a:r>
              <a:rPr lang="es-CL" sz="5000" dirty="0"/>
              <a:t>Sujeto(P/T) </a:t>
            </a:r>
            <a:r>
              <a:rPr lang="es-CL" sz="5000" dirty="0">
                <a:highlight>
                  <a:srgbClr val="00FFFF"/>
                </a:highlight>
              </a:rPr>
              <a:t>Tema</a:t>
            </a:r>
            <a:r>
              <a:rPr lang="es-CL" sz="5000" dirty="0"/>
              <a:t>(P/O) Verbo</a:t>
            </a:r>
          </a:p>
          <a:p>
            <a:r>
              <a:rPr lang="es-CL" sz="5000" dirty="0" err="1"/>
              <a:t>Particula</a:t>
            </a:r>
            <a:r>
              <a:rPr lang="es-CL" sz="5000" dirty="0"/>
              <a:t> Sujeto</a:t>
            </a:r>
          </a:p>
          <a:p>
            <a:r>
              <a:rPr lang="ko-KR" altLang="es-CL" sz="5000" dirty="0">
                <a:highlight>
                  <a:srgbClr val="00FFFF"/>
                </a:highlight>
              </a:rPr>
              <a:t>주비</a:t>
            </a:r>
            <a:r>
              <a:rPr lang="ko-KR" altLang="es-CL" sz="5000" dirty="0">
                <a:highlight>
                  <a:srgbClr val="FFFF00"/>
                </a:highlight>
              </a:rPr>
              <a:t>가</a:t>
            </a:r>
            <a:r>
              <a:rPr lang="ko-KR" altLang="es-CL" sz="5000" dirty="0"/>
              <a:t> 사과</a:t>
            </a:r>
            <a:r>
              <a:rPr lang="ko-KR" altLang="es-CL" sz="5000" dirty="0">
                <a:highlight>
                  <a:srgbClr val="FFFF00"/>
                </a:highlight>
              </a:rPr>
              <a:t>를</a:t>
            </a:r>
            <a:r>
              <a:rPr lang="ko-KR" altLang="es-CL" sz="5000" dirty="0"/>
              <a:t> 먹어요</a:t>
            </a:r>
            <a:endParaRPr lang="es-CL" altLang="ko-KR" sz="5000" dirty="0"/>
          </a:p>
          <a:p>
            <a:r>
              <a:rPr lang="es-CL" altLang="ko-KR" sz="5000" dirty="0" err="1"/>
              <a:t>Particula</a:t>
            </a:r>
            <a:r>
              <a:rPr lang="ko-KR" altLang="es-CL" sz="5000" dirty="0"/>
              <a:t> </a:t>
            </a:r>
            <a:r>
              <a:rPr lang="es-CL" altLang="ko-KR" sz="5000" dirty="0"/>
              <a:t>Objeto(verbo/acción)</a:t>
            </a:r>
          </a:p>
          <a:p>
            <a:r>
              <a:rPr lang="ko-KR" altLang="es-CL" sz="5000" dirty="0"/>
              <a:t>주비가 사과</a:t>
            </a:r>
            <a:r>
              <a:rPr lang="ko-KR" altLang="es-CL" sz="5000" dirty="0">
                <a:highlight>
                  <a:srgbClr val="FFFF00"/>
                </a:highlight>
              </a:rPr>
              <a:t>를</a:t>
            </a:r>
            <a:r>
              <a:rPr lang="ko-KR" altLang="es-CL" sz="5000" dirty="0"/>
              <a:t> </a:t>
            </a:r>
            <a:r>
              <a:rPr lang="ko-KR" altLang="es-CL" sz="5000" dirty="0">
                <a:highlight>
                  <a:srgbClr val="00FFFF"/>
                </a:highlight>
              </a:rPr>
              <a:t>먹어요</a:t>
            </a:r>
            <a:endParaRPr lang="es-CL" altLang="ko-KR" sz="5000" dirty="0">
              <a:highlight>
                <a:srgbClr val="00FFFF"/>
              </a:highlight>
            </a:endParaRPr>
          </a:p>
          <a:p>
            <a:endParaRPr lang="es-CL" sz="5000" dirty="0"/>
          </a:p>
        </p:txBody>
      </p:sp>
    </p:spTree>
    <p:extLst>
      <p:ext uri="{BB962C8B-B14F-4D97-AF65-F5344CB8AC3E}">
        <p14:creationId xmlns:p14="http://schemas.microsoft.com/office/powerpoint/2010/main" val="3664383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BB8574-DA69-9F52-75CF-CBBBDB051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59" y="783664"/>
            <a:ext cx="5930141" cy="58301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664185-5199-7A40-4FA3-6CFCC08B2C8D}"/>
              </a:ext>
            </a:extLst>
          </p:cNvPr>
          <p:cNvSpPr txBox="1"/>
          <p:nvPr/>
        </p:nvSpPr>
        <p:spPr>
          <a:xfrm>
            <a:off x="6096000" y="1456138"/>
            <a:ext cx="564770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4400" dirty="0">
                <a:highlight>
                  <a:srgbClr val="FFFF00"/>
                </a:highlight>
              </a:rPr>
              <a:t>램</a:t>
            </a:r>
            <a:r>
              <a:rPr lang="ko-KR" altLang="es-CL" sz="4400" dirty="0"/>
              <a:t>프가 책 위에 있어요</a:t>
            </a:r>
            <a:endParaRPr lang="es-CL" altLang="ko-KR" sz="4400" dirty="0"/>
          </a:p>
          <a:p>
            <a:endParaRPr lang="es-CL" sz="4400" dirty="0"/>
          </a:p>
          <a:p>
            <a:r>
              <a:rPr lang="ko-KR" altLang="es-CL" sz="4400" dirty="0"/>
              <a:t>개가 침대 위에 있어요</a:t>
            </a:r>
            <a:endParaRPr lang="es-CL" altLang="ko-KR" sz="4400" dirty="0"/>
          </a:p>
          <a:p>
            <a:endParaRPr lang="es-CL" altLang="ko-KR" sz="4400" dirty="0"/>
          </a:p>
          <a:p>
            <a:endParaRPr lang="es-CL" sz="4400" dirty="0"/>
          </a:p>
          <a:p>
            <a:r>
              <a:rPr lang="ko-KR" altLang="es-CL" sz="4400" dirty="0"/>
              <a:t>집이 식당 앞에 있어요</a:t>
            </a:r>
            <a:endParaRPr lang="es-CL" sz="4400" dirty="0"/>
          </a:p>
        </p:txBody>
      </p:sp>
    </p:spTree>
    <p:extLst>
      <p:ext uri="{BB962C8B-B14F-4D97-AF65-F5344CB8AC3E}">
        <p14:creationId xmlns:p14="http://schemas.microsoft.com/office/powerpoint/2010/main" val="283964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87566-654B-E48F-3E7E-8669B045A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587530" y="-13689"/>
            <a:ext cx="3715268" cy="5906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1259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encadenamos acciones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hoy dijiste frases sueltas: 'tomo café', 'voy al café'. Hoy vas a ENCADENAR acciones: 'me levanto Y tomo café Y voy a trabajar' — todo en una sola frase.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aprendemos el segundo sistema de números — los COREANOS PUROS — para decir horas exactas.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contar tu rutina completa en coreano con orden temporal correcto.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§7.1 · NÚMEROS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Coreanos puros (1-10)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Recordá: hay 2 sistemas de números: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Sino-coreanos (일, 이, 삼…) → fechas, dinero, minutos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Coreanos puros → CANTIDAD, EDAD, HORAS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primeros tienen forma corta cuando van con un sustantivo: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하나 → 한 (한 시 = la una)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둘 → 두 (두 명 = 2 personas)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셋 → 세 (세 권 = 3 libros)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넷 → 네 (네 개 = 4 cosas)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둘 셋 넷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han-dul-set-net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(números coreanos puros)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2D05EF-2674-5C8A-4003-BB177E6BC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0143"/>
            <a:ext cx="12192000" cy="4937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568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E60A7A-0380-6084-356A-978D62595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98" y="804496"/>
            <a:ext cx="10421804" cy="524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86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§7.1 · NÚMEROS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Coreanos puros 1-10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44204" y="1728216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 (한)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(hana / han)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(두)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(dul / du)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 (세)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(set / se)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 (네)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(net / ne)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(daseot)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(yeoseot)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(ilgop)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(yeodeol)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(ahop)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(yeol)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99C699-0AC7-C62B-1425-089F7AE18FF8}"/>
              </a:ext>
            </a:extLst>
          </p:cNvPr>
          <p:cNvSpPr txBox="1"/>
          <p:nvPr/>
        </p:nvSpPr>
        <p:spPr>
          <a:xfrm>
            <a:off x="3908571" y="198150"/>
            <a:ext cx="14847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400" dirty="0"/>
              <a:t>사과 한개</a:t>
            </a:r>
            <a:endParaRPr lang="es-CL" altLang="ko-KR" sz="2400" dirty="0"/>
          </a:p>
          <a:p>
            <a:r>
              <a:rPr lang="ko-KR" altLang="es-CL" sz="2400" dirty="0"/>
              <a:t>두개</a:t>
            </a:r>
            <a:endParaRPr lang="es-CL" altLang="ko-KR" sz="2400" dirty="0"/>
          </a:p>
          <a:p>
            <a:r>
              <a:rPr lang="ko-KR" altLang="es-CL" sz="2400" dirty="0"/>
              <a:t>세개 </a:t>
            </a:r>
            <a:endParaRPr lang="es-CL" altLang="ko-KR" sz="2400" dirty="0"/>
          </a:p>
          <a:p>
            <a:r>
              <a:rPr lang="ko-KR" altLang="es-CL" sz="2400" dirty="0"/>
              <a:t>네</a:t>
            </a:r>
            <a:endParaRPr lang="es-CL" sz="2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3C5C24-DC5F-85C6-885A-0843E199410F}"/>
              </a:ext>
            </a:extLst>
          </p:cNvPr>
          <p:cNvSpPr txBox="1"/>
          <p:nvPr/>
        </p:nvSpPr>
        <p:spPr>
          <a:xfrm>
            <a:off x="5422511" y="118962"/>
            <a:ext cx="13300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sz="2400" dirty="0"/>
              <a:t>한살</a:t>
            </a:r>
            <a:endParaRPr lang="es-CL" altLang="ko-KR" sz="2400" dirty="0"/>
          </a:p>
          <a:p>
            <a:r>
              <a:rPr lang="ko-KR" altLang="es-CL" sz="2400" dirty="0"/>
              <a:t>두살</a:t>
            </a:r>
            <a:endParaRPr lang="es-CL" altLang="ko-KR" sz="2400" dirty="0"/>
          </a:p>
          <a:p>
            <a:r>
              <a:rPr lang="ko-KR" altLang="es-CL" sz="2400" dirty="0"/>
              <a:t>세살</a:t>
            </a:r>
            <a:endParaRPr lang="es-CL" altLang="ko-KR" sz="2400" dirty="0"/>
          </a:p>
          <a:p>
            <a:r>
              <a:rPr lang="ko-KR" altLang="es-CL" sz="2400" dirty="0"/>
              <a:t>네살</a:t>
            </a:r>
            <a:endParaRPr lang="es-CL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§7.2 · HORAS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en punto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시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 (la una)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시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시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열두 시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부터 ... 까지 · Desde ... hasta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expresar un rango (de horas, días, lugares) usás 부터…까지.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부터 = desde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까지 = hasta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van juntos en pareja: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9시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부터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6시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까지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일해요 (Trabajo de 9 a 6) Horas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아홉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(hora)desde 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여섯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(hora)hasta trabajo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월요일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부터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금요일</a:t>
            </a:r>
            <a:r>
              <a:rPr lang="en-US" sz="14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까지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노래해요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 lunes a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lunes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desde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Viernes hasta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cancion+hacer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=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cantar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노래를 해요            노래해요</a:t>
            </a:r>
            <a:endParaRPr lang="es-CL" altLang="ko-KR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s-CL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Cancion</a:t>
            </a:r>
            <a:r>
              <a:rPr 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(PO) hacer     cantar</a:t>
            </a:r>
            <a:endParaRPr lang="en-US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서울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부터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부산</a:t>
            </a:r>
            <a:r>
              <a:rPr lang="en-US" sz="14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까지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여행해요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 Seúl a Busan)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seul/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busan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/hasta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viaje+hacer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viajar</a:t>
            </a:r>
            <a:endParaRPr lang="en-US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solo no funciona — es como 'desde-hasta' en español, los dos deben estar.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부터…까지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buteo...kkaji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(desde…hasta)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§7.4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-고 · Conector 'Y'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-고 conecta dos verbos en una sola frase, con orden temporal.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Estructura: [Raíz verbo] + 고 + [Verbo conjugado]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/>
              <a:t>일어나다 </a:t>
            </a:r>
            <a:r>
              <a:rPr lang="es-CL" altLang="ko-KR" sz="1400" dirty="0"/>
              <a:t>-&gt; </a:t>
            </a:r>
            <a:r>
              <a:rPr lang="ko-KR" altLang="es-CL" sz="1400" dirty="0"/>
              <a:t>일어나고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일어나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고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커피를 마셔요 (Me levanto y tomo café)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Levantarse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/y cafe(po)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beber</a:t>
            </a:r>
            <a:endParaRPr lang="en-US" sz="14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공부하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고 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자요 (Estudio y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duermo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Estudio+hacer+y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dormir</a:t>
            </a:r>
            <a:endParaRPr lang="en-US" sz="14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Estudiar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/y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dormir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운동하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고 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샤워해요 (Hago ejercicio y me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ducho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샤워하</a:t>
            </a:r>
            <a:r>
              <a:rPr lang="ko-KR" altLang="es-CL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cs typeface="Calibri" pitchFamily="34" charset="-120"/>
              </a:rPr>
              <a:t>고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운동해요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/>
              <a:t>Ejercio+hacer+y</a:t>
            </a:r>
            <a:r>
              <a:rPr lang="en-US" sz="1400" dirty="0"/>
              <a:t> </a:t>
            </a:r>
            <a:r>
              <a:rPr lang="en-US" sz="1400" dirty="0" err="1"/>
              <a:t>duchar</a:t>
            </a:r>
            <a:r>
              <a:rPr lang="en-US" sz="1400" dirty="0"/>
              <a:t> </a:t>
            </a:r>
            <a:r>
              <a:rPr lang="en-US" sz="1400" dirty="0" err="1"/>
              <a:t>hacer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 con 그리고: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그리고 → 'y' entre 2 oraciones separadas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-고 → 'y' entre 2 verbos del mismo sujeto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-고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-go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(y, luego)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6CC3-880A-837D-0A39-D3EC94021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0_710_focus.png">
            <a:extLst>
              <a:ext uri="{FF2B5EF4-FFF2-40B4-BE49-F238E27FC236}">
                <a16:creationId xmlns:a16="http://schemas.microsoft.com/office/drawing/2014/main" id="{7EDF9D3C-580C-2EEA-7CAB-F4CF2563F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EF9ED9-E479-6465-DB92-6C542C54A1A8}"/>
              </a:ext>
            </a:extLst>
          </p:cNvPr>
          <p:cNvSpPr txBox="1"/>
          <p:nvPr/>
        </p:nvSpPr>
        <p:spPr>
          <a:xfrm>
            <a:off x="4213860" y="3638788"/>
            <a:ext cx="1710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Silla y  escritorio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D7CF7E-ADEA-E060-01C5-C15142150C39}"/>
              </a:ext>
            </a:extLst>
          </p:cNvPr>
          <p:cNvSpPr txBox="1"/>
          <p:nvPr/>
        </p:nvSpPr>
        <p:spPr>
          <a:xfrm>
            <a:off x="4305300" y="4198620"/>
            <a:ext cx="1502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mama y  papa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7F22D-F712-E288-8143-201A23847DCD}"/>
              </a:ext>
            </a:extLst>
          </p:cNvPr>
          <p:cNvSpPr txBox="1"/>
          <p:nvPr/>
        </p:nvSpPr>
        <p:spPr>
          <a:xfrm>
            <a:off x="4593666" y="4758452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 err="1"/>
              <a:t>bulgogi</a:t>
            </a:r>
            <a:r>
              <a:rPr lang="es-CL" dirty="0"/>
              <a:t> y  </a:t>
            </a:r>
            <a:r>
              <a:rPr lang="es-CL" dirty="0" err="1"/>
              <a:t>bibimbap</a:t>
            </a:r>
            <a:endParaRPr lang="es-C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5A4FC6-61A5-4690-33E5-522389776877}"/>
              </a:ext>
            </a:extLst>
          </p:cNvPr>
          <p:cNvSpPr txBox="1"/>
          <p:nvPr/>
        </p:nvSpPr>
        <p:spPr>
          <a:xfrm>
            <a:off x="9791700" y="3638788"/>
            <a:ext cx="160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diario y  revista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232548-47A6-D260-E42F-8AA6DBC52727}"/>
              </a:ext>
            </a:extLst>
          </p:cNvPr>
          <p:cNvSpPr txBox="1"/>
          <p:nvPr/>
        </p:nvSpPr>
        <p:spPr>
          <a:xfrm>
            <a:off x="9975774" y="4183380"/>
            <a:ext cx="1473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hermano y yo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60040A-4CD5-924B-8A08-DBA96E4055F7}"/>
              </a:ext>
            </a:extLst>
          </p:cNvPr>
          <p:cNvSpPr txBox="1"/>
          <p:nvPr/>
        </p:nvSpPr>
        <p:spPr>
          <a:xfrm>
            <a:off x="9975774" y="4705112"/>
            <a:ext cx="1503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ropa y  zapato</a:t>
            </a:r>
          </a:p>
        </p:txBody>
      </p:sp>
    </p:spTree>
    <p:extLst>
      <p:ext uri="{BB962C8B-B14F-4D97-AF65-F5344CB8AC3E}">
        <p14:creationId xmlns:p14="http://schemas.microsoft.com/office/powerpoint/2010/main" val="861411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C8F49-758D-B88B-F60D-3AB0FCCDD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1_710_ej.png">
            <a:extLst>
              <a:ext uri="{FF2B5EF4-FFF2-40B4-BE49-F238E27FC236}">
                <a16:creationId xmlns:a16="http://schemas.microsoft.com/office/drawing/2014/main" id="{5FB26641-C1AF-E6B3-C0DB-5CFF49405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331BC0-3CE4-8C75-5B52-358E25E19242}"/>
              </a:ext>
            </a:extLst>
          </p:cNvPr>
          <p:cNvSpPr txBox="1"/>
          <p:nvPr/>
        </p:nvSpPr>
        <p:spPr>
          <a:xfrm>
            <a:off x="2804160" y="2034540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와</a:t>
            </a:r>
            <a:r>
              <a:rPr lang="es-CL" altLang="ko-KR" dirty="0"/>
              <a:t>/</a:t>
            </a:r>
            <a:r>
              <a:rPr lang="ko-KR" altLang="es-CL" dirty="0"/>
              <a:t>과 </a:t>
            </a:r>
            <a:endParaRPr lang="es-C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81685B-7AE2-7029-9C85-62F8537B3C27}"/>
              </a:ext>
            </a:extLst>
          </p:cNvPr>
          <p:cNvSpPr txBox="1"/>
          <p:nvPr/>
        </p:nvSpPr>
        <p:spPr>
          <a:xfrm>
            <a:off x="2903220" y="3360420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랑</a:t>
            </a:r>
            <a:r>
              <a:rPr lang="es-CL" altLang="ko-KR" dirty="0"/>
              <a:t>/</a:t>
            </a:r>
            <a:r>
              <a:rPr lang="ko-KR" altLang="es-CL" dirty="0"/>
              <a:t>이랑</a:t>
            </a:r>
            <a:endParaRPr lang="es-C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3CDCE-0A6F-82AD-BABA-5B587BFC09BC}"/>
              </a:ext>
            </a:extLst>
          </p:cNvPr>
          <p:cNvSpPr txBox="1"/>
          <p:nvPr/>
        </p:nvSpPr>
        <p:spPr>
          <a:xfrm>
            <a:off x="3063519" y="468630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/>
              <a:t>하고</a:t>
            </a:r>
            <a:endParaRPr lang="es-C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4A692-65FF-14C3-FA4B-49D08C5EFCAD}"/>
              </a:ext>
            </a:extLst>
          </p:cNvPr>
          <p:cNvSpPr txBox="1"/>
          <p:nvPr/>
        </p:nvSpPr>
        <p:spPr>
          <a:xfrm>
            <a:off x="4183380" y="2034540"/>
            <a:ext cx="817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escrito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983B8B-C01F-BFB2-68B8-AFE3E00A2A9F}"/>
              </a:ext>
            </a:extLst>
          </p:cNvPr>
          <p:cNvSpPr txBox="1"/>
          <p:nvPr/>
        </p:nvSpPr>
        <p:spPr>
          <a:xfrm>
            <a:off x="4351020" y="3360420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altLang="ko-KR" dirty="0"/>
              <a:t>Al hablar</a:t>
            </a:r>
            <a:endParaRPr lang="es-CL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1B9069-A599-C8BB-875F-76A26249A385}"/>
              </a:ext>
            </a:extLst>
          </p:cNvPr>
          <p:cNvSpPr txBox="1"/>
          <p:nvPr/>
        </p:nvSpPr>
        <p:spPr>
          <a:xfrm>
            <a:off x="4226225" y="460248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ambos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209785-198C-3DA6-5F50-D77C3C926F04}"/>
              </a:ext>
            </a:extLst>
          </p:cNvPr>
          <p:cNvSpPr txBox="1"/>
          <p:nvPr/>
        </p:nvSpPr>
        <p:spPr>
          <a:xfrm>
            <a:off x="8168640" y="1775460"/>
            <a:ext cx="445956" cy="923330"/>
          </a:xfrm>
          <a:prstGeom prst="rect">
            <a:avLst/>
          </a:prstGeom>
          <a:noFill/>
        </p:spPr>
        <p:txBody>
          <a:bodyPr wrap="none" numCol="2" rtlCol="0">
            <a:spAutoFit/>
          </a:bodyPr>
          <a:lstStyle/>
          <a:p>
            <a:r>
              <a:rPr lang="es-CL" dirty="0"/>
              <a:t>VOCAL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3594645E-85EF-5DEA-205D-3FE533634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289478"/>
              </p:ext>
            </p:extLst>
          </p:nvPr>
        </p:nvGraphicFramePr>
        <p:xfrm>
          <a:off x="3802380" y="420132"/>
          <a:ext cx="3934813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13">
                  <a:extLst>
                    <a:ext uri="{9D8B030D-6E8A-4147-A177-3AD203B41FA5}">
                      <a16:colId xmlns:a16="http://schemas.microsoft.com/office/drawing/2014/main" val="419672852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908280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L" dirty="0"/>
                        <a:t>-Vocal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/>
                        <a:t>-Consonante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496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s-CL" dirty="0"/>
                        <a:t>와</a:t>
                      </a:r>
                      <a:endParaRPr lang="es-C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s-CL" dirty="0"/>
                        <a:t>과</a:t>
                      </a:r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4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s-CL" dirty="0"/>
                        <a:t>랑</a:t>
                      </a:r>
                      <a:endParaRPr lang="es-C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s-CL" dirty="0"/>
                        <a:t>이랑</a:t>
                      </a:r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34261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ko-KR" altLang="es-CL" dirty="0"/>
                        <a:t>하고 </a:t>
                      </a:r>
                      <a:endParaRPr lang="es-C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ko-KR" altLang="es-CL" dirty="0"/>
                        <a:t>하고</a:t>
                      </a:r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8991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6276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C70C1-C6D6-3D11-DED5-732ABEC9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2_710_convo.png">
            <a:extLst>
              <a:ext uri="{FF2B5EF4-FFF2-40B4-BE49-F238E27FC236}">
                <a16:creationId xmlns:a16="http://schemas.microsoft.com/office/drawing/2014/main" id="{AE6801A5-331F-C2CB-8E9E-227A9FED2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5674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§7.5 · VERBOS RUTINA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 de rutina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씻다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Lavarse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양치하다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Cepillarse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옷을 입다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Vestirse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아침을 먹다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Desayunar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출근하다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a trabajar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점심을 먹다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Almorzar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Salir del trabajo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저녁을 먹다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샤워하다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Ducharse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72784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72784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72784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Dormir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34856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34856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134856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Descansar</a:t>
            </a:r>
            <a:endParaRPr lang="en-US" sz="1200" dirty="0"/>
          </a:p>
        </p:txBody>
      </p:sp>
      <p:pic>
        <p:nvPicPr>
          <p:cNvPr id="40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41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§7.6 · IRREGULAR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ㄷ irregular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Algunos verbos que terminan en 받침 ㄷ son IRREGULARES.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agregás -어요, la ㄷ se convierte en ㄹ: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듣다 (escuchar) → 들어요 (no 듣어요)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걷다 (caminar) → 걸어요 (no 걷어요)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묻다 (preguntar) → 물어요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no todos los ㄷ son irregulares.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받다 (recibir) → 받아요 ✅ (regular)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닫다 (cerrar) → 닫아요 ✅ (regular)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Memorizá la lista de los irregulares.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듣다 → 들어요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(ㄷ irregular)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ㄷ se vuelve ㄹ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§7.7 · LECTURA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día completo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7시에 일어나요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levanto a las 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씻고 옷을 입어요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lavo y me visto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8시에 아침을 먹어요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Desayuno a las 8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9시부터 6시까지 일해요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de 9 a 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운동하고 샤워해요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Hago ejercicio y me ducho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11시에 자요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Duermo a las 11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07  ·  HARUILGWA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1_78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2_78_con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3_78_m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4_78_con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5_79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6_79_a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7_79_eo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8_79_haeda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09_79_con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0_710_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1_710_e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2_710_con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Números coreanos puros 1-10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Horas en punto (한 시, 두 시…)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부터…까지 (desde…hasta)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Conector -고 para encadenar acciones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12 verbos de rutina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ㄷ irregular (듣다 → 들어요)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Podés narrar tu día entero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2 min: tu rutina típica con al menos 7 verbos encadenados con -고. Discord #tarea-sesion-7.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709340-4C01-8DE5-5C12-0EEABF802E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151" y="282995"/>
            <a:ext cx="8005867" cy="613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5656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1088</Words>
  <Application>Microsoft Office PowerPoint</Application>
  <PresentationFormat>Widescreen</PresentationFormat>
  <Paragraphs>253</Paragraphs>
  <Slides>34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7</dc:title>
  <dc:subject>PptxGenJS Presentation</dc:subject>
  <dc:creator>김재희 (Jay Kim)</dc:creator>
  <cp:lastModifiedBy>Jae Hee Kim</cp:lastModifiedBy>
  <cp:revision>19</cp:revision>
  <dcterms:created xsi:type="dcterms:W3CDTF">2026-06-02T01:22:05Z</dcterms:created>
  <dcterms:modified xsi:type="dcterms:W3CDTF">2026-06-29T01:03:57Z</dcterms:modified>
</cp:coreProperties>
</file>