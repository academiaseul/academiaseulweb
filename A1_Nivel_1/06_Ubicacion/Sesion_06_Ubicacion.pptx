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y Existencia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dónde están las cosas y describir tu espacio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a Sesión 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números y fechas, hoy aprendemos a UBICAR cosas en el espacio.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el baño? ¿Dónde está el café? ¿Tenés tiempo? Frases que vas a usar TODOS los días.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nueva: 있다/없다 (haber/no haber), 에 (en + lugar estático), 에서 (en + acción), y palabras de posición (위, 아래, 앞, 뒤, 옆).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§6.1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있다 / 없다 · HAY o NO HAY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있다 = HAY / EXISTE / TENGO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없다 = NO HAY / NO EXISTE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Conjugación: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있다 → 있어요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없다 → 없어요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la partícula que va con 있다/없다 es 이/가 (sujeto), NO 은/는 ni 을/를.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uno de los verbos más usados del coreano.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isseoyo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(hay / tengo)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§6.2 · FRASES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 básica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있어요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Hay/tengo libro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없어요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tengo tiempo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 있어요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amigos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돈이 없어요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tengo dinero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남자친구 있어요?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¿Tenés novio?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여자친구 없어요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tengo novia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§6.3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있다 · ESTAR 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es la partícula de UBICACIÓN ESTÁTICA. Indica DÓNDE está algo (sin movimiento).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[Cosa] + 은/는 + [Lugar] + 에 + 있어요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집에 있어요 (Estoy en casa)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책은 책상에 있어요 (El libro está en el escritorio)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카페가 학교 옆에 있어요 (El café está al lado de la escuela)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partícula 에 también se usa con verbos de movimiento (가다, 오다) para indicar destino.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(en, ubicación)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§6.4 · LUGARES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Lugares cotidianos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백화점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§6.5 · POSICIONES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posición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[Referencia] + [Posición] + 에 + 있어요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8 posiciones esenciales: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 (encima 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아래 / 밑 (debajo 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앞 (adelante 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뒤 (atrás 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옆 (al lado 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안 (dentro 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밖 (fuera 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사이 (entre)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olvides el 에 después de la posición.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/ 아래</a:t>
            </a:r>
            <a:endParaRPr lang="en-US" sz="8000" dirty="0"/>
          </a:p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/ 뒤 / 옆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(posiciones)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 espaciales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§6.5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Ubicaciones reales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 책이 있어요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libro sobre la mesa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가방이 의자 아래에 있어요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mochila está bajo la silla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카페가 학교 옆에 있어요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al lado de escuela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침대 위에 있어요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 sobre la cama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 병원 앞에 있어요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frente al hospital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공원이 집 뒤에 있어요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detrás de casa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§6.6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vs 에서 · La gran confusión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diferencia que más confunde: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= ESTAR (estático)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저는 집에 있어요 (Estoy EN casa)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저는 학교에 가요 (Voy A la escuela)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= HACER (dinámico, donde ocurre la acción)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저는 집에서 공부해요 (Estudio EN casa)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저는 카페에서 커피를 마셔요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mental: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있다 / 가다 / 오다 → con 에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Cualquier acción (먹다, 마시다, 일하다) → con 에서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vs 에서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vs en+acción)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 vs Dinámico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§6.7 · MUEBLES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de muebles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텔레비전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Estantería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</a:t>
            </a:r>
            <a:endParaRPr lang="en-US" sz="1200" dirty="0"/>
          </a:p>
        </p:txBody>
      </p:sp>
      <p:pic>
        <p:nvPicPr>
          <p:cNvPr id="28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9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§6.8 · DIÁLOGO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dónde está algo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화장실이 어디에 있어요?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el baño?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 카페 옆에 있어요.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Allá, al lado del café.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천만에요.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nada.</a:t>
            </a:r>
            <a:endParaRPr lang="en-US" sz="1100" dirty="0"/>
          </a:p>
        </p:txBody>
      </p:sp>
      <p:pic>
        <p:nvPicPr>
          <p:cNvPr id="17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8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WICHI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있다/없다 (haber/no haber)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Partícula 에 para ubicación estática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8 palabras de posición (위, 아래, 앞, 뒤, 옆, 안, 밖, 사이)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Diferencia 에 vs 에서 (estático vs dinámico)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lugares + 8 muebles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Podés describir tu cuarto completo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tu cuarto + audio de 1 min en coreano describiendo 5 objetos con su posición. Subir al Discord.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6</dc:title>
  <dc:subject>PptxGenJS Presentation</dc:subject>
  <dc:creator>김재희 (Jay Kim)</dc:creator>
  <cp:lastModifiedBy>김재희 (Jay Kim)</cp:lastModifiedBy>
  <cp:revision>1</cp:revision>
  <dcterms:created xsi:type="dcterms:W3CDTF">2026-06-02T01:22:05Z</dcterms:created>
  <dcterms:modified xsi:type="dcterms:W3CDTF">2026-06-02T01:22:05Z</dcterms:modified>
</cp:coreProperties>
</file>