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00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19456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약속 + CIERRE DEL A1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Invitar a alguien + Repaso integral del A1</a:t>
            </a:r>
            <a:endParaRPr lang="en-US" sz="1300" dirty="0"/>
          </a:p>
        </p:txBody>
      </p:sp>
      <p:pic>
        <p:nvPicPr>
          <p:cNvPr id="7" name="Image 1" descr="/sessions/sleepy-zen-cray/mnt/outputs/deck_assets/sello_linea_v1_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8521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 · Jay Kim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sesión del Nivel 1 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10 semanas, no podías leer ni una letra coreana.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ya sos capaz de presentarte, contar tu día, hablar del pasado, planear el futuro, y comprar en una tienda coreana sin pánico. Eso es A1 completo.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aprendemos a INVITAR a alguien (la última pieza social), hacemos un repaso integral, y abrimos el camino para A2.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nueva: -ㄹ까요? (propuesta), -으러 가다 (con propósito), -을 수 있다/없다 (poder/no poder), 못 (no poder).</a:t>
            </a:r>
            <a:endParaRPr lang="en-US" sz="1600" dirty="0"/>
          </a:p>
        </p:txBody>
      </p:sp>
      <p:pic>
        <p:nvPicPr>
          <p:cNvPr id="5" name="Image 0" descr="/sessions/sleepy-zen-cray/mnt/outputs/deck_assets/sello_relleno_v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274320"/>
            <a:ext cx="502920" cy="502920"/>
          </a:xfrm>
          <a:prstGeom prst="rect">
            <a:avLst/>
          </a:prstGeom>
        </p:spPr>
      </p:pic>
      <p:pic>
        <p:nvPicPr>
          <p:cNvPr id="6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11  ·  YAKSOK + CIERRE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§11.1 · INVITAR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-ㄹ까요? · ¿Vamos a…?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-ㄹ까요? sirve para PROPONER algo. Equivale a '¿hacemos juntos…?' o '¿vamos a…?'.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[Raíz verbo] + -을/ㄹ까요?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batchim → -ㄹ까요? (가다 → 갈까요?)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 batchim → -을까요? (먹다 → 먹을까요?)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같이 영화 볼까요? (¿Vemos peli juntos?)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같이 점심 먹을까요? (¿Almorzamos juntos?)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카페에 갈까요? (¿Vamos al café?)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con -을 거예요 (Sesión 10):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을 거예요 → yo voy a hacer (afirmación)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을까요? → ¿hacemos? (pregunta/propuesta)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-ㄹ까요?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-(eu)lkkayo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(¿vamos a…?)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11  ·  YAKSOK + CIERRE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§11.2 · PROPÓSITO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-으러 가다/오다 · Ir a hacer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-으러 가다/오다 = 'ir/venir A HACER ___'. Indica el PROPÓSITO del movimiento.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[Raíz verbo] + -으러/러 + 가요/와요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batchim → -러 (사다 → 사러)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 batchim → -으러 (먹다 → 먹으러)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친구를 만나러 가요 (Voy a ver un amigo)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김밥을 먹으러 가요 (Voy a comer kimbap)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영화를 보러 가요 (Voy a ver película)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커피를 마시러 카페에 가요 (Voy al café a tomar café)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si hay un objeto, no olvides 을/를.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-으러 가다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-(eu)reo gada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(ir a hacer ___)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11  ·  YAKSOK + CIERRE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§11.3 · PODER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-을/ㄹ 수 있다/없다 · Poder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expresar 'puedo' o 'no puedo':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-을/ㄹ 수 있다 = puedo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-을/ㄹ 수 없다 = no puedo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한국어를 말할 수 있어요 (Puedo hablar coreano)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자전거를 탈 수 있어요 (Puedo andar en bici)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한자를 읽을 수 없어요 (No puedo leer caracteres chinos)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매운 음식을 먹을 수 없어요 (No puedo comer picante)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· 못: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못 + verbo = no puedo (más casual)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못 가요 (no puedo ir)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매운 음식을 못 먹어요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있다 / 없다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itda / eopda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(poder / no poder)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11  ·  YAKSOK + CIERRE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§11.4 · DIFERENCIA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vs 못 · No quiero vs No puedo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distinción muy importante: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= NO QUIERO (decisión interna)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저는 안 가요 = No voy (porque no quiero)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저는 술을 안 마셔요 = No tomo (decisión personal)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못 = NO PUEDO (imposibilidad externa)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저는 못 가요 = No puedo ir (algo me lo impide)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매운 음식을 못 먹어요 = No puedo comer picante (físicamente no aguanto)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Usá la correcta — los coreanos las distinguen mucho.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vs 못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vs mot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Voluntad vs Capacidad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11  ·  YAKSOK + CIERRE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§11.5 · INVITAR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Diálogo: invitar y aceptar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4572000"/>
          </a:xfrm>
          <a:prstGeom prst="roundRect">
            <a:avLst>
              <a:gd name="adj" fmla="val 3000"/>
            </a:avLst>
          </a:prstGeom>
          <a:solidFill>
            <a:srgbClr val="E8E5F8"/>
          </a:solidFill>
          <a:ln w="12700">
            <a:solidFill>
              <a:srgbClr val="C7C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주말에 같이 영화 볼까요?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¿Vemos peli el finde?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좋아요! 몇 시에 만날까요?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108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¡Sí! ¿A qué hora?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 오후 3시에 어때요?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886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3pm, ¿qué tal?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네, 좋아요! 어디에서 만날까요?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663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¡bueno! ¿Dónde?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029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강남역에서 만나요!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440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¡Nos vemos en Gangnam!</a:t>
            </a:r>
            <a:endParaRPr lang="en-US" sz="1100" dirty="0"/>
          </a:p>
        </p:txBody>
      </p:sp>
      <p:pic>
        <p:nvPicPr>
          <p:cNvPr id="20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1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11  ·  YAKSOK + CIERRE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§11.5 · RECHAZAR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Diálogo: rechazar con razón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4572000"/>
          </a:xfrm>
          <a:prstGeom prst="roundRect">
            <a:avLst>
              <a:gd name="adj" fmla="val 3000"/>
            </a:avLst>
          </a:prstGeom>
          <a:solidFill>
            <a:srgbClr val="E8E5F8"/>
          </a:solidFill>
          <a:ln w="12700">
            <a:solidFill>
              <a:srgbClr val="C7C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저녁에 저녁 먹을까요?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¿Cenamos hoy?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미안해요. 오늘은 바빠서 못 가요.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108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Perdón, hoy ocupada no puedo.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 내일은 어때요?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886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mañana?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내일은 좋아요!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663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¡Mañana sí!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029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좋아요. 그럼 내일 봐요!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440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¡Genial! ¡Hasta mañana!</a:t>
            </a:r>
            <a:endParaRPr lang="en-US" sz="1100" dirty="0"/>
          </a:p>
        </p:txBody>
      </p:sp>
      <p:pic>
        <p:nvPicPr>
          <p:cNvPr id="20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1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11  ·  YAKSOK + CIERRE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§11.6 · REPASO A1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aprendiste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한글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y escribir Hangul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인사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Presentarte y saludar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일상생활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vida diaria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날짜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y números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위치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cosas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하루 일과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 diaria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물건 사기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en Corea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과거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 del pasado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미래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Planear futuro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약속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Invitar a alguien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2784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🎓 A1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72784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A1 + TOPIK 초급 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34856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34856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🌟 NIVEL 2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134856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parada</a:t>
            </a:r>
            <a:endParaRPr lang="en-US" sz="1200" dirty="0"/>
          </a:p>
        </p:txBody>
      </p:sp>
      <p:pic>
        <p:nvPicPr>
          <p:cNvPr id="40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41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11  ·  YAKSOK + CIERRE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§11.7 · NIVEL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viene en A2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2 (A2) profundiza: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입니다 (forma formal de 이에요)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아/어 주세요 (verbo + por favor)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-고 있다 (estar haciendo)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Más verbos irregulares (르, ㅅ, ㅎ)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Lectura de textos cortos auténticos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Comparaciones (-보다)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Temas: viajes, familia, hobbies, clima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Preparación TOPIK 초급 2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arranca en octubre 2026. Quienes terminaron A1 tienen 20% de descuento garantizado.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NIVEL 2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(octubre 2026)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OFF para vos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11  ·  YAKSOK + CIERRE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5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06040"/>
            <a:ext cx="94183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78892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¡COMPLETASTE EL A1!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Leé, escribís, conversás básico en coreano. Equivalente a TOPIK 초급 1 y CEFR A1.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Tu certificado oficial llega esta semana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El proyecto final (video 3 min) te espera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Nivel 2 arranca en octubre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TAREA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Video de 3 minutos en coreano: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Tu presentación · 2. Rutina · 3. Pasado · 4. Futuro · 5. Invitación a un compañero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lo entrega antes del [fecha+7] recibe certificado oficial.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화이팅!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la próxima sesión</a:t>
            </a:r>
            <a:endParaRPr lang="en-US" sz="1800" dirty="0"/>
          </a:p>
        </p:txBody>
      </p:sp>
      <p:pic>
        <p:nvPicPr>
          <p:cNvPr id="4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3550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· 김재희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A1 · Sesión 11</dc:title>
  <dc:subject>PptxGenJS Presentation</dc:subject>
  <dc:creator>김재희 (Jay Kim)</dc:creator>
  <cp:lastModifiedBy>김재희 (Jay Kim)</cp:lastModifiedBy>
  <cp:revision>1</cp:revision>
  <dcterms:created xsi:type="dcterms:W3CDTF">2026-06-02T01:22:06Z</dcterms:created>
  <dcterms:modified xsi:type="dcterms:W3CDTF">2026-06-02T01:22:06Z</dcterms:modified>
</cp:coreProperties>
</file>