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3657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002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0" y="2194560"/>
            <a:ext cx="1216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주말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0" y="365760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Hablar del Pasado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4434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lo que hiciste el fin de semana</a:t>
            </a:r>
            <a:endParaRPr lang="en-US" sz="1300" dirty="0"/>
          </a:p>
        </p:txBody>
      </p:sp>
      <p:pic>
        <p:nvPicPr>
          <p:cNvPr id="7" name="Image 1" descr="/sessions/sleepy-zen-cray/mnt/outputs/deck_assets/sello_linea_v1_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5852160"/>
            <a:ext cx="82296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626364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 · Jay Kim · 김재희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hablamos en pasado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hoy hablaste en PRESENTE. Hoy vas al PASADO. La buena noticia: la gramática es regular y MÁS FÁCIL que en español (no hay ser/estar/tener confusión).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día: contar qué hiciste el fin de semana pasado con al menos 5 verbos en pasado, dar razones con -어서, y usar adverbios de frecuencia.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nueva: -었어요/았어요 · -어서/아서 (razón) · 으 irregular · 항상/자주/가끔/별로/전혀.</a:t>
            </a:r>
            <a:endParaRPr lang="en-US" sz="1600" dirty="0"/>
          </a:p>
        </p:txBody>
      </p:sp>
      <p:pic>
        <p:nvPicPr>
          <p:cNvPr id="5" name="Image 0" descr="/sessions/sleepy-zen-cray/mnt/outputs/deck_assets/sello_relleno_v1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274320"/>
            <a:ext cx="502920" cy="502920"/>
          </a:xfrm>
          <a:prstGeom prst="rect">
            <a:avLst/>
          </a:prstGeom>
        </p:spPr>
      </p:pic>
      <p:pic>
        <p:nvPicPr>
          <p:cNvPr id="6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09  ·  JUMAL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§9.1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del pasado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lógica que el presente, solo cambia la terminación: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Vocal raíz ㅏ o ㅗ → -았어요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Cualquier otra vocal → -었어요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하다 → 했어요 (siempre)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가다 → 가았어요 → 갔어요 (doble vocal se elimina)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보다 → 보았어요 → 봤어요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먹다 → 먹었어요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공부하다 → 공부했어요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memorización de irregulares (excepto 으 y los pocos vistos antes).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-었어요</a:t>
            </a:r>
            <a:endParaRPr lang="en-US" sz="8000" dirty="0"/>
          </a:p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-았어요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-eosseoyo / -asseoyo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(pasado)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09  ·  JUMAL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§9.1 · DRILLING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→ Pasado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digo presente, vos pasado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04288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 → 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185160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esperá: 갔어요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53912" y="2194560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53912" y="2304288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먹어요 → ?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153912" y="3185160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esperá: 먹었어요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37432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947160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봐요 → ?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48640" y="4828032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esperá: 봤어요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53912" y="3837432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912" y="3947160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해요 → ?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53912" y="4828032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esperá: 했어요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480304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590032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공부해요 → ?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48640" y="6470904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esperá: 공부했어요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53912" y="5480304"/>
            <a:ext cx="5486400" cy="1524000"/>
          </a:xfrm>
          <a:prstGeom prst="roundRect">
            <a:avLst>
              <a:gd name="adj" fmla="val 6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5590032"/>
            <a:ext cx="5486400" cy="838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마셔요 → ?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153912" y="6470904"/>
            <a:ext cx="5486400" cy="53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esperá: 마셨어요</a:t>
            </a:r>
            <a:endParaRPr lang="en-US" sz="1400" dirty="0"/>
          </a:p>
        </p:txBody>
      </p:sp>
      <p:pic>
        <p:nvPicPr>
          <p:cNvPr id="23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4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09  ·  JUMAL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§9.2 · IRREGULAR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 irregular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cuya vocal raíz es 으 PIERDEN la 으 al conjugarse.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importante: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쓰다 (escribir) → 썼어요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예쁘다 (lindo) → 예뻤어요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바쁘다 (ocupado) → 바빴어요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아프다 (doler/enfermo) → 아팠어요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기쁘다 (alegre) → 기뻤어요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Truco: la 으 se elimina, y la vocal que QUEDA decide si va 아 o 어.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바쁘다: raíz tiene ㅏ después de eliminar 으 → 았어요 → 바빴어요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쓰다: solo 쓰- sin otra vocal → defecto 어요 → 썼어요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쓰다 → 썼어요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(으 irregular)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elimina la 으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09  ·  JUMAL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§9.3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-고 para narrar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usaste -고 para encadenar (Sesión 7). En pasado funciona igual: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친구를 만나고 영화를 봤어요 (Vi un amigo y vimos película)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공부하고 잤어요 (Estudié y dormí)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운동하고 샤워했어요 (Hice ejercicio y me duché)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el primer verbo va en RAÍZ (sin conjugar), el segundo lleva el tiempo.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hagas: 친구를 만났고 영화를 봤어요 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-고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-go (narrar)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(y, luego)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09  ·  JUMAL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§9.4 · RAZÓN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-어서/아서 · Porque / Así que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-어서/아서 expresa razón o causa-consecuencia.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regla vocal que -어요/아요: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Vocal raíz ㅏ/ㅗ → -아서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Otra → -어서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아파서 못 갔어요 (Estaba enferma, no fui)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비가 와서 우산을 샀어요 (Llovió, compré paraguas)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배가 고파서 김밥을 먹었어요 (Tenía hambre, comí kimbap)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CRÍTICA: -어서 NUNCA lleva tiempo pasado. El tiempo va SOLO en el verbo final.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아팠어서 ❌ → 아파서 ✅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-어서 / -아서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-eoseo / -aseo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(porque, así que)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09  ·  JUMAL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§9.5 · FRECUENCIA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Adverbios de frecuencia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Normalmente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별로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mucho*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전혀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Nunca*</a:t>
            </a:r>
            <a:endParaRPr lang="en-US" sz="1200" dirty="0"/>
          </a:p>
        </p:txBody>
      </p:sp>
      <p:pic>
        <p:nvPicPr>
          <p:cNvPr id="22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3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09  ·  JUMAL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§9.5 · IMPORTANTE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별로 + 전혀 + Negativo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별로 y 전혀 SIEMPRE van con verbo negativo (안).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저는 별로 운동을 안 해요 (No hago mucho ejercicio)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저는 전혀 콜라를 안 마셔요 (No tomo cola para nada)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digas: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별로 운동해요 ❌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전혀 마셔요 ❌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que 항상, 자주, 가끔, 보통 van con verbo afirmativo normal.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별로 / 전혀</a:t>
            </a:r>
            <a:endParaRPr lang="en-US" sz="8000" dirty="0"/>
          </a:p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안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(siempre negativo)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obligados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09  ·  JUMAL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§9.6 · LECTURA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finde pasado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토요일에 친구를 만났어요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 vi a amigo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영화를 보고 저녁을 먹었어요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25112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peli y cené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영화가 너무 좋아서 두 번 봤어요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01584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gustó tanto, lo vi 2x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일요일에 집에서 쉬었어요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 descansé en casa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운동하고 음악을 들었어요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5112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Hice ejercicio y oí música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11시에 잤어요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01584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Dormí a las 11</a:t>
            </a:r>
            <a:endParaRPr lang="en-US" sz="1200" dirty="0"/>
          </a:p>
        </p:txBody>
      </p:sp>
      <p:pic>
        <p:nvPicPr>
          <p:cNvPr id="22" name="Image 0" descr="/sessions/sleepy-zen-cray/mnt/outputs/deck_assets/logo_var2_azu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3" name="Image 1" descr="/sessions/sleepy-zen-cray/mnt/outputs/deck_assets/sello_linea_v1_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09  ·  JUMAL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5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3258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0" y="169164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aprendiste hoy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371600" y="2606040"/>
            <a:ext cx="941832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278892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Pasado -었어요/았어요 (regular)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으 irregular (쓰다 → 썼어요)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-고 para narrar en pasado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-어서/아서 para dar razones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항상/자주/가끔/보통/별로/전혀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Podés contar TODO un fin de semana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349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TAREA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5715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Párrafo escrito de 8 líneas sobre tu finde pasado + audio leyéndolo. Discord #tarea-sesion-9.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D2E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61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화이팅!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0" y="402336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vemos en la próxima sesión</a:t>
            </a:r>
            <a:endParaRPr lang="en-US" sz="1800" dirty="0"/>
          </a:p>
        </p:txBody>
      </p:sp>
      <p:pic>
        <p:nvPicPr>
          <p:cNvPr id="4" name="Image 0" descr="/sessions/sleepy-zen-cray/mnt/outputs/deck_assets/logo_principal_bl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4846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63550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· 김재희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Seúl · A1 · Sesión 9</dc:title>
  <dc:subject>PptxGenJS Presentation</dc:subject>
  <dc:creator>김재희 (Jay Kim)</dc:creator>
  <cp:lastModifiedBy>김재희 (Jay Kim)</cp:lastModifiedBy>
  <cp:revision>1</cp:revision>
  <dcterms:created xsi:type="dcterms:W3CDTF">2026-06-02T01:22:06Z</dcterms:created>
  <dcterms:modified xsi:type="dcterms:W3CDTF">2026-06-02T01:22:06Z</dcterms:modified>
</cp:coreProperties>
</file>