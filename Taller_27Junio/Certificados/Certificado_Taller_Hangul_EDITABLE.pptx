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12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478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10312" y="210312"/>
            <a:ext cx="10268712" cy="7141464"/>
          </a:xfrm>
          <a:prstGeom prst="rect">
            <a:avLst/>
          </a:prstGeom>
          <a:ln w="31750">
            <a:solidFill>
              <a:srgbClr val="0D0D0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283464"/>
            <a:ext cx="10122408" cy="6995160"/>
          </a:xfrm>
          <a:prstGeom prst="rect">
            <a:avLst/>
          </a:prstGeom>
          <a:ln w="12700">
            <a:solidFill>
              <a:srgbClr val="C800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1417320"/>
            <a:ext cx="10689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D0D0D"/>
                </a:solidFill>
                <a:latin typeface="Algerian" panose="04020705040A02060702" pitchFamily="82" charset="0"/>
                <a:ea typeface="Arial Black" pitchFamily="34" charset="-122"/>
                <a:cs typeface="Arial Black" pitchFamily="34" charset="-120"/>
              </a:rPr>
              <a:t>CERTIFICADO</a:t>
            </a:r>
            <a:endParaRPr lang="en-US" sz="5000" dirty="0">
              <a:latin typeface="Algerian" panose="04020705040A02060702" pitchFamily="8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0" y="2286000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0" dirty="0">
                <a:latin typeface="Arial" pitchFamily="34" charset="0"/>
                <a:ea typeface="Arial" pitchFamily="34" charset="-122"/>
                <a:cs typeface="Arial" pitchFamily="34" charset="-120"/>
              </a:rPr>
              <a:t>DE PARTICIPACIÓN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0" y="267004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9A8F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수료증  ·  아카데미아 서울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736" y="2973308"/>
            <a:ext cx="10689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otorga el presente certificado a: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97480" y="34930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Daiana Suk</a:t>
            </a:r>
            <a:endParaRPr lang="en-US" sz="2400" b="1" dirty="0"/>
          </a:p>
        </p:txBody>
      </p:sp>
      <p:sp>
        <p:nvSpPr>
          <p:cNvPr id="13" name="Shape 10"/>
          <p:cNvSpPr/>
          <p:nvPr/>
        </p:nvSpPr>
        <p:spPr>
          <a:xfrm>
            <a:off x="2697480" y="4069080"/>
            <a:ext cx="5303520" cy="0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224528"/>
            <a:ext cx="10689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su participación en el taller en vivo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0" y="4553712"/>
            <a:ext cx="1068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“Aprende a leer </a:t>
            </a:r>
            <a:r>
              <a:rPr lang="en-US" sz="2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</a:t>
            </a: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en 1 hora”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0" y="4937760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vía Zoom · 6 de junio de 2026</a:t>
            </a:r>
            <a:endParaRPr lang="en-US" sz="1250" dirty="0"/>
          </a:p>
        </p:txBody>
      </p:sp>
      <p:pic>
        <p:nvPicPr>
          <p:cNvPr id="17" name="Image 1" descr="/tmp/cert/sig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630" y="5378905"/>
            <a:ext cx="1892808" cy="140810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023360" y="5989320"/>
            <a:ext cx="2651760" cy="0"/>
          </a:xfrm>
          <a:prstGeom prst="line">
            <a:avLst/>
          </a:prstGeom>
          <a:noFill/>
          <a:ln w="12700">
            <a:solidFill>
              <a:srgbClr val="0D0D0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0" y="6053328"/>
            <a:ext cx="10689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 Kim · </a:t>
            </a:r>
            <a:r>
              <a:rPr lang="en-US" sz="1300" b="1" dirty="0">
                <a:solidFill>
                  <a:srgbClr val="0D0D0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김재희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0" y="63459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Fundador e Instructor · Academia Seúl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4C6EE3C-0849-682F-6E6C-246660D27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383" y="-761824"/>
            <a:ext cx="3431872" cy="34318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D3D0F96-EA63-0B6B-D1B1-4F87ADAF9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272" y="4772154"/>
            <a:ext cx="2434332" cy="24343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Malgun Gothic</vt:lpstr>
      <vt:lpstr>Algerian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Certificado Taller de Hangul</dc:title>
  <dc:subject>PptxGenJS Presentation</dc:subject>
  <dc:creator>Academia Seúl</dc:creator>
  <cp:lastModifiedBy>Jae Hee Kim</cp:lastModifiedBy>
  <cp:revision>6</cp:revision>
  <dcterms:created xsi:type="dcterms:W3CDTF">2026-06-06T10:32:39Z</dcterms:created>
  <dcterms:modified xsi:type="dcterms:W3CDTF">2026-06-06T21:38:08Z</dcterms:modified>
</cp:coreProperties>
</file>