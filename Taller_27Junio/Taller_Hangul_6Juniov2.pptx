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1" r:id="rId17"/>
    <p:sldId id="282" r:id="rId18"/>
    <p:sldId id="379" r:id="rId19"/>
    <p:sldId id="261" r:id="rId20"/>
    <p:sldId id="375" r:id="rId21"/>
    <p:sldId id="380" r:id="rId22"/>
    <p:sldId id="381" r:id="rId23"/>
    <p:sldId id="263" r:id="rId24"/>
    <p:sldId id="382" r:id="rId25"/>
    <p:sldId id="264" r:id="rId26"/>
    <p:sldId id="265" r:id="rId27"/>
    <p:sldId id="383" r:id="rId28"/>
    <p:sldId id="384" r:id="rId29"/>
    <p:sldId id="385" r:id="rId30"/>
    <p:sldId id="386" r:id="rId31"/>
    <p:sldId id="387" r:id="rId32"/>
    <p:sldId id="388" r:id="rId33"/>
    <p:sldId id="389" r:id="rId34"/>
    <p:sldId id="390" r:id="rId35"/>
    <p:sldId id="391" r:id="rId36"/>
    <p:sldId id="266" r:id="rId37"/>
    <p:sldId id="376" r:id="rId38"/>
    <p:sldId id="314" r:id="rId39"/>
    <p:sldId id="392" r:id="rId40"/>
    <p:sldId id="283" r:id="rId41"/>
    <p:sldId id="397" r:id="rId42"/>
    <p:sldId id="393" r:id="rId43"/>
    <p:sldId id="394" r:id="rId44"/>
    <p:sldId id="395"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96" r:id="rId63"/>
    <p:sldId id="268" r:id="rId64"/>
    <p:sldId id="269" r:id="rId65"/>
    <p:sldId id="270" r:id="rId66"/>
    <p:sldId id="284" r:id="rId67"/>
    <p:sldId id="320" r:id="rId68"/>
    <p:sldId id="271" r:id="rId69"/>
    <p:sldId id="272" r:id="rId70"/>
    <p:sldId id="273" r:id="rId71"/>
    <p:sldId id="275" r:id="rId72"/>
    <p:sldId id="276" r:id="rId73"/>
    <p:sldId id="277" r:id="rId74"/>
    <p:sldId id="278" r:id="rId75"/>
    <p:sldId id="286" r:id="rId76"/>
    <p:sldId id="279" r:id="rId7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6.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274320"/>
            <a:ext cx="1097280" cy="109728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pic>
        <p:nvPicPr>
          <p:cNvPr id="16"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spTree>
    <p:extLst>
      <p:ext uri="{BB962C8B-B14F-4D97-AF65-F5344CB8AC3E}">
        <p14:creationId xmlns:p14="http://schemas.microsoft.com/office/powerpoint/2010/main" val="300690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spTree>
    <p:extLst>
      <p:ext uri="{BB962C8B-B14F-4D97-AF65-F5344CB8AC3E}">
        <p14:creationId xmlns:p14="http://schemas.microsoft.com/office/powerpoint/2010/main" val="178300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pic>
        <p:nvPicPr>
          <p:cNvPr id="2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114877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caballo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6"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7"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zapatos</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aula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vidrio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historia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pic>
        <p:nvPicPr>
          <p:cNvPr id="3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3"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4"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a:extLst>
              <a:ext uri="{FF2B5EF4-FFF2-40B4-BE49-F238E27FC236}">
                <a16:creationId xmlns:a16="http://schemas.microsoft.com/office/drawing/2014/main" id="{0730F1CD-32E7-D6AA-0DF2-46BBC45E7EA3}"/>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2494776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pic>
        <p:nvPicPr>
          <p:cNvPr id="3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spTree>
    <p:extLst>
      <p:ext uri="{BB962C8B-B14F-4D97-AF65-F5344CB8AC3E}">
        <p14:creationId xmlns:p14="http://schemas.microsoft.com/office/powerpoint/2010/main" val="1600734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pic>
        <p:nvPicPr>
          <p:cNvPr id="2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carne</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nariz</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flor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hermana mayor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ciudad</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conejo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tierra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Seúl</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pic>
        <p:nvPicPr>
          <p:cNvPr id="24"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agua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lluvia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uva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pan</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tiempo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fin de semana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libro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barato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guiso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a:extLst>
              <a:ext uri="{FF2B5EF4-FFF2-40B4-BE49-F238E27FC236}">
                <a16:creationId xmlns:a16="http://schemas.microsoft.com/office/drawing/2014/main" id="{2435E916-ACE4-2F44-18F9-5FD340BBB234}"/>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extLst>
      <p:ext uri="{BB962C8B-B14F-4D97-AF65-F5344CB8AC3E}">
        <p14:creationId xmlns:p14="http://schemas.microsoft.com/office/powerpoint/2010/main" val="14387694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spTree>
    <p:extLst>
      <p:ext uri="{BB962C8B-B14F-4D97-AF65-F5344CB8AC3E}">
        <p14:creationId xmlns:p14="http://schemas.microsoft.com/office/powerpoint/2010/main" val="2141312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pic>
        <p:nvPicPr>
          <p:cNvPr id="28"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9"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30" name="Text 26"/>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아나</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제이</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40"/>
            <a:ext cx="9418320" cy="2743200"/>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623560"/>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598932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28600"/>
            <a:ext cx="914400" cy="91440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Editor · </a:t>
            </a:r>
            <a:r>
              <a:rPr lang="en-US" sz="1400" dirty="0">
                <a:solidFill>
                  <a:srgbClr val="0F172A"/>
                </a:solidFill>
                <a:latin typeface="Calibri" pitchFamily="34" charset="0"/>
                <a:ea typeface="Calibri" pitchFamily="34" charset="-122"/>
                <a:cs typeface="Calibri" pitchFamily="34" charset="-120"/>
              </a:rPr>
              <a:t>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457200"/>
            <a:ext cx="1097280" cy="1097280"/>
          </a:xfrm>
          <a:prstGeom prst="rect">
            <a:avLst/>
          </a:prstGeom>
        </p:spPr>
      </p:pic>
      <p:sp>
        <p:nvSpPr>
          <p:cNvPr id="3" name="Text 0"/>
          <p:cNvSpPr/>
          <p:nvPr/>
        </p:nvSpPr>
        <p:spPr>
          <a:xfrm>
            <a:off x="0" y="1828800"/>
            <a:ext cx="12161520" cy="9144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Preguntas?</a:t>
            </a:r>
            <a:endParaRPr lang="en-US" sz="6000" dirty="0"/>
          </a:p>
        </p:txBody>
      </p:sp>
      <p:sp>
        <p:nvSpPr>
          <p:cNvPr id="4" name="Text 1"/>
          <p:cNvSpPr/>
          <p:nvPr/>
        </p:nvSpPr>
        <p:spPr>
          <a:xfrm>
            <a:off x="0" y="2834640"/>
            <a:ext cx="12161520" cy="731520"/>
          </a:xfrm>
          <a:prstGeom prst="rect">
            <a:avLst/>
          </a:prstGeom>
          <a:noFill/>
          <a:ln/>
        </p:spPr>
        <p:txBody>
          <a:bodyPr wrap="square" rtlCol="0" anchor="ctr"/>
          <a:lstStyle/>
          <a:p>
            <a:pPr marL="0" indent="0" algn="ctr">
              <a:buNone/>
            </a:pPr>
            <a:r>
              <a:rPr lang="en-US" sz="3600" dirty="0">
                <a:solidFill>
                  <a:srgbClr val="FFFFFF"/>
                </a:solidFill>
                <a:latin typeface="Malgun Gothic" pitchFamily="34" charset="0"/>
                <a:ea typeface="Malgun Gothic" pitchFamily="34" charset="-122"/>
                <a:cs typeface="Malgun Gothic" pitchFamily="34" charset="-120"/>
              </a:rPr>
              <a:t>질문이 있어요?</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acá hoy 💜</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5440680" y="5852160"/>
            <a:ext cx="1280160"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5778</Words>
  <Application>Microsoft Office PowerPoint</Application>
  <PresentationFormat>Widescreen</PresentationFormat>
  <Paragraphs>1430</Paragraphs>
  <Slides>76</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12</cp:revision>
  <dcterms:created xsi:type="dcterms:W3CDTF">2026-06-03T10:06:29Z</dcterms:created>
  <dcterms:modified xsi:type="dcterms:W3CDTF">2026-06-06T22:38:46Z</dcterms:modified>
</cp:coreProperties>
</file>