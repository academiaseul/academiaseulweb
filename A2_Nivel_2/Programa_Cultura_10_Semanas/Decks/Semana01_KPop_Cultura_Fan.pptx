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01 · SEMANA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케이팝과 팬 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K-Pop &amp; Fan 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K-Pop y cultura de fans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-아/어서     ·     -(으)ㄹ 수 있다/없다     ·     -(으)ㄹ 줄 알다/모르다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Explicar por qué te gusta un artista y decir qué sabes o puedes hacer.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케이팝과 팬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케이팝 · K-Pop &amp; Fan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케이팝 콘서트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K-Pop concert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응원봉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Light stick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음악 방송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Music show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케이팝을 언제 처음 들었어요?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When did you first hear K-Pop?  ·  ¿Cuándo escuchaste K-Pop por primera vez?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좋아하는 가수가 있어요? 왜 좋아해요?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Do you have a favourite artist? Why?  ·  ¿Tienes un artista favorito? ¿Por qué?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당신 나라에서도 케이팝이 인기가 많아요?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Is K-Pop popular in your country too?  ·  ¿El K-Pop también es popular en tu país?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케이팝과 팬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케이팝 · K-Pop &amp; Fan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노래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canción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가사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lyrics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letra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안무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choreography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coreografía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무대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escenario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공연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presentación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콘서트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concert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concierto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앨범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album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álbum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가수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singer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cantante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케이팝과 팬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케이팝 · K-Pop &amp; Fan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아이돌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idol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ídolo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연습생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trainee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aprendiz / trainee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팬덤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fandom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fandom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응원봉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light stick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lightstick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최애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favourite member (bias)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miembro favorito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컴백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comeback (new release)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comeback (nuevo lanzamiento)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굿즈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merchandise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merchandising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응원하다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cheer for / support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apoyar, animar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케이팝과 팬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케이팝 · K-Pop &amp; Fan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연습생 시스템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trainee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가수가 되기 전에 몇 년 동안 노래와 춤을 배워요. 회사에서 같이 살면서 연습해요.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Before debut, trainees study singing and dancing for years, often living and practising together.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Antes de debutar, los aprendices estudian canto y baile durante años, viviendo y ensayando juntos.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컴백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comeback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컴백은 돌아오는 것이 아니라 새 앨범을 내는 거예요. 보통 일 년에 두세 번 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"Comeback" does not mean returning from a break — it means releasing new music, usually 2–3 times a year.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"Comeback" no significa volver de un descanso: es sacar música nueva, normalmente 2–3 veces al año.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팬덤 문화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Fandom as community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팬덤은 이름과 색깔이 있어요. 팬들이 같이 응원하고 봉사 활동도 해요.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Each fandom has its own name and official colour; fans organise cheering and even charity work.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Cada fandom tiene nombre y color oficial; los fans organizan porras e incluso obras solidarias.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케이팝과 팬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케이팝 · K-Pop &amp; Fan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-아/어서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because / so (reason)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porque / por eso (razón)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노래가 좋아서 이 그룹을 좋아해요.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춤이 어려워서 많이 연습했어요.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9, p. 188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-(으)ㄹ 수 있다/없다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can / cannot (possibility)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poder / no poder (posibilidad)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저는 한국어로 노래를 부를 수 있어요.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표가 비싸서 콘서트에 갈 수 없어요.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6, p. 160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-(으)ㄹ 줄 알다/모르다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 know / not know how to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saber / no saber hacer algo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저는 이 안무를 출 줄 알아요.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한국어 가사를 읽을 줄 몰라요.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6, p. 163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어떤 케이팝 노래를 제일 좋아해요? 왜 좋아해요?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Which K-Pop song do you like most? Why?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canción de K-Pop te gusta más? ¿Por qué?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케이팝 안무를 출 줄 알아요? 배워 보고 싶어요?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 you know how to dance K-Pop choreography? Would you like to learn?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¿Sabes bailar coreografías de K-Pop? ¿Te gustaría aprender?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음악과 케이팝은 어떻게 달라요?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is the music of your country different from K-Pop?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 la música de tu país del K-Pop?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콘서트에 가 본 적이 있어요? 어땠어요?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Have you ever been to a concert? How was it?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¿Has ido a un concierto? ¿Qué tal fue?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한국어 가사를 이해할 수 있어요?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Can you understand Korean lyrics?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¿Puedes entender las letras en coreano?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좋아하는 가수에게 무슨 말을 하고 싶어요?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would you like to say to your favourite artist?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te gustaría decirle a tu artista favorito?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좋아하는 가수를 소개하세요. (-아/어서를 두 번 쓰세요)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presenta a tu artista favorito en 1 minuto, usando -아/어서 al menos dos veces.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