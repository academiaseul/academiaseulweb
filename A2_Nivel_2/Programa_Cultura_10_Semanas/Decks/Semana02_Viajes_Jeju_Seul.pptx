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02 · SEMANA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여행 · 제주와 서울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Travel: Jeju &amp; Seoul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Viajes: Jeju y Seúl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N보다     ·     N처럼 / N같이     ·     -(으)ㄴ 적이 있다/없다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Comparar dos lugares y contar experiencias de viaje.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여행 · 제주와 서울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여행 · Travel: Jeju &amp;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제주 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Jeju coastline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해녀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Haenyeo divers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서울 야경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Seoul at night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한국에 가 본 적이 있어요?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ever been to Korea?  ·  ¿Has estado alguna vez en Corea?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바다와 산 중에서 어디를 더 좋아해요?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 you prefer the sea or the mountains?  ·  ¿Prefieres el mar o la montaña?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당신 나라에서 유명한 여행지는 어디예요?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is a famous destination in your country?  ·  ¿Cuál es un destino famoso en tu país?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여행 · 제주와 서울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여행 · Travel: Jeju &amp;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island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isla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mountain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montaña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폭포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waterfall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cascada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해변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beach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playa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오름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volcanic hill (Jeju)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cerro volcánico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경치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scenery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paisaje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한라산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Mt. Halla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monte Halla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여행 · 제주와 서울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여행 · Travel: Jeju &amp;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여행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travel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viaje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숙소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accommodation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alojamiento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렌터카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rental 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auto de alquiler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예약하다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reservar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출발하다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depart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salir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도착하다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arrive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llegar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구경하다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sightsee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pasear, mirar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사진을 찍다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take photos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sacar fotos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여행 · 제주와 서울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여행 · Travel: Jeju &amp;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화산섬 제주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A volcanic island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제주도는 화산으로 만들어진 섬이에요. 한라산과 오름, 폭포가 유명해요.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Jeju is a volcanic island; Mt. Halla, its many oreum hills and its waterfalls are UNESCO-listed.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Jeju es una isla volcánica; el monte Halla, sus cerros (oreum) y cascadas son Patrimonio de la UNESCO.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해녀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haenyeo divers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해녀는 기계 없이 바다에 들어가서 해산물을 잡는 여자들이에요. 지금은 할머니가 많아요.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Haenyeo are women who free-dive for seafood without equipment; most working divers today are elderly.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Las haenyeo bucean a pulmón para recoger mariscos; hoy la mayoría son mujeres mayores.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국내 여행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Domestic travel culture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한국 사람들은 제주도를 "국내 해외여행"이라고 해요. 비행기로 한 시간쯤 걸려요.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Koreans treat Jeju as a domestic "trip abroad" — it is about an hour away by plane.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Los coreanos ven Jeju como un "viaje al extranjero" nacional: está a una hora en avión.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여행 · 제주와 서울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여행 · Travel: Jeju &amp;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N보다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than (comparison)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que (comparación)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제주도가 서울보다 조용해요.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비행기가 배보다 더 빨라요.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3, p. 114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N처럼 / N같이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like / as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제주 바다가 그림처럼 예뻐요.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저도 한국 사람처럼 여행하고 싶어요.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3, p. 112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-(으)ㄴ 적이 있다/없다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 have / have never done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haber / no haber hecho algo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저는 제주도에 가 본 적이 있어요.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한라산에 올라간 적이 없어요.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11, p. 207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제주도와 서울 중에서 어디에 더 가고 싶어요? 왜요?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Would you rather visit Jeju or Seoul? 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¿Prefieres visitar Jeju o Seúl? ¿Por qué?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나라에도 제주도같이 유명한 섬이 있어요?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Is there a famous island like Jeju in your country?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¿Hay una isla famosa como Jeju en tu país?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여행을 갈 때 무엇을 제일 먼저 예약해요?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you book first when you travel?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reservas primero cuando viajas?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지금까지 간 여행지 중에서 어디가 제일 좋았어요?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Which place you have visited was the best?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De los lugares que has visitado, ¿cuál fue el mejor?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혼자 여행해 본 적이 있어요? 어땠어요?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Have you ever travelled alone? How was it?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¿Has viajado solo/a alguna vez? ¿Qué tal fue?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여행 문화는 한국과 어떻게 달라요?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does travel culture in your country differ from Korea?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¿En qué se diferencia la cultura de viajes de tu país con la de Corea?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우리 나라의 두 도시를 비교해서 이야기하세요. (-보다를 쓰세요)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compara dos ciudades de tu país en 1 minuto, usando -보다.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