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03 · SEMANA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한국 기본 장과 요리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Essential Korean Sauces &amp; Dishes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Salsas Esenciales Coreanas y sus Platillos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1722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수업 자료 · Lesson by 홍미영 (Abby)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-(으)로 만들다     ·     -이/가 들어가다     ·     -아/어서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Decir de qué está hecho un plato, qué lleva y por qué gusta.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기본 장과 요리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고추장 · 된장 · 간장 · Essential Korean Sauces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된장찌개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Doenjang-jjigae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불고기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Bulgogi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장 담그기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Making jang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이 재료들을 본 적이 있나요? 써 본 적이 있나요?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Have you seen or used these ingredients?  ·  ¿Has visto o usado estos ingredientes?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어떤 한국 음식을 먹어 봤어요?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Which Korean dishes have you tried?  ·  ¿Qué comidas coreanas has probado?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매운 음식을 좋아하세요?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 you like spicy food?  ·  ¿Te gusta la comida picante?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기본 장과 요리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고추장 · 된장 · 간장 · Essential Korean Sauces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재료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ingredient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ingrediente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양념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condimento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볶다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stir-fry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saltear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끓이다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boil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hervir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조리다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braise / simmer in sauce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cocinar a fuego lento en salsa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비비다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mix / toss together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mezclar, revolver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담그다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ferment / pickle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fermentar, encurtir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넣다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add (an ingredient)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añadir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기본 장과 요리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고추장 · 된장 · 간장 · Essential Korean Sauces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맵다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spicy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picante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salado/a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달다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sweet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dulce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싱겁다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bland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soso/a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시원하다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refreshing / comforting (hot soup)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refrescante / reconfortante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구수하다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nutty, savoury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con sabor a nuez, sabroso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얼큰하다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hot and hearty (spicy broth)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picante y contundente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깊은 맛이 나다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have a deep, rich flavour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tener un sabor profundo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기본 장과 요리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고추장 · 된장 · 간장 · Essential Korean Sauces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고추장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Gochujang · chili paste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고추장은 고춧가루와 찹쌀로 만든 매콤달콤한 발효 양념이에요. 떡볶이, 제육볶음, 김치찌개에 넣어요.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spicy-sweet fermented paste of chili powder and glutinous rice — used in tteokbokki, spicy pork and kimchi stew.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Pasta fermentada picante y dulce de chile y arroz glutinoso: se usa en tteokbokki, cerdo picante y estofado de kimchi.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된장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Doenjang · soybean paste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된장은 삶은 콩을 발효시켜 만든 구수하고 짭짤한 양념이에요. 된장찌개, 강된장, 쌈장을 만들어요.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nutty, salty paste made by fermenting boiled soybeans — the base of doenjang stew, gangdoenjang and ssamjang.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Pasta salada con sabor a nuez hecha fermentando soja hervida: base del estofado de doenjang, gangdoenjang y ssamjang.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간장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Ganjang · soy sauce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간장은 메주를 소금물에 담가 발효시킨 짭짤한 액체 조미료예요. 불고기, 잡채, 갈비찜에 써요.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salty liquid seasoning made by brining and fermenting soybean blocks — used in bulgogi, japchae and braised ribs.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Condimento líquido salado hecho fermentando bloques de soja en salmuera: se usa en bulgogi, japchae y costillas.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한국 기본 장과 요리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고추장 · 된장 · 간장 · Essential Korean Sauces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-(으)로 만들다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 make using / from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hacer con / a partir 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떡볶이는 고추장으로 만들어요.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잡채는 간장으로 맛을 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3, p. 102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-이/가 들어가다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~ goes into / is included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~ se incluye / lleva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김치찌개에는 고추장이 들어가요.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된장찌개에는 두부와 야채가 들어가요.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3, p. 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-아/어서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because / and so (reason)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porque / por eso (razón)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고추장은 맵고 달아서 인기가 많아요.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된장은 짭짤해서 국물 요리에 잘 어울려요.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9, p. 188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이 세 가지 장 중에서 먹어 본 적이 있어요? 어떤 맛이었어요?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Have you tried any of these three pastes? How did it taste?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¿Has probado alguna de estas tres pastas? ¿A qué sabía?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나라에도 이렇게 기본이 되는 소스나 양념이 있나요?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Does your country have staple sauces or seasonings like these?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¿Tu país tiene salsas o condimentos básicos como estos?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매운 음식과 짠 음식 중에 뭘 더 좋아해요?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 you prefer spicy or salty food?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¿Prefieres la comida picante o la salada?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이 요리들 중에서 무엇을 제일 먹어보고 싶어요?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Which of these dishes would you most like to try?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¿Cuál de estos platos te gustaría probar más?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집에서 요리할 때 어떤 양념을 자주 사용해요?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Which seasonings do you use most when cooking at home?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condimentos usas más al cocinar en casa?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한국 음식과 당신 나라 음식의 맛은 어떻게 달라요?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do Korean flavours differ from those of your country?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¿En qué se diferencian los sabores coreanos de los de tu país?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우리 나라의 기본 양념을 하나 소개하세요. (-(으)로 만들다, -아/어서)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presenta un condimento básico de tu país, usando -(으)로 만들다 y -아/어서.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