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/>
        </p:spPr>
      </p:sp>
      <p:sp>
        <p:nvSpPr>
          <p:cNvPr id="5" name="Shape 3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4" y="740664"/>
            <a:ext cx="987552" cy="987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06940" y="1943100"/>
            <a:ext cx="777240" cy="777240"/>
          </a:xfrm>
          <a:prstGeom prst="ellipse">
            <a:avLst/>
          </a:prstGeom>
          <a:solidFill>
            <a:srgbClr val="E9C46A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deck2/icons/pep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754" y="2051914"/>
            <a:ext cx="559613" cy="5596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 기본 장과 요리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822960" y="2743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Korean Sauces &amp; Dishes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822960" y="31729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B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Salsas Esenciales Coreanas y sus Platillos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간장으로 만드는 한국 음식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dishes built from gochujang, doenjang &amp; ganjang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2296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Platillos coreanos hechos con gochujang, doenjang y ganjang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 SEÚL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수업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Roadmap  ·  Ruta de la Clase   (60 min)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48740" y="2286000"/>
            <a:ext cx="731520" cy="7315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1348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워밍업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4A261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34740" y="2286000"/>
            <a:ext cx="731520" cy="731520"/>
          </a:xfrm>
          <a:prstGeom prst="ellipse">
            <a:avLst/>
          </a:prstGeom>
          <a:solidFill>
            <a:srgbClr val="EF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3634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어휘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42976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EFA97A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4297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20740" y="2286000"/>
            <a:ext cx="731520" cy="731520"/>
          </a:xfrm>
          <a:prstGeom prst="ellipse">
            <a:avLst/>
          </a:prstGeom>
          <a:solidFill>
            <a:srgbClr val="E8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5920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 &amp; 요리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Sauces &amp; Dishes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Salsas y Platillos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42976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E8A24A">
              <a:alpha val="1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4297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06740" y="2286000"/>
            <a:ext cx="731520" cy="731520"/>
          </a:xfrm>
          <a:prstGeom prst="ellipse">
            <a:avLst/>
          </a:prstGeom>
          <a:solidFill>
            <a:srgbClr val="D9862E"/>
          </a:solidFill>
          <a:ln/>
        </p:spPr>
      </p:sp>
      <p:sp>
        <p:nvSpPr>
          <p:cNvPr id="29" name="Text 27"/>
          <p:cNvSpPr/>
          <p:nvPr/>
        </p:nvSpPr>
        <p:spPr>
          <a:xfrm>
            <a:off x="8206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498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문법 &amp; 맛 표현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498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&amp; Taste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y Sabor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42976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D9862E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4297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492740" y="2286000"/>
            <a:ext cx="731520" cy="731520"/>
          </a:xfrm>
          <a:prstGeom prst="ellipse">
            <a:avLst/>
          </a:prstGeom>
          <a:solidFill>
            <a:srgbClr val="C46B1D"/>
          </a:solidFill>
          <a:ln/>
        </p:spPr>
      </p:sp>
      <p:sp>
        <p:nvSpPr>
          <p:cNvPr id="37" name="Text 35"/>
          <p:cNvSpPr/>
          <p:nvPr/>
        </p:nvSpPr>
        <p:spPr>
          <a:xfrm>
            <a:off x="10492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회화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784080" y="42976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C46B1D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784080" y="4297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FDF1E4"/>
          </a:solidFill>
          <a:ln w="19050">
            <a:solidFill>
              <a:srgbClr val="F4A261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825496" y="2764231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8" name="Image 1" descr="/home/claude/deck2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35" y="2849270"/>
            <a:ext cx="396850" cy="396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422599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항아리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371520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Gochujang Jar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724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852160" y="123444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CE4CC"/>
          </a:solidFill>
          <a:ln/>
        </p:spPr>
      </p:sp>
      <p:sp>
        <p:nvSpPr>
          <p:cNvPr id="13" name="Text 9"/>
          <p:cNvSpPr/>
          <p:nvPr/>
        </p:nvSpPr>
        <p:spPr>
          <a:xfrm>
            <a:off x="5852160" y="1234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재료 · Key Ingredient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0" y="17373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고추장</a:t>
            </a:r>
            <a:endParaRPr lang="en-US" sz="4200" dirty="0"/>
          </a:p>
        </p:txBody>
      </p:sp>
      <p:sp>
        <p:nvSpPr>
          <p:cNvPr id="15" name="Text 11"/>
          <p:cNvSpPr/>
          <p:nvPr/>
        </p:nvSpPr>
        <p:spPr>
          <a:xfrm>
            <a:off x="585216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Gochujang · Pasta de Chile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2926080"/>
            <a:ext cx="5394960" cy="0"/>
          </a:xfrm>
          <a:prstGeom prst="line">
            <a:avLst/>
          </a:prstGeom>
          <a:noFill/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52160" y="30723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· Explanation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52160" y="33649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고추장은 고춧가루와 찹쌀로 만든 매콤달콤한 발효 양념이에요.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85216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Gochujang is a spicy-sweet fermented paste made from chili powder and glutinous rice.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852160" y="4233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gochujang es una pasta fermentada, picante y dulce, hecha de chile en polvo y arroz glutinoso.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852160" y="4681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재료 · Basic Ingredients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52160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3" name="Text 19"/>
          <p:cNvSpPr/>
          <p:nvPr/>
        </p:nvSpPr>
        <p:spPr>
          <a:xfrm>
            <a:off x="5907024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고춧가루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907024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chili powder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653528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6" name="Text 22"/>
          <p:cNvSpPr/>
          <p:nvPr/>
        </p:nvSpPr>
        <p:spPr>
          <a:xfrm>
            <a:off x="7708392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찹쌀가루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708392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flour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9454896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9" name="Text 25"/>
          <p:cNvSpPr/>
          <p:nvPr/>
        </p:nvSpPr>
        <p:spPr>
          <a:xfrm>
            <a:off x="9509760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메주가루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509760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powder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5852160" y="563270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32" name="Text 28"/>
          <p:cNvSpPr/>
          <p:nvPr/>
        </p:nvSpPr>
        <p:spPr>
          <a:xfrm>
            <a:off x="5907024" y="568756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엿기름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907024" y="593445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7653528" y="563270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35" name="Text 31"/>
          <p:cNvSpPr/>
          <p:nvPr/>
        </p:nvSpPr>
        <p:spPr>
          <a:xfrm>
            <a:off x="7708392" y="568756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소금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708392" y="593445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FDF1E4"/>
          </a:solidFill>
          <a:ln w="19050">
            <a:solidFill>
              <a:srgbClr val="F4A261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825496" y="2764231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8" name="Image 1" descr="/home/claude/deck2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35" y="2849270"/>
            <a:ext cx="396850" cy="396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422599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된장 항아리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371520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Doenjang Jar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724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852160" y="123444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CE4CC"/>
          </a:solidFill>
          <a:ln/>
        </p:spPr>
      </p:sp>
      <p:sp>
        <p:nvSpPr>
          <p:cNvPr id="13" name="Text 9"/>
          <p:cNvSpPr/>
          <p:nvPr/>
        </p:nvSpPr>
        <p:spPr>
          <a:xfrm>
            <a:off x="5852160" y="1234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재료 · Key Ingredient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0" y="17373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된장</a:t>
            </a:r>
            <a:endParaRPr lang="en-US" sz="4200" dirty="0"/>
          </a:p>
        </p:txBody>
      </p:sp>
      <p:sp>
        <p:nvSpPr>
          <p:cNvPr id="15" name="Text 11"/>
          <p:cNvSpPr/>
          <p:nvPr/>
        </p:nvSpPr>
        <p:spPr>
          <a:xfrm>
            <a:off x="585216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Doenjang · Pasta de Soja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2926080"/>
            <a:ext cx="5394960" cy="0"/>
          </a:xfrm>
          <a:prstGeom prst="line">
            <a:avLst/>
          </a:prstGeom>
          <a:noFill/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52160" y="30723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· Explanation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52160" y="33649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된장은 삶은 콩을 발효시켜 만든 구수하고 짭짤한 양념이에요.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85216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Doenjang is a nutty, salty paste made by fermenting boiled soybeans.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852160" y="4233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doenjang es una pasta salada y con sabor a nuez, hecha al fermentar soja hervida.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852160" y="4681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재료 · Basic Ingredients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52160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3" name="Text 19"/>
          <p:cNvSpPr/>
          <p:nvPr/>
        </p:nvSpPr>
        <p:spPr>
          <a:xfrm>
            <a:off x="5907024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메주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907024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block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653528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6" name="Text 22"/>
          <p:cNvSpPr/>
          <p:nvPr/>
        </p:nvSpPr>
        <p:spPr>
          <a:xfrm>
            <a:off x="7708392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소금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708392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9454896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9" name="Text 25"/>
          <p:cNvSpPr/>
          <p:nvPr/>
        </p:nvSpPr>
        <p:spPr>
          <a:xfrm>
            <a:off x="9509760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물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509760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4937760" cy="4892040"/>
          </a:xfrm>
          <a:prstGeom prst="roundRect">
            <a:avLst>
              <a:gd name="adj" fmla="val 1869"/>
            </a:avLst>
          </a:prstGeom>
          <a:solidFill>
            <a:srgbClr val="FDF1E4"/>
          </a:solidFill>
          <a:ln w="19050">
            <a:solidFill>
              <a:srgbClr val="F4A261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825496" y="2764231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8" name="Image 1" descr="/home/claude/deck2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35" y="2849270"/>
            <a:ext cx="396850" cy="396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422599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간장 병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371520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Ganjang Bottle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724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852160" y="123444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CE4CC"/>
          </a:solidFill>
          <a:ln/>
        </p:spPr>
      </p:sp>
      <p:sp>
        <p:nvSpPr>
          <p:cNvPr id="13" name="Text 9"/>
          <p:cNvSpPr/>
          <p:nvPr/>
        </p:nvSpPr>
        <p:spPr>
          <a:xfrm>
            <a:off x="5852160" y="1234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재료 · Key Ingredient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852160" y="17373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간장</a:t>
            </a:r>
            <a:endParaRPr lang="en-US" sz="4200" dirty="0"/>
          </a:p>
        </p:txBody>
      </p:sp>
      <p:sp>
        <p:nvSpPr>
          <p:cNvPr id="15" name="Text 11"/>
          <p:cNvSpPr/>
          <p:nvPr/>
        </p:nvSpPr>
        <p:spPr>
          <a:xfrm>
            <a:off x="585216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Ganjang · Salsa de Soja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2926080"/>
            <a:ext cx="5394960" cy="0"/>
          </a:xfrm>
          <a:prstGeom prst="line">
            <a:avLst/>
          </a:prstGeom>
          <a:noFill/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52160" y="30723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· Explanation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52160" y="33649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간장은 메주를 소금물에 담가 발효시킨 후 걸러낸 짭짤한 액체 조미료예요.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85216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Ganjang is a salty liquid seasoning made by soaking soybean blocks in brine and straining the liquid.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852160" y="4233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ganjang es un condimento líquido y salado, hecho al remojar bloques de soja en salmuera y colar el líquido.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852160" y="4681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재료 · Basic Ingredients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52160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3" name="Text 19"/>
          <p:cNvSpPr/>
          <p:nvPr/>
        </p:nvSpPr>
        <p:spPr>
          <a:xfrm>
            <a:off x="5907024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메주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907024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soybean block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653528" y="4992624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FDF1E4"/>
          </a:solidFill>
          <a:ln/>
        </p:spPr>
      </p:sp>
      <p:sp>
        <p:nvSpPr>
          <p:cNvPr id="26" name="Text 22"/>
          <p:cNvSpPr/>
          <p:nvPr/>
        </p:nvSpPr>
        <p:spPr>
          <a:xfrm>
            <a:off x="7708392" y="50474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소금물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708392" y="529437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brine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워밍업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Calentamiento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DF1E4"/>
          </a:solidFill>
          <a:ln w="19050">
            <a:solidFill>
              <a:srgbClr val="F4A26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071116" y="2642616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0" name="Image 1" descr="/home/claude/deck2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155" y="2727655"/>
            <a:ext cx="396850" cy="396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3009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된장찌개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Doenjang-jjigae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7724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297680" y="2057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DF1E4"/>
          </a:solidFill>
          <a:ln w="19050">
            <a:solidFill>
              <a:srgbClr val="F4A261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728716" y="2642616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6" name="Image 2" descr="/home/claude/deck2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755" y="2727655"/>
            <a:ext cx="396850" cy="3968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34840" y="33009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불고기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434840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Bulgogi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43484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955280" y="20574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DF1E4"/>
          </a:solidFill>
          <a:ln w="19050">
            <a:solidFill>
              <a:srgbClr val="F4A261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9386316" y="2642616"/>
            <a:ext cx="566928" cy="566928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2" name="Image 3" descr="/home/claude/deck2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355" y="2727655"/>
            <a:ext cx="396850" cy="3968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92440" y="33009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 담그기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092440" y="3593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Jang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09244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추가하세요 · Add photo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40080" y="466344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DF1E4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사진을 보면서 이야기해 보세요 · Talk about the photos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이 재료들을 본 적이 있나요? 써 본 적이 있나요?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4400" y="55046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어떤 한국 음식을 먹어 봤어요?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14400" y="58887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매운 음식을 좋아하세요?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어휘: 요리 동사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Verbs · Verbos de Cocina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재료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86384" y="271576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19856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양념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66160" y="271576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condimento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99632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19" name="Text 16"/>
          <p:cNvSpPr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볶다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345936" y="271576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stir-fry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saltear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979408" y="20574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24" name="Text 21"/>
          <p:cNvSpPr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끓이다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125712" y="271576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boil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hervir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0080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29" name="Text 26"/>
          <p:cNvSpPr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조리다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86384" y="481888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braise / simmer in sauce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cocinar a fuego lento en salsa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419856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34" name="Text 31"/>
          <p:cNvSpPr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비비다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566160" y="481888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66160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mix / toss together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mezclar / revolver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99632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39" name="Text 36"/>
          <p:cNvSpPr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담그다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345936" y="481888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45936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ferment / pickle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fermentar / encurtir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979408" y="416052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DF1E4"/>
          </a:solidFill>
          <a:ln/>
        </p:spPr>
      </p:sp>
      <p:sp>
        <p:nvSpPr>
          <p:cNvPr id="44" name="Text 41"/>
          <p:cNvSpPr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넣다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9125712" y="4818888"/>
            <a:ext cx="2377440" cy="0"/>
          </a:xfrm>
          <a:prstGeom prst="line">
            <a:avLst/>
          </a:prstGeom>
          <a:noFill/>
          <a:ln w="9525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125712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(an ingredient)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0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3794760" cy="5074920"/>
          </a:xfrm>
          <a:prstGeom prst="roundRect">
            <a:avLst>
              <a:gd name="adj" fmla="val 3373"/>
            </a:avLst>
          </a:prstGeom>
          <a:solidFill>
            <a:srgbClr val="F4A26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93392" y="14173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/home/claude/deck2/icons/peppe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011" y="1570939"/>
            <a:ext cx="790042" cy="7900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6974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고추장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868680" y="3200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Gochujang · Pasta de Chile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68680" y="3840480"/>
            <a:ext cx="3337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매운맛 · 단맛  Spicy · Sweet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매콤달콤한 고추 발효 페이스트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49560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Spicy-sweet fermented chili paste made from chili &amp; glutinous rice.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68680" y="54406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fermentada, picante y dulce, hecha de chile y arroz glutinoso.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92040" y="114300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17" name="Shape 13"/>
          <p:cNvSpPr/>
          <p:nvPr/>
        </p:nvSpPr>
        <p:spPr>
          <a:xfrm>
            <a:off x="4617720" y="194310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43500" y="164592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9" name="Image 2" descr="/home/claude/deck2/icons/utens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10" y="1729130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13075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떡볶이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897880" y="170992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매콤달콤한 떡 요리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897880" y="20574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Spicy-sweet stir-fried rice cakes  /  Pastel de arroz picante y dulce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92040" y="288036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24" name="Shape 19"/>
          <p:cNvSpPr/>
          <p:nvPr/>
        </p:nvSpPr>
        <p:spPr>
          <a:xfrm>
            <a:off x="4617720" y="368046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143500" y="338328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6" name="Image 3" descr="/home/claude/deck2/icons/utensi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710" y="3466490"/>
            <a:ext cx="427939" cy="42793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97880" y="304495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제육볶음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897880" y="344728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매콤한 돼지고기 볶음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897880" y="37947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 stir-fried pork  /  Cerdo salteado picante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892040" y="461772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541782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143500" y="512064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3" name="Image 4" descr="/home/claude/deck2/icons/utensil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710" y="5203850"/>
            <a:ext cx="427939" cy="427939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897880" y="478231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김치찌개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897880" y="51846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얼큰한 김치 찌개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897880" y="55321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 kimchi stew  /  Estofado picante de kimchi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3794760" cy="5074920"/>
          </a:xfrm>
          <a:prstGeom prst="roundRect">
            <a:avLst>
              <a:gd name="adj" fmla="val 3373"/>
            </a:avLst>
          </a:prstGeom>
          <a:solidFill>
            <a:srgbClr val="F4A26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93392" y="14173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/home/claude/deck2/icons/j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011" y="1570939"/>
            <a:ext cx="790042" cy="7900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6974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된장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868680" y="3200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Doenjang · Pasta de Soja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68680" y="3840480"/>
            <a:ext cx="3337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짠맛 · 구수한 맛  Salty · Nutty/Savory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구수하고 짭짤한 콩 발효 페이스트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49560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Nutty, savory fermented soybean paste.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68680" y="54406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fermentada de soja, salada y con sabor a nuez.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92040" y="114300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17" name="Shape 13"/>
          <p:cNvSpPr/>
          <p:nvPr/>
        </p:nvSpPr>
        <p:spPr>
          <a:xfrm>
            <a:off x="4617720" y="194310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43500" y="164592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9" name="Image 2" descr="/home/claude/deck2/icons/utens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10" y="1729130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13075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된장찌개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897880" y="170992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구수한 된장 찌개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897880" y="20574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Savory soybean paste stew  /  Estofado sabroso de pasta de soja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92040" y="288036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24" name="Shape 19"/>
          <p:cNvSpPr/>
          <p:nvPr/>
        </p:nvSpPr>
        <p:spPr>
          <a:xfrm>
            <a:off x="4617720" y="368046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143500" y="338328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6" name="Image 3" descr="/home/claude/deck2/icons/utensi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710" y="3466490"/>
            <a:ext cx="427939" cy="42793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97880" y="304495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강된장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897880" y="344728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진한 된장 조림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897880" y="37947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Thick, concentrated doenjang stew  /  Estofado espeso y concentrado de doenjang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892040" y="461772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541782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143500" y="512064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3" name="Image 4" descr="/home/claude/deck2/icons/utensil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710" y="5203850"/>
            <a:ext cx="427939" cy="427939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897880" y="478231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쌈장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897880" y="51846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쌈에 찍어 먹는 소스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897880" y="55321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Dipping sauce for lettuce wraps  /  Salsa para mojar en envolturas de lechuga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3794760" cy="5074920"/>
          </a:xfrm>
          <a:prstGeom prst="roundRect">
            <a:avLst>
              <a:gd name="adj" fmla="val 3373"/>
            </a:avLst>
          </a:prstGeom>
          <a:solidFill>
            <a:srgbClr val="F4A26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93392" y="141732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/home/claude/deck2/icons/bott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011" y="1570939"/>
            <a:ext cx="790042" cy="7900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6974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간장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868680" y="3200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Ganjang · Salsa de Soja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68680" y="3840480"/>
            <a:ext cx="3337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3840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짠맛 · 감칠맛  Salty · Umami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68680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짭짤한 콩 발효 액체 조미료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49560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Salty fermented liquid seasoning made from soybeans.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68680" y="54406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Condimento líquido fermentado y salado hecho de soja.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92040" y="114300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17" name="Shape 13"/>
          <p:cNvSpPr/>
          <p:nvPr/>
        </p:nvSpPr>
        <p:spPr>
          <a:xfrm>
            <a:off x="4617720" y="194310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43500" y="164592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19" name="Image 2" descr="/home/claude/deck2/icons/utensi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10" y="1729130"/>
            <a:ext cx="427939" cy="42793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97880" y="130759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불고기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5897880" y="170992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간장 양념 소고기 구이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897880" y="20574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Soy-marinated grilled beef  /  Carne asada marinada en salsa de soja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92040" y="288036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24" name="Shape 19"/>
          <p:cNvSpPr/>
          <p:nvPr/>
        </p:nvSpPr>
        <p:spPr>
          <a:xfrm>
            <a:off x="4617720" y="368046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143500" y="338328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6" name="Image 3" descr="/home/claude/deck2/icons/utensi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710" y="3466490"/>
            <a:ext cx="427939" cy="42793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97880" y="304495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잡채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897880" y="344728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간장 향의 당면 볶음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897880" y="37947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Soy-flavored stir-fried glass noodles  /  Fideos de cristal salteados con sabor a soja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892040" y="4617720"/>
            <a:ext cx="6629400" cy="1600200"/>
          </a:xfrm>
          <a:prstGeom prst="roundRect">
            <a:avLst>
              <a:gd name="adj" fmla="val 5714"/>
            </a:avLst>
          </a:prstGeom>
          <a:solidFill>
            <a:srgbClr val="FDF1E4"/>
          </a:solidFill>
          <a:ln/>
        </p:spPr>
      </p:sp>
      <p:sp>
        <p:nvSpPr>
          <p:cNvPr id="31" name="Shape 25"/>
          <p:cNvSpPr/>
          <p:nvPr/>
        </p:nvSpPr>
        <p:spPr>
          <a:xfrm>
            <a:off x="4617720" y="5417820"/>
            <a:ext cx="27432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143500" y="5120640"/>
            <a:ext cx="594360" cy="59436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3" name="Image 4" descr="/home/claude/deck2/icons/utensil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710" y="5203850"/>
            <a:ext cx="427939" cy="427939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897880" y="4782312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갈비찜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5897880" y="518464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간장에 조린 갈비 찜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897880" y="55321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Soy-braised short ribs  /  Costillas braseadas en salsa de soja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문법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Patterns · Patrones Gramaticales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-(으)로 만들다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using / from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con / a partir 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60520" y="2221992"/>
            <a:ext cx="0" cy="1042416"/>
          </a:xfrm>
          <a:prstGeom prst="line">
            <a:avLst/>
          </a:prstGeom>
          <a:noFill/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떡볶이는 고추장으로 만들어요.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잡채는 간장으로 맛을 내요.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593592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-이/가 들어가다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goes into / is included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se incluye en / lleva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60520" y="3758184"/>
            <a:ext cx="0" cy="1042416"/>
          </a:xfrm>
          <a:prstGeom prst="line">
            <a:avLst/>
          </a:prstGeom>
          <a:noFill/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3758184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김치찌개에는 고추장이 들어가요.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된장찌개에는 두부와 야채가 들어가요.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129784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DF1E4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2395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-아/어서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/ and so (reason)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/ por eso (razón)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60520" y="5294376"/>
            <a:ext cx="0" cy="1042416"/>
          </a:xfrm>
          <a:prstGeom prst="line">
            <a:avLst/>
          </a:prstGeom>
          <a:noFill/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34840" y="5294376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고추장은 맵고 달아서 인기가 많아요.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된장은 짭짤해서 국물 요리에 잘 어울려요.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3" name="Image 0" descr="/home/claude/deck2/icons/j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기본 장과 요리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고추장 · 된장 · 간장 · Essential Korean Sauces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맛 표현하기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572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Taste · Cómo Describir el Sabor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CE4C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240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맵다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0906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picante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CE4CC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2240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짜다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480560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80560" y="30906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salado/a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21031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CE4CC"/>
          </a:solidFill>
          <a:ln/>
        </p:spPr>
      </p:sp>
      <p:sp>
        <p:nvSpPr>
          <p:cNvPr id="17" name="Text 14"/>
          <p:cNvSpPr/>
          <p:nvPr/>
        </p:nvSpPr>
        <p:spPr>
          <a:xfrm>
            <a:off x="8138160" y="2240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시원하다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38160" y="27249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(cool) / satisfying (hot soup)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38160" y="30906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refrescante (frío) / reconfortante (sopa caliente)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7947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CE4CC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달다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2960" y="4416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4782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dulce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97680" y="37947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CE4CC"/>
          </a:solidFill>
          <a:ln/>
        </p:spPr>
      </p:sp>
      <p:sp>
        <p:nvSpPr>
          <p:cNvPr id="25" name="Text 22"/>
          <p:cNvSpPr/>
          <p:nvPr/>
        </p:nvSpPr>
        <p:spPr>
          <a:xfrm>
            <a:off x="448056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싱겁다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480560" y="4416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80560" y="4782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soso/a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55280" y="37947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FCE4CC"/>
          </a:solidFill>
          <a:ln/>
        </p:spPr>
      </p:sp>
      <p:sp>
        <p:nvSpPr>
          <p:cNvPr id="29" name="Text 26"/>
          <p:cNvSpPr/>
          <p:nvPr/>
        </p:nvSpPr>
        <p:spPr>
          <a:xfrm>
            <a:off x="813816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깊은 맛이 나다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138160" y="4416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have a deep, rich flavor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38160" y="4782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 </a:t>
            </a:r>
            <a:pPr indent="0" marL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un sabor profundo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deck2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76" y="53949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회화 질문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Questions · Preguntas de Conversación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92808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53312" y="178308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세 가지 장(고추장·된장·간장) 중에서 먹어 본 적이 있어요? 어떤 맛이었어요?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464808" y="1892808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0"/>
          <p:cNvSpPr/>
          <p:nvPr/>
        </p:nvSpPr>
        <p:spPr>
          <a:xfrm>
            <a:off x="646480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76872" y="178308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나라에도 이렇게 기본이 되는 소스나 양념이 있나요? 무엇인가요?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41248" y="3447288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53312" y="333756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매운 음식과 짠 음식 중에 뭘 더 좋아해요?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32461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64808" y="3447288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76872" y="333756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요리들(떡볶이, 불고기, 된장찌개 등) 중에서 무엇을 제일 먹어보고 싶어요?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48006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41248" y="5001768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2"/>
          <p:cNvSpPr/>
          <p:nvPr/>
        </p:nvSpPr>
        <p:spPr>
          <a:xfrm>
            <a:off x="841248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53312" y="489204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집에서 요리할 때 어떤 양념을 자주 사용해요?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63640" y="48006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64808" y="5001768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6"/>
          <p:cNvSpPr/>
          <p:nvPr/>
        </p:nvSpPr>
        <p:spPr>
          <a:xfrm>
            <a:off x="6464808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76872" y="489204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음식과 당신 나라 음식의 맛은 어떻게 달라요?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수고하셨습니다!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 ·  ¡Buen trabajo hoy!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20116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ACADEMIA SEÚL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academiaseul.com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2026-08-05T11:16:23Z</dcterms:created>
  <dcterms:modified xsi:type="dcterms:W3CDTF">2026-08-05T11:16:23Z</dcterms:modified>
</cp:coreProperties>
</file>