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08 · SEMANA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전통 설화와 민담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Folklore &amp; Myths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Folclore y mitos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-았/었었어요     ·     -(으)니까     ·     -네요 / -군요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Narrar en pasado y reaccionar como oyente.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전통 설화와 민담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설화 · Folklore &amp; Myths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호랑이 민화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Tiger folk painting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도깨비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Dokkaebi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선녀와 나무꾼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The Fairy &amp; the Woodcutter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어렸을 때 무슨 이야기를 좋아했어요?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stories did you like as a child?  ·  ¿Qué cuentos te gustaban de niño/a?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당신 나라에도 유명한 옛날이야기가 있어요?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Are there famous folk tales in your country?  ·  ¿Hay cuentos tradicionales famosos en tu país?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한국 드라마에서 도깨비를 본 적이 있어요?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Have you seen a dokkaebi in a Korean drama?  ·  ¿Has visto un dokkaebi en alguna serie coreana?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전통 설화와 민담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설화 · Folklore &amp; Myths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옛날이야기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folk tale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cuento antiguo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전설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legend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leyenda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호랑이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tiger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tigre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도깨비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dokkaebi (goblin)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dokkaebi (duende)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선녀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heavenly maiden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hada celestial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나무꾼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woodcutter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leñador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god / deity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dios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전통 설화와 민담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설화 · Folklore &amp; Myths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나타나다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appear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aparecer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사라지다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disappear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desaparecer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변하다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change / 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transformarse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도와주다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help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ayudar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착하다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be kind-hearted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ser bondadoso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욕심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greed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codicia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punishment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castigo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reward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recompensa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전통 설화와 민담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설화 · Folklore &amp; Myths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단군 신화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The Dangun myth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곰이 백 일 동안 참고 사람이 되었어요. 그 아들이 나라를 만들었다고 해요.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bear endured 100 days to become human; her son is said to have founded the first kingdom.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Una osa resistió 100 días para volverse humana; se dice que su hijo fundó el primer reino.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도깨비와 구미호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Dokkaebi and the fox spirit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도깨비는 무섭지만 착할 때도 있어요. 구미호는 꼬리가 아홉 개예요.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Dokkaebi are frightening but can be benevolent; the gumiho is a nine-tailed fox spirit.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Los dokkaebi asustan pero pueden ser benévolos; el gumiho es un zorro de nueve colas.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설화와 드라마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Folklore on screen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요즘 드라마와 영화에 이 이야기들이 자주 나와요.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These figures reappear constantly in contemporary Korean drama and film.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Estas figuras reaparecen constantemente en las series y el cine coreano actual.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전통 설화와 민담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설화 · Folklore &amp; Myths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-았/었었어요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past perfect (no longer the case)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pasado perfecto (ya no es así)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옛날에 이 산에 호랑이가 살았었어요.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저는 어렸을 때 이 이야기를 좋아했었어요.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1, p. 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-(으)니까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because / since (reason)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como / porque (razón)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날씨가 추우니까 나무꾼이 집으로 갔어요.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이야기가 재미있으니까 한번 읽어 보세요.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9, p. 191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-네요 / -군요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reaction and realisation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reacción y descubrimiento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이야기가 정말 재미있네요!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그런 전설이 있었군요.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21, pp. 306 / 304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나라의 유명한 옛날이야기를 하나 이야기해 주세요.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Tell us a famous folk tale from your country.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Cuéntanos un cuento tradicional famoso de tu país.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이야기에는 어떤 사람이나 동물이 나와요?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Which people or animals appear in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personas o animales aparecen en él?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이야기가 주는 교훈은 뭐예요?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lesson does the story teach?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enseñanza deja esa historia?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한국의 도깨비와 비슷한 것이 당신 나라에도 있어요?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Is there something like the dokkaebi in your country?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¿Existe algo parecido al dokkaebi en tu país?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옛날이야기를 아이들에게 왜 이야기해 줄까요?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Why do we tell folk tales to children?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¿Por qué les contamos cuentos tradicionales a los niños?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요즘 드라마에서 옛날이야기를 어떻게 사용해요?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do modern dramas use folk tales?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¿Cómo usan las series actuales los cuentos tradicionales?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우리 나라의 옛날이야기를 짧게 이야기하세요. (-았/었었어요, -(으)니까)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cuenta un cuento tradicional de tu país, usando -았/었었어요 y -(으)니까.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