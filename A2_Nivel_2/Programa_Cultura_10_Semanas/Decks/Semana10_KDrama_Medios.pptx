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10 · SEMANA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케이드라마와 미디어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K-Drama &amp; 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K-Drama y medios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-다고 / -냐고 / -자고 / -(으)라고 하다     ·     -았/었으면 좋겠다     ·     -(으)ㄴ/는/(으)ㄹ 것 같다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Contar lo que otros dijeron y hacer suposiciones sobre la trama.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케이드라마와 미디어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드라마 · K-Drama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드라마 촬영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Drama filming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스트리밍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Streaming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촬영지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Filming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한국 드라마를 본 적이 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watched a Korean drama?  ·  ¿Has visto alguna serie coreana?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어떤 드라마를 좋아해요?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kind of dramas do you like?  ·  ¿Qué tipo de series te gustan?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친구가 추천해 준 드라마가 있어요?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Has a friend recommended a drama to you?  ·  ¿Algún amigo te ha recomendado una serie?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케이드라마와 미디어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드라마 · K-Drama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드라마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drama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주인공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main character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protagonista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배우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actor/actriz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감독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director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director/a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작가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screenwriter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guionista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episode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capítulo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시즌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season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temporada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촬영지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filming location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locación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케이드라마와 미디어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드라마 · K-Drama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사랑에 빠지다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fall in love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enamorarse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헤어지다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break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romper, separarse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배신하다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betray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traicionar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결말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슬프다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 sad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 triste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감동하다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 moved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emocionarse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몰입하다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get absorbed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engancharse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추천하다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recommend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recomendar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케이드라마와 미디어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드라마 · K-Drama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작가 중심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A writer-led industry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한국 드라마는 작가가 제일 중요해요. 유명한 작가의 이름으로 드라마를 골라요.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Korean drama is writer-led; audiences choose shows by the screenwriter's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La serie coreana gira en torno al guionista; el público elige por el nombre del autor.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사극과 현대극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Sageuk and modern drama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사극은 옛날 이야기예요. 현대극은 회사, 사랑, 가족 이야기가 많아요.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Sageuk are historical dramas; modern series centre on work, love and family.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Los sageuk son dramas históricos; las series modernas tratan trabajo, amor y familia.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촬영지 관광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Location tourism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드라마에 나온 곳에 사람들이 여행을 가요. 작은 도시도 유명해져요.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Fans travel to filming locations, turning small towns into destinations.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Los fans viajan a las locaciones, convirtiendo pueblos pequeños en destinos turísticos.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케이드라마와 미디어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드라마 · K-Drama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-다고 / -냐고 / -자고 / -(으)라고 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indirect quotation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discurso referido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친구가 이 드라마가 재미있다고 했어요.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친구가 저에게 같이 보자고 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23, p. 319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-았/었으면 좋겠다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 wish / I hope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ojalá / me gustaría 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두 사람이 다시 만났으면 좋겠어요.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결말이 행복했으면 좋겠어요.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8, p. 184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-(으)ㄴ/는/(으)ㄹ 것 같다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it seems / I think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parece que / creo 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주인공이 다음 회에서 떠날 것 같아요.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이 드라마가 제일 재미있는 것 같아요.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17, p. 267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제일 재미있게 본 한국 드라마는 뭐예요?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Korean drama did you enjoy most?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serie coreana disfrutaste más?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친구가 어떤 드라마를 보라고 했어요?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drama did a friend tell you to watch?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serie te dijo un amigo que vieras?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드라마의 결말이 어떻게 됐으면 좋겠어요?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 you wish that drama would end?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¿Cómo te gustaría que terminara esa serie?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드라마와 한국 드라마는 어떻게 달라요?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 dramas in your country differ from Korean ones?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diferencian las series de tu país de las coreanas?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드라마 촬영지에 가 보고 싶어요? 어디에 가고 싶어요?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Would you visit a filming location? Which one?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¿Te gustaría visitar una locación? ¿Cuál?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드라마를 보면 한국어 공부에 도움이 될 것 같아요?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 you think watching dramas helps you learn Korean?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¿Crees que ver series ayuda a aprender coreano?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친구에게 드라마를 추천하세요. (-다고 하다, -것 같다)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recomienda una serie a un amigo, usando -다고 하다 y -(으)ㄹ 것 같다.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