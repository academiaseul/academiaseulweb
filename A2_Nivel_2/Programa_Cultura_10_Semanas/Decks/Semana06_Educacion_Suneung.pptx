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06 · SEMANA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교육과 시험 문화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Education &amp; Exam Culture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Educación y cultura del examen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-(으)면     ·     -(으)려면     ·     -아/어야 되다/하다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Expresar condiciones y obligaciones ("si… hay que…").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교육과 시험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교육 · Education &amp; the Suneung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수능 시험장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Suneung exam 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학원 거리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Hagwon district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도서관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Study room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보면서 이야기해 보세요 · Talk about the photos · Habla sobre las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시험을 준비할 때 어떻게 공부해요?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How do you study when preparing for an exam?  ·  ¿Cómo estudias cuando preparas un examen?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당신 나라에도 큰 시험이 있어요?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Is there a major exam in your country too?  ·  ¿En tu país también hay un examen importante?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학원에 다닌 적이 있어요?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Have you ever attended a private academy?  ·  ¿Has ido alguna vez a una academia?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교육과 시험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교육 · Education &amp; the Suneung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1 · Vocabulario Clave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학교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school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colegio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대학교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university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universidad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학원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private academy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academia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national university exam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examen nacional (suneung)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시험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exam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examen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입학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admission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ingreso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졸업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graduation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graduación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성적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grades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notas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교육과 시험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교육 · Education &amp; the Suneung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2 · Vocabulario Clave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공부하다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study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estudiar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외우다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memorise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memorizar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준비하다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prepare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preparar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합격하다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pass / be admitted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aprobar, ser admitido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떨어지다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fail (an exam)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reprobar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스트레스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stress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estrés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경쟁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competition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competencia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노력하다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make an effort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esforzarse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교육과 시험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교육 · Education &amp; the Suneung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Cultural Focus  ·  Claves Culturales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The national exam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수능 날에는 나라 전체가 조용해요. 비행기도 잠깐 안 떠요.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On Suneung day the whole country goes quiet — even flights are paused during the listening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El día del suneung todo el país se detiene: hasta los vuelos se pausan durante la prueba oral.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학원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The hagwon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많은 학생들이 학교가 끝난 후에 학원에 가요. 밤 늦게까지 공부해요.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Many students go to private academies after school and study late into the night.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Muchos estudiantes van a academias privadas tras el colegio y estudian hasta tarde.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경쟁과 변화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Pressure and debate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요즘에는 경쟁이 너무 심하다고 생각하는 사람도 많아요. 교육을 바꾸려고 해요.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Many Koreans now argue the competition is excessive, and reform is actively debated.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Hoy muchos coreanos opinan que la competencia es excesiva y se debate una reforma.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교육과 시험 문화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교육 · Education &amp; the Suneung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if / when (condition)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si / cuando (condición)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시험이 어려우면 학원에 다녀요.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열심히 공부하면 합격할 수 있어요.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99815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16, p. 252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-(으)려면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if you intend to / in order to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si quieres … / para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한국 대학교에 가려면 수능을 봐야 돼요.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좋은 성적을 받으려면 매일 공부해야 돼요.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7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16, p. 255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-아/어야 되다/하다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must / have to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tener que / deber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수능 날에는 아침 일찍 가야 돼요.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시험 전에 준비를 많이 해야 해요.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6172199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7, p. 171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나라의 대학교에 가려면 무엇을 해야 돼요?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must you do to enter university in your country?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hay que hacer para entrar a la universidad en tu país?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시험이 있으면 어떻게 공부해요?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do you study when you have an exam?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¿Cómo estudias cuando tienes un examen?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한국의 수능에 대해 어떻게 생각해요?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do you think about the Korean Suneung?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opinas del suneung coreano?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학생들이 스트레스를 받으면 무엇을 하면 좋아요?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should students do when they feel stressed?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deberían hacer los estudiantes cuando tienen estrés?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나라의 교육과 한국의 교육은 어떻게 달라요?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does education in your country differ from Korea?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¿En qué se diferencia la educación de tu país con la coreana?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공부할 때 제일 중요한 것은 뭐라고 생각해요?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do you think matters most when studying?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crees que es lo más importante al estudiar?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우리 나라에서 대학에 가는 방법을 설명하세요. (-(으)려면, -아/어야 되다)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explica cómo se entra a la universidad en tu país, usando -(으)려면 y -아/어야 되다.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