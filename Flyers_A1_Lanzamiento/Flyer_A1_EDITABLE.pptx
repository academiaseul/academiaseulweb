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8229600" cy="10287000"/>
  <p:notesSz cx="10287000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late_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2296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422452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APRENDE COREANO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228600" y="495604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i="1" dirty="0">
                <a:solidFill>
                  <a:srgbClr val="A99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un chingu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228600" y="5394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4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한국어를 배우세요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28600" y="572414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1 (A1)  ·  CLASES EN VIVO DESDE JULIO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691640" y="6035040"/>
            <a:ext cx="4846320" cy="384048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0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DE LANZAMIENTO · CUPOS LIMITADOS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" y="6473952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$89 </a:t>
            </a:r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228600" y="72969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de lanzamiento · early-bird hasta el 30 jun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28600" y="7589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9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Garantía: 1ª semana o te devolvemos el 100%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51560" y="8028432"/>
            <a:ext cx="3703320" cy="822960"/>
          </a:xfrm>
          <a:prstGeom prst="roundRect">
            <a:avLst>
              <a:gd name="adj" fmla="val 50000"/>
            </a:avLst>
          </a:prstGeom>
          <a:solidFill>
            <a:srgbClr val="3D2EE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INSCRÍBETE</a:t>
            </a:r>
            <a:endParaRPr lang="en-US" sz="19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academiaseul.com/nivel-1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138928" y="7882128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pic>
        <p:nvPicPr>
          <p:cNvPr id="13" name="Image 1" descr="qr_nivel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8001000"/>
            <a:ext cx="1225296" cy="12252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8600" y="897940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Escanea e inscríbete  ·  @jaychingu.oficial</a:t>
            </a:r>
            <a:endParaRPr lang="en-US" sz="950" dirty="0"/>
          </a:p>
        </p:txBody>
      </p:sp>
      <p:pic>
        <p:nvPicPr>
          <p:cNvPr id="15" name="Image 2" descr="/sessions/laughing-adoring-dijkstra/mnt/ACADEMIASEULWEB/public/logo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9217152"/>
            <a:ext cx="1828800" cy="9400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late_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2296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422452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APRENDE COREANO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228600" y="495604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i="1" dirty="0">
                <a:solidFill>
                  <a:srgbClr val="A998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un chingu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228600" y="5394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4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한국어를 배우세요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28600" y="5943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1 (A1)  ·  PRIMERAS PALABRAS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860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en vivo · Profesor nativo de Seúl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8600" y="672998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pequeños · Para LATAM y España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28600" y="7269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Comienza en julio 2026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148840" y="7955280"/>
            <a:ext cx="3931920" cy="868680"/>
          </a:xfrm>
          <a:prstGeom prst="roundRect">
            <a:avLst>
              <a:gd name="adj" fmla="val 50000"/>
            </a:avLst>
          </a:prstGeom>
          <a:solidFill>
            <a:srgbClr val="3D2EE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INSCRÍBETE</a:t>
            </a:r>
            <a:endParaRPr lang="en-US" sz="19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academiaseul.com/nivel-1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228600" y="90068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@jaychingu.oficial</a:t>
            </a:r>
            <a:endParaRPr lang="en-US" sz="1000" dirty="0"/>
          </a:p>
        </p:txBody>
      </p:sp>
      <p:pic>
        <p:nvPicPr>
          <p:cNvPr id="12" name="Image 1" descr="/sessions/laughing-adoring-dijkstra/mnt/ACADEMIASEULWEB/public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9217152"/>
            <a:ext cx="1828800" cy="9400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2026-06-14T10:24:17Z</dcterms:created>
  <dcterms:modified xsi:type="dcterms:W3CDTF">2026-06-14T10:24:17Z</dcterms:modified>
</cp:coreProperties>
</file>